
<file path=[Content_Types].xml><?xml version="1.0" encoding="utf-8"?>
<Types xmlns="http://schemas.openxmlformats.org/package/2006/content-types">
  <Default Extension="png" ContentType="image/png"/>
  <Default Extension="svg" ContentType="image/svg+xml"/>
  <Default Extension="webp"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761" r:id="rId2"/>
    <p:sldId id="2775" r:id="rId3"/>
    <p:sldId id="2768" r:id="rId4"/>
    <p:sldId id="258" r:id="rId5"/>
    <p:sldId id="264" r:id="rId6"/>
    <p:sldId id="259" r:id="rId7"/>
    <p:sldId id="2776" r:id="rId8"/>
    <p:sldId id="2777" r:id="rId9"/>
    <p:sldId id="2778" r:id="rId10"/>
    <p:sldId id="2779" r:id="rId11"/>
    <p:sldId id="2780" r:id="rId12"/>
    <p:sldId id="2781" r:id="rId13"/>
    <p:sldId id="2782" r:id="rId14"/>
    <p:sldId id="2751" r:id="rId15"/>
    <p:sldId id="2752" r:id="rId16"/>
    <p:sldId id="2753" r:id="rId17"/>
    <p:sldId id="2754" r:id="rId18"/>
    <p:sldId id="2755" r:id="rId19"/>
    <p:sldId id="2756" r:id="rId20"/>
    <p:sldId id="2758" r:id="rId21"/>
    <p:sldId id="2757" r:id="rId22"/>
    <p:sldId id="2720" r:id="rId23"/>
    <p:sldId id="2721" r:id="rId24"/>
    <p:sldId id="2722" r:id="rId25"/>
    <p:sldId id="2723" r:id="rId26"/>
    <p:sldId id="2724" r:id="rId27"/>
    <p:sldId id="2725" r:id="rId28"/>
    <p:sldId id="2726" r:id="rId29"/>
    <p:sldId id="2770" r:id="rId30"/>
    <p:sldId id="2766" r:id="rId31"/>
    <p:sldId id="2767" r:id="rId32"/>
    <p:sldId id="2769" r:id="rId33"/>
    <p:sldId id="2783" r:id="rId34"/>
    <p:sldId id="2785" r:id="rId35"/>
    <p:sldId id="312" r:id="rId36"/>
    <p:sldId id="2786" r:id="rId37"/>
    <p:sldId id="2787" r:id="rId38"/>
    <p:sldId id="2788" r:id="rId39"/>
    <p:sldId id="2749" r:id="rId4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2F5597"/>
    <a:srgbClr val="BFBFBF"/>
    <a:srgbClr val="5B9BD5"/>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68" autoAdjust="0"/>
  </p:normalViewPr>
  <p:slideViewPr>
    <p:cSldViewPr snapToGrid="0">
      <p:cViewPr varScale="1">
        <p:scale>
          <a:sx n="86" d="100"/>
          <a:sy n="86" d="100"/>
        </p:scale>
        <p:origin x="562"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4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19FA74-1991-4C51-ACD3-5F7125FA432C}" type="datetimeFigureOut">
              <a:rPr lang="en-PK" smtClean="0"/>
              <a:t>03/10/2024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715E02-2A9E-4AED-B6DC-3A177D3D2380}" type="slidenum">
              <a:rPr lang="en-PK" smtClean="0"/>
              <a:t>‹#›</a:t>
            </a:fld>
            <a:endParaRPr lang="en-PK"/>
          </a:p>
        </p:txBody>
      </p:sp>
    </p:spTree>
    <p:extLst>
      <p:ext uri="{BB962C8B-B14F-4D97-AF65-F5344CB8AC3E}">
        <p14:creationId xmlns:p14="http://schemas.microsoft.com/office/powerpoint/2010/main" val="3163186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a:p>
        </p:txBody>
      </p:sp>
      <p:sp>
        <p:nvSpPr>
          <p:cNvPr id="4" name="Slide Number Placeholder 3"/>
          <p:cNvSpPr>
            <a:spLocks noGrp="1"/>
          </p:cNvSpPr>
          <p:nvPr>
            <p:ph type="sldNum" sz="quarter" idx="5"/>
          </p:nvPr>
        </p:nvSpPr>
        <p:spPr/>
        <p:txBody>
          <a:bodyPr/>
          <a:lstStyle/>
          <a:p>
            <a:fld id="{572C7527-AFD0-458A-92BA-7D083143B877}" type="slidenum">
              <a:rPr lang="en-US" smtClean="0"/>
              <a:t>1</a:t>
            </a:fld>
            <a:endParaRPr lang="en-US" dirty="0"/>
          </a:p>
        </p:txBody>
      </p:sp>
    </p:spTree>
    <p:extLst>
      <p:ext uri="{BB962C8B-B14F-4D97-AF65-F5344CB8AC3E}">
        <p14:creationId xmlns:p14="http://schemas.microsoft.com/office/powerpoint/2010/main" val="1121157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a:p>
        </p:txBody>
      </p:sp>
      <p:sp>
        <p:nvSpPr>
          <p:cNvPr id="4" name="Slide Number Placeholder 3"/>
          <p:cNvSpPr>
            <a:spLocks noGrp="1"/>
          </p:cNvSpPr>
          <p:nvPr>
            <p:ph type="sldNum" sz="quarter" idx="5"/>
          </p:nvPr>
        </p:nvSpPr>
        <p:spPr/>
        <p:txBody>
          <a:bodyPr/>
          <a:lstStyle/>
          <a:p>
            <a:fld id="{572C7527-AFD0-458A-92BA-7D083143B877}" type="slidenum">
              <a:rPr lang="en-US" smtClean="0"/>
              <a:t>3</a:t>
            </a:fld>
            <a:endParaRPr lang="en-US" dirty="0"/>
          </a:p>
        </p:txBody>
      </p:sp>
    </p:spTree>
    <p:extLst>
      <p:ext uri="{BB962C8B-B14F-4D97-AF65-F5344CB8AC3E}">
        <p14:creationId xmlns:p14="http://schemas.microsoft.com/office/powerpoint/2010/main" val="4222727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7715E02-2A9E-4AED-B6DC-3A177D3D2380}" type="slidenum">
              <a:rPr lang="en-PK" smtClean="0"/>
              <a:t>15</a:t>
            </a:fld>
            <a:endParaRPr lang="en-PK"/>
          </a:p>
        </p:txBody>
      </p:sp>
    </p:spTree>
    <p:extLst>
      <p:ext uri="{BB962C8B-B14F-4D97-AF65-F5344CB8AC3E}">
        <p14:creationId xmlns:p14="http://schemas.microsoft.com/office/powerpoint/2010/main" val="1240862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Please share FY 21-22 UFG numbers and projected disallowances at each quarter.</a:t>
            </a:r>
          </a:p>
          <a:p>
            <a:pPr marL="228600" indent="-228600">
              <a:buAutoNum type="arabicParenR"/>
            </a:pPr>
            <a:r>
              <a:rPr lang="en-US" dirty="0"/>
              <a:t>What is the basis of our calculation of disallowance</a:t>
            </a:r>
          </a:p>
          <a:p>
            <a:pPr marL="228600" indent="-228600">
              <a:buAutoNum type="arabicParenR"/>
            </a:pPr>
            <a:r>
              <a:rPr lang="en-US" dirty="0"/>
              <a:t>Has OGRA shared with us the calculation details of 76 %</a:t>
            </a:r>
          </a:p>
          <a:p>
            <a:pPr marL="228600" indent="-228600">
              <a:buAutoNum type="arabicParenR"/>
            </a:pPr>
            <a:endParaRPr lang="en-PK" dirty="0"/>
          </a:p>
        </p:txBody>
      </p:sp>
      <p:sp>
        <p:nvSpPr>
          <p:cNvPr id="4" name="Slide Number Placeholder 3"/>
          <p:cNvSpPr>
            <a:spLocks noGrp="1"/>
          </p:cNvSpPr>
          <p:nvPr>
            <p:ph type="sldNum" sz="quarter" idx="5"/>
          </p:nvPr>
        </p:nvSpPr>
        <p:spPr/>
        <p:txBody>
          <a:bodyPr/>
          <a:lstStyle/>
          <a:p>
            <a:fld id="{572C7527-AFD0-458A-92BA-7D083143B877}" type="slidenum">
              <a:rPr lang="en-US" smtClean="0"/>
              <a:t>23</a:t>
            </a:fld>
            <a:endParaRPr lang="en-US" dirty="0"/>
          </a:p>
        </p:txBody>
      </p:sp>
    </p:spTree>
    <p:extLst>
      <p:ext uri="{BB962C8B-B14F-4D97-AF65-F5344CB8AC3E}">
        <p14:creationId xmlns:p14="http://schemas.microsoft.com/office/powerpoint/2010/main" val="4190880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What is the total amount accrued so far?</a:t>
            </a:r>
          </a:p>
          <a:p>
            <a:pPr marL="228600" indent="-228600">
              <a:buAutoNum type="arabicParenR"/>
            </a:pPr>
            <a:r>
              <a:rPr lang="en-US" dirty="0"/>
              <a:t>What is the breakdown of deferred, allowed and disallowed.</a:t>
            </a:r>
          </a:p>
          <a:p>
            <a:pPr marL="228600" indent="-228600">
              <a:buAutoNum type="arabicParenR"/>
            </a:pPr>
            <a:endParaRPr lang="en-US" dirty="0"/>
          </a:p>
        </p:txBody>
      </p:sp>
      <p:sp>
        <p:nvSpPr>
          <p:cNvPr id="4" name="Slide Number Placeholder 3"/>
          <p:cNvSpPr>
            <a:spLocks noGrp="1"/>
          </p:cNvSpPr>
          <p:nvPr>
            <p:ph type="sldNum" sz="quarter" idx="5"/>
          </p:nvPr>
        </p:nvSpPr>
        <p:spPr/>
        <p:txBody>
          <a:bodyPr/>
          <a:lstStyle/>
          <a:p>
            <a:fld id="{572C7527-AFD0-458A-92BA-7D083143B877}" type="slidenum">
              <a:rPr lang="en-US" smtClean="0"/>
              <a:t>24</a:t>
            </a:fld>
            <a:endParaRPr lang="en-US" dirty="0"/>
          </a:p>
        </p:txBody>
      </p:sp>
    </p:spTree>
    <p:extLst>
      <p:ext uri="{BB962C8B-B14F-4D97-AF65-F5344CB8AC3E}">
        <p14:creationId xmlns:p14="http://schemas.microsoft.com/office/powerpoint/2010/main" val="1712109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was the amount last year?</a:t>
            </a:r>
          </a:p>
          <a:p>
            <a:r>
              <a:rPr lang="en-US" dirty="0"/>
              <a:t>2) What is the calculation detail of Actuarial losses provided last year and accrued during the year?</a:t>
            </a:r>
          </a:p>
          <a:p>
            <a:r>
              <a:rPr lang="en-US" dirty="0"/>
              <a:t>3) </a:t>
            </a:r>
            <a:endParaRPr lang="en-PK" dirty="0"/>
          </a:p>
        </p:txBody>
      </p:sp>
      <p:sp>
        <p:nvSpPr>
          <p:cNvPr id="4" name="Slide Number Placeholder 3"/>
          <p:cNvSpPr>
            <a:spLocks noGrp="1"/>
          </p:cNvSpPr>
          <p:nvPr>
            <p:ph type="sldNum" sz="quarter" idx="5"/>
          </p:nvPr>
        </p:nvSpPr>
        <p:spPr/>
        <p:txBody>
          <a:bodyPr/>
          <a:lstStyle/>
          <a:p>
            <a:fld id="{572C7527-AFD0-458A-92BA-7D083143B877}" type="slidenum">
              <a:rPr lang="en-US" smtClean="0"/>
              <a:t>25</a:t>
            </a:fld>
            <a:endParaRPr lang="en-US" dirty="0"/>
          </a:p>
        </p:txBody>
      </p:sp>
    </p:spTree>
    <p:extLst>
      <p:ext uri="{BB962C8B-B14F-4D97-AF65-F5344CB8AC3E}">
        <p14:creationId xmlns:p14="http://schemas.microsoft.com/office/powerpoint/2010/main" val="2027442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Year wise breakdown of Cost of Supply of last years</a:t>
            </a:r>
          </a:p>
          <a:p>
            <a:pPr marL="228600" indent="-228600">
              <a:buAutoNum type="arabicParenR"/>
            </a:pPr>
            <a:r>
              <a:rPr lang="en-US" dirty="0"/>
              <a:t>SSGC cost of supply, is it the same issue as SNGPL case was?</a:t>
            </a:r>
          </a:p>
          <a:p>
            <a:pPr marL="228600" indent="-228600">
              <a:buAutoNum type="arabicParenR"/>
            </a:pPr>
            <a:r>
              <a:rPr lang="en-US" dirty="0"/>
              <a:t>SSGC GIC, what is the break down and for how many years this disallowance relate to?</a:t>
            </a:r>
          </a:p>
          <a:p>
            <a:pPr marL="228600" indent="-228600">
              <a:buAutoNum type="arabicParenR"/>
            </a:pPr>
            <a:r>
              <a:rPr lang="en-US" dirty="0"/>
              <a:t>Excess allowed, what is the amount claimed and excess allowed?</a:t>
            </a:r>
            <a:endParaRPr lang="en-PK" dirty="0"/>
          </a:p>
        </p:txBody>
      </p:sp>
      <p:sp>
        <p:nvSpPr>
          <p:cNvPr id="4" name="Slide Number Placeholder 3"/>
          <p:cNvSpPr>
            <a:spLocks noGrp="1"/>
          </p:cNvSpPr>
          <p:nvPr>
            <p:ph type="sldNum" sz="quarter" idx="5"/>
          </p:nvPr>
        </p:nvSpPr>
        <p:spPr/>
        <p:txBody>
          <a:bodyPr/>
          <a:lstStyle/>
          <a:p>
            <a:fld id="{572C7527-AFD0-458A-92BA-7D083143B877}" type="slidenum">
              <a:rPr lang="en-US" smtClean="0"/>
              <a:t>26</a:t>
            </a:fld>
            <a:endParaRPr lang="en-US" dirty="0"/>
          </a:p>
        </p:txBody>
      </p:sp>
    </p:spTree>
    <p:extLst>
      <p:ext uri="{BB962C8B-B14F-4D97-AF65-F5344CB8AC3E}">
        <p14:creationId xmlns:p14="http://schemas.microsoft.com/office/powerpoint/2010/main" val="1074194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Please give breakdown of total incurred and allowed.</a:t>
            </a:r>
          </a:p>
          <a:p>
            <a:r>
              <a:rPr lang="en-US" dirty="0"/>
              <a:t>2) Breakdown of Director’s meetings for the last 3 years (already available) by each sub committee and each director’s remuneration.</a:t>
            </a:r>
          </a:p>
          <a:p>
            <a:r>
              <a:rPr lang="en-US" dirty="0"/>
              <a:t>3) Are we in compliance of additional disclosures required for director’s fee/remuneration enacted through Companies Act 2017.</a:t>
            </a:r>
          </a:p>
          <a:p>
            <a:endParaRPr lang="en-PK" dirty="0"/>
          </a:p>
        </p:txBody>
      </p:sp>
      <p:sp>
        <p:nvSpPr>
          <p:cNvPr id="4" name="Slide Number Placeholder 3"/>
          <p:cNvSpPr>
            <a:spLocks noGrp="1"/>
          </p:cNvSpPr>
          <p:nvPr>
            <p:ph type="sldNum" sz="quarter" idx="5"/>
          </p:nvPr>
        </p:nvSpPr>
        <p:spPr/>
        <p:txBody>
          <a:bodyPr/>
          <a:lstStyle/>
          <a:p>
            <a:fld id="{572C7527-AFD0-458A-92BA-7D083143B877}" type="slidenum">
              <a:rPr lang="en-US" smtClean="0"/>
              <a:t>27</a:t>
            </a:fld>
            <a:endParaRPr lang="en-US" dirty="0"/>
          </a:p>
        </p:txBody>
      </p:sp>
    </p:spTree>
    <p:extLst>
      <p:ext uri="{BB962C8B-B14F-4D97-AF65-F5344CB8AC3E}">
        <p14:creationId xmlns:p14="http://schemas.microsoft.com/office/powerpoint/2010/main" val="969306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Calculation break down of ECL for current year and prior year</a:t>
            </a:r>
            <a:endParaRPr lang="en-PK" dirty="0"/>
          </a:p>
        </p:txBody>
      </p:sp>
      <p:sp>
        <p:nvSpPr>
          <p:cNvPr id="4" name="Slide Number Placeholder 3"/>
          <p:cNvSpPr>
            <a:spLocks noGrp="1"/>
          </p:cNvSpPr>
          <p:nvPr>
            <p:ph type="sldNum" sz="quarter" idx="5"/>
          </p:nvPr>
        </p:nvSpPr>
        <p:spPr/>
        <p:txBody>
          <a:bodyPr/>
          <a:lstStyle/>
          <a:p>
            <a:fld id="{572C7527-AFD0-458A-92BA-7D083143B877}" type="slidenum">
              <a:rPr lang="en-US" smtClean="0"/>
              <a:t>28</a:t>
            </a:fld>
            <a:endParaRPr lang="en-US" dirty="0"/>
          </a:p>
        </p:txBody>
      </p:sp>
    </p:spTree>
    <p:extLst>
      <p:ext uri="{BB962C8B-B14F-4D97-AF65-F5344CB8AC3E}">
        <p14:creationId xmlns:p14="http://schemas.microsoft.com/office/powerpoint/2010/main" val="2611574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a:p>
        </p:txBody>
      </p:sp>
      <p:sp>
        <p:nvSpPr>
          <p:cNvPr id="4" name="Slide Number Placeholder 3"/>
          <p:cNvSpPr>
            <a:spLocks noGrp="1"/>
          </p:cNvSpPr>
          <p:nvPr>
            <p:ph type="sldNum" sz="quarter" idx="5"/>
          </p:nvPr>
        </p:nvSpPr>
        <p:spPr/>
        <p:txBody>
          <a:bodyPr/>
          <a:lstStyle/>
          <a:p>
            <a:fld id="{572C7527-AFD0-458A-92BA-7D083143B877}" type="slidenum">
              <a:rPr lang="en-US" smtClean="0"/>
              <a:t>29</a:t>
            </a:fld>
            <a:endParaRPr lang="en-US" dirty="0"/>
          </a:p>
        </p:txBody>
      </p:sp>
    </p:spTree>
    <p:extLst>
      <p:ext uri="{BB962C8B-B14F-4D97-AF65-F5344CB8AC3E}">
        <p14:creationId xmlns:p14="http://schemas.microsoft.com/office/powerpoint/2010/main" val="1290653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4315ABB-2FED-47C3-A862-BB1C8E66277D}" type="slidenum">
              <a:rPr lang="en-US" smtClean="0"/>
              <a:pPr/>
              <a:t>35</a:t>
            </a:fld>
            <a:endParaRPr lang="en-US" dirty="0"/>
          </a:p>
        </p:txBody>
      </p:sp>
    </p:spTree>
    <p:extLst>
      <p:ext uri="{BB962C8B-B14F-4D97-AF65-F5344CB8AC3E}">
        <p14:creationId xmlns:p14="http://schemas.microsoft.com/office/powerpoint/2010/main" val="2083813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4315ABB-2FED-47C3-A862-BB1C8E66277D}" type="slidenum">
              <a:rPr lang="en-US" smtClean="0"/>
              <a:pPr/>
              <a:t>36</a:t>
            </a:fld>
            <a:endParaRPr lang="en-US" dirty="0"/>
          </a:p>
        </p:txBody>
      </p:sp>
    </p:spTree>
    <p:extLst>
      <p:ext uri="{BB962C8B-B14F-4D97-AF65-F5344CB8AC3E}">
        <p14:creationId xmlns:p14="http://schemas.microsoft.com/office/powerpoint/2010/main" val="46616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4315ABB-2FED-47C3-A862-BB1C8E66277D}" type="slidenum">
              <a:rPr lang="en-US" smtClean="0"/>
              <a:pPr/>
              <a:t>37</a:t>
            </a:fld>
            <a:endParaRPr lang="en-US" dirty="0"/>
          </a:p>
        </p:txBody>
      </p:sp>
    </p:spTree>
    <p:extLst>
      <p:ext uri="{BB962C8B-B14F-4D97-AF65-F5344CB8AC3E}">
        <p14:creationId xmlns:p14="http://schemas.microsoft.com/office/powerpoint/2010/main" val="1936623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4315ABB-2FED-47C3-A862-BB1C8E66277D}" type="slidenum">
              <a:rPr lang="en-US" smtClean="0"/>
              <a:pPr/>
              <a:t>38</a:t>
            </a:fld>
            <a:endParaRPr lang="en-US" dirty="0"/>
          </a:p>
        </p:txBody>
      </p:sp>
    </p:spTree>
    <p:extLst>
      <p:ext uri="{BB962C8B-B14F-4D97-AF65-F5344CB8AC3E}">
        <p14:creationId xmlns:p14="http://schemas.microsoft.com/office/powerpoint/2010/main" val="3215974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AEB72-99D0-4A82-B969-FEB49266DC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98436E75-A875-442A-A3F7-9928614CB7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235CA800-BEAF-452F-A418-75E99FE3CADC}"/>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5" name="Footer Placeholder 4">
            <a:extLst>
              <a:ext uri="{FF2B5EF4-FFF2-40B4-BE49-F238E27FC236}">
                <a16:creationId xmlns:a16="http://schemas.microsoft.com/office/drawing/2014/main" id="{2CD4DB7F-E2CA-4DBF-BF3E-0B909B8C692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1ACFD42-0947-47C3-9EC2-E4B33DA60833}"/>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730810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305F-1418-4F6C-8A0A-BA5A8700B229}"/>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58165A8-C1BC-40F6-9D58-BF96F6E5F75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BD1311C-173F-4DA3-8A88-9F0B53369000}"/>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5" name="Footer Placeholder 4">
            <a:extLst>
              <a:ext uri="{FF2B5EF4-FFF2-40B4-BE49-F238E27FC236}">
                <a16:creationId xmlns:a16="http://schemas.microsoft.com/office/drawing/2014/main" id="{04F328EC-B8CF-47AE-92E1-92927B3EF00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4722171-6E73-4931-87D4-870BC3BA8EB6}"/>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2350491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A73E2-F6C6-4401-BC1E-4A02A099FA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0E62B33A-B5F2-46D2-9FD3-2E612D0A23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C3C295D-6CF6-42EA-9847-7AB0FEB686D0}"/>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5" name="Footer Placeholder 4">
            <a:extLst>
              <a:ext uri="{FF2B5EF4-FFF2-40B4-BE49-F238E27FC236}">
                <a16:creationId xmlns:a16="http://schemas.microsoft.com/office/drawing/2014/main" id="{5A2B705A-DFC7-444D-9E26-518735CCCB0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0D6D336-467B-43F8-890E-ED37BBF701B0}"/>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376333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3F7EA-081B-482F-A370-B71D170B9F48}"/>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8431AAC6-96A6-4518-90BB-AD634147D7D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FBFF552B-FF53-42E0-BC92-EE30000658B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A992022B-3823-42D9-8D29-F4C495057F0B}"/>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6" name="Footer Placeholder 5">
            <a:extLst>
              <a:ext uri="{FF2B5EF4-FFF2-40B4-BE49-F238E27FC236}">
                <a16:creationId xmlns:a16="http://schemas.microsoft.com/office/drawing/2014/main" id="{1CF62475-1751-466F-8EDB-FE6389D01B4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DCCE6CD1-5319-41A3-9895-9D146E4862C4}"/>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2517328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BE293-AEC0-4940-ABE5-DAE9222604A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9B9A511-AD07-49F6-BBAF-D972255ABF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F513134-9E62-418B-98C6-0103068AD43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08CAA46D-C5B8-4F24-B5B2-2D243440F2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F514E52-2BDC-4789-AD9A-119E1524054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5BABBC4-4417-485F-A471-8B9E80DB865E}"/>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8" name="Footer Placeholder 7">
            <a:extLst>
              <a:ext uri="{FF2B5EF4-FFF2-40B4-BE49-F238E27FC236}">
                <a16:creationId xmlns:a16="http://schemas.microsoft.com/office/drawing/2014/main" id="{CC181864-6595-4854-B904-8EC2807CE806}"/>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9FD7B580-D8A4-40D9-8A84-0CBEEBCC19B1}"/>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423151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0A9E9-D287-42F2-8082-9DD4DFB1D786}"/>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40C46D2-95B9-4625-87FE-161C980233B3}"/>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4" name="Footer Placeholder 3">
            <a:extLst>
              <a:ext uri="{FF2B5EF4-FFF2-40B4-BE49-F238E27FC236}">
                <a16:creationId xmlns:a16="http://schemas.microsoft.com/office/drawing/2014/main" id="{8ABA3229-F653-413E-BBC9-CF45734BDF0F}"/>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22BC1F5A-AF38-4FB8-B78A-D28A87918B3D}"/>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249231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16181E-FC8E-4946-8A95-CD5B20F300F9}"/>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3" name="Footer Placeholder 2">
            <a:extLst>
              <a:ext uri="{FF2B5EF4-FFF2-40B4-BE49-F238E27FC236}">
                <a16:creationId xmlns:a16="http://schemas.microsoft.com/office/drawing/2014/main" id="{65BC88A5-34E1-4F11-A97B-DDC39C3918D6}"/>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D28BF755-1D25-402B-B4C3-E7CD25240FDA}"/>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348644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80F2B-A0CF-4C8E-8510-8BFD3F490E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CA409F4A-6BCD-4D52-A654-DC15A7051A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C9AF6C75-541F-49FB-9D9A-21D1C48C2C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B177C62-8BBB-438A-B89C-D269D61E26A7}"/>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6" name="Footer Placeholder 5">
            <a:extLst>
              <a:ext uri="{FF2B5EF4-FFF2-40B4-BE49-F238E27FC236}">
                <a16:creationId xmlns:a16="http://schemas.microsoft.com/office/drawing/2014/main" id="{3793D31E-FAA1-417F-A031-6E9F561F997F}"/>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B1CEE47-E3CF-4CE1-A912-41A8B980261E}"/>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3949195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365B5-24AF-45B0-82F4-BA36642F8D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7D65AFC0-8A1C-46F4-B8AA-5414C9A9C3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5FE0883-7851-4F43-A2A0-26FECA1FA5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FC3C794-870E-4040-8E0E-9087B3B2C5BE}"/>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6" name="Footer Placeholder 5">
            <a:extLst>
              <a:ext uri="{FF2B5EF4-FFF2-40B4-BE49-F238E27FC236}">
                <a16:creationId xmlns:a16="http://schemas.microsoft.com/office/drawing/2014/main" id="{AD6AEE91-5954-4B1D-9CED-A4A118E0D731}"/>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6CFBF5A4-FC97-41BC-99AB-8D841FB768E6}"/>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2193352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61F4-60FB-4FDB-9786-8E1C681851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663838-91CF-4936-B9DE-1E2DFC6BDD9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6CC1CD8-7014-4D74-8E2C-8D847B6C31C6}"/>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5" name="Footer Placeholder 4">
            <a:extLst>
              <a:ext uri="{FF2B5EF4-FFF2-40B4-BE49-F238E27FC236}">
                <a16:creationId xmlns:a16="http://schemas.microsoft.com/office/drawing/2014/main" id="{DAC3AFB6-3FE5-46D4-A67B-DEE3ABF0559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408B4E6-9930-4D7C-8A0B-0E1CD203C7B6}"/>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249063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B99462-8EDA-42F4-82C8-11FB371219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0998617-5966-41AF-BF77-D364C84787A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97091938-CA0F-4A21-803D-B23B68640173}"/>
              </a:ext>
            </a:extLst>
          </p:cNvPr>
          <p:cNvSpPr>
            <a:spLocks noGrp="1"/>
          </p:cNvSpPr>
          <p:nvPr>
            <p:ph type="dt" sz="half" idx="10"/>
          </p:nvPr>
        </p:nvSpPr>
        <p:spPr/>
        <p:txBody>
          <a:bodyPr/>
          <a:lstStyle/>
          <a:p>
            <a:fld id="{2F85894D-232E-427C-8ACA-CBA5100BCEF8}" type="datetimeFigureOut">
              <a:rPr lang="en-PK" smtClean="0"/>
              <a:t>03/10/2024</a:t>
            </a:fld>
            <a:endParaRPr lang="en-PK"/>
          </a:p>
        </p:txBody>
      </p:sp>
      <p:sp>
        <p:nvSpPr>
          <p:cNvPr id="5" name="Footer Placeholder 4">
            <a:extLst>
              <a:ext uri="{FF2B5EF4-FFF2-40B4-BE49-F238E27FC236}">
                <a16:creationId xmlns:a16="http://schemas.microsoft.com/office/drawing/2014/main" id="{07EDEC65-0BE8-485B-B5CE-41DADE92DD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F93E42D-D355-496F-886D-8EDA07FF9A1E}"/>
              </a:ext>
            </a:extLst>
          </p:cNvPr>
          <p:cNvSpPr>
            <a:spLocks noGrp="1"/>
          </p:cNvSpPr>
          <p:nvPr>
            <p:ph type="sldNum" sz="quarter" idx="12"/>
          </p:nvPr>
        </p:nvSpPr>
        <p:spPr/>
        <p:txBody>
          <a:bodyPr/>
          <a:lstStyle/>
          <a:p>
            <a:fld id="{DB3EFF1A-4450-4401-9139-51917E347F4F}" type="slidenum">
              <a:rPr lang="en-PK" smtClean="0"/>
              <a:t>‹#›</a:t>
            </a:fld>
            <a:endParaRPr lang="en-PK"/>
          </a:p>
        </p:txBody>
      </p:sp>
    </p:spTree>
    <p:extLst>
      <p:ext uri="{BB962C8B-B14F-4D97-AF65-F5344CB8AC3E}">
        <p14:creationId xmlns:p14="http://schemas.microsoft.com/office/powerpoint/2010/main" val="1582175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Right Picture  and Content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1790C1-778D-449B-9C8D-C9FC1B327D01}"/>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FFFF8FD5-F70C-4F63-B90E-47DD23FC01C3}"/>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B0E5E539-C700-4989-957A-EA3BAAC4B6C9}"/>
              </a:ext>
            </a:extLst>
          </p:cNvPr>
          <p:cNvSpPr>
            <a:spLocks noGrp="1"/>
          </p:cNvSpPr>
          <p:nvPr>
            <p:ph type="sldNum" sz="quarter" idx="12"/>
          </p:nvPr>
        </p:nvSpPr>
        <p:spPr/>
        <p:txBody>
          <a:bodyPr/>
          <a:lstStyle/>
          <a:p>
            <a:fld id="{D9BB3731-526F-4638-85F8-715D717FFC12}" type="slidenum">
              <a:rPr lang="en-US" noProof="0" smtClean="0"/>
              <a:pPr/>
              <a:t>‹#›</a:t>
            </a:fld>
            <a:endParaRPr lang="en-US" noProof="0" dirty="0"/>
          </a:p>
        </p:txBody>
      </p:sp>
      <p:sp>
        <p:nvSpPr>
          <p:cNvPr id="6" name="Rectangle 5">
            <a:extLst>
              <a:ext uri="{FF2B5EF4-FFF2-40B4-BE49-F238E27FC236}">
                <a16:creationId xmlns:a16="http://schemas.microsoft.com/office/drawing/2014/main" id="{D69B2652-8511-4839-BEE4-52E3C2B884D9}"/>
              </a:ext>
            </a:extLst>
          </p:cNvPr>
          <p:cNvSpPr/>
          <p:nvPr userDrawn="1"/>
        </p:nvSpPr>
        <p:spPr>
          <a:xfrm>
            <a:off x="11352213" y="6246908"/>
            <a:ext cx="839787" cy="2011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Text Placeholder 2">
            <a:extLst>
              <a:ext uri="{FF2B5EF4-FFF2-40B4-BE49-F238E27FC236}">
                <a16:creationId xmlns:a16="http://schemas.microsoft.com/office/drawing/2014/main" id="{F947FF51-80C5-433A-A515-4334E29588D0}"/>
              </a:ext>
            </a:extLst>
          </p:cNvPr>
          <p:cNvSpPr>
            <a:spLocks noGrp="1"/>
          </p:cNvSpPr>
          <p:nvPr>
            <p:ph type="body" idx="1"/>
          </p:nvPr>
        </p:nvSpPr>
        <p:spPr>
          <a:xfrm>
            <a:off x="862258" y="3095993"/>
            <a:ext cx="5242160" cy="539496"/>
          </a:xfrm>
        </p:spPr>
        <p:txBody>
          <a:bodyPr lIns="0" tIns="0" rIns="0" bIns="0" anchor="b">
            <a:normAutofit/>
          </a:bodyPr>
          <a:lstStyle>
            <a:lvl1pPr marL="0" indent="0">
              <a:buNone/>
              <a:defRPr sz="1800" b="1" i="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0" name="Text Placeholder 2">
            <a:extLst>
              <a:ext uri="{FF2B5EF4-FFF2-40B4-BE49-F238E27FC236}">
                <a16:creationId xmlns:a16="http://schemas.microsoft.com/office/drawing/2014/main" id="{1F5FB13D-D6DC-4762-A443-A1E33781FA69}"/>
              </a:ext>
            </a:extLst>
          </p:cNvPr>
          <p:cNvSpPr>
            <a:spLocks noGrp="1"/>
          </p:cNvSpPr>
          <p:nvPr>
            <p:ph type="body" idx="13"/>
          </p:nvPr>
        </p:nvSpPr>
        <p:spPr>
          <a:xfrm>
            <a:off x="862258" y="3828000"/>
            <a:ext cx="5233742" cy="2175392"/>
          </a:xfrm>
        </p:spPr>
        <p:txBody>
          <a:bodyPr lIns="0" tIns="0" rIns="0" bIns="0" anchor="t" anchorCtr="0">
            <a:normAutofit/>
          </a:bodyPr>
          <a:lstStyle>
            <a:lvl1pPr marL="216000" indent="-216000">
              <a:spcBef>
                <a:spcPts val="600"/>
              </a:spcBef>
              <a:buClr>
                <a:schemeClr val="bg2"/>
              </a:buClr>
              <a:buFont typeface="Wingdings" panose="05000000000000000000" pitchFamily="2" charset="2"/>
              <a:buChar char="§"/>
              <a:defRPr sz="1400" b="0" i="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1" name="Title 1">
            <a:extLst>
              <a:ext uri="{FF2B5EF4-FFF2-40B4-BE49-F238E27FC236}">
                <a16:creationId xmlns:a16="http://schemas.microsoft.com/office/drawing/2014/main" id="{58EFAFB9-41FD-471B-8C26-B5481B74C36E}"/>
              </a:ext>
            </a:extLst>
          </p:cNvPr>
          <p:cNvSpPr>
            <a:spLocks noGrp="1"/>
          </p:cNvSpPr>
          <p:nvPr>
            <p:ph type="title" hasCustomPrompt="1"/>
          </p:nvPr>
        </p:nvSpPr>
        <p:spPr>
          <a:xfrm>
            <a:off x="838200" y="1391821"/>
            <a:ext cx="5262327" cy="1325563"/>
          </a:xfrm>
        </p:spPr>
        <p:txBody>
          <a:bodyPr lIns="0" tIns="0" rIns="0" bIns="0" anchor="b" anchorCtr="0">
            <a:normAutofit/>
          </a:bodyPr>
          <a:lstStyle>
            <a:lvl1pPr marL="0" algn="l" defTabSz="914400" rtl="0" eaLnBrk="1" latinLnBrk="0" hangingPunct="1">
              <a:lnSpc>
                <a:spcPct val="90000"/>
              </a:lnSpc>
              <a:spcBef>
                <a:spcPct val="0"/>
              </a:spcBef>
              <a:buNone/>
              <a:defRPr lang="ru-RU" sz="3600" b="1" kern="1200" dirty="0">
                <a:solidFill>
                  <a:schemeClr val="tx1"/>
                </a:solidFill>
                <a:latin typeface="+mj-lt"/>
                <a:ea typeface="+mj-ea"/>
                <a:cs typeface="+mj-cs"/>
              </a:defRPr>
            </a:lvl1pPr>
          </a:lstStyle>
          <a:p>
            <a:r>
              <a:rPr lang="en-US" noProof="0"/>
              <a:t>CLICK TO EDIT MASTER TITLE</a:t>
            </a:r>
          </a:p>
        </p:txBody>
      </p:sp>
      <p:sp>
        <p:nvSpPr>
          <p:cNvPr id="12" name="Picture Placeholder 13">
            <a:extLst>
              <a:ext uri="{FF2B5EF4-FFF2-40B4-BE49-F238E27FC236}">
                <a16:creationId xmlns:a16="http://schemas.microsoft.com/office/drawing/2014/main" id="{EE15F6C3-281B-4328-BDB8-4C898228A1B0}"/>
              </a:ext>
            </a:extLst>
          </p:cNvPr>
          <p:cNvSpPr>
            <a:spLocks noGrp="1"/>
          </p:cNvSpPr>
          <p:nvPr>
            <p:ph type="pic" sz="quarter" idx="16"/>
          </p:nvPr>
        </p:nvSpPr>
        <p:spPr>
          <a:xfrm>
            <a:off x="839788" y="774398"/>
            <a:ext cx="2331720" cy="539496"/>
          </a:xfrm>
          <a:ln>
            <a:noFill/>
          </a:ln>
        </p:spPr>
        <p:txBody>
          <a:bodyPr anchor="ctr" anchorCtr="0">
            <a:noAutofit/>
          </a:bodyPr>
          <a:lstStyle>
            <a:lvl1pPr marL="0" indent="0" algn="ctr">
              <a:buNone/>
              <a:defRPr sz="1400">
                <a:solidFill>
                  <a:schemeClr val="tx1"/>
                </a:solidFill>
              </a:defRPr>
            </a:lvl1pPr>
          </a:lstStyle>
          <a:p>
            <a:r>
              <a:rPr lang="en-US" noProof="0" dirty="0"/>
              <a:t>Click icon to add picture</a:t>
            </a:r>
          </a:p>
        </p:txBody>
      </p:sp>
      <p:sp>
        <p:nvSpPr>
          <p:cNvPr id="13" name="Picture Placeholder 7">
            <a:extLst>
              <a:ext uri="{FF2B5EF4-FFF2-40B4-BE49-F238E27FC236}">
                <a16:creationId xmlns:a16="http://schemas.microsoft.com/office/drawing/2014/main" id="{BDF13B40-70E6-4C5A-858B-DC39631DE0F6}"/>
              </a:ext>
            </a:extLst>
          </p:cNvPr>
          <p:cNvSpPr>
            <a:spLocks noGrp="1"/>
          </p:cNvSpPr>
          <p:nvPr>
            <p:ph type="pic" sz="quarter" idx="17"/>
          </p:nvPr>
        </p:nvSpPr>
        <p:spPr>
          <a:xfrm>
            <a:off x="6959600" y="0"/>
            <a:ext cx="4370388" cy="6057900"/>
          </a:xfrm>
        </p:spPr>
        <p:txBody>
          <a:bodyPr tIns="756000" rIns="72000" anchor="ctr" anchorCtr="0">
            <a:normAutofit/>
          </a:bodyPr>
          <a:lstStyle>
            <a:lvl1pPr marL="0" indent="0" algn="ctr">
              <a:buNone/>
              <a:defRPr sz="1800"/>
            </a:lvl1pPr>
          </a:lstStyle>
          <a:p>
            <a:r>
              <a:rPr lang="en-US" noProof="0" dirty="0"/>
              <a:t>Click icon to add picture</a:t>
            </a:r>
          </a:p>
        </p:txBody>
      </p:sp>
      <p:sp>
        <p:nvSpPr>
          <p:cNvPr id="14" name="Rectangle 9" descr="Rectangle shape">
            <a:extLst>
              <a:ext uri="{FF2B5EF4-FFF2-40B4-BE49-F238E27FC236}">
                <a16:creationId xmlns:a16="http://schemas.microsoft.com/office/drawing/2014/main" id="{A7050B34-5735-49CB-A564-B50456B9E4D8}"/>
              </a:ext>
            </a:extLst>
          </p:cNvPr>
          <p:cNvSpPr/>
          <p:nvPr userDrawn="1"/>
        </p:nvSpPr>
        <p:spPr>
          <a:xfrm>
            <a:off x="0" y="2816577"/>
            <a:ext cx="3064476" cy="2011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5" name="Picture 14">
            <a:extLst>
              <a:ext uri="{FF2B5EF4-FFF2-40B4-BE49-F238E27FC236}">
                <a16:creationId xmlns:a16="http://schemas.microsoft.com/office/drawing/2014/main" id="{A323E045-FBC7-499D-BD5F-26E12A752341}"/>
              </a:ext>
            </a:extLst>
          </p:cNvPr>
          <p:cNvPicPr>
            <a:picLocks noChangeAspect="1"/>
          </p:cNvPicPr>
          <p:nvPr userDrawn="1"/>
        </p:nvPicPr>
        <p:blipFill>
          <a:blip r:embed="rId2"/>
          <a:stretch>
            <a:fillRect/>
          </a:stretch>
        </p:blipFill>
        <p:spPr>
          <a:xfrm>
            <a:off x="-1" y="0"/>
            <a:ext cx="12287249" cy="6858000"/>
          </a:xfrm>
          <a:prstGeom prst="rect">
            <a:avLst/>
          </a:prstGeom>
        </p:spPr>
      </p:pic>
    </p:spTree>
    <p:extLst>
      <p:ext uri="{BB962C8B-B14F-4D97-AF65-F5344CB8AC3E}">
        <p14:creationId xmlns:p14="http://schemas.microsoft.com/office/powerpoint/2010/main" val="124666707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B8CE02-0C91-4740-8134-FB23DDB4BE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3E7D627-641E-46D1-A57E-516B3EDD71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542F788-6AC3-402F-A40A-E1C76D62BE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85894D-232E-427C-8ACA-CBA5100BCEF8}" type="datetimeFigureOut">
              <a:rPr lang="en-PK" smtClean="0"/>
              <a:t>03/10/2024</a:t>
            </a:fld>
            <a:endParaRPr lang="en-PK"/>
          </a:p>
        </p:txBody>
      </p:sp>
      <p:sp>
        <p:nvSpPr>
          <p:cNvPr id="5" name="Footer Placeholder 4">
            <a:extLst>
              <a:ext uri="{FF2B5EF4-FFF2-40B4-BE49-F238E27FC236}">
                <a16:creationId xmlns:a16="http://schemas.microsoft.com/office/drawing/2014/main" id="{B6F1AB87-72FA-4E74-B7F0-5FBBDC5DE5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FDDB2247-CE32-4FE8-AE91-ED3A5C2BE0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3EFF1A-4450-4401-9139-51917E347F4F}" type="slidenum">
              <a:rPr lang="en-PK" smtClean="0"/>
              <a:t>‹#›</a:t>
            </a:fld>
            <a:endParaRPr lang="en-PK"/>
          </a:p>
        </p:txBody>
      </p:sp>
    </p:spTree>
    <p:extLst>
      <p:ext uri="{BB962C8B-B14F-4D97-AF65-F5344CB8AC3E}">
        <p14:creationId xmlns:p14="http://schemas.microsoft.com/office/powerpoint/2010/main" val="2645653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18" Type="http://schemas.openxmlformats.org/officeDocument/2006/relationships/image" Target="../media/image3.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17" Type="http://schemas.openxmlformats.org/officeDocument/2006/relationships/image" Target="../media/image4.jpg"/><Relationship Id="rId2" Type="http://schemas.openxmlformats.org/officeDocument/2006/relationships/notesSlide" Target="../notesSlides/notesSlide10.xml"/><Relationship Id="rId16" Type="http://schemas.openxmlformats.org/officeDocument/2006/relationships/image" Target="../media/image20.sv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svg"/><Relationship Id="rId19" Type="http://schemas.microsoft.com/office/2007/relationships/hdphoto" Target="../media/hdphoto1.wdp"/><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slides/_rels/slide30.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2.svg"/><Relationship Id="rId12" Type="http://schemas.openxmlformats.org/officeDocument/2006/relationships/image" Target="../media/image17.png"/><Relationship Id="rId17" Type="http://schemas.microsoft.com/office/2007/relationships/hdphoto" Target="../media/hdphoto1.wdp"/><Relationship Id="rId2" Type="http://schemas.openxmlformats.org/officeDocument/2006/relationships/image" Target="../media/image7.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5" Type="http://schemas.openxmlformats.org/officeDocument/2006/relationships/image" Target="../media/image2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 Id="rId14" Type="http://schemas.openxmlformats.org/officeDocument/2006/relationships/image" Target="../media/image19.png"/></Relationships>
</file>

<file path=ppt/slides/_rels/slide3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6.svg"/><Relationship Id="rId3" Type="http://schemas.openxmlformats.org/officeDocument/2006/relationships/image" Target="../media/image10.svg"/><Relationship Id="rId7" Type="http://schemas.openxmlformats.org/officeDocument/2006/relationships/image" Target="../media/image8.svg"/><Relationship Id="rId12" Type="http://schemas.openxmlformats.org/officeDocument/2006/relationships/image" Target="../media/image15.png"/><Relationship Id="rId17" Type="http://schemas.microsoft.com/office/2007/relationships/hdphoto" Target="../media/hdphoto1.wdp"/><Relationship Id="rId2" Type="http://schemas.openxmlformats.org/officeDocument/2006/relationships/image" Target="../media/image9.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4.svg"/><Relationship Id="rId5" Type="http://schemas.openxmlformats.org/officeDocument/2006/relationships/image" Target="../media/image12.svg"/><Relationship Id="rId15" Type="http://schemas.openxmlformats.org/officeDocument/2006/relationships/image" Target="../media/image20.svg"/><Relationship Id="rId10" Type="http://schemas.openxmlformats.org/officeDocument/2006/relationships/image" Target="../media/image13.png"/><Relationship Id="rId4" Type="http://schemas.openxmlformats.org/officeDocument/2006/relationships/image" Target="../media/image11.png"/><Relationship Id="rId9" Type="http://schemas.openxmlformats.org/officeDocument/2006/relationships/image" Target="../media/image18.svg"/><Relationship Id="rId14" Type="http://schemas.openxmlformats.org/officeDocument/2006/relationships/image" Target="../media/image19.png"/></Relationships>
</file>

<file path=ppt/slides/_rels/slide3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0.svg"/><Relationship Id="rId3" Type="http://schemas.openxmlformats.org/officeDocument/2006/relationships/image" Target="../media/image12.svg"/><Relationship Id="rId7" Type="http://schemas.openxmlformats.org/officeDocument/2006/relationships/image" Target="../media/image18.svg"/><Relationship Id="rId12" Type="http://schemas.openxmlformats.org/officeDocument/2006/relationships/image" Target="../media/image19.png"/><Relationship Id="rId17" Type="http://schemas.microsoft.com/office/2007/relationships/hdphoto" Target="../media/hdphoto1.wdp"/><Relationship Id="rId2" Type="http://schemas.openxmlformats.org/officeDocument/2006/relationships/image" Target="../media/image11.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16.svg"/><Relationship Id="rId5" Type="http://schemas.openxmlformats.org/officeDocument/2006/relationships/image" Target="../media/image8.svg"/><Relationship Id="rId1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7.png"/><Relationship Id="rId9" Type="http://schemas.openxmlformats.org/officeDocument/2006/relationships/image" Target="../media/image14.svg"/><Relationship Id="rId14" Type="http://schemas.openxmlformats.org/officeDocument/2006/relationships/image" Target="../media/image9.png"/></Relationships>
</file>

<file path=ppt/slides/_rels/slide3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0.svg"/><Relationship Id="rId3" Type="http://schemas.openxmlformats.org/officeDocument/2006/relationships/image" Target="../media/image12.svg"/><Relationship Id="rId7" Type="http://schemas.openxmlformats.org/officeDocument/2006/relationships/image" Target="../media/image18.svg"/><Relationship Id="rId12" Type="http://schemas.openxmlformats.org/officeDocument/2006/relationships/image" Target="../media/image19.png"/><Relationship Id="rId17" Type="http://schemas.microsoft.com/office/2007/relationships/hdphoto" Target="../media/hdphoto1.wdp"/><Relationship Id="rId2" Type="http://schemas.openxmlformats.org/officeDocument/2006/relationships/image" Target="../media/image11.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16.svg"/><Relationship Id="rId5" Type="http://schemas.openxmlformats.org/officeDocument/2006/relationships/image" Target="../media/image8.svg"/><Relationship Id="rId1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7.png"/><Relationship Id="rId9" Type="http://schemas.openxmlformats.org/officeDocument/2006/relationships/image" Target="../media/image14.svg"/><Relationship Id="rId1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webp"/><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51ABD190-2EA0-4416-A3FF-184AD9E56991}"/>
              </a:ext>
            </a:extLst>
          </p:cNvPr>
          <p:cNvSpPr/>
          <p:nvPr/>
        </p:nvSpPr>
        <p:spPr>
          <a:xfrm>
            <a:off x="3175" y="0"/>
            <a:ext cx="12284075" cy="6842331"/>
          </a:xfrm>
          <a:prstGeom prst="rect">
            <a:avLst/>
          </a:prstGeom>
          <a:gradFill>
            <a:gsLst>
              <a:gs pos="0">
                <a:srgbClr val="1CADE4">
                  <a:alpha val="70000"/>
                </a:srgbClr>
              </a:gs>
              <a:gs pos="100000">
                <a:srgbClr val="2683C6">
                  <a:alpha val="10000"/>
                </a:srgbClr>
              </a:gs>
            </a:gsLst>
            <a:lin ang="2700000" scaled="1"/>
          </a:gradFill>
          <a:ln w="12700" cap="flat" cmpd="sng" algn="ctr">
            <a:noFill/>
            <a:prstDash val="solid"/>
            <a:miter lim="800000"/>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en-IN" sz="2399"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D29EF4-1A20-4EAD-95E4-B509842D7CA4}"/>
              </a:ext>
            </a:extLst>
          </p:cNvPr>
          <p:cNvSpPr txBox="1"/>
          <p:nvPr/>
        </p:nvSpPr>
        <p:spPr>
          <a:xfrm>
            <a:off x="2760523" y="897907"/>
            <a:ext cx="8027925" cy="1077218"/>
          </a:xfrm>
          <a:prstGeom prst="rect">
            <a:avLst/>
          </a:prstGeom>
          <a:gradFill flip="none" rotWithShape="1">
            <a:gsLst>
              <a:gs pos="72000">
                <a:srgbClr val="1CADE4">
                  <a:alpha val="68000"/>
                  <a:lumMod val="100000"/>
                </a:srgbClr>
              </a:gs>
              <a:gs pos="100000">
                <a:srgbClr val="2683C6">
                  <a:alpha val="10000"/>
                </a:srgbClr>
              </a:gs>
            </a:gsLst>
            <a:path path="rect">
              <a:fillToRect l="50000" t="50000" r="50000" b="50000"/>
            </a:path>
            <a:tileRect/>
          </a:gradFill>
        </p:spPr>
        <p:txBody>
          <a:bodyPr wrap="square" rtlCol="0">
            <a:spAutoFit/>
          </a:bodyPr>
          <a:lstStyle/>
          <a:p>
            <a:pPr algn="ctr"/>
            <a:r>
              <a:rPr lang="en-US" sz="3200" b="1" dirty="0">
                <a:solidFill>
                  <a:schemeClr val="bg1"/>
                </a:solidFill>
                <a:latin typeface="Arial" panose="020B0604020202020204" pitchFamily="34" charset="0"/>
                <a:cs typeface="Arial" panose="020B0604020202020204" pitchFamily="34" charset="0"/>
              </a:rPr>
              <a:t>Fraudulent Transaction:</a:t>
            </a:r>
          </a:p>
          <a:p>
            <a:pPr algn="ctr"/>
            <a:r>
              <a:rPr lang="en-US" sz="3200" b="1" dirty="0">
                <a:solidFill>
                  <a:schemeClr val="bg1"/>
                </a:solidFill>
                <a:latin typeface="Arial" panose="020B0604020202020204" pitchFamily="34" charset="0"/>
                <a:cs typeface="Arial" panose="020B0604020202020204" pitchFamily="34" charset="0"/>
              </a:rPr>
              <a:t>Detection &amp; Prevention</a:t>
            </a:r>
          </a:p>
        </p:txBody>
      </p:sp>
      <p:sp>
        <p:nvSpPr>
          <p:cNvPr id="32" name="Rectangle 31">
            <a:extLst>
              <a:ext uri="{FF2B5EF4-FFF2-40B4-BE49-F238E27FC236}">
                <a16:creationId xmlns:a16="http://schemas.microsoft.com/office/drawing/2014/main" id="{59ADD146-DA40-4880-BF2E-4A15F6C3D9BD}"/>
              </a:ext>
            </a:extLst>
          </p:cNvPr>
          <p:cNvSpPr/>
          <p:nvPr/>
        </p:nvSpPr>
        <p:spPr>
          <a:xfrm>
            <a:off x="0" y="5796446"/>
            <a:ext cx="12287250" cy="1046778"/>
          </a:xfrm>
          <a:prstGeom prst="rect">
            <a:avLst/>
          </a:prstGeom>
          <a:solidFill>
            <a:srgbClr val="096E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defRPr/>
            </a:pPr>
            <a:endParaRPr lang="en-IN" sz="2399" dirty="0">
              <a:solidFill>
                <a:prstClr val="white"/>
              </a:solidFill>
              <a:latin typeface="Calibri" panose="020F0502020204030204"/>
            </a:endParaRPr>
          </a:p>
        </p:txBody>
      </p:sp>
      <p:sp>
        <p:nvSpPr>
          <p:cNvPr id="42" name="Freeform 7">
            <a:extLst>
              <a:ext uri="{FF2B5EF4-FFF2-40B4-BE49-F238E27FC236}">
                <a16:creationId xmlns:a16="http://schemas.microsoft.com/office/drawing/2014/main" id="{4F862F60-D2ED-4B60-B6EE-D879E4B3AE9A}"/>
              </a:ext>
            </a:extLst>
          </p:cNvPr>
          <p:cNvSpPr>
            <a:spLocks/>
          </p:cNvSpPr>
          <p:nvPr/>
        </p:nvSpPr>
        <p:spPr bwMode="auto">
          <a:xfrm>
            <a:off x="-343318" y="3726348"/>
            <a:ext cx="3066251" cy="3059203"/>
          </a:xfrm>
          <a:custGeom>
            <a:avLst/>
            <a:gdLst>
              <a:gd name="T0" fmla="*/ 966 w 1932"/>
              <a:gd name="T1" fmla="*/ 1928 h 1928"/>
              <a:gd name="T2" fmla="*/ 0 w 1932"/>
              <a:gd name="T3" fmla="*/ 964 h 1928"/>
              <a:gd name="T4" fmla="*/ 966 w 1932"/>
              <a:gd name="T5" fmla="*/ 0 h 1928"/>
              <a:gd name="T6" fmla="*/ 1932 w 1932"/>
              <a:gd name="T7" fmla="*/ 964 h 1928"/>
              <a:gd name="T8" fmla="*/ 966 w 1932"/>
              <a:gd name="T9" fmla="*/ 1928 h 1928"/>
            </a:gdLst>
            <a:ahLst/>
            <a:cxnLst>
              <a:cxn ang="0">
                <a:pos x="T0" y="T1"/>
              </a:cxn>
              <a:cxn ang="0">
                <a:pos x="T2" y="T3"/>
              </a:cxn>
              <a:cxn ang="0">
                <a:pos x="T4" y="T5"/>
              </a:cxn>
              <a:cxn ang="0">
                <a:pos x="T6" y="T7"/>
              </a:cxn>
              <a:cxn ang="0">
                <a:pos x="T8" y="T9"/>
              </a:cxn>
            </a:cxnLst>
            <a:rect l="0" t="0" r="r" b="b"/>
            <a:pathLst>
              <a:path w="1932" h="1928">
                <a:moveTo>
                  <a:pt x="966" y="1928"/>
                </a:moveTo>
                <a:lnTo>
                  <a:pt x="0" y="964"/>
                </a:lnTo>
                <a:lnTo>
                  <a:pt x="966" y="0"/>
                </a:lnTo>
                <a:lnTo>
                  <a:pt x="1932" y="964"/>
                </a:lnTo>
                <a:lnTo>
                  <a:pt x="966" y="1928"/>
                </a:lnTo>
                <a:close/>
              </a:path>
            </a:pathLst>
          </a:custGeom>
          <a:solidFill>
            <a:srgbClr val="000110"/>
          </a:solidFill>
          <a:ln>
            <a:noFill/>
          </a:ln>
        </p:spPr>
        <p:txBody>
          <a:bodyPr vert="horz" wrap="square" lIns="91416" tIns="45708" rIns="91416" bIns="45708" numCol="1" anchor="t" anchorCtr="0" compatLnSpc="1">
            <a:prstTxWarp prst="textNoShape">
              <a:avLst/>
            </a:prstTxWarp>
          </a:bodyPr>
          <a:lstStyle/>
          <a:p>
            <a:pPr defTabSz="1218621">
              <a:defRPr/>
            </a:pPr>
            <a:endParaRPr lang="en-IN" sz="2399" b="1" dirty="0">
              <a:solidFill>
                <a:prstClr val="black"/>
              </a:solidFill>
              <a:latin typeface="Calibri" panose="020F0502020204030204"/>
            </a:endParaRPr>
          </a:p>
        </p:txBody>
      </p:sp>
      <p:sp>
        <p:nvSpPr>
          <p:cNvPr id="43" name="Freeform 7">
            <a:extLst>
              <a:ext uri="{FF2B5EF4-FFF2-40B4-BE49-F238E27FC236}">
                <a16:creationId xmlns:a16="http://schemas.microsoft.com/office/drawing/2014/main" id="{CC25D4F6-26B2-40AE-8DA4-F869990B8E8A}"/>
              </a:ext>
            </a:extLst>
          </p:cNvPr>
          <p:cNvSpPr>
            <a:spLocks/>
          </p:cNvSpPr>
          <p:nvPr/>
        </p:nvSpPr>
        <p:spPr bwMode="auto">
          <a:xfrm>
            <a:off x="-304743" y="2737243"/>
            <a:ext cx="3066251" cy="3059203"/>
          </a:xfrm>
          <a:custGeom>
            <a:avLst/>
            <a:gdLst>
              <a:gd name="T0" fmla="*/ 966 w 1932"/>
              <a:gd name="T1" fmla="*/ 1928 h 1928"/>
              <a:gd name="T2" fmla="*/ 0 w 1932"/>
              <a:gd name="T3" fmla="*/ 964 h 1928"/>
              <a:gd name="T4" fmla="*/ 966 w 1932"/>
              <a:gd name="T5" fmla="*/ 0 h 1928"/>
              <a:gd name="T6" fmla="*/ 1932 w 1932"/>
              <a:gd name="T7" fmla="*/ 964 h 1928"/>
              <a:gd name="T8" fmla="*/ 966 w 1932"/>
              <a:gd name="T9" fmla="*/ 1928 h 1928"/>
            </a:gdLst>
            <a:ahLst/>
            <a:cxnLst>
              <a:cxn ang="0">
                <a:pos x="T0" y="T1"/>
              </a:cxn>
              <a:cxn ang="0">
                <a:pos x="T2" y="T3"/>
              </a:cxn>
              <a:cxn ang="0">
                <a:pos x="T4" y="T5"/>
              </a:cxn>
              <a:cxn ang="0">
                <a:pos x="T6" y="T7"/>
              </a:cxn>
              <a:cxn ang="0">
                <a:pos x="T8" y="T9"/>
              </a:cxn>
            </a:cxnLst>
            <a:rect l="0" t="0" r="r" b="b"/>
            <a:pathLst>
              <a:path w="1932" h="1928">
                <a:moveTo>
                  <a:pt x="966" y="1928"/>
                </a:moveTo>
                <a:lnTo>
                  <a:pt x="0" y="964"/>
                </a:lnTo>
                <a:lnTo>
                  <a:pt x="966" y="0"/>
                </a:lnTo>
                <a:lnTo>
                  <a:pt x="1932" y="964"/>
                </a:lnTo>
                <a:lnTo>
                  <a:pt x="966" y="1928"/>
                </a:lnTo>
                <a:close/>
              </a:path>
            </a:pathLst>
          </a:custGeom>
          <a:solidFill>
            <a:srgbClr val="212783"/>
          </a:solidFill>
          <a:ln>
            <a:noFill/>
          </a:ln>
        </p:spPr>
        <p:txBody>
          <a:bodyPr vert="horz" wrap="square" lIns="91416" tIns="45708" rIns="91416" bIns="45708" numCol="1" anchor="t" anchorCtr="0" compatLnSpc="1">
            <a:prstTxWarp prst="textNoShape">
              <a:avLst/>
            </a:prstTxWarp>
          </a:bodyPr>
          <a:lstStyle/>
          <a:p>
            <a:pPr defTabSz="1218621">
              <a:defRPr/>
            </a:pPr>
            <a:endParaRPr lang="en-IN" sz="2399" b="1" dirty="0">
              <a:solidFill>
                <a:prstClr val="black"/>
              </a:solidFill>
              <a:latin typeface="Calibri" panose="020F0502020204030204"/>
            </a:endParaRPr>
          </a:p>
        </p:txBody>
      </p:sp>
      <p:sp>
        <p:nvSpPr>
          <p:cNvPr id="31" name="Freeform 7">
            <a:extLst>
              <a:ext uri="{FF2B5EF4-FFF2-40B4-BE49-F238E27FC236}">
                <a16:creationId xmlns:a16="http://schemas.microsoft.com/office/drawing/2014/main" id="{0EE51730-B799-4C83-B646-23F4094821FB}"/>
              </a:ext>
            </a:extLst>
          </p:cNvPr>
          <p:cNvSpPr>
            <a:spLocks/>
          </p:cNvSpPr>
          <p:nvPr/>
        </p:nvSpPr>
        <p:spPr bwMode="auto">
          <a:xfrm>
            <a:off x="-305728" y="1418836"/>
            <a:ext cx="3066251" cy="3059203"/>
          </a:xfrm>
          <a:custGeom>
            <a:avLst/>
            <a:gdLst>
              <a:gd name="T0" fmla="*/ 966 w 1932"/>
              <a:gd name="T1" fmla="*/ 1928 h 1928"/>
              <a:gd name="T2" fmla="*/ 0 w 1932"/>
              <a:gd name="T3" fmla="*/ 964 h 1928"/>
              <a:gd name="T4" fmla="*/ 966 w 1932"/>
              <a:gd name="T5" fmla="*/ 0 h 1928"/>
              <a:gd name="T6" fmla="*/ 1932 w 1932"/>
              <a:gd name="T7" fmla="*/ 964 h 1928"/>
              <a:gd name="T8" fmla="*/ 966 w 1932"/>
              <a:gd name="T9" fmla="*/ 1928 h 1928"/>
            </a:gdLst>
            <a:ahLst/>
            <a:cxnLst>
              <a:cxn ang="0">
                <a:pos x="T0" y="T1"/>
              </a:cxn>
              <a:cxn ang="0">
                <a:pos x="T2" y="T3"/>
              </a:cxn>
              <a:cxn ang="0">
                <a:pos x="T4" y="T5"/>
              </a:cxn>
              <a:cxn ang="0">
                <a:pos x="T6" y="T7"/>
              </a:cxn>
              <a:cxn ang="0">
                <a:pos x="T8" y="T9"/>
              </a:cxn>
            </a:cxnLst>
            <a:rect l="0" t="0" r="r" b="b"/>
            <a:pathLst>
              <a:path w="1932" h="1928">
                <a:moveTo>
                  <a:pt x="966" y="1928"/>
                </a:moveTo>
                <a:lnTo>
                  <a:pt x="0" y="964"/>
                </a:lnTo>
                <a:lnTo>
                  <a:pt x="966" y="0"/>
                </a:lnTo>
                <a:lnTo>
                  <a:pt x="1932" y="964"/>
                </a:lnTo>
                <a:lnTo>
                  <a:pt x="966" y="1928"/>
                </a:lnTo>
                <a:close/>
              </a:path>
            </a:pathLst>
          </a:custGeom>
          <a:solidFill>
            <a:srgbClr val="1B95D2"/>
          </a:solidFill>
          <a:ln>
            <a:noFill/>
          </a:ln>
        </p:spPr>
        <p:txBody>
          <a:bodyPr vert="horz" wrap="square" lIns="91416" tIns="45708" rIns="91416" bIns="45708" numCol="1" anchor="t" anchorCtr="0" compatLnSpc="1">
            <a:prstTxWarp prst="textNoShape">
              <a:avLst/>
            </a:prstTxWarp>
          </a:bodyPr>
          <a:lstStyle/>
          <a:p>
            <a:pPr defTabSz="1218621">
              <a:defRPr/>
            </a:pPr>
            <a:endParaRPr lang="en-IN" sz="2399" dirty="0">
              <a:solidFill>
                <a:prstClr val="black"/>
              </a:solidFill>
              <a:latin typeface="Calibri" panose="020F0502020204030204"/>
            </a:endParaRPr>
          </a:p>
        </p:txBody>
      </p:sp>
      <p:sp>
        <p:nvSpPr>
          <p:cNvPr id="34" name="Freeform 7">
            <a:extLst>
              <a:ext uri="{FF2B5EF4-FFF2-40B4-BE49-F238E27FC236}">
                <a16:creationId xmlns:a16="http://schemas.microsoft.com/office/drawing/2014/main" id="{A1CE5EEA-3D14-4309-937B-5B4DD32154E8}"/>
              </a:ext>
            </a:extLst>
          </p:cNvPr>
          <p:cNvSpPr>
            <a:spLocks/>
          </p:cNvSpPr>
          <p:nvPr/>
        </p:nvSpPr>
        <p:spPr bwMode="auto">
          <a:xfrm>
            <a:off x="-334947" y="72449"/>
            <a:ext cx="3066251" cy="3059203"/>
          </a:xfrm>
          <a:custGeom>
            <a:avLst/>
            <a:gdLst>
              <a:gd name="T0" fmla="*/ 966 w 1932"/>
              <a:gd name="T1" fmla="*/ 1928 h 1928"/>
              <a:gd name="T2" fmla="*/ 0 w 1932"/>
              <a:gd name="T3" fmla="*/ 964 h 1928"/>
              <a:gd name="T4" fmla="*/ 966 w 1932"/>
              <a:gd name="T5" fmla="*/ 0 h 1928"/>
              <a:gd name="T6" fmla="*/ 1932 w 1932"/>
              <a:gd name="T7" fmla="*/ 964 h 1928"/>
              <a:gd name="T8" fmla="*/ 966 w 1932"/>
              <a:gd name="T9" fmla="*/ 1928 h 1928"/>
            </a:gdLst>
            <a:ahLst/>
            <a:cxnLst>
              <a:cxn ang="0">
                <a:pos x="T0" y="T1"/>
              </a:cxn>
              <a:cxn ang="0">
                <a:pos x="T2" y="T3"/>
              </a:cxn>
              <a:cxn ang="0">
                <a:pos x="T4" y="T5"/>
              </a:cxn>
              <a:cxn ang="0">
                <a:pos x="T6" y="T7"/>
              </a:cxn>
              <a:cxn ang="0">
                <a:pos x="T8" y="T9"/>
              </a:cxn>
            </a:cxnLst>
            <a:rect l="0" t="0" r="r" b="b"/>
            <a:pathLst>
              <a:path w="1932" h="1928">
                <a:moveTo>
                  <a:pt x="966" y="1928"/>
                </a:moveTo>
                <a:lnTo>
                  <a:pt x="0" y="964"/>
                </a:lnTo>
                <a:lnTo>
                  <a:pt x="966" y="0"/>
                </a:lnTo>
                <a:lnTo>
                  <a:pt x="1932" y="964"/>
                </a:lnTo>
                <a:lnTo>
                  <a:pt x="966" y="1928"/>
                </a:lnTo>
                <a:close/>
              </a:path>
            </a:pathLst>
          </a:custGeom>
          <a:solidFill>
            <a:srgbClr val="000110"/>
          </a:solidFill>
          <a:ln>
            <a:noFill/>
          </a:ln>
        </p:spPr>
        <p:txBody>
          <a:bodyPr vert="horz" wrap="square" lIns="91416" tIns="45708" rIns="91416" bIns="45708" numCol="1" anchor="t" anchorCtr="0" compatLnSpc="1">
            <a:prstTxWarp prst="textNoShape">
              <a:avLst/>
            </a:prstTxWarp>
          </a:bodyPr>
          <a:lstStyle/>
          <a:p>
            <a:pPr defTabSz="1218621">
              <a:defRPr/>
            </a:pPr>
            <a:endParaRPr lang="en-IN" sz="2399" b="1" dirty="0">
              <a:solidFill>
                <a:prstClr val="black"/>
              </a:solidFill>
              <a:latin typeface="Calibri" panose="020F0502020204030204"/>
            </a:endParaRPr>
          </a:p>
        </p:txBody>
      </p:sp>
      <p:sp>
        <p:nvSpPr>
          <p:cNvPr id="36" name="Freeform 7">
            <a:extLst>
              <a:ext uri="{FF2B5EF4-FFF2-40B4-BE49-F238E27FC236}">
                <a16:creationId xmlns:a16="http://schemas.microsoft.com/office/drawing/2014/main" id="{1D7FF0BA-59A1-4147-AFA1-FAE9D84F13A8}"/>
              </a:ext>
            </a:extLst>
          </p:cNvPr>
          <p:cNvSpPr>
            <a:spLocks/>
          </p:cNvSpPr>
          <p:nvPr/>
        </p:nvSpPr>
        <p:spPr bwMode="auto">
          <a:xfrm>
            <a:off x="-296372" y="-916656"/>
            <a:ext cx="3066251" cy="3059203"/>
          </a:xfrm>
          <a:custGeom>
            <a:avLst/>
            <a:gdLst>
              <a:gd name="T0" fmla="*/ 966 w 1932"/>
              <a:gd name="T1" fmla="*/ 1928 h 1928"/>
              <a:gd name="T2" fmla="*/ 0 w 1932"/>
              <a:gd name="T3" fmla="*/ 964 h 1928"/>
              <a:gd name="T4" fmla="*/ 966 w 1932"/>
              <a:gd name="T5" fmla="*/ 0 h 1928"/>
              <a:gd name="T6" fmla="*/ 1932 w 1932"/>
              <a:gd name="T7" fmla="*/ 964 h 1928"/>
              <a:gd name="T8" fmla="*/ 966 w 1932"/>
              <a:gd name="T9" fmla="*/ 1928 h 1928"/>
            </a:gdLst>
            <a:ahLst/>
            <a:cxnLst>
              <a:cxn ang="0">
                <a:pos x="T0" y="T1"/>
              </a:cxn>
              <a:cxn ang="0">
                <a:pos x="T2" y="T3"/>
              </a:cxn>
              <a:cxn ang="0">
                <a:pos x="T4" y="T5"/>
              </a:cxn>
              <a:cxn ang="0">
                <a:pos x="T6" y="T7"/>
              </a:cxn>
              <a:cxn ang="0">
                <a:pos x="T8" y="T9"/>
              </a:cxn>
            </a:cxnLst>
            <a:rect l="0" t="0" r="r" b="b"/>
            <a:pathLst>
              <a:path w="1932" h="1928">
                <a:moveTo>
                  <a:pt x="966" y="1928"/>
                </a:moveTo>
                <a:lnTo>
                  <a:pt x="0" y="964"/>
                </a:lnTo>
                <a:lnTo>
                  <a:pt x="966" y="0"/>
                </a:lnTo>
                <a:lnTo>
                  <a:pt x="1932" y="964"/>
                </a:lnTo>
                <a:lnTo>
                  <a:pt x="966" y="1928"/>
                </a:lnTo>
                <a:close/>
              </a:path>
            </a:pathLst>
          </a:custGeom>
          <a:solidFill>
            <a:srgbClr val="212783"/>
          </a:solidFill>
          <a:ln>
            <a:noFill/>
          </a:ln>
        </p:spPr>
        <p:txBody>
          <a:bodyPr vert="horz" wrap="square" lIns="91416" tIns="45708" rIns="91416" bIns="45708" numCol="1" anchor="t" anchorCtr="0" compatLnSpc="1">
            <a:prstTxWarp prst="textNoShape">
              <a:avLst/>
            </a:prstTxWarp>
          </a:bodyPr>
          <a:lstStyle/>
          <a:p>
            <a:pPr defTabSz="1218621">
              <a:defRPr/>
            </a:pPr>
            <a:endParaRPr lang="en-IN" sz="2399" b="1" dirty="0">
              <a:solidFill>
                <a:prstClr val="black"/>
              </a:solidFill>
              <a:latin typeface="Calibri" panose="020F0502020204030204"/>
            </a:endParaRPr>
          </a:p>
        </p:txBody>
      </p:sp>
      <p:pic>
        <p:nvPicPr>
          <p:cNvPr id="133" name="Picture 132">
            <a:extLst>
              <a:ext uri="{FF2B5EF4-FFF2-40B4-BE49-F238E27FC236}">
                <a16:creationId xmlns:a16="http://schemas.microsoft.com/office/drawing/2014/main" id="{5C81C275-260A-4F4C-B692-BB2B332E9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9702" y="2436605"/>
            <a:ext cx="5329113" cy="3057687"/>
          </a:xfrm>
          <a:custGeom>
            <a:avLst/>
            <a:gdLst>
              <a:gd name="connsiteX0" fmla="*/ 3389173 w 5329113"/>
              <a:gd name="connsiteY0" fmla="*/ 3492212 h 3602907"/>
              <a:gd name="connsiteX1" fmla="*/ 3389174 w 5329113"/>
              <a:gd name="connsiteY1" fmla="*/ 3492213 h 3602907"/>
              <a:gd name="connsiteX2" fmla="*/ 3389174 w 5329113"/>
              <a:gd name="connsiteY2" fmla="*/ 3492213 h 3602907"/>
              <a:gd name="connsiteX3" fmla="*/ 4820559 w 5329113"/>
              <a:gd name="connsiteY3" fmla="*/ 2096665 h 3602907"/>
              <a:gd name="connsiteX4" fmla="*/ 5030804 w 5329113"/>
              <a:gd name="connsiteY4" fmla="*/ 2188257 h 3602907"/>
              <a:gd name="connsiteX5" fmla="*/ 5030803 w 5329113"/>
              <a:gd name="connsiteY5" fmla="*/ 2188258 h 3602907"/>
              <a:gd name="connsiteX6" fmla="*/ 4991472 w 5329113"/>
              <a:gd name="connsiteY6" fmla="*/ 2531349 h 3602907"/>
              <a:gd name="connsiteX7" fmla="*/ 3732265 w 5329113"/>
              <a:gd name="connsiteY7" fmla="*/ 3531543 h 3602907"/>
              <a:gd name="connsiteX8" fmla="*/ 3423667 w 5329113"/>
              <a:gd name="connsiteY8" fmla="*/ 3527662 h 3602907"/>
              <a:gd name="connsiteX9" fmla="*/ 3389174 w 5329113"/>
              <a:gd name="connsiteY9" fmla="*/ 3492213 h 3602907"/>
              <a:gd name="connsiteX10" fmla="*/ 3345082 w 5329113"/>
              <a:gd name="connsiteY10" fmla="*/ 3405850 h 3602907"/>
              <a:gd name="connsiteX11" fmla="*/ 3428505 w 5329113"/>
              <a:gd name="connsiteY11" fmla="*/ 3149122 h 3602907"/>
              <a:gd name="connsiteX12" fmla="*/ 4687713 w 5329113"/>
              <a:gd name="connsiteY12" fmla="*/ 2148926 h 3602907"/>
              <a:gd name="connsiteX13" fmla="*/ 4820559 w 5329113"/>
              <a:gd name="connsiteY13" fmla="*/ 2096665 h 3602907"/>
              <a:gd name="connsiteX14" fmla="*/ 364139 w 5329113"/>
              <a:gd name="connsiteY14" fmla="*/ 1973515 h 3602907"/>
              <a:gd name="connsiteX15" fmla="*/ 364138 w 5329113"/>
              <a:gd name="connsiteY15" fmla="*/ 1973516 h 3602907"/>
              <a:gd name="connsiteX16" fmla="*/ 364138 w 5329113"/>
              <a:gd name="connsiteY16" fmla="*/ 1973515 h 3602907"/>
              <a:gd name="connsiteX17" fmla="*/ 3140178 w 5329113"/>
              <a:gd name="connsiteY17" fmla="*/ 1929513 h 3602907"/>
              <a:gd name="connsiteX18" fmla="*/ 3276279 w 5329113"/>
              <a:gd name="connsiteY18" fmla="*/ 1958614 h 3602907"/>
              <a:gd name="connsiteX19" fmla="*/ 3303118 w 5329113"/>
              <a:gd name="connsiteY19" fmla="*/ 1976919 h 3602907"/>
              <a:gd name="connsiteX20" fmla="*/ 3328313 w 5329113"/>
              <a:gd name="connsiteY20" fmla="*/ 2016158 h 3602907"/>
              <a:gd name="connsiteX21" fmla="*/ 3328312 w 5329113"/>
              <a:gd name="connsiteY21" fmla="*/ 2016157 h 3602907"/>
              <a:gd name="connsiteX22" fmla="*/ 3362806 w 5329113"/>
              <a:gd name="connsiteY22" fmla="*/ 2051607 h 3602907"/>
              <a:gd name="connsiteX23" fmla="*/ 3375615 w 5329113"/>
              <a:gd name="connsiteY23" fmla="*/ 2060344 h 3602907"/>
              <a:gd name="connsiteX24" fmla="*/ 3377146 w 5329113"/>
              <a:gd name="connsiteY24" fmla="*/ 2062728 h 3602907"/>
              <a:gd name="connsiteX25" fmla="*/ 3311091 w 5329113"/>
              <a:gd name="connsiteY25" fmla="*/ 2364198 h 3602907"/>
              <a:gd name="connsiteX26" fmla="*/ 2051883 w 5329113"/>
              <a:gd name="connsiteY26" fmla="*/ 3364392 h 3602907"/>
              <a:gd name="connsiteX27" fmla="*/ 1708793 w 5329113"/>
              <a:gd name="connsiteY27" fmla="*/ 3325062 h 3602907"/>
              <a:gd name="connsiteX28" fmla="*/ 1708793 w 5329113"/>
              <a:gd name="connsiteY28" fmla="*/ 3325063 h 3602907"/>
              <a:gd name="connsiteX29" fmla="*/ 1748124 w 5329113"/>
              <a:gd name="connsiteY29" fmla="*/ 2981971 h 3602907"/>
              <a:gd name="connsiteX30" fmla="*/ 3007331 w 5329113"/>
              <a:gd name="connsiteY30" fmla="*/ 1981775 h 3602907"/>
              <a:gd name="connsiteX31" fmla="*/ 3140178 w 5329113"/>
              <a:gd name="connsiteY31" fmla="*/ 1929513 h 3602907"/>
              <a:gd name="connsiteX32" fmla="*/ 5329113 w 5329113"/>
              <a:gd name="connsiteY32" fmla="*/ 839431 h 3602907"/>
              <a:gd name="connsiteX33" fmla="*/ 5329113 w 5329113"/>
              <a:gd name="connsiteY33" fmla="*/ 1463132 h 3602907"/>
              <a:gd name="connsiteX34" fmla="*/ 2635219 w 5329113"/>
              <a:gd name="connsiteY34" fmla="*/ 3602907 h 3602907"/>
              <a:gd name="connsiteX35" fmla="*/ 1850005 w 5329113"/>
              <a:gd name="connsiteY35" fmla="*/ 3602907 h 3602907"/>
              <a:gd name="connsiteX36" fmla="*/ 4759699 w 5329113"/>
              <a:gd name="connsiteY36" fmla="*/ 620609 h 3602907"/>
              <a:gd name="connsiteX37" fmla="*/ 4969943 w 5329113"/>
              <a:gd name="connsiteY37" fmla="*/ 712203 h 3602907"/>
              <a:gd name="connsiteX38" fmla="*/ 4969942 w 5329113"/>
              <a:gd name="connsiteY38" fmla="*/ 712202 h 3602907"/>
              <a:gd name="connsiteX39" fmla="*/ 4930611 w 5329113"/>
              <a:gd name="connsiteY39" fmla="*/ 1055294 h 3602907"/>
              <a:gd name="connsiteX40" fmla="*/ 3671403 w 5329113"/>
              <a:gd name="connsiteY40" fmla="*/ 2055488 h 3602907"/>
              <a:gd name="connsiteX41" fmla="*/ 3402458 w 5329113"/>
              <a:gd name="connsiteY41" fmla="*/ 2078650 h 3602907"/>
              <a:gd name="connsiteX42" fmla="*/ 3375615 w 5329113"/>
              <a:gd name="connsiteY42" fmla="*/ 2060344 h 3602907"/>
              <a:gd name="connsiteX43" fmla="*/ 3350422 w 5329113"/>
              <a:gd name="connsiteY43" fmla="*/ 2021107 h 3602907"/>
              <a:gd name="connsiteX44" fmla="*/ 3350423 w 5329113"/>
              <a:gd name="connsiteY44" fmla="*/ 2021107 h 3602907"/>
              <a:gd name="connsiteX45" fmla="*/ 3315929 w 5329113"/>
              <a:gd name="connsiteY45" fmla="*/ 1985656 h 3602907"/>
              <a:gd name="connsiteX46" fmla="*/ 3303118 w 5329113"/>
              <a:gd name="connsiteY46" fmla="*/ 1976919 h 3602907"/>
              <a:gd name="connsiteX47" fmla="*/ 3301590 w 5329113"/>
              <a:gd name="connsiteY47" fmla="*/ 1974537 h 3602907"/>
              <a:gd name="connsiteX48" fmla="*/ 3367644 w 5329113"/>
              <a:gd name="connsiteY48" fmla="*/ 1673067 h 3602907"/>
              <a:gd name="connsiteX49" fmla="*/ 4626851 w 5329113"/>
              <a:gd name="connsiteY49" fmla="*/ 672871 h 3602907"/>
              <a:gd name="connsiteX50" fmla="*/ 4759699 w 5329113"/>
              <a:gd name="connsiteY50" fmla="*/ 620609 h 3602907"/>
              <a:gd name="connsiteX51" fmla="*/ 2737548 w 5329113"/>
              <a:gd name="connsiteY51" fmla="*/ 569343 h 3602907"/>
              <a:gd name="connsiteX52" fmla="*/ 2947792 w 5329113"/>
              <a:gd name="connsiteY52" fmla="*/ 660936 h 3602907"/>
              <a:gd name="connsiteX53" fmla="*/ 2947793 w 5329113"/>
              <a:gd name="connsiteY53" fmla="*/ 660937 h 3602907"/>
              <a:gd name="connsiteX54" fmla="*/ 2908460 w 5329113"/>
              <a:gd name="connsiteY54" fmla="*/ 1004028 h 3602907"/>
              <a:gd name="connsiteX55" fmla="*/ 0 w 5329113"/>
              <a:gd name="connsiteY55" fmla="*/ 3314233 h 3602907"/>
              <a:gd name="connsiteX56" fmla="*/ 0 w 5329113"/>
              <a:gd name="connsiteY56" fmla="*/ 2690534 h 3602907"/>
              <a:gd name="connsiteX57" fmla="*/ 2604701 w 5329113"/>
              <a:gd name="connsiteY57" fmla="*/ 621605 h 3602907"/>
              <a:gd name="connsiteX58" fmla="*/ 2737548 w 5329113"/>
              <a:gd name="connsiteY58" fmla="*/ 569343 h 3602907"/>
              <a:gd name="connsiteX59" fmla="*/ 4334297 w 5329113"/>
              <a:gd name="connsiteY59" fmla="*/ 121651 h 3602907"/>
              <a:gd name="connsiteX60" fmla="*/ 4544542 w 5329113"/>
              <a:gd name="connsiteY60" fmla="*/ 213243 h 3602907"/>
              <a:gd name="connsiteX61" fmla="*/ 4544541 w 5329113"/>
              <a:gd name="connsiteY61" fmla="*/ 213244 h 3602907"/>
              <a:gd name="connsiteX62" fmla="*/ 4505209 w 5329113"/>
              <a:gd name="connsiteY62" fmla="*/ 556335 h 3602907"/>
              <a:gd name="connsiteX63" fmla="*/ 1536978 w 5329113"/>
              <a:gd name="connsiteY63" fmla="*/ 2914017 h 3602907"/>
              <a:gd name="connsiteX64" fmla="*/ 1193887 w 5329113"/>
              <a:gd name="connsiteY64" fmla="*/ 2874686 h 3602907"/>
              <a:gd name="connsiteX65" fmla="*/ 1193888 w 5329113"/>
              <a:gd name="connsiteY65" fmla="*/ 2874687 h 3602907"/>
              <a:gd name="connsiteX66" fmla="*/ 1233219 w 5329113"/>
              <a:gd name="connsiteY66" fmla="*/ 2531596 h 3602907"/>
              <a:gd name="connsiteX67" fmla="*/ 4201450 w 5329113"/>
              <a:gd name="connsiteY67" fmla="*/ 173912 h 3602907"/>
              <a:gd name="connsiteX68" fmla="*/ 4334297 w 5329113"/>
              <a:gd name="connsiteY68" fmla="*/ 121651 h 3602907"/>
              <a:gd name="connsiteX69" fmla="*/ 5121823 w 5329113"/>
              <a:gd name="connsiteY69" fmla="*/ 10733 h 3602907"/>
              <a:gd name="connsiteX70" fmla="*/ 5304690 w 5329113"/>
              <a:gd name="connsiteY70" fmla="*/ 63029 h 3602907"/>
              <a:gd name="connsiteX71" fmla="*/ 5329113 w 5329113"/>
              <a:gd name="connsiteY71" fmla="*/ 81894 h 3602907"/>
              <a:gd name="connsiteX72" fmla="*/ 5329113 w 5329113"/>
              <a:gd name="connsiteY72" fmla="*/ 551986 h 3602907"/>
              <a:gd name="connsiteX73" fmla="*/ 5304690 w 5329113"/>
              <a:gd name="connsiteY73" fmla="*/ 570852 h 3602907"/>
              <a:gd name="connsiteX74" fmla="*/ 5121822 w 5329113"/>
              <a:gd name="connsiteY74" fmla="*/ 623148 h 3602907"/>
              <a:gd name="connsiteX75" fmla="*/ 4794752 w 5329113"/>
              <a:gd name="connsiteY75" fmla="*/ 316940 h 3602907"/>
              <a:gd name="connsiteX76" fmla="*/ 5121823 w 5329113"/>
              <a:gd name="connsiteY76" fmla="*/ 10733 h 3602907"/>
              <a:gd name="connsiteX77" fmla="*/ 3453568 w 5329113"/>
              <a:gd name="connsiteY77" fmla="*/ 0 h 3602907"/>
              <a:gd name="connsiteX78" fmla="*/ 4238784 w 5329113"/>
              <a:gd name="connsiteY78" fmla="*/ 0 h 3602907"/>
              <a:gd name="connsiteX79" fmla="*/ 3364184 w 5329113"/>
              <a:gd name="connsiteY79" fmla="*/ 694699 h 3602907"/>
              <a:gd name="connsiteX80" fmla="*/ 3021092 w 5329113"/>
              <a:gd name="connsiteY80" fmla="*/ 655367 h 3602907"/>
              <a:gd name="connsiteX81" fmla="*/ 3021093 w 5329113"/>
              <a:gd name="connsiteY81" fmla="*/ 655368 h 3602907"/>
              <a:gd name="connsiteX82" fmla="*/ 3060424 w 5329113"/>
              <a:gd name="connsiteY82" fmla="*/ 312276 h 3602907"/>
              <a:gd name="connsiteX83" fmla="*/ 2456111 w 5329113"/>
              <a:gd name="connsiteY83" fmla="*/ 0 h 3602907"/>
              <a:gd name="connsiteX84" fmla="*/ 3241325 w 5329113"/>
              <a:gd name="connsiteY84" fmla="*/ 0 h 3602907"/>
              <a:gd name="connsiteX85" fmla="*/ 707229 w 5329113"/>
              <a:gd name="connsiteY85" fmla="*/ 2012846 h 3602907"/>
              <a:gd name="connsiteX86" fmla="*/ 398632 w 5329113"/>
              <a:gd name="connsiteY86" fmla="*/ 2008965 h 3602907"/>
              <a:gd name="connsiteX87" fmla="*/ 364139 w 5329113"/>
              <a:gd name="connsiteY87" fmla="*/ 1973515 h 3602907"/>
              <a:gd name="connsiteX88" fmla="*/ 320046 w 5329113"/>
              <a:gd name="connsiteY88" fmla="*/ 1887153 h 3602907"/>
              <a:gd name="connsiteX89" fmla="*/ 403469 w 5329113"/>
              <a:gd name="connsiteY89" fmla="*/ 1630425 h 3602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329113" h="3602907">
                <a:moveTo>
                  <a:pt x="3389173" y="3492212"/>
                </a:moveTo>
                <a:lnTo>
                  <a:pt x="3389174" y="3492213"/>
                </a:lnTo>
                <a:lnTo>
                  <a:pt x="3389174" y="3492213"/>
                </a:lnTo>
                <a:close/>
                <a:moveTo>
                  <a:pt x="4820559" y="2096665"/>
                </a:moveTo>
                <a:cubicBezTo>
                  <a:pt x="4898716" y="2090626"/>
                  <a:pt x="4978378" y="2122255"/>
                  <a:pt x="5030804" y="2188257"/>
                </a:cubicBezTo>
                <a:lnTo>
                  <a:pt x="5030803" y="2188258"/>
                </a:lnTo>
                <a:cubicBezTo>
                  <a:pt x="5114684" y="2293861"/>
                  <a:pt x="5097075" y="2447468"/>
                  <a:pt x="4991472" y="2531349"/>
                </a:cubicBezTo>
                <a:lnTo>
                  <a:pt x="3732265" y="3531543"/>
                </a:lnTo>
                <a:cubicBezTo>
                  <a:pt x="3639862" y="3604939"/>
                  <a:pt x="3510707" y="3600632"/>
                  <a:pt x="3423667" y="3527662"/>
                </a:cubicBezTo>
                <a:lnTo>
                  <a:pt x="3389174" y="3492213"/>
                </a:lnTo>
                <a:lnTo>
                  <a:pt x="3345082" y="3405850"/>
                </a:lnTo>
                <a:cubicBezTo>
                  <a:pt x="3319597" y="3314164"/>
                  <a:pt x="3349303" y="3212033"/>
                  <a:pt x="3428505" y="3149122"/>
                </a:cubicBezTo>
                <a:lnTo>
                  <a:pt x="4687713" y="2148926"/>
                </a:lnTo>
                <a:cubicBezTo>
                  <a:pt x="4727313" y="2117471"/>
                  <a:pt x="4773665" y="2100287"/>
                  <a:pt x="4820559" y="2096665"/>
                </a:cubicBezTo>
                <a:close/>
                <a:moveTo>
                  <a:pt x="364139" y="1973515"/>
                </a:moveTo>
                <a:lnTo>
                  <a:pt x="364138" y="1973516"/>
                </a:lnTo>
                <a:lnTo>
                  <a:pt x="364138" y="1973515"/>
                </a:lnTo>
                <a:close/>
                <a:moveTo>
                  <a:pt x="3140178" y="1929513"/>
                </a:moveTo>
                <a:cubicBezTo>
                  <a:pt x="3187072" y="1925890"/>
                  <a:pt x="3234508" y="1935828"/>
                  <a:pt x="3276279" y="1958614"/>
                </a:cubicBezTo>
                <a:lnTo>
                  <a:pt x="3303118" y="1976919"/>
                </a:lnTo>
                <a:lnTo>
                  <a:pt x="3328313" y="2016158"/>
                </a:lnTo>
                <a:lnTo>
                  <a:pt x="3328312" y="2016157"/>
                </a:lnTo>
                <a:cubicBezTo>
                  <a:pt x="3338797" y="2029357"/>
                  <a:pt x="3350372" y="2041183"/>
                  <a:pt x="3362806" y="2051607"/>
                </a:cubicBezTo>
                <a:lnTo>
                  <a:pt x="3375615" y="2060344"/>
                </a:lnTo>
                <a:lnTo>
                  <a:pt x="3377146" y="2062728"/>
                </a:lnTo>
                <a:cubicBezTo>
                  <a:pt x="3428526" y="2164023"/>
                  <a:pt x="3403494" y="2290802"/>
                  <a:pt x="3311091" y="2364198"/>
                </a:cubicBezTo>
                <a:lnTo>
                  <a:pt x="2051883" y="3364392"/>
                </a:lnTo>
                <a:cubicBezTo>
                  <a:pt x="1946281" y="3448274"/>
                  <a:pt x="1792674" y="3430665"/>
                  <a:pt x="1708793" y="3325062"/>
                </a:cubicBezTo>
                <a:lnTo>
                  <a:pt x="1708793" y="3325063"/>
                </a:lnTo>
                <a:cubicBezTo>
                  <a:pt x="1624912" y="3219459"/>
                  <a:pt x="1642521" y="3065852"/>
                  <a:pt x="1748124" y="2981971"/>
                </a:cubicBezTo>
                <a:lnTo>
                  <a:pt x="3007331" y="1981775"/>
                </a:lnTo>
                <a:cubicBezTo>
                  <a:pt x="3046932" y="1950320"/>
                  <a:pt x="3093285" y="1933136"/>
                  <a:pt x="3140178" y="1929513"/>
                </a:cubicBezTo>
                <a:close/>
                <a:moveTo>
                  <a:pt x="5329113" y="839431"/>
                </a:moveTo>
                <a:lnTo>
                  <a:pt x="5329113" y="1463132"/>
                </a:lnTo>
                <a:lnTo>
                  <a:pt x="2635219" y="3602907"/>
                </a:lnTo>
                <a:lnTo>
                  <a:pt x="1850005" y="3602907"/>
                </a:lnTo>
                <a:close/>
                <a:moveTo>
                  <a:pt x="4759699" y="620609"/>
                </a:moveTo>
                <a:cubicBezTo>
                  <a:pt x="4837855" y="614571"/>
                  <a:pt x="4917517" y="646200"/>
                  <a:pt x="4969943" y="712203"/>
                </a:cubicBezTo>
                <a:lnTo>
                  <a:pt x="4969942" y="712202"/>
                </a:lnTo>
                <a:cubicBezTo>
                  <a:pt x="5053823" y="817805"/>
                  <a:pt x="5036214" y="971413"/>
                  <a:pt x="4930611" y="1055294"/>
                </a:cubicBezTo>
                <a:lnTo>
                  <a:pt x="3671403" y="2055488"/>
                </a:lnTo>
                <a:cubicBezTo>
                  <a:pt x="3592201" y="2118400"/>
                  <a:pt x="3485996" y="2124222"/>
                  <a:pt x="3402458" y="2078650"/>
                </a:cubicBezTo>
                <a:lnTo>
                  <a:pt x="3375615" y="2060344"/>
                </a:lnTo>
                <a:lnTo>
                  <a:pt x="3350422" y="2021107"/>
                </a:lnTo>
                <a:lnTo>
                  <a:pt x="3350423" y="2021107"/>
                </a:lnTo>
                <a:cubicBezTo>
                  <a:pt x="3339939" y="2007905"/>
                  <a:pt x="3328363" y="1996080"/>
                  <a:pt x="3315929" y="1985656"/>
                </a:cubicBezTo>
                <a:lnTo>
                  <a:pt x="3303118" y="1976919"/>
                </a:lnTo>
                <a:lnTo>
                  <a:pt x="3301590" y="1974537"/>
                </a:lnTo>
                <a:cubicBezTo>
                  <a:pt x="3250209" y="1873243"/>
                  <a:pt x="3275241" y="1746462"/>
                  <a:pt x="3367644" y="1673067"/>
                </a:cubicBezTo>
                <a:lnTo>
                  <a:pt x="4626851" y="672871"/>
                </a:lnTo>
                <a:cubicBezTo>
                  <a:pt x="4666452" y="641416"/>
                  <a:pt x="4712804" y="624232"/>
                  <a:pt x="4759699" y="620609"/>
                </a:cubicBezTo>
                <a:close/>
                <a:moveTo>
                  <a:pt x="2737548" y="569343"/>
                </a:moveTo>
                <a:cubicBezTo>
                  <a:pt x="2815704" y="563305"/>
                  <a:pt x="2895367" y="594934"/>
                  <a:pt x="2947792" y="660936"/>
                </a:cubicBezTo>
                <a:lnTo>
                  <a:pt x="2947793" y="660937"/>
                </a:lnTo>
                <a:cubicBezTo>
                  <a:pt x="3031674" y="766540"/>
                  <a:pt x="3014063" y="920147"/>
                  <a:pt x="2908460" y="1004028"/>
                </a:cubicBezTo>
                <a:lnTo>
                  <a:pt x="0" y="3314233"/>
                </a:lnTo>
                <a:lnTo>
                  <a:pt x="0" y="2690534"/>
                </a:lnTo>
                <a:lnTo>
                  <a:pt x="2604701" y="621605"/>
                </a:lnTo>
                <a:cubicBezTo>
                  <a:pt x="2644302" y="590150"/>
                  <a:pt x="2690655" y="572966"/>
                  <a:pt x="2737548" y="569343"/>
                </a:cubicBezTo>
                <a:close/>
                <a:moveTo>
                  <a:pt x="4334297" y="121651"/>
                </a:moveTo>
                <a:cubicBezTo>
                  <a:pt x="4412453" y="115612"/>
                  <a:pt x="4492115" y="147241"/>
                  <a:pt x="4544542" y="213243"/>
                </a:cubicBezTo>
                <a:lnTo>
                  <a:pt x="4544541" y="213244"/>
                </a:lnTo>
                <a:cubicBezTo>
                  <a:pt x="4628422" y="318847"/>
                  <a:pt x="4610812" y="472454"/>
                  <a:pt x="4505209" y="556335"/>
                </a:cubicBezTo>
                <a:lnTo>
                  <a:pt x="1536978" y="2914017"/>
                </a:lnTo>
                <a:cubicBezTo>
                  <a:pt x="1431375" y="2997898"/>
                  <a:pt x="1277768" y="2980289"/>
                  <a:pt x="1193887" y="2874686"/>
                </a:cubicBezTo>
                <a:lnTo>
                  <a:pt x="1193888" y="2874687"/>
                </a:lnTo>
                <a:cubicBezTo>
                  <a:pt x="1110007" y="2769084"/>
                  <a:pt x="1127616" y="2615477"/>
                  <a:pt x="1233219" y="2531596"/>
                </a:cubicBezTo>
                <a:lnTo>
                  <a:pt x="4201450" y="173912"/>
                </a:lnTo>
                <a:cubicBezTo>
                  <a:pt x="4241051" y="142457"/>
                  <a:pt x="4287403" y="125273"/>
                  <a:pt x="4334297" y="121651"/>
                </a:cubicBezTo>
                <a:close/>
                <a:moveTo>
                  <a:pt x="5121823" y="10733"/>
                </a:moveTo>
                <a:cubicBezTo>
                  <a:pt x="5189561" y="10733"/>
                  <a:pt x="5252490" y="30012"/>
                  <a:pt x="5304690" y="63029"/>
                </a:cubicBezTo>
                <a:lnTo>
                  <a:pt x="5329113" y="81894"/>
                </a:lnTo>
                <a:lnTo>
                  <a:pt x="5329113" y="551986"/>
                </a:lnTo>
                <a:lnTo>
                  <a:pt x="5304690" y="570852"/>
                </a:lnTo>
                <a:cubicBezTo>
                  <a:pt x="5252489" y="603869"/>
                  <a:pt x="5189560" y="623148"/>
                  <a:pt x="5121822" y="623148"/>
                </a:cubicBezTo>
                <a:cubicBezTo>
                  <a:pt x="4941186" y="623147"/>
                  <a:pt x="4794752" y="486053"/>
                  <a:pt x="4794752" y="316940"/>
                </a:cubicBezTo>
                <a:cubicBezTo>
                  <a:pt x="4794752" y="147828"/>
                  <a:pt x="4941186" y="10733"/>
                  <a:pt x="5121823" y="10733"/>
                </a:cubicBezTo>
                <a:close/>
                <a:moveTo>
                  <a:pt x="3453568" y="0"/>
                </a:moveTo>
                <a:lnTo>
                  <a:pt x="4238784" y="0"/>
                </a:lnTo>
                <a:lnTo>
                  <a:pt x="3364184" y="694699"/>
                </a:lnTo>
                <a:cubicBezTo>
                  <a:pt x="3258581" y="778580"/>
                  <a:pt x="3104973" y="760970"/>
                  <a:pt x="3021092" y="655367"/>
                </a:cubicBezTo>
                <a:lnTo>
                  <a:pt x="3021093" y="655368"/>
                </a:lnTo>
                <a:cubicBezTo>
                  <a:pt x="2937212" y="549765"/>
                  <a:pt x="2954821" y="396157"/>
                  <a:pt x="3060424" y="312276"/>
                </a:cubicBezTo>
                <a:close/>
                <a:moveTo>
                  <a:pt x="2456111" y="0"/>
                </a:moveTo>
                <a:lnTo>
                  <a:pt x="3241325" y="0"/>
                </a:lnTo>
                <a:lnTo>
                  <a:pt x="707229" y="2012846"/>
                </a:lnTo>
                <a:cubicBezTo>
                  <a:pt x="614826" y="2086242"/>
                  <a:pt x="485671" y="2081935"/>
                  <a:pt x="398632" y="2008965"/>
                </a:cubicBezTo>
                <a:lnTo>
                  <a:pt x="364139" y="1973515"/>
                </a:lnTo>
                <a:lnTo>
                  <a:pt x="320046" y="1887153"/>
                </a:lnTo>
                <a:cubicBezTo>
                  <a:pt x="294562" y="1795467"/>
                  <a:pt x="324267" y="1693336"/>
                  <a:pt x="403469" y="1630425"/>
                </a:cubicBezTo>
                <a:close/>
              </a:path>
            </a:pathLst>
          </a:custGeom>
        </p:spPr>
      </p:pic>
      <p:pic>
        <p:nvPicPr>
          <p:cNvPr id="134" name="Picture 133">
            <a:extLst>
              <a:ext uri="{FF2B5EF4-FFF2-40B4-BE49-F238E27FC236}">
                <a16:creationId xmlns:a16="http://schemas.microsoft.com/office/drawing/2014/main" id="{FB4E4837-0458-4DD1-99D6-ED66C9D8A25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626945" y="93778"/>
            <a:ext cx="1606471" cy="1606471"/>
          </a:xfrm>
          <a:prstGeom prst="rect">
            <a:avLst/>
          </a:prstGeom>
        </p:spPr>
      </p:pic>
    </p:spTree>
    <p:extLst>
      <p:ext uri="{BB962C8B-B14F-4D97-AF65-F5344CB8AC3E}">
        <p14:creationId xmlns:p14="http://schemas.microsoft.com/office/powerpoint/2010/main" val="3391816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A46DA9B-2CD3-4BD1-B059-B8C634191A95}"/>
              </a:ext>
            </a:extLst>
          </p:cNvPr>
          <p:cNvSpPr/>
          <p:nvPr/>
        </p:nvSpPr>
        <p:spPr>
          <a:xfrm>
            <a:off x="3175" y="0"/>
            <a:ext cx="12188825" cy="6860980"/>
          </a:xfrm>
          <a:prstGeom prst="rect">
            <a:avLst/>
          </a:prstGeom>
          <a:gradFill>
            <a:gsLst>
              <a:gs pos="0">
                <a:srgbClr val="1CADE4">
                  <a:alpha val="70000"/>
                </a:srgbClr>
              </a:gs>
              <a:gs pos="100000">
                <a:srgbClr val="2683C6">
                  <a:alpha val="10000"/>
                </a:srgbClr>
              </a:gs>
            </a:gsLst>
            <a:lin ang="2700000" scaled="1"/>
          </a:gradFill>
          <a:ln w="12700" cap="flat" cmpd="sng" algn="ctr">
            <a:noFill/>
            <a:prstDash val="solid"/>
            <a:miter lim="800000"/>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en-IN"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B26348E9-D8BB-4623-905C-AE82E8C39E82}"/>
              </a:ext>
            </a:extLst>
          </p:cNvPr>
          <p:cNvSpPr txBox="1"/>
          <p:nvPr/>
        </p:nvSpPr>
        <p:spPr>
          <a:xfrm>
            <a:off x="254820" y="3316649"/>
            <a:ext cx="6930053" cy="461665"/>
          </a:xfrm>
          <a:prstGeom prst="rect">
            <a:avLst/>
          </a:prstGeom>
          <a:gradFill flip="none" rotWithShape="1">
            <a:gsLst>
              <a:gs pos="72000">
                <a:srgbClr val="1CADE4">
                  <a:alpha val="68000"/>
                  <a:lumMod val="100000"/>
                </a:srgbClr>
              </a:gs>
              <a:gs pos="100000">
                <a:srgbClr val="2683C6">
                  <a:alpha val="10000"/>
                </a:srgbClr>
              </a:gs>
            </a:gsLst>
            <a:path path="rect">
              <a:fillToRect l="50000" t="50000" r="50000" b="50000"/>
            </a:path>
            <a:tileRect/>
          </a:gradFill>
          <a:effectLst>
            <a:outerShdw blurRad="50800" dist="38100" dir="2700000" algn="tl" rotWithShape="0">
              <a:prstClr val="black">
                <a:alpha val="40000"/>
              </a:prstClr>
            </a:outerShdw>
          </a:effectLst>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2121110022		</a:t>
            </a:r>
            <a:r>
              <a:rPr lang="en-US" sz="2400" b="1" dirty="0" err="1">
                <a:solidFill>
                  <a:schemeClr val="bg1"/>
                </a:solidFill>
                <a:latin typeface="Arial" panose="020B0604020202020204" pitchFamily="34" charset="0"/>
                <a:cs typeface="Arial" panose="020B0604020202020204" pitchFamily="34" charset="0"/>
              </a:rPr>
              <a:t>Eman</a:t>
            </a:r>
            <a:r>
              <a:rPr lang="en-US" sz="2400" b="1" dirty="0">
                <a:solidFill>
                  <a:schemeClr val="bg1"/>
                </a:solidFill>
                <a:latin typeface="Arial" panose="020B0604020202020204" pitchFamily="34" charset="0"/>
                <a:cs typeface="Arial" panose="020B0604020202020204" pitchFamily="34" charset="0"/>
              </a:rPr>
              <a:t> Masood</a:t>
            </a:r>
          </a:p>
        </p:txBody>
      </p:sp>
      <p:sp>
        <p:nvSpPr>
          <p:cNvPr id="11" name="TextBox 10">
            <a:extLst>
              <a:ext uri="{FF2B5EF4-FFF2-40B4-BE49-F238E27FC236}">
                <a16:creationId xmlns:a16="http://schemas.microsoft.com/office/drawing/2014/main" id="{F27F02F7-C8C1-4CEB-B28E-F7A4F597F346}"/>
              </a:ext>
            </a:extLst>
          </p:cNvPr>
          <p:cNvSpPr txBox="1"/>
          <p:nvPr/>
        </p:nvSpPr>
        <p:spPr>
          <a:xfrm>
            <a:off x="254820" y="2568006"/>
            <a:ext cx="6930053" cy="461665"/>
          </a:xfrm>
          <a:prstGeom prst="rect">
            <a:avLst/>
          </a:prstGeom>
          <a:gradFill flip="none" rotWithShape="1">
            <a:gsLst>
              <a:gs pos="72000">
                <a:srgbClr val="1CADE4">
                  <a:alpha val="68000"/>
                  <a:lumMod val="100000"/>
                </a:srgbClr>
              </a:gs>
              <a:gs pos="100000">
                <a:srgbClr val="2683C6">
                  <a:alpha val="10000"/>
                </a:srgbClr>
              </a:gs>
            </a:gsLst>
            <a:path path="rect">
              <a:fillToRect l="50000" t="50000" r="50000" b="50000"/>
            </a:path>
            <a:tileRect/>
          </a:gradFill>
          <a:effectLst>
            <a:outerShdw blurRad="50800" dist="38100" dir="2700000" algn="tl" rotWithShape="0">
              <a:prstClr val="black">
                <a:alpha val="40000"/>
              </a:prstClr>
            </a:outerShdw>
          </a:effectLst>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2121110019		</a:t>
            </a:r>
            <a:r>
              <a:rPr lang="en-US" sz="2400" b="1" dirty="0" err="1">
                <a:solidFill>
                  <a:schemeClr val="bg1"/>
                </a:solidFill>
                <a:latin typeface="Arial" panose="020B0604020202020204" pitchFamily="34" charset="0"/>
                <a:cs typeface="Arial" panose="020B0604020202020204" pitchFamily="34" charset="0"/>
              </a:rPr>
              <a:t>Bisma</a:t>
            </a:r>
            <a:r>
              <a:rPr lang="en-US" sz="2400" b="1" dirty="0">
                <a:solidFill>
                  <a:schemeClr val="bg1"/>
                </a:solidFill>
                <a:latin typeface="Arial" panose="020B0604020202020204" pitchFamily="34" charset="0"/>
                <a:cs typeface="Arial" panose="020B0604020202020204" pitchFamily="34" charset="0"/>
              </a:rPr>
              <a:t> Rehman</a:t>
            </a:r>
          </a:p>
        </p:txBody>
      </p:sp>
      <p:sp>
        <p:nvSpPr>
          <p:cNvPr id="9" name="TextBox 8">
            <a:extLst>
              <a:ext uri="{FF2B5EF4-FFF2-40B4-BE49-F238E27FC236}">
                <a16:creationId xmlns:a16="http://schemas.microsoft.com/office/drawing/2014/main" id="{5F4609C5-2516-4E30-B27C-9F35642E908E}"/>
              </a:ext>
            </a:extLst>
          </p:cNvPr>
          <p:cNvSpPr txBox="1"/>
          <p:nvPr/>
        </p:nvSpPr>
        <p:spPr>
          <a:xfrm>
            <a:off x="237392" y="1813884"/>
            <a:ext cx="6930053" cy="523220"/>
          </a:xfrm>
          <a:prstGeom prst="rect">
            <a:avLst/>
          </a:prstGeom>
          <a:gradFill flip="none" rotWithShape="1">
            <a:gsLst>
              <a:gs pos="72000">
                <a:srgbClr val="1CADE4">
                  <a:alpha val="68000"/>
                  <a:lumMod val="100000"/>
                </a:srgbClr>
              </a:gs>
              <a:gs pos="100000">
                <a:srgbClr val="2683C6">
                  <a:alpha val="10000"/>
                </a:srgbClr>
              </a:gs>
            </a:gsLst>
            <a:path path="rect">
              <a:fillToRect l="50000" t="50000" r="50000" b="50000"/>
            </a:path>
            <a:tileRect/>
          </a:gradFill>
          <a:effectLst>
            <a:outerShdw blurRad="50800" dist="38100" dir="2700000" algn="tl" rotWithShape="0">
              <a:prstClr val="black">
                <a:alpha val="40000"/>
              </a:prstClr>
            </a:outerShdw>
          </a:effectLst>
        </p:spPr>
        <p:txBody>
          <a:bodyPr wrap="square" rtlCol="0">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Presenters</a:t>
            </a:r>
          </a:p>
        </p:txBody>
      </p:sp>
      <p:sp>
        <p:nvSpPr>
          <p:cNvPr id="8" name="TextBox 7">
            <a:extLst>
              <a:ext uri="{FF2B5EF4-FFF2-40B4-BE49-F238E27FC236}">
                <a16:creationId xmlns:a16="http://schemas.microsoft.com/office/drawing/2014/main" id="{754DA9A6-28F4-4A6A-892E-90B7097ADC1D}"/>
              </a:ext>
            </a:extLst>
          </p:cNvPr>
          <p:cNvSpPr txBox="1"/>
          <p:nvPr/>
        </p:nvSpPr>
        <p:spPr>
          <a:xfrm>
            <a:off x="254820" y="4070771"/>
            <a:ext cx="6930053" cy="461665"/>
          </a:xfrm>
          <a:prstGeom prst="rect">
            <a:avLst/>
          </a:prstGeom>
          <a:gradFill flip="none" rotWithShape="1">
            <a:gsLst>
              <a:gs pos="72000">
                <a:srgbClr val="1CADE4">
                  <a:alpha val="68000"/>
                  <a:lumMod val="100000"/>
                </a:srgbClr>
              </a:gs>
              <a:gs pos="100000">
                <a:srgbClr val="2683C6">
                  <a:alpha val="10000"/>
                </a:srgbClr>
              </a:gs>
            </a:gsLst>
            <a:path path="rect">
              <a:fillToRect l="50000" t="50000" r="50000" b="50000"/>
            </a:path>
            <a:tileRect/>
          </a:gradFill>
          <a:effectLst>
            <a:outerShdw blurRad="50800" dist="38100" dir="2700000" algn="tl" rotWithShape="0">
              <a:prstClr val="black">
                <a:alpha val="40000"/>
              </a:prstClr>
            </a:outerShdw>
          </a:effectLst>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2121110030		Hira Riaz</a:t>
            </a:r>
          </a:p>
        </p:txBody>
      </p:sp>
      <p:sp>
        <p:nvSpPr>
          <p:cNvPr id="12" name="TextBox 11">
            <a:extLst>
              <a:ext uri="{FF2B5EF4-FFF2-40B4-BE49-F238E27FC236}">
                <a16:creationId xmlns:a16="http://schemas.microsoft.com/office/drawing/2014/main" id="{5352399A-8334-47CB-B5BC-6DD5ED979948}"/>
              </a:ext>
            </a:extLst>
          </p:cNvPr>
          <p:cNvSpPr txBox="1"/>
          <p:nvPr/>
        </p:nvSpPr>
        <p:spPr>
          <a:xfrm>
            <a:off x="254820" y="4898125"/>
            <a:ext cx="6930053" cy="461665"/>
          </a:xfrm>
          <a:prstGeom prst="rect">
            <a:avLst/>
          </a:prstGeom>
          <a:gradFill flip="none" rotWithShape="1">
            <a:gsLst>
              <a:gs pos="72000">
                <a:srgbClr val="1CADE4">
                  <a:alpha val="68000"/>
                  <a:lumMod val="100000"/>
                </a:srgbClr>
              </a:gs>
              <a:gs pos="100000">
                <a:srgbClr val="2683C6">
                  <a:alpha val="10000"/>
                </a:srgbClr>
              </a:gs>
            </a:gsLst>
            <a:path path="rect">
              <a:fillToRect l="50000" t="50000" r="50000" b="50000"/>
            </a:path>
            <a:tileRect/>
          </a:gradFill>
          <a:effectLst>
            <a:outerShdw blurRad="50800" dist="38100" dir="2700000" algn="tl" rotWithShape="0">
              <a:prstClr val="black">
                <a:alpha val="40000"/>
              </a:prstClr>
            </a:outerShdw>
          </a:effectLst>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2121110043		</a:t>
            </a:r>
            <a:r>
              <a:rPr lang="en-US" sz="2400" b="1" dirty="0" err="1">
                <a:solidFill>
                  <a:schemeClr val="bg1"/>
                </a:solidFill>
                <a:latin typeface="Arial" panose="020B0604020202020204" pitchFamily="34" charset="0"/>
                <a:cs typeface="Arial" panose="020B0604020202020204" pitchFamily="34" charset="0"/>
              </a:rPr>
              <a:t>Laiba</a:t>
            </a:r>
            <a:r>
              <a:rPr lang="en-US" sz="2400" b="1" dirty="0">
                <a:solidFill>
                  <a:schemeClr val="bg1"/>
                </a:solidFill>
                <a:latin typeface="Arial" panose="020B0604020202020204" pitchFamily="34" charset="0"/>
                <a:cs typeface="Arial" panose="020B0604020202020204" pitchFamily="34" charset="0"/>
              </a:rPr>
              <a:t> Sheikh</a:t>
            </a:r>
          </a:p>
        </p:txBody>
      </p:sp>
      <p:sp>
        <p:nvSpPr>
          <p:cNvPr id="14" name="TextBox 13">
            <a:extLst>
              <a:ext uri="{FF2B5EF4-FFF2-40B4-BE49-F238E27FC236}">
                <a16:creationId xmlns:a16="http://schemas.microsoft.com/office/drawing/2014/main" id="{F541064B-CFB3-4BA3-A9CE-CC2309E48B49}"/>
              </a:ext>
            </a:extLst>
          </p:cNvPr>
          <p:cNvSpPr txBox="1"/>
          <p:nvPr/>
        </p:nvSpPr>
        <p:spPr>
          <a:xfrm>
            <a:off x="4821021" y="5761944"/>
            <a:ext cx="7098729" cy="461665"/>
          </a:xfrm>
          <a:prstGeom prst="rect">
            <a:avLst/>
          </a:prstGeom>
          <a:gradFill flip="none" rotWithShape="1">
            <a:gsLst>
              <a:gs pos="0">
                <a:srgbClr val="002060">
                  <a:tint val="66000"/>
                  <a:satMod val="160000"/>
                </a:srgbClr>
              </a:gs>
              <a:gs pos="50000">
                <a:srgbClr val="002060">
                  <a:tint val="44500"/>
                  <a:satMod val="160000"/>
                </a:srgbClr>
              </a:gs>
              <a:gs pos="100000">
                <a:srgbClr val="002060">
                  <a:tint val="23500"/>
                  <a:satMod val="160000"/>
                </a:srgbClr>
              </a:gs>
            </a:gsLst>
            <a:lin ang="0" scaled="1"/>
            <a:tileRect/>
          </a:gradFill>
          <a:effectLst>
            <a:outerShdw blurRad="50800" dist="38100" dir="2700000" algn="tl" rotWithShape="0">
              <a:prstClr val="black">
                <a:alpha val="40000"/>
              </a:prstClr>
            </a:outerShdw>
          </a:effectLst>
        </p:spPr>
        <p:txBody>
          <a:bodyPr wrap="square" rtlCol="0">
            <a:spAutoFit/>
          </a:bodyPr>
          <a:lstStyle/>
          <a:p>
            <a:r>
              <a:rPr lang="en-US" sz="2400" b="1" dirty="0">
                <a:solidFill>
                  <a:schemeClr val="bg1"/>
                </a:solidFill>
                <a:latin typeface="Arial" panose="020B0604020202020204" pitchFamily="34" charset="0"/>
                <a:cs typeface="Arial" panose="020B0604020202020204" pitchFamily="34" charset="0"/>
              </a:rPr>
              <a:t>Supervisor:		Ms. Nadia</a:t>
            </a:r>
          </a:p>
        </p:txBody>
      </p:sp>
      <p:sp>
        <p:nvSpPr>
          <p:cNvPr id="15" name="TextBox 14">
            <a:extLst>
              <a:ext uri="{FF2B5EF4-FFF2-40B4-BE49-F238E27FC236}">
                <a16:creationId xmlns:a16="http://schemas.microsoft.com/office/drawing/2014/main" id="{2CAB83EB-4BE7-4AD8-9AE9-C86B0B4668CF}"/>
              </a:ext>
            </a:extLst>
          </p:cNvPr>
          <p:cNvSpPr txBox="1"/>
          <p:nvPr/>
        </p:nvSpPr>
        <p:spPr>
          <a:xfrm>
            <a:off x="237392" y="218892"/>
            <a:ext cx="11682358" cy="1200329"/>
          </a:xfrm>
          <a:prstGeom prst="rect">
            <a:avLst/>
          </a:prstGeom>
          <a:solidFill>
            <a:schemeClr val="bg1">
              <a:lumMod val="50000"/>
            </a:schemeClr>
          </a:solidFill>
          <a:effectLst>
            <a:outerShdw blurRad="50800" dist="38100" dir="2700000" algn="tl" rotWithShape="0">
              <a:prstClr val="black">
                <a:alpha val="40000"/>
              </a:prstClr>
            </a:outerShdw>
          </a:effectLst>
        </p:spPr>
        <p:txBody>
          <a:bodyPr wrap="squar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Department of Computer Sciences</a:t>
            </a:r>
          </a:p>
          <a:p>
            <a:pPr algn="ctr"/>
            <a:r>
              <a:rPr lang="en-US" sz="2400" b="1" dirty="0">
                <a:solidFill>
                  <a:schemeClr val="bg1"/>
                </a:solidFill>
                <a:latin typeface="Times New Roman" panose="02020603050405020304" pitchFamily="18" charset="0"/>
                <a:cs typeface="Times New Roman" panose="02020603050405020304" pitchFamily="18" charset="0"/>
              </a:rPr>
              <a:t>GOVT. ISLAMIA COLLEGE FOR WOMEN COOPER ROAD LAHORE</a:t>
            </a:r>
          </a:p>
          <a:p>
            <a:pPr algn="ctr"/>
            <a:r>
              <a:rPr lang="en-US" sz="2400" b="1" i="1" dirty="0">
                <a:solidFill>
                  <a:schemeClr val="bg1"/>
                </a:solidFill>
                <a:latin typeface="Times New Roman" panose="02020603050405020304" pitchFamily="18" charset="0"/>
                <a:cs typeface="Times New Roman" panose="02020603050405020304" pitchFamily="18" charset="0"/>
              </a:rPr>
              <a:t>Affiliated with Lahore College for Women University</a:t>
            </a:r>
          </a:p>
        </p:txBody>
      </p:sp>
      <p:pic>
        <p:nvPicPr>
          <p:cNvPr id="16" name="Picture 15">
            <a:extLst>
              <a:ext uri="{FF2B5EF4-FFF2-40B4-BE49-F238E27FC236}">
                <a16:creationId xmlns:a16="http://schemas.microsoft.com/office/drawing/2014/main" id="{96334534-68FB-46D9-AD52-AAB5A841503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478998" y="1745873"/>
            <a:ext cx="1606471" cy="1606471"/>
          </a:xfrm>
          <a:prstGeom prst="rect">
            <a:avLst/>
          </a:prstGeom>
        </p:spPr>
      </p:pic>
    </p:spTree>
    <p:extLst>
      <p:ext uri="{BB962C8B-B14F-4D97-AF65-F5344CB8AC3E}">
        <p14:creationId xmlns:p14="http://schemas.microsoft.com/office/powerpoint/2010/main" val="404558578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46" name="Picture 345">
            <a:extLst>
              <a:ext uri="{FF2B5EF4-FFF2-40B4-BE49-F238E27FC236}">
                <a16:creationId xmlns:a16="http://schemas.microsoft.com/office/drawing/2014/main" id="{9803DB66-1656-4AE4-AF95-180BE9809ED4}"/>
              </a:ext>
            </a:extLst>
          </p:cNvPr>
          <p:cNvPicPr>
            <a:picLocks noChangeAspect="1"/>
          </p:cNvPicPr>
          <p:nvPr/>
        </p:nvPicPr>
        <p:blipFill>
          <a:blip r:embed="rId3">
            <a:extLst>
              <a:ext uri="{28A0092B-C50C-407E-A947-70E740481C1C}">
                <a14:useLocalDpi xmlns:a14="http://schemas.microsoft.com/office/drawing/2010/main" val="0"/>
              </a:ext>
            </a:extLst>
          </a:blip>
          <a:srcRect l="59614" t="-26065" r="34623" b="118381"/>
          <a:stretch>
            <a:fillRect/>
          </a:stretch>
        </p:blipFill>
        <p:spPr>
          <a:xfrm>
            <a:off x="8560724" y="-1819244"/>
            <a:ext cx="526949" cy="526951"/>
          </a:xfrm>
          <a:custGeom>
            <a:avLst/>
            <a:gdLst>
              <a:gd name="connsiteX0" fmla="*/ 263726 w 526949"/>
              <a:gd name="connsiteY0" fmla="*/ 0 h 526951"/>
              <a:gd name="connsiteX1" fmla="*/ 526949 w 526949"/>
              <a:gd name="connsiteY1" fmla="*/ 263224 h 526951"/>
              <a:gd name="connsiteX2" fmla="*/ 263224 w 526949"/>
              <a:gd name="connsiteY2" fmla="*/ 526951 h 526951"/>
              <a:gd name="connsiteX3" fmla="*/ 0 w 526949"/>
              <a:gd name="connsiteY3" fmla="*/ 263726 h 526951"/>
              <a:gd name="connsiteX4" fmla="*/ 263726 w 526949"/>
              <a:gd name="connsiteY4" fmla="*/ 0 h 526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49" h="526951">
                <a:moveTo>
                  <a:pt x="263726" y="0"/>
                </a:moveTo>
                <a:lnTo>
                  <a:pt x="526949" y="263224"/>
                </a:lnTo>
                <a:lnTo>
                  <a:pt x="263224" y="526951"/>
                </a:lnTo>
                <a:lnTo>
                  <a:pt x="0" y="263726"/>
                </a:lnTo>
                <a:lnTo>
                  <a:pt x="263726" y="0"/>
                </a:lnTo>
                <a:close/>
              </a:path>
            </a:pathLst>
          </a:custGeom>
        </p:spPr>
      </p:pic>
      <p:pic>
        <p:nvPicPr>
          <p:cNvPr id="345" name="Picture 344">
            <a:extLst>
              <a:ext uri="{FF2B5EF4-FFF2-40B4-BE49-F238E27FC236}">
                <a16:creationId xmlns:a16="http://schemas.microsoft.com/office/drawing/2014/main" id="{0A6CFC55-2506-482C-BFC5-3CBA5B9736B6}"/>
              </a:ext>
            </a:extLst>
          </p:cNvPr>
          <p:cNvPicPr>
            <a:picLocks noChangeAspect="1"/>
          </p:cNvPicPr>
          <p:nvPr/>
        </p:nvPicPr>
        <p:blipFill>
          <a:blip r:embed="rId3">
            <a:extLst>
              <a:ext uri="{28A0092B-C50C-407E-A947-70E740481C1C}">
                <a14:useLocalDpi xmlns:a14="http://schemas.microsoft.com/office/drawing/2010/main" val="0"/>
              </a:ext>
            </a:extLst>
          </a:blip>
          <a:srcRect l="48707" t="-18381" r="23721" b="100000"/>
          <a:stretch>
            <a:fillRect/>
          </a:stretch>
        </p:blipFill>
        <p:spPr>
          <a:xfrm>
            <a:off x="7563379" y="-1292294"/>
            <a:ext cx="2521137" cy="1260568"/>
          </a:xfrm>
          <a:custGeom>
            <a:avLst/>
            <a:gdLst>
              <a:gd name="connsiteX0" fmla="*/ 1260569 w 2521137"/>
              <a:gd name="connsiteY0" fmla="*/ 0 h 1260568"/>
              <a:gd name="connsiteX1" fmla="*/ 2521137 w 2521137"/>
              <a:gd name="connsiteY1" fmla="*/ 1260568 h 1260568"/>
              <a:gd name="connsiteX2" fmla="*/ 0 w 2521137"/>
              <a:gd name="connsiteY2" fmla="*/ 1260568 h 1260568"/>
              <a:gd name="connsiteX3" fmla="*/ 1260569 w 2521137"/>
              <a:gd name="connsiteY3" fmla="*/ 0 h 1260568"/>
            </a:gdLst>
            <a:ahLst/>
            <a:cxnLst>
              <a:cxn ang="0">
                <a:pos x="connsiteX0" y="connsiteY0"/>
              </a:cxn>
              <a:cxn ang="0">
                <a:pos x="connsiteX1" y="connsiteY1"/>
              </a:cxn>
              <a:cxn ang="0">
                <a:pos x="connsiteX2" y="connsiteY2"/>
              </a:cxn>
              <a:cxn ang="0">
                <a:pos x="connsiteX3" y="connsiteY3"/>
              </a:cxn>
            </a:cxnLst>
            <a:rect l="l" t="t" r="r" b="b"/>
            <a:pathLst>
              <a:path w="2521137" h="1260568">
                <a:moveTo>
                  <a:pt x="1260569" y="0"/>
                </a:moveTo>
                <a:lnTo>
                  <a:pt x="2521137" y="1260568"/>
                </a:lnTo>
                <a:lnTo>
                  <a:pt x="0" y="1260568"/>
                </a:lnTo>
                <a:lnTo>
                  <a:pt x="1260569" y="0"/>
                </a:lnTo>
                <a:close/>
              </a:path>
            </a:pathLst>
          </a:custGeom>
        </p:spPr>
      </p:pic>
      <p:pic>
        <p:nvPicPr>
          <p:cNvPr id="303" name="Picture 302">
            <a:extLst>
              <a:ext uri="{FF2B5EF4-FFF2-40B4-BE49-F238E27FC236}">
                <a16:creationId xmlns:a16="http://schemas.microsoft.com/office/drawing/2014/main" id="{27747DCA-5701-46CF-83A9-915ACEEF1B92}"/>
              </a:ext>
            </a:extLst>
          </p:cNvPr>
          <p:cNvPicPr>
            <a:picLocks noChangeAspect="1"/>
          </p:cNvPicPr>
          <p:nvPr/>
        </p:nvPicPr>
        <p:blipFill>
          <a:blip r:embed="rId3">
            <a:extLst>
              <a:ext uri="{28A0092B-C50C-407E-A947-70E740481C1C}">
                <a14:useLocalDpi xmlns:a14="http://schemas.microsoft.com/office/drawing/2010/main" val="0"/>
              </a:ext>
            </a:extLst>
          </a:blip>
          <a:srcRect l="50509" t="100000" r="25714" b="-15851"/>
          <a:stretch>
            <a:fillRect/>
          </a:stretch>
        </p:blipFill>
        <p:spPr>
          <a:xfrm>
            <a:off x="7728084" y="6826275"/>
            <a:ext cx="2174186" cy="1087093"/>
          </a:xfrm>
          <a:custGeom>
            <a:avLst/>
            <a:gdLst>
              <a:gd name="connsiteX0" fmla="*/ 0 w 2174186"/>
              <a:gd name="connsiteY0" fmla="*/ 0 h 1087093"/>
              <a:gd name="connsiteX1" fmla="*/ 2174186 w 2174186"/>
              <a:gd name="connsiteY1" fmla="*/ 0 h 1087093"/>
              <a:gd name="connsiteX2" fmla="*/ 1087093 w 2174186"/>
              <a:gd name="connsiteY2" fmla="*/ 1087093 h 1087093"/>
              <a:gd name="connsiteX3" fmla="*/ 0 w 2174186"/>
              <a:gd name="connsiteY3" fmla="*/ 0 h 1087093"/>
            </a:gdLst>
            <a:ahLst/>
            <a:cxnLst>
              <a:cxn ang="0">
                <a:pos x="connsiteX0" y="connsiteY0"/>
              </a:cxn>
              <a:cxn ang="0">
                <a:pos x="connsiteX1" y="connsiteY1"/>
              </a:cxn>
              <a:cxn ang="0">
                <a:pos x="connsiteX2" y="connsiteY2"/>
              </a:cxn>
              <a:cxn ang="0">
                <a:pos x="connsiteX3" y="connsiteY3"/>
              </a:cxn>
            </a:cxnLst>
            <a:rect l="l" t="t" r="r" b="b"/>
            <a:pathLst>
              <a:path w="2174186" h="1087093">
                <a:moveTo>
                  <a:pt x="0" y="0"/>
                </a:moveTo>
                <a:lnTo>
                  <a:pt x="2174186" y="0"/>
                </a:lnTo>
                <a:lnTo>
                  <a:pt x="1087093" y="1087093"/>
                </a:lnTo>
                <a:lnTo>
                  <a:pt x="0" y="0"/>
                </a:lnTo>
                <a:close/>
              </a:path>
            </a:pathLst>
          </a:custGeom>
        </p:spPr>
      </p:pic>
      <p:pic>
        <p:nvPicPr>
          <p:cNvPr id="302" name="Picture 301">
            <a:extLst>
              <a:ext uri="{FF2B5EF4-FFF2-40B4-BE49-F238E27FC236}">
                <a16:creationId xmlns:a16="http://schemas.microsoft.com/office/drawing/2014/main" id="{7905BB14-7F72-40F3-8154-9FDCC8E2088B}"/>
              </a:ext>
            </a:extLst>
          </p:cNvPr>
          <p:cNvPicPr>
            <a:picLocks noChangeAspect="1"/>
          </p:cNvPicPr>
          <p:nvPr/>
        </p:nvPicPr>
        <p:blipFill>
          <a:blip r:embed="rId3">
            <a:extLst>
              <a:ext uri="{28A0092B-C50C-407E-A947-70E740481C1C}">
                <a14:useLocalDpi xmlns:a14="http://schemas.microsoft.com/office/drawing/2010/main" val="0"/>
              </a:ext>
            </a:extLst>
          </a:blip>
          <a:srcRect l="79000" t="100000" r="19957" b="-695"/>
          <a:stretch>
            <a:fillRect/>
          </a:stretch>
        </p:blipFill>
        <p:spPr>
          <a:xfrm>
            <a:off x="10333378" y="6826274"/>
            <a:ext cx="95340" cy="47670"/>
          </a:xfrm>
          <a:custGeom>
            <a:avLst/>
            <a:gdLst>
              <a:gd name="connsiteX0" fmla="*/ 0 w 95340"/>
              <a:gd name="connsiteY0" fmla="*/ 0 h 47670"/>
              <a:gd name="connsiteX1" fmla="*/ 95340 w 95340"/>
              <a:gd name="connsiteY1" fmla="*/ 0 h 47670"/>
              <a:gd name="connsiteX2" fmla="*/ 47670 w 95340"/>
              <a:gd name="connsiteY2" fmla="*/ 47670 h 47670"/>
              <a:gd name="connsiteX3" fmla="*/ 0 w 95340"/>
              <a:gd name="connsiteY3" fmla="*/ 0 h 47670"/>
            </a:gdLst>
            <a:ahLst/>
            <a:cxnLst>
              <a:cxn ang="0">
                <a:pos x="connsiteX0" y="connsiteY0"/>
              </a:cxn>
              <a:cxn ang="0">
                <a:pos x="connsiteX1" y="connsiteY1"/>
              </a:cxn>
              <a:cxn ang="0">
                <a:pos x="connsiteX2" y="connsiteY2"/>
              </a:cxn>
              <a:cxn ang="0">
                <a:pos x="connsiteX3" y="connsiteY3"/>
              </a:cxn>
            </a:cxnLst>
            <a:rect l="l" t="t" r="r" b="b"/>
            <a:pathLst>
              <a:path w="95340" h="47670">
                <a:moveTo>
                  <a:pt x="0" y="0"/>
                </a:moveTo>
                <a:lnTo>
                  <a:pt x="95340" y="0"/>
                </a:lnTo>
                <a:lnTo>
                  <a:pt x="47670" y="47670"/>
                </a:lnTo>
                <a:lnTo>
                  <a:pt x="0" y="0"/>
                </a:lnTo>
                <a:close/>
              </a:path>
            </a:pathLst>
          </a:custGeom>
        </p:spPr>
      </p:pic>
      <p:pic>
        <p:nvPicPr>
          <p:cNvPr id="300" name="Picture 299">
            <a:extLst>
              <a:ext uri="{FF2B5EF4-FFF2-40B4-BE49-F238E27FC236}">
                <a16:creationId xmlns:a16="http://schemas.microsoft.com/office/drawing/2014/main" id="{2F4EAF75-6C8E-43F6-8D12-2B236A688909}"/>
              </a:ext>
            </a:extLst>
          </p:cNvPr>
          <p:cNvPicPr>
            <a:picLocks noChangeAspect="1"/>
          </p:cNvPicPr>
          <p:nvPr/>
        </p:nvPicPr>
        <p:blipFill>
          <a:blip r:embed="rId3">
            <a:extLst>
              <a:ext uri="{28A0092B-C50C-407E-A947-70E740481C1C}">
                <a14:useLocalDpi xmlns:a14="http://schemas.microsoft.com/office/drawing/2010/main" val="0"/>
              </a:ext>
            </a:extLst>
          </a:blip>
          <a:srcRect l="62499" t="-28308" r="32940" b="122227"/>
          <a:stretch>
            <a:fillRect/>
          </a:stretch>
        </p:blipFill>
        <p:spPr>
          <a:xfrm>
            <a:off x="8824449" y="-1973085"/>
            <a:ext cx="417064" cy="417064"/>
          </a:xfrm>
          <a:custGeom>
            <a:avLst/>
            <a:gdLst>
              <a:gd name="connsiteX0" fmla="*/ 153840 w 417064"/>
              <a:gd name="connsiteY0" fmla="*/ 0 h 417064"/>
              <a:gd name="connsiteX1" fmla="*/ 417064 w 417064"/>
              <a:gd name="connsiteY1" fmla="*/ 263224 h 417064"/>
              <a:gd name="connsiteX2" fmla="*/ 263223 w 417064"/>
              <a:gd name="connsiteY2" fmla="*/ 417064 h 417064"/>
              <a:gd name="connsiteX3" fmla="*/ 0 w 417064"/>
              <a:gd name="connsiteY3" fmla="*/ 153840 h 417064"/>
              <a:gd name="connsiteX4" fmla="*/ 153840 w 417064"/>
              <a:gd name="connsiteY4" fmla="*/ 0 h 417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064" h="417064">
                <a:moveTo>
                  <a:pt x="153840" y="0"/>
                </a:moveTo>
                <a:lnTo>
                  <a:pt x="417064" y="263224"/>
                </a:lnTo>
                <a:lnTo>
                  <a:pt x="263223" y="417064"/>
                </a:lnTo>
                <a:lnTo>
                  <a:pt x="0" y="153840"/>
                </a:lnTo>
                <a:lnTo>
                  <a:pt x="153840" y="0"/>
                </a:lnTo>
                <a:close/>
              </a:path>
            </a:pathLst>
          </a:custGeom>
        </p:spPr>
      </p:pic>
      <p:pic>
        <p:nvPicPr>
          <p:cNvPr id="299" name="Picture 298">
            <a:extLst>
              <a:ext uri="{FF2B5EF4-FFF2-40B4-BE49-F238E27FC236}">
                <a16:creationId xmlns:a16="http://schemas.microsoft.com/office/drawing/2014/main" id="{80DB0F7C-2FC0-429A-A924-BCD1F8BCFAC1}"/>
              </a:ext>
            </a:extLst>
          </p:cNvPr>
          <p:cNvPicPr>
            <a:picLocks noChangeAspect="1"/>
          </p:cNvPicPr>
          <p:nvPr/>
        </p:nvPicPr>
        <p:blipFill>
          <a:blip r:embed="rId3">
            <a:extLst>
              <a:ext uri="{28A0092B-C50C-407E-A947-70E740481C1C}">
                <a14:useLocalDpi xmlns:a14="http://schemas.microsoft.com/office/drawing/2010/main" val="0"/>
              </a:ext>
            </a:extLst>
          </a:blip>
          <a:srcRect l="57935" t="-28304" r="37501" b="122219"/>
          <a:stretch>
            <a:fillRect/>
          </a:stretch>
        </p:blipFill>
        <p:spPr>
          <a:xfrm>
            <a:off x="8407175" y="-1972791"/>
            <a:ext cx="417274" cy="417273"/>
          </a:xfrm>
          <a:custGeom>
            <a:avLst/>
            <a:gdLst>
              <a:gd name="connsiteX0" fmla="*/ 263726 w 417274"/>
              <a:gd name="connsiteY0" fmla="*/ 0 h 417273"/>
              <a:gd name="connsiteX1" fmla="*/ 417274 w 417274"/>
              <a:gd name="connsiteY1" fmla="*/ 153547 h 417273"/>
              <a:gd name="connsiteX2" fmla="*/ 153548 w 417274"/>
              <a:gd name="connsiteY2" fmla="*/ 417273 h 417273"/>
              <a:gd name="connsiteX3" fmla="*/ 0 w 417274"/>
              <a:gd name="connsiteY3" fmla="*/ 263726 h 417273"/>
              <a:gd name="connsiteX4" fmla="*/ 263726 w 417274"/>
              <a:gd name="connsiteY4" fmla="*/ 0 h 417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274" h="417273">
                <a:moveTo>
                  <a:pt x="263726" y="0"/>
                </a:moveTo>
                <a:lnTo>
                  <a:pt x="417274" y="153547"/>
                </a:lnTo>
                <a:lnTo>
                  <a:pt x="153548" y="417273"/>
                </a:lnTo>
                <a:lnTo>
                  <a:pt x="0" y="263726"/>
                </a:lnTo>
                <a:lnTo>
                  <a:pt x="263726" y="0"/>
                </a:lnTo>
                <a:close/>
              </a:path>
            </a:pathLst>
          </a:custGeom>
        </p:spPr>
      </p:pic>
      <p:pic>
        <p:nvPicPr>
          <p:cNvPr id="298" name="Picture 297">
            <a:extLst>
              <a:ext uri="{FF2B5EF4-FFF2-40B4-BE49-F238E27FC236}">
                <a16:creationId xmlns:a16="http://schemas.microsoft.com/office/drawing/2014/main" id="{6A70C85B-EB81-41EE-912B-F16D08051907}"/>
              </a:ext>
            </a:extLst>
          </p:cNvPr>
          <p:cNvPicPr>
            <a:picLocks noChangeAspect="1"/>
          </p:cNvPicPr>
          <p:nvPr/>
        </p:nvPicPr>
        <p:blipFill>
          <a:blip r:embed="rId3">
            <a:extLst>
              <a:ext uri="{28A0092B-C50C-407E-A947-70E740481C1C}">
                <a14:useLocalDpi xmlns:a14="http://schemas.microsoft.com/office/drawing/2010/main" val="0"/>
              </a:ext>
            </a:extLst>
          </a:blip>
          <a:srcRect l="62493" t="-22227" r="20404" b="100000"/>
          <a:stretch>
            <a:fillRect/>
          </a:stretch>
        </p:blipFill>
        <p:spPr>
          <a:xfrm>
            <a:off x="8823948" y="-1556020"/>
            <a:ext cx="1563893" cy="1524295"/>
          </a:xfrm>
          <a:custGeom>
            <a:avLst/>
            <a:gdLst>
              <a:gd name="connsiteX0" fmla="*/ 263725 w 1563893"/>
              <a:gd name="connsiteY0" fmla="*/ 0 h 1524295"/>
              <a:gd name="connsiteX1" fmla="*/ 1563893 w 1563893"/>
              <a:gd name="connsiteY1" fmla="*/ 1300169 h 1524295"/>
              <a:gd name="connsiteX2" fmla="*/ 1339767 w 1563893"/>
              <a:gd name="connsiteY2" fmla="*/ 1524295 h 1524295"/>
              <a:gd name="connsiteX3" fmla="*/ 1260568 w 1563893"/>
              <a:gd name="connsiteY3" fmla="*/ 1524295 h 1524295"/>
              <a:gd name="connsiteX4" fmla="*/ 0 w 1563893"/>
              <a:gd name="connsiteY4" fmla="*/ 263727 h 1524295"/>
              <a:gd name="connsiteX5" fmla="*/ 263725 w 1563893"/>
              <a:gd name="connsiteY5" fmla="*/ 0 h 152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3893" h="1524295">
                <a:moveTo>
                  <a:pt x="263725" y="0"/>
                </a:moveTo>
                <a:lnTo>
                  <a:pt x="1563893" y="1300169"/>
                </a:lnTo>
                <a:lnTo>
                  <a:pt x="1339767" y="1524295"/>
                </a:lnTo>
                <a:lnTo>
                  <a:pt x="1260568" y="1524295"/>
                </a:lnTo>
                <a:lnTo>
                  <a:pt x="0" y="263727"/>
                </a:lnTo>
                <a:lnTo>
                  <a:pt x="263725" y="0"/>
                </a:lnTo>
                <a:close/>
              </a:path>
            </a:pathLst>
          </a:custGeom>
        </p:spPr>
      </p:pic>
      <p:pic>
        <p:nvPicPr>
          <p:cNvPr id="297" name="Picture 296">
            <a:extLst>
              <a:ext uri="{FF2B5EF4-FFF2-40B4-BE49-F238E27FC236}">
                <a16:creationId xmlns:a16="http://schemas.microsoft.com/office/drawing/2014/main" id="{8ABCCF4A-8494-4B9A-9680-A4D76CE26CC0}"/>
              </a:ext>
            </a:extLst>
          </p:cNvPr>
          <p:cNvPicPr>
            <a:picLocks noChangeAspect="1"/>
          </p:cNvPicPr>
          <p:nvPr/>
        </p:nvPicPr>
        <p:blipFill>
          <a:blip r:embed="rId3">
            <a:extLst>
              <a:ext uri="{28A0092B-C50C-407E-A947-70E740481C1C}">
                <a14:useLocalDpi xmlns:a14="http://schemas.microsoft.com/office/drawing/2010/main" val="0"/>
              </a:ext>
            </a:extLst>
          </a:blip>
          <a:srcRect l="45369" t="-22219" r="37507" b="100000"/>
          <a:stretch>
            <a:fillRect/>
          </a:stretch>
        </p:blipFill>
        <p:spPr>
          <a:xfrm>
            <a:off x="7258075" y="-1555518"/>
            <a:ext cx="1565872" cy="1523793"/>
          </a:xfrm>
          <a:custGeom>
            <a:avLst/>
            <a:gdLst>
              <a:gd name="connsiteX0" fmla="*/ 1302648 w 1565872"/>
              <a:gd name="connsiteY0" fmla="*/ 0 h 1523793"/>
              <a:gd name="connsiteX1" fmla="*/ 1565872 w 1565872"/>
              <a:gd name="connsiteY1" fmla="*/ 263225 h 1523793"/>
              <a:gd name="connsiteX2" fmla="*/ 305303 w 1565872"/>
              <a:gd name="connsiteY2" fmla="*/ 1523793 h 1523793"/>
              <a:gd name="connsiteX3" fmla="*/ 221145 w 1565872"/>
              <a:gd name="connsiteY3" fmla="*/ 1523793 h 1523793"/>
              <a:gd name="connsiteX4" fmla="*/ 0 w 1565872"/>
              <a:gd name="connsiteY4" fmla="*/ 1302648 h 1523793"/>
              <a:gd name="connsiteX5" fmla="*/ 1302648 w 1565872"/>
              <a:gd name="connsiteY5" fmla="*/ 0 h 152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872" h="1523793">
                <a:moveTo>
                  <a:pt x="1302648" y="0"/>
                </a:moveTo>
                <a:lnTo>
                  <a:pt x="1565872" y="263225"/>
                </a:lnTo>
                <a:lnTo>
                  <a:pt x="305303" y="1523793"/>
                </a:lnTo>
                <a:lnTo>
                  <a:pt x="221145" y="1523793"/>
                </a:lnTo>
                <a:lnTo>
                  <a:pt x="0" y="1302648"/>
                </a:lnTo>
                <a:lnTo>
                  <a:pt x="1302648" y="0"/>
                </a:lnTo>
                <a:close/>
              </a:path>
            </a:pathLst>
          </a:custGeom>
        </p:spPr>
      </p:pic>
      <p:pic>
        <p:nvPicPr>
          <p:cNvPr id="262" name="Picture 261">
            <a:extLst>
              <a:ext uri="{FF2B5EF4-FFF2-40B4-BE49-F238E27FC236}">
                <a16:creationId xmlns:a16="http://schemas.microsoft.com/office/drawing/2014/main" id="{639FDB93-ECBC-4B03-9EB5-744C64B549D6}"/>
              </a:ext>
            </a:extLst>
          </p:cNvPr>
          <p:cNvPicPr>
            <a:picLocks noChangeAspect="1"/>
          </p:cNvPicPr>
          <p:nvPr/>
        </p:nvPicPr>
        <p:blipFill>
          <a:blip r:embed="rId3">
            <a:extLst>
              <a:ext uri="{28A0092B-C50C-407E-A947-70E740481C1C}">
                <a14:useLocalDpi xmlns:a14="http://schemas.microsoft.com/office/drawing/2010/main" val="0"/>
              </a:ext>
            </a:extLst>
          </a:blip>
          <a:srcRect l="45294" t="100000" r="37603" b="-19697"/>
          <a:stretch>
            <a:fillRect/>
          </a:stretch>
        </p:blipFill>
        <p:spPr>
          <a:xfrm>
            <a:off x="7251283" y="6826275"/>
            <a:ext cx="1563894" cy="1350819"/>
          </a:xfrm>
          <a:custGeom>
            <a:avLst/>
            <a:gdLst>
              <a:gd name="connsiteX0" fmla="*/ 50651 w 1563894"/>
              <a:gd name="connsiteY0" fmla="*/ 0 h 1350819"/>
              <a:gd name="connsiteX1" fmla="*/ 476801 w 1563894"/>
              <a:gd name="connsiteY1" fmla="*/ 0 h 1350819"/>
              <a:gd name="connsiteX2" fmla="*/ 1563894 w 1563894"/>
              <a:gd name="connsiteY2" fmla="*/ 1087093 h 1350819"/>
              <a:gd name="connsiteX3" fmla="*/ 1300168 w 1563894"/>
              <a:gd name="connsiteY3" fmla="*/ 1350819 h 1350819"/>
              <a:gd name="connsiteX4" fmla="*/ 0 w 1563894"/>
              <a:gd name="connsiteY4" fmla="*/ 50651 h 1350819"/>
              <a:gd name="connsiteX5" fmla="*/ 50651 w 1563894"/>
              <a:gd name="connsiteY5" fmla="*/ 0 h 1350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3894" h="1350819">
                <a:moveTo>
                  <a:pt x="50651" y="0"/>
                </a:moveTo>
                <a:lnTo>
                  <a:pt x="476801" y="0"/>
                </a:lnTo>
                <a:lnTo>
                  <a:pt x="1563894" y="1087093"/>
                </a:lnTo>
                <a:lnTo>
                  <a:pt x="1300168" y="1350819"/>
                </a:lnTo>
                <a:lnTo>
                  <a:pt x="0" y="50651"/>
                </a:lnTo>
                <a:lnTo>
                  <a:pt x="50651" y="0"/>
                </a:lnTo>
                <a:close/>
              </a:path>
            </a:pathLst>
          </a:custGeom>
        </p:spPr>
      </p:pic>
      <p:pic>
        <p:nvPicPr>
          <p:cNvPr id="261" name="Picture 260">
            <a:extLst>
              <a:ext uri="{FF2B5EF4-FFF2-40B4-BE49-F238E27FC236}">
                <a16:creationId xmlns:a16="http://schemas.microsoft.com/office/drawing/2014/main" id="{332D8929-FB5A-491B-813A-C869E09BF74A}"/>
              </a:ext>
            </a:extLst>
          </p:cNvPr>
          <p:cNvPicPr>
            <a:picLocks noChangeAspect="1"/>
          </p:cNvPicPr>
          <p:nvPr/>
        </p:nvPicPr>
        <p:blipFill>
          <a:blip r:embed="rId3">
            <a:extLst>
              <a:ext uri="{28A0092B-C50C-407E-A947-70E740481C1C}">
                <a14:useLocalDpi xmlns:a14="http://schemas.microsoft.com/office/drawing/2010/main" val="0"/>
              </a:ext>
            </a:extLst>
          </a:blip>
          <a:srcRect l="62397" t="100000" r="20478" b="-19690"/>
          <a:stretch>
            <a:fillRect/>
          </a:stretch>
        </p:blipFill>
        <p:spPr>
          <a:xfrm>
            <a:off x="8815178" y="6826275"/>
            <a:ext cx="1565871" cy="1350317"/>
          </a:xfrm>
          <a:custGeom>
            <a:avLst/>
            <a:gdLst>
              <a:gd name="connsiteX0" fmla="*/ 1087093 w 1565871"/>
              <a:gd name="connsiteY0" fmla="*/ 0 h 1350317"/>
              <a:gd name="connsiteX1" fmla="*/ 1518201 w 1565871"/>
              <a:gd name="connsiteY1" fmla="*/ 0 h 1350317"/>
              <a:gd name="connsiteX2" fmla="*/ 1565871 w 1565871"/>
              <a:gd name="connsiteY2" fmla="*/ 47670 h 1350317"/>
              <a:gd name="connsiteX3" fmla="*/ 263224 w 1565871"/>
              <a:gd name="connsiteY3" fmla="*/ 1350317 h 1350317"/>
              <a:gd name="connsiteX4" fmla="*/ 0 w 1565871"/>
              <a:gd name="connsiteY4" fmla="*/ 1087093 h 1350317"/>
              <a:gd name="connsiteX5" fmla="*/ 1087093 w 1565871"/>
              <a:gd name="connsiteY5" fmla="*/ 0 h 1350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871" h="1350317">
                <a:moveTo>
                  <a:pt x="1087093" y="0"/>
                </a:moveTo>
                <a:lnTo>
                  <a:pt x="1518201" y="0"/>
                </a:lnTo>
                <a:lnTo>
                  <a:pt x="1565871" y="47670"/>
                </a:lnTo>
                <a:lnTo>
                  <a:pt x="263224" y="1350317"/>
                </a:lnTo>
                <a:lnTo>
                  <a:pt x="0" y="1087093"/>
                </a:lnTo>
                <a:lnTo>
                  <a:pt x="1087093" y="0"/>
                </a:lnTo>
                <a:close/>
              </a:path>
            </a:pathLst>
          </a:custGeom>
        </p:spPr>
      </p:pic>
      <p:pic>
        <p:nvPicPr>
          <p:cNvPr id="260" name="Picture 259">
            <a:extLst>
              <a:ext uri="{FF2B5EF4-FFF2-40B4-BE49-F238E27FC236}">
                <a16:creationId xmlns:a16="http://schemas.microsoft.com/office/drawing/2014/main" id="{777AD0DB-B99C-44F3-B868-3CAB46C9D6F3}"/>
              </a:ext>
            </a:extLst>
          </p:cNvPr>
          <p:cNvPicPr>
            <a:picLocks noChangeAspect="1"/>
          </p:cNvPicPr>
          <p:nvPr/>
        </p:nvPicPr>
        <p:blipFill>
          <a:blip r:embed="rId3">
            <a:extLst>
              <a:ext uri="{28A0092B-C50C-407E-A947-70E740481C1C}">
                <a14:useLocalDpi xmlns:a14="http://schemas.microsoft.com/office/drawing/2010/main" val="0"/>
              </a:ext>
            </a:extLst>
          </a:blip>
          <a:srcRect l="79522" t="100000" r="16598" b="-2934"/>
          <a:stretch>
            <a:fillRect/>
          </a:stretch>
        </p:blipFill>
        <p:spPr>
          <a:xfrm>
            <a:off x="10381048" y="6826274"/>
            <a:ext cx="354766" cy="201218"/>
          </a:xfrm>
          <a:custGeom>
            <a:avLst/>
            <a:gdLst>
              <a:gd name="connsiteX0" fmla="*/ 47670 w 354766"/>
              <a:gd name="connsiteY0" fmla="*/ 0 h 201218"/>
              <a:gd name="connsiteX1" fmla="*/ 354766 w 354766"/>
              <a:gd name="connsiteY1" fmla="*/ 0 h 201218"/>
              <a:gd name="connsiteX2" fmla="*/ 153548 w 354766"/>
              <a:gd name="connsiteY2" fmla="*/ 201218 h 201218"/>
              <a:gd name="connsiteX3" fmla="*/ 0 w 354766"/>
              <a:gd name="connsiteY3" fmla="*/ 47670 h 201218"/>
              <a:gd name="connsiteX4" fmla="*/ 47670 w 354766"/>
              <a:gd name="connsiteY4" fmla="*/ 0 h 201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766" h="201218">
                <a:moveTo>
                  <a:pt x="47670" y="0"/>
                </a:moveTo>
                <a:lnTo>
                  <a:pt x="354766" y="0"/>
                </a:lnTo>
                <a:lnTo>
                  <a:pt x="153548" y="201218"/>
                </a:lnTo>
                <a:lnTo>
                  <a:pt x="0" y="47670"/>
                </a:lnTo>
                <a:lnTo>
                  <a:pt x="47670" y="0"/>
                </a:lnTo>
                <a:close/>
              </a:path>
            </a:pathLst>
          </a:custGeom>
        </p:spPr>
      </p:pic>
      <p:sp>
        <p:nvSpPr>
          <p:cNvPr id="347" name="TextBox 346">
            <a:extLst>
              <a:ext uri="{FF2B5EF4-FFF2-40B4-BE49-F238E27FC236}">
                <a16:creationId xmlns:a16="http://schemas.microsoft.com/office/drawing/2014/main" id="{790F77D8-0F4F-46A6-8A69-03566BFBB15B}"/>
              </a:ext>
            </a:extLst>
          </p:cNvPr>
          <p:cNvSpPr txBox="1"/>
          <p:nvPr/>
        </p:nvSpPr>
        <p:spPr>
          <a:xfrm>
            <a:off x="263220" y="418192"/>
            <a:ext cx="10295211" cy="584775"/>
          </a:xfrm>
          <a:prstGeom prst="rect">
            <a:avLst/>
          </a:prstGeom>
          <a:noFill/>
          <a:effectLst>
            <a:innerShdw blurRad="63500" dist="50800" dir="13500000">
              <a:prstClr val="black">
                <a:alpha val="50000"/>
              </a:prstClr>
            </a:innerShdw>
          </a:effectLst>
        </p:spPr>
        <p:txBody>
          <a:bodyPr wrap="square" rtlCol="0">
            <a:spAutoFit/>
          </a:bodyPr>
          <a:lstStyle/>
          <a:p>
            <a:r>
              <a:rPr lang="en-US" sz="3200" b="1" dirty="0">
                <a:solidFill>
                  <a:schemeClr val="accent1">
                    <a:lumMod val="50000"/>
                  </a:schemeClr>
                </a:solidFill>
                <a:effectLst>
                  <a:glow rad="101600">
                    <a:schemeClr val="accent5">
                      <a:satMod val="175000"/>
                      <a:alpha val="40000"/>
                    </a:schemeClr>
                  </a:glow>
                </a:effectLst>
                <a:latin typeface="Arial" panose="020B0604020202020204" pitchFamily="34" charset="0"/>
                <a:cs typeface="Arial" panose="020B0604020202020204" pitchFamily="34" charset="0"/>
              </a:rPr>
              <a:t>Introduction-Fraudulent Transaction</a:t>
            </a:r>
          </a:p>
        </p:txBody>
      </p:sp>
      <p:sp>
        <p:nvSpPr>
          <p:cNvPr id="8" name="TextBox 7">
            <a:extLst>
              <a:ext uri="{FF2B5EF4-FFF2-40B4-BE49-F238E27FC236}">
                <a16:creationId xmlns:a16="http://schemas.microsoft.com/office/drawing/2014/main" id="{2BE3507C-158D-4EE4-A792-150DD9DF8D97}"/>
              </a:ext>
            </a:extLst>
          </p:cNvPr>
          <p:cNvSpPr txBox="1"/>
          <p:nvPr/>
        </p:nvSpPr>
        <p:spPr>
          <a:xfrm>
            <a:off x="692231" y="1606471"/>
            <a:ext cx="9866200" cy="3170099"/>
          </a:xfrm>
          <a:prstGeom prst="rect">
            <a:avLst/>
          </a:prstGeom>
          <a:noFill/>
        </p:spPr>
        <p:txBody>
          <a:bodyPr wrap="square" rtlCol="0">
            <a:spAutoFit/>
          </a:bodyPr>
          <a:lstStyle/>
          <a:p>
            <a:pPr algn="just"/>
            <a:r>
              <a:rPr lang="en-US" sz="2000" b="1" dirty="0">
                <a:solidFill>
                  <a:srgbClr val="0361AE"/>
                </a:solidFill>
                <a:latin typeface="Times New Roman" panose="02020603050405020304" pitchFamily="18" charset="0"/>
                <a:cs typeface="Times New Roman" panose="02020603050405020304" pitchFamily="18" charset="0"/>
              </a:rPr>
              <a:t>In an increasingly digital world, the prevalence of fraudulent transactions has risen sharply, posing significant threats to businesses and consumers alike. Fraudulent transactions refer to any unauthorized or deceptive financial activities that result in financial loss, often exploiting vulnerabilities in payment systems and consumer behavior. With advancements in technology and the growing sophistication of cybercriminals, traditional methods of fraud detection and prevention are continually challenged. This presentation aims to explore the various types of fraudulent transactions, their impacts on individuals and organizations, and the strategies employed to combat this pervasive issue. By understanding the landscape of fraud, we can better equip ourselves to protect against these threats and foster a more secure financial environment.</a:t>
            </a:r>
          </a:p>
        </p:txBody>
      </p:sp>
      <p:pic>
        <p:nvPicPr>
          <p:cNvPr id="17" name="Picture 16">
            <a:extLst>
              <a:ext uri="{FF2B5EF4-FFF2-40B4-BE49-F238E27FC236}">
                <a16:creationId xmlns:a16="http://schemas.microsoft.com/office/drawing/2014/main" id="{5796AD6D-F90D-4E4C-8D61-DE2F7A06FA8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686205" y="0"/>
            <a:ext cx="1606471" cy="1606471"/>
          </a:xfrm>
          <a:prstGeom prst="rect">
            <a:avLst/>
          </a:prstGeom>
        </p:spPr>
      </p:pic>
    </p:spTree>
    <p:extLst>
      <p:ext uri="{BB962C8B-B14F-4D97-AF65-F5344CB8AC3E}">
        <p14:creationId xmlns:p14="http://schemas.microsoft.com/office/powerpoint/2010/main" val="24488498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5943C88-8083-4212-8B71-5588B2D3E870}"/>
              </a:ext>
            </a:extLst>
          </p:cNvPr>
          <p:cNvSpPr/>
          <p:nvPr/>
        </p:nvSpPr>
        <p:spPr>
          <a:xfrm>
            <a:off x="4897514" y="1065322"/>
            <a:ext cx="3639845"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How Credit Card Works</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CAEE97BD-56BB-4230-85F0-D19E66C2D2E8}"/>
              </a:ext>
            </a:extLst>
          </p:cNvPr>
          <p:cNvSpPr/>
          <p:nvPr/>
        </p:nvSpPr>
        <p:spPr>
          <a:xfrm>
            <a:off x="4897515" y="3136037"/>
            <a:ext cx="3639845"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Detection of CR Fraud</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B395B2F5-32D9-4AE5-BB6B-D1FD08A05259}"/>
              </a:ext>
            </a:extLst>
          </p:cNvPr>
          <p:cNvSpPr/>
          <p:nvPr/>
        </p:nvSpPr>
        <p:spPr>
          <a:xfrm>
            <a:off x="4897514" y="5206752"/>
            <a:ext cx="3639845"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Preventive Measures</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4EBE4AD2-3E17-41DE-BECB-0E9D4D4375E9}"/>
              </a:ext>
            </a:extLst>
          </p:cNvPr>
          <p:cNvSpPr/>
          <p:nvPr/>
        </p:nvSpPr>
        <p:spPr>
          <a:xfrm>
            <a:off x="2204621" y="1065322"/>
            <a:ext cx="1479612"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Part 01</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70744006-55F7-45DB-82F2-9AB7AD1360B0}"/>
              </a:ext>
            </a:extLst>
          </p:cNvPr>
          <p:cNvSpPr/>
          <p:nvPr/>
        </p:nvSpPr>
        <p:spPr>
          <a:xfrm>
            <a:off x="2204622" y="3136037"/>
            <a:ext cx="1479612"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Part 02</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07075581-D9AA-404A-AE08-0A88AB22B206}"/>
              </a:ext>
            </a:extLst>
          </p:cNvPr>
          <p:cNvSpPr/>
          <p:nvPr/>
        </p:nvSpPr>
        <p:spPr>
          <a:xfrm>
            <a:off x="2204621" y="5206752"/>
            <a:ext cx="1479612"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Part 03</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24964E5E-076C-40DA-8830-5359D590B18E}"/>
              </a:ext>
            </a:extLst>
          </p:cNvPr>
          <p:cNvSpPr/>
          <p:nvPr/>
        </p:nvSpPr>
        <p:spPr>
          <a:xfrm>
            <a:off x="3808520" y="1429305"/>
            <a:ext cx="985422" cy="346229"/>
          </a:xfrm>
          <a:prstGeom prst="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13" name="Arrow: Right 12">
            <a:extLst>
              <a:ext uri="{FF2B5EF4-FFF2-40B4-BE49-F238E27FC236}">
                <a16:creationId xmlns:a16="http://schemas.microsoft.com/office/drawing/2014/main" id="{285FB4A2-488B-4C3F-A076-7E1AA8B7151A}"/>
              </a:ext>
            </a:extLst>
          </p:cNvPr>
          <p:cNvSpPr/>
          <p:nvPr/>
        </p:nvSpPr>
        <p:spPr>
          <a:xfrm>
            <a:off x="3808520" y="3588798"/>
            <a:ext cx="985422" cy="346229"/>
          </a:xfrm>
          <a:prstGeom prst="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15" name="Arrow: Right 14">
            <a:extLst>
              <a:ext uri="{FF2B5EF4-FFF2-40B4-BE49-F238E27FC236}">
                <a16:creationId xmlns:a16="http://schemas.microsoft.com/office/drawing/2014/main" id="{CB6380C6-8888-477A-96D5-C3AE75FD5CBE}"/>
              </a:ext>
            </a:extLst>
          </p:cNvPr>
          <p:cNvSpPr/>
          <p:nvPr/>
        </p:nvSpPr>
        <p:spPr>
          <a:xfrm>
            <a:off x="3808520" y="5659513"/>
            <a:ext cx="985422" cy="346229"/>
          </a:xfrm>
          <a:prstGeom prst="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5F746FB0-BC82-4EC0-83C1-C33FE73E45CA}"/>
              </a:ext>
            </a:extLst>
          </p:cNvPr>
          <p:cNvSpPr/>
          <p:nvPr/>
        </p:nvSpPr>
        <p:spPr>
          <a:xfrm>
            <a:off x="0" y="1"/>
            <a:ext cx="11967099"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Rectangle 17">
            <a:extLst>
              <a:ext uri="{FF2B5EF4-FFF2-40B4-BE49-F238E27FC236}">
                <a16:creationId xmlns:a16="http://schemas.microsoft.com/office/drawing/2014/main" id="{1D010343-EA98-43B5-8817-9FCEF0D5ECC7}"/>
              </a:ext>
            </a:extLst>
          </p:cNvPr>
          <p:cNvSpPr/>
          <p:nvPr/>
        </p:nvSpPr>
        <p:spPr>
          <a:xfrm rot="16200000">
            <a:off x="-3213100" y="3326784"/>
            <a:ext cx="6876000"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3743791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1000"/>
                                        <p:tgtEl>
                                          <p:spTgt spid="7"/>
                                        </p:tgtEl>
                                      </p:cBhvr>
                                    </p:animEffect>
                                    <p:anim calcmode="lin" valueType="num">
                                      <p:cBhvr>
                                        <p:cTn id="42" dur="1000" fill="hold"/>
                                        <p:tgtEl>
                                          <p:spTgt spid="7"/>
                                        </p:tgtEl>
                                        <p:attrNameLst>
                                          <p:attrName>ppt_x</p:attrName>
                                        </p:attrNameLst>
                                      </p:cBhvr>
                                      <p:tavLst>
                                        <p:tav tm="0">
                                          <p:val>
                                            <p:strVal val="#ppt_x"/>
                                          </p:val>
                                        </p:tav>
                                        <p:tav tm="100000">
                                          <p:val>
                                            <p:strVal val="#ppt_x"/>
                                          </p:val>
                                        </p:tav>
                                      </p:tavLst>
                                    </p:anim>
                                    <p:anim calcmode="lin" valueType="num">
                                      <p:cBhvr>
                                        <p:cTn id="43" dur="1000" fill="hold"/>
                                        <p:tgtEl>
                                          <p:spTgt spid="7"/>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anim calcmode="lin" valueType="num">
                                      <p:cBhvr>
                                        <p:cTn id="47" dur="1000" fill="hold"/>
                                        <p:tgtEl>
                                          <p:spTgt spid="11"/>
                                        </p:tgtEl>
                                        <p:attrNameLst>
                                          <p:attrName>ppt_x</p:attrName>
                                        </p:attrNameLst>
                                      </p:cBhvr>
                                      <p:tavLst>
                                        <p:tav tm="0">
                                          <p:val>
                                            <p:strVal val="#ppt_x"/>
                                          </p:val>
                                        </p:tav>
                                        <p:tav tm="100000">
                                          <p:val>
                                            <p:strVal val="#ppt_x"/>
                                          </p:val>
                                        </p:tav>
                                      </p:tavLst>
                                    </p:anim>
                                    <p:anim calcmode="lin" valueType="num">
                                      <p:cBhvr>
                                        <p:cTn id="48" dur="1000" fill="hold"/>
                                        <p:tgtEl>
                                          <p:spTgt spid="11"/>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57D7280-0B29-4274-AFC6-D2AFB3F34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1558" y="973026"/>
            <a:ext cx="4847515" cy="3229656"/>
          </a:xfrm>
          <a:prstGeom prst="rect">
            <a:avLst/>
          </a:prstGeom>
        </p:spPr>
      </p:pic>
      <p:sp>
        <p:nvSpPr>
          <p:cNvPr id="11" name="TextBox 10">
            <a:extLst>
              <a:ext uri="{FF2B5EF4-FFF2-40B4-BE49-F238E27FC236}">
                <a16:creationId xmlns:a16="http://schemas.microsoft.com/office/drawing/2014/main" id="{C8BD3946-253A-4B37-9EE9-1B6D370FA18F}"/>
              </a:ext>
            </a:extLst>
          </p:cNvPr>
          <p:cNvSpPr txBox="1"/>
          <p:nvPr/>
        </p:nvSpPr>
        <p:spPr>
          <a:xfrm>
            <a:off x="757255" y="-35511"/>
            <a:ext cx="2480444" cy="4124618"/>
          </a:xfrm>
          <a:prstGeom prst="rect">
            <a:avLst/>
          </a:prstGeom>
          <a:gradFill flip="none" rotWithShape="1">
            <a:gsLst>
              <a:gs pos="0">
                <a:srgbClr val="03A788">
                  <a:shade val="30000"/>
                  <a:satMod val="115000"/>
                </a:srgbClr>
              </a:gs>
              <a:gs pos="50000">
                <a:srgbClr val="03A788">
                  <a:shade val="67500"/>
                  <a:satMod val="115000"/>
                </a:srgbClr>
              </a:gs>
              <a:gs pos="100000">
                <a:srgbClr val="03A788">
                  <a:shade val="100000"/>
                  <a:satMod val="115000"/>
                </a:srgbClr>
              </a:gs>
            </a:gsLst>
            <a:lin ang="0" scaled="1"/>
            <a:tileRect/>
          </a:gradFill>
        </p:spPr>
        <p:txBody>
          <a:bodyPr wrap="square" rtlCol="0">
            <a:spAutoFit/>
          </a:bodyPr>
          <a:lstStyle/>
          <a:p>
            <a:endParaRPr lang="en-PK" dirty="0"/>
          </a:p>
        </p:txBody>
      </p:sp>
      <p:sp>
        <p:nvSpPr>
          <p:cNvPr id="12" name="Rectangle 11">
            <a:extLst>
              <a:ext uri="{FF2B5EF4-FFF2-40B4-BE49-F238E27FC236}">
                <a16:creationId xmlns:a16="http://schemas.microsoft.com/office/drawing/2014/main" id="{086E2820-DB29-43F6-88A7-DD7EA826550A}"/>
              </a:ext>
            </a:extLst>
          </p:cNvPr>
          <p:cNvSpPr>
            <a:spLocks noChangeArrowheads="1"/>
          </p:cNvSpPr>
          <p:nvPr/>
        </p:nvSpPr>
        <p:spPr bwMode="auto">
          <a:xfrm>
            <a:off x="757254" y="251587"/>
            <a:ext cx="2480443" cy="745853"/>
          </a:xfrm>
          <a:prstGeom prst="rect">
            <a:avLst/>
          </a:prstGeom>
          <a:noFill/>
          <a:ln>
            <a:noFill/>
          </a:ln>
        </p:spPr>
        <p:txBody>
          <a:bodyPr vert="horz" wrap="square" lIns="45720" tIns="22860" rIns="45720" bIns="22860" numCol="1" anchor="t" anchorCtr="0" compatLnSpc="1">
            <a:prstTxWarp prst="textNoShape">
              <a:avLst/>
            </a:prstTxWarp>
          </a:bodyPr>
          <a:lstStyle/>
          <a:p>
            <a:pPr algn="ctr"/>
            <a:r>
              <a:rPr lang="en-US" sz="4800" b="1" dirty="0">
                <a:solidFill>
                  <a:schemeClr val="bg1"/>
                </a:solidFill>
                <a:latin typeface="Times New Roman" panose="02020603050405020304" pitchFamily="18" charset="0"/>
                <a:cs typeface="Times New Roman" panose="02020603050405020304" pitchFamily="18" charset="0"/>
              </a:rPr>
              <a:t>Part 01</a:t>
            </a:r>
            <a:endParaRPr lang="en-PK" sz="4800" b="1" dirty="0">
              <a:solidFill>
                <a:schemeClr val="bg1"/>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B56EC30-75CB-4C7E-AA99-BF918992A024}"/>
              </a:ext>
            </a:extLst>
          </p:cNvPr>
          <p:cNvSpPr txBox="1"/>
          <p:nvPr/>
        </p:nvSpPr>
        <p:spPr>
          <a:xfrm>
            <a:off x="588788" y="1317223"/>
            <a:ext cx="2817373" cy="830997"/>
          </a:xfrm>
          <a:prstGeom prst="rect">
            <a:avLst/>
          </a:prstGeom>
          <a:noFill/>
        </p:spPr>
        <p:txBody>
          <a:bodyPr wrap="squar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How credit Cards Works</a:t>
            </a:r>
            <a:endParaRPr lang="en-PK" sz="2400" b="1" dirty="0">
              <a:solidFill>
                <a:schemeClr val="bg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B317924B-AD50-46D8-926A-B7ED9C16B3AF}"/>
              </a:ext>
            </a:extLst>
          </p:cNvPr>
          <p:cNvSpPr/>
          <p:nvPr/>
        </p:nvSpPr>
        <p:spPr>
          <a:xfrm>
            <a:off x="0" y="1"/>
            <a:ext cx="11967099"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64CA8A19-18B1-4C9A-A922-30C40C473093}"/>
              </a:ext>
            </a:extLst>
          </p:cNvPr>
          <p:cNvSpPr/>
          <p:nvPr/>
        </p:nvSpPr>
        <p:spPr>
          <a:xfrm rot="16200000">
            <a:off x="-3213100" y="3326784"/>
            <a:ext cx="6876000"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102032311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36AE948-18EC-45B5-9297-D0F9AF08D9F7}"/>
              </a:ext>
            </a:extLst>
          </p:cNvPr>
          <p:cNvSpPr/>
          <p:nvPr/>
        </p:nvSpPr>
        <p:spPr>
          <a:xfrm>
            <a:off x="-92075" y="0"/>
            <a:ext cx="12284075" cy="6934504"/>
          </a:xfrm>
          <a:prstGeom prst="rect">
            <a:avLst/>
          </a:prstGeom>
          <a:gradFill>
            <a:gsLst>
              <a:gs pos="0">
                <a:srgbClr val="1CADE4">
                  <a:alpha val="70000"/>
                </a:srgbClr>
              </a:gs>
              <a:gs pos="100000">
                <a:srgbClr val="2683C6">
                  <a:alpha val="10000"/>
                </a:srgbClr>
              </a:gs>
            </a:gsLst>
            <a:lin ang="2700000" scaled="1"/>
          </a:gradFill>
          <a:ln w="12700" cap="flat" cmpd="sng" algn="ctr">
            <a:noFill/>
            <a:prstDash val="solid"/>
            <a:miter lim="800000"/>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en-IN" sz="2399"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928BB1C-7851-43F4-B70A-387FCB04CD73}"/>
              </a:ext>
            </a:extLst>
          </p:cNvPr>
          <p:cNvSpPr/>
          <p:nvPr/>
        </p:nvSpPr>
        <p:spPr>
          <a:xfrm>
            <a:off x="823691" y="5833350"/>
            <a:ext cx="10823269"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08C174F-B9E8-4ED3-A6A6-31869CF44750}"/>
              </a:ext>
            </a:extLst>
          </p:cNvPr>
          <p:cNvSpPr/>
          <p:nvPr/>
        </p:nvSpPr>
        <p:spPr>
          <a:xfrm>
            <a:off x="6818176" y="4643091"/>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3509ACBF-CDC1-48B1-A20E-F675EFA41F16}"/>
              </a:ext>
            </a:extLst>
          </p:cNvPr>
          <p:cNvSpPr/>
          <p:nvPr/>
        </p:nvSpPr>
        <p:spPr>
          <a:xfrm>
            <a:off x="4349915" y="26762"/>
            <a:ext cx="3639845"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How Credit Card Works</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B884316-E5D3-4082-BC91-161B108F12B5}"/>
              </a:ext>
            </a:extLst>
          </p:cNvPr>
          <p:cNvSpPr txBox="1"/>
          <p:nvPr/>
        </p:nvSpPr>
        <p:spPr>
          <a:xfrm>
            <a:off x="329976" y="1235846"/>
            <a:ext cx="11363416" cy="1077218"/>
          </a:xfrm>
          <a:prstGeom prst="rect">
            <a:avLst/>
          </a:prstGeom>
          <a:noFill/>
        </p:spPr>
        <p:txBody>
          <a:bodyPr wrap="square" rtlCol="0">
            <a:spAutoFit/>
          </a:bodyPr>
          <a:lstStyle/>
          <a:p>
            <a:r>
              <a:rPr lang="en-US" sz="1600" dirty="0">
                <a:solidFill>
                  <a:schemeClr val="tx1">
                    <a:lumMod val="95000"/>
                    <a:lumOff val="5000"/>
                  </a:schemeClr>
                </a:solidFill>
              </a:rPr>
              <a:t>•</a:t>
            </a:r>
            <a:r>
              <a:rPr lang="en-US" sz="1600" dirty="0">
                <a:solidFill>
                  <a:schemeClr val="tx1">
                    <a:lumMod val="95000"/>
                    <a:lumOff val="5000"/>
                  </a:schemeClr>
                </a:solidFill>
                <a:highlight>
                  <a:srgbClr val="FFFF00"/>
                </a:highlight>
              </a:rPr>
              <a:t>Batch Processing: </a:t>
            </a:r>
            <a:r>
              <a:rPr lang="en-US" sz="1600" dirty="0">
                <a:solidFill>
                  <a:schemeClr val="tx1">
                    <a:lumMod val="95000"/>
                    <a:lumOff val="5000"/>
                  </a:schemeClr>
                </a:solidFill>
              </a:rPr>
              <a:t>At the end of the business day, the merchant batches all approved transactions and sends them to the payment processor for settlement.</a:t>
            </a:r>
          </a:p>
          <a:p>
            <a:r>
              <a:rPr lang="en-US" sz="1600" dirty="0">
                <a:solidFill>
                  <a:schemeClr val="tx1">
                    <a:lumMod val="95000"/>
                    <a:lumOff val="5000"/>
                  </a:schemeClr>
                </a:solidFill>
              </a:rPr>
              <a:t>•</a:t>
            </a:r>
            <a:r>
              <a:rPr lang="en-US" sz="1600" dirty="0">
                <a:solidFill>
                  <a:schemeClr val="tx1">
                    <a:lumMod val="95000"/>
                    <a:lumOff val="5000"/>
                  </a:schemeClr>
                </a:solidFill>
                <a:highlight>
                  <a:srgbClr val="FFFF00"/>
                </a:highlight>
              </a:rPr>
              <a:t>Settlement Request: </a:t>
            </a:r>
            <a:r>
              <a:rPr lang="en-US" sz="1600" dirty="0">
                <a:solidFill>
                  <a:schemeClr val="tx1">
                    <a:lumMod val="95000"/>
                    <a:lumOff val="5000"/>
                  </a:schemeClr>
                </a:solidFill>
              </a:rPr>
              <a:t>The payment processor sends a settlement request to the card network, which then forwards it to the respective issuing banks.</a:t>
            </a:r>
          </a:p>
        </p:txBody>
      </p:sp>
      <p:sp>
        <p:nvSpPr>
          <p:cNvPr id="43" name="Rectangle 42">
            <a:extLst>
              <a:ext uri="{FF2B5EF4-FFF2-40B4-BE49-F238E27FC236}">
                <a16:creationId xmlns:a16="http://schemas.microsoft.com/office/drawing/2014/main" id="{1D1B3388-8C73-4127-ADAF-EB5A164E348A}"/>
              </a:ext>
            </a:extLst>
          </p:cNvPr>
          <p:cNvSpPr/>
          <p:nvPr/>
        </p:nvSpPr>
        <p:spPr>
          <a:xfrm>
            <a:off x="813647" y="2341899"/>
            <a:ext cx="4673454" cy="1028823"/>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2">
                  <a:lumMod val="10000"/>
                </a:schemeClr>
              </a:solidFill>
            </a:endParaRPr>
          </a:p>
        </p:txBody>
      </p:sp>
      <p:sp>
        <p:nvSpPr>
          <p:cNvPr id="44" name="Rectangle 43">
            <a:extLst>
              <a:ext uri="{FF2B5EF4-FFF2-40B4-BE49-F238E27FC236}">
                <a16:creationId xmlns:a16="http://schemas.microsoft.com/office/drawing/2014/main" id="{5A95B1A5-12AB-4A1F-999A-FD956952F864}"/>
              </a:ext>
            </a:extLst>
          </p:cNvPr>
          <p:cNvSpPr/>
          <p:nvPr/>
        </p:nvSpPr>
        <p:spPr>
          <a:xfrm>
            <a:off x="814537" y="3490957"/>
            <a:ext cx="4276592"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9F34D2F-ED5A-4319-AD30-534C729B223F}"/>
              </a:ext>
            </a:extLst>
          </p:cNvPr>
          <p:cNvSpPr/>
          <p:nvPr/>
        </p:nvSpPr>
        <p:spPr>
          <a:xfrm>
            <a:off x="6704900" y="2339314"/>
            <a:ext cx="4361511" cy="105337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5C914184-B581-4CEB-BC8B-6529C4AF2319}"/>
              </a:ext>
            </a:extLst>
          </p:cNvPr>
          <p:cNvSpPr/>
          <p:nvPr/>
        </p:nvSpPr>
        <p:spPr>
          <a:xfrm>
            <a:off x="6808962" y="3464939"/>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5806E977-17AC-4BBD-B41F-CE91FBA501AB}"/>
              </a:ext>
            </a:extLst>
          </p:cNvPr>
          <p:cNvSpPr/>
          <p:nvPr/>
        </p:nvSpPr>
        <p:spPr>
          <a:xfrm>
            <a:off x="346613" y="2344403"/>
            <a:ext cx="477078" cy="1028823"/>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F2C8D8DD-8053-44E4-8ABB-D32D697DA15C}"/>
              </a:ext>
            </a:extLst>
          </p:cNvPr>
          <p:cNvSpPr/>
          <p:nvPr/>
        </p:nvSpPr>
        <p:spPr>
          <a:xfrm>
            <a:off x="814444" y="4704989"/>
            <a:ext cx="4499140"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36A96B97-F06D-4B62-B74A-A741B215BF8A}"/>
              </a:ext>
            </a:extLst>
          </p:cNvPr>
          <p:cNvSpPr/>
          <p:nvPr/>
        </p:nvSpPr>
        <p:spPr>
          <a:xfrm>
            <a:off x="11085554" y="2341899"/>
            <a:ext cx="477078" cy="1050792"/>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889BD2F0-91D1-4265-95F7-770AC275859A}"/>
              </a:ext>
            </a:extLst>
          </p:cNvPr>
          <p:cNvSpPr/>
          <p:nvPr/>
        </p:nvSpPr>
        <p:spPr>
          <a:xfrm>
            <a:off x="11094094" y="3468736"/>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D80391E3-5736-4252-9233-422D2836A9E9}"/>
              </a:ext>
            </a:extLst>
          </p:cNvPr>
          <p:cNvSpPr txBox="1"/>
          <p:nvPr/>
        </p:nvSpPr>
        <p:spPr>
          <a:xfrm>
            <a:off x="375800" y="2719772"/>
            <a:ext cx="418704" cy="369332"/>
          </a:xfrm>
          <a:prstGeom prst="rect">
            <a:avLst/>
          </a:prstGeom>
          <a:noFill/>
        </p:spPr>
        <p:txBody>
          <a:bodyPr wrap="none" rtlCol="0">
            <a:spAutoFit/>
          </a:bodyPr>
          <a:lstStyle/>
          <a:p>
            <a:r>
              <a:rPr lang="en-US" dirty="0"/>
              <a:t>01</a:t>
            </a:r>
          </a:p>
        </p:txBody>
      </p:sp>
      <p:sp>
        <p:nvSpPr>
          <p:cNvPr id="55" name="TextBox 54">
            <a:extLst>
              <a:ext uri="{FF2B5EF4-FFF2-40B4-BE49-F238E27FC236}">
                <a16:creationId xmlns:a16="http://schemas.microsoft.com/office/drawing/2014/main" id="{17A78ACD-6CB6-4A7B-869C-5B3838E11920}"/>
              </a:ext>
            </a:extLst>
          </p:cNvPr>
          <p:cNvSpPr txBox="1"/>
          <p:nvPr/>
        </p:nvSpPr>
        <p:spPr>
          <a:xfrm>
            <a:off x="11166579" y="3848929"/>
            <a:ext cx="418704" cy="369332"/>
          </a:xfrm>
          <a:prstGeom prst="rect">
            <a:avLst/>
          </a:prstGeom>
          <a:solidFill>
            <a:schemeClr val="accent5">
              <a:lumMod val="20000"/>
              <a:lumOff val="80000"/>
            </a:schemeClr>
          </a:solidFill>
        </p:spPr>
        <p:txBody>
          <a:bodyPr wrap="none" rtlCol="0">
            <a:spAutoFit/>
          </a:bodyPr>
          <a:lstStyle/>
          <a:p>
            <a:r>
              <a:rPr lang="en-US" dirty="0"/>
              <a:t>04</a:t>
            </a:r>
          </a:p>
        </p:txBody>
      </p:sp>
      <p:sp>
        <p:nvSpPr>
          <p:cNvPr id="56" name="TextBox 55">
            <a:extLst>
              <a:ext uri="{FF2B5EF4-FFF2-40B4-BE49-F238E27FC236}">
                <a16:creationId xmlns:a16="http://schemas.microsoft.com/office/drawing/2014/main" id="{64BF54FC-F44C-4274-9ADF-B3E11C384883}"/>
              </a:ext>
            </a:extLst>
          </p:cNvPr>
          <p:cNvSpPr txBox="1"/>
          <p:nvPr/>
        </p:nvSpPr>
        <p:spPr>
          <a:xfrm>
            <a:off x="11111027" y="2606138"/>
            <a:ext cx="451605" cy="369332"/>
          </a:xfrm>
          <a:prstGeom prst="rect">
            <a:avLst/>
          </a:prstGeom>
          <a:solidFill>
            <a:schemeClr val="accent5">
              <a:lumMod val="20000"/>
              <a:lumOff val="80000"/>
            </a:schemeClr>
          </a:solidFill>
        </p:spPr>
        <p:txBody>
          <a:bodyPr wrap="square" rtlCol="0">
            <a:spAutoFit/>
          </a:bodyPr>
          <a:lstStyle/>
          <a:p>
            <a:r>
              <a:rPr lang="en-US" dirty="0"/>
              <a:t>03</a:t>
            </a:r>
          </a:p>
        </p:txBody>
      </p:sp>
      <p:sp>
        <p:nvSpPr>
          <p:cNvPr id="57" name="Oval 56">
            <a:extLst>
              <a:ext uri="{FF2B5EF4-FFF2-40B4-BE49-F238E27FC236}">
                <a16:creationId xmlns:a16="http://schemas.microsoft.com/office/drawing/2014/main" id="{A19A3385-DBDD-4ACE-B7D1-AA193752FC40}"/>
              </a:ext>
            </a:extLst>
          </p:cNvPr>
          <p:cNvSpPr/>
          <p:nvPr/>
        </p:nvSpPr>
        <p:spPr>
          <a:xfrm>
            <a:off x="4247957" y="2899396"/>
            <a:ext cx="3843762" cy="34166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01B06B4C-D49B-4416-BB76-C6923262108C}"/>
              </a:ext>
            </a:extLst>
          </p:cNvPr>
          <p:cNvSpPr/>
          <p:nvPr/>
        </p:nvSpPr>
        <p:spPr>
          <a:xfrm>
            <a:off x="4570251" y="3178916"/>
            <a:ext cx="3024809" cy="2820012"/>
          </a:xfrm>
          <a:prstGeom prst="ellipse">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56FB46D2-4783-4906-924F-609790AA37AE}"/>
              </a:ext>
            </a:extLst>
          </p:cNvPr>
          <p:cNvSpPr/>
          <p:nvPr/>
        </p:nvSpPr>
        <p:spPr>
          <a:xfrm>
            <a:off x="5007006" y="3426492"/>
            <a:ext cx="2281561" cy="2211554"/>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900" b="1" dirty="0"/>
              <a:t>Incorporation of Companies</a:t>
            </a:r>
          </a:p>
        </p:txBody>
      </p:sp>
      <p:sp>
        <p:nvSpPr>
          <p:cNvPr id="60" name="TextBox 59">
            <a:extLst>
              <a:ext uri="{FF2B5EF4-FFF2-40B4-BE49-F238E27FC236}">
                <a16:creationId xmlns:a16="http://schemas.microsoft.com/office/drawing/2014/main" id="{FDE044DB-D33F-44AD-9C7B-3C5E20310915}"/>
              </a:ext>
            </a:extLst>
          </p:cNvPr>
          <p:cNvSpPr txBox="1"/>
          <p:nvPr/>
        </p:nvSpPr>
        <p:spPr>
          <a:xfrm>
            <a:off x="925856" y="3873576"/>
            <a:ext cx="3330004" cy="461665"/>
          </a:xfrm>
          <a:prstGeom prst="rect">
            <a:avLst/>
          </a:prstGeom>
          <a:noFill/>
        </p:spPr>
        <p:txBody>
          <a:bodyPr wrap="square" rtlCol="0">
            <a:spAutoFit/>
          </a:bodyPr>
          <a:lstStyle/>
          <a:p>
            <a:r>
              <a:rPr lang="en-US" sz="2400" dirty="0">
                <a:solidFill>
                  <a:schemeClr val="bg2">
                    <a:lumMod val="10000"/>
                  </a:schemeClr>
                </a:solidFill>
              </a:rPr>
              <a:t>Authorization Request</a:t>
            </a:r>
          </a:p>
        </p:txBody>
      </p:sp>
      <p:sp>
        <p:nvSpPr>
          <p:cNvPr id="61" name="TextBox 60">
            <a:extLst>
              <a:ext uri="{FF2B5EF4-FFF2-40B4-BE49-F238E27FC236}">
                <a16:creationId xmlns:a16="http://schemas.microsoft.com/office/drawing/2014/main" id="{031ADF60-460B-4906-8520-57CE995CEE4A}"/>
              </a:ext>
            </a:extLst>
          </p:cNvPr>
          <p:cNvSpPr txBox="1"/>
          <p:nvPr/>
        </p:nvSpPr>
        <p:spPr>
          <a:xfrm>
            <a:off x="7986367" y="2611772"/>
            <a:ext cx="3088025" cy="461665"/>
          </a:xfrm>
          <a:prstGeom prst="rect">
            <a:avLst/>
          </a:prstGeom>
          <a:solidFill>
            <a:schemeClr val="accent5">
              <a:lumMod val="20000"/>
              <a:lumOff val="80000"/>
            </a:schemeClr>
          </a:solidFill>
        </p:spPr>
        <p:txBody>
          <a:bodyPr wrap="none" rtlCol="0">
            <a:spAutoFit/>
          </a:bodyPr>
          <a:lstStyle/>
          <a:p>
            <a:r>
              <a:rPr lang="en-US" sz="2400" dirty="0"/>
              <a:t>Routing to Issuing Bank</a:t>
            </a:r>
            <a:endParaRPr lang="en-US" dirty="0"/>
          </a:p>
        </p:txBody>
      </p:sp>
      <p:sp>
        <p:nvSpPr>
          <p:cNvPr id="62" name="TextBox 61">
            <a:extLst>
              <a:ext uri="{FF2B5EF4-FFF2-40B4-BE49-F238E27FC236}">
                <a16:creationId xmlns:a16="http://schemas.microsoft.com/office/drawing/2014/main" id="{51713DE7-9F04-4327-BBC6-3B29B61BA090}"/>
              </a:ext>
            </a:extLst>
          </p:cNvPr>
          <p:cNvSpPr txBox="1"/>
          <p:nvPr/>
        </p:nvSpPr>
        <p:spPr>
          <a:xfrm>
            <a:off x="8015717" y="3802762"/>
            <a:ext cx="3136752" cy="461665"/>
          </a:xfrm>
          <a:prstGeom prst="rect">
            <a:avLst/>
          </a:prstGeom>
          <a:solidFill>
            <a:schemeClr val="accent5">
              <a:lumMod val="20000"/>
              <a:lumOff val="80000"/>
            </a:schemeClr>
          </a:solidFill>
        </p:spPr>
        <p:txBody>
          <a:bodyPr wrap="square" rtlCol="0">
            <a:spAutoFit/>
          </a:bodyPr>
          <a:lstStyle/>
          <a:p>
            <a:pPr algn="ctr"/>
            <a:r>
              <a:rPr lang="en-US" sz="2400" dirty="0"/>
              <a:t>Authorization Response</a:t>
            </a:r>
          </a:p>
        </p:txBody>
      </p:sp>
      <p:sp>
        <p:nvSpPr>
          <p:cNvPr id="63" name="TextBox 62">
            <a:extLst>
              <a:ext uri="{FF2B5EF4-FFF2-40B4-BE49-F238E27FC236}">
                <a16:creationId xmlns:a16="http://schemas.microsoft.com/office/drawing/2014/main" id="{F7EA1C6F-0915-457F-9BFA-5632BF2BB86E}"/>
              </a:ext>
            </a:extLst>
          </p:cNvPr>
          <p:cNvSpPr txBox="1"/>
          <p:nvPr/>
        </p:nvSpPr>
        <p:spPr>
          <a:xfrm>
            <a:off x="960502" y="2606138"/>
            <a:ext cx="3139577" cy="461665"/>
          </a:xfrm>
          <a:prstGeom prst="rect">
            <a:avLst/>
          </a:prstGeom>
          <a:noFill/>
        </p:spPr>
        <p:txBody>
          <a:bodyPr wrap="none" rtlCol="0">
            <a:spAutoFit/>
          </a:bodyPr>
          <a:lstStyle/>
          <a:p>
            <a:r>
              <a:rPr lang="en-US" sz="2400" dirty="0">
                <a:solidFill>
                  <a:schemeClr val="bg2">
                    <a:lumMod val="10000"/>
                  </a:schemeClr>
                </a:solidFill>
              </a:rPr>
              <a:t>Initiation of Transaction</a:t>
            </a:r>
            <a:endParaRPr lang="en-US" dirty="0"/>
          </a:p>
        </p:txBody>
      </p:sp>
      <p:sp>
        <p:nvSpPr>
          <p:cNvPr id="64" name="TextBox 63">
            <a:extLst>
              <a:ext uri="{FF2B5EF4-FFF2-40B4-BE49-F238E27FC236}">
                <a16:creationId xmlns:a16="http://schemas.microsoft.com/office/drawing/2014/main" id="{7FA49B5F-56DC-4854-9BCD-602023B4A98A}"/>
              </a:ext>
            </a:extLst>
          </p:cNvPr>
          <p:cNvSpPr txBox="1"/>
          <p:nvPr/>
        </p:nvSpPr>
        <p:spPr>
          <a:xfrm>
            <a:off x="855132" y="5027887"/>
            <a:ext cx="3467809"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65" name="Rectangle 64">
            <a:extLst>
              <a:ext uri="{FF2B5EF4-FFF2-40B4-BE49-F238E27FC236}">
                <a16:creationId xmlns:a16="http://schemas.microsoft.com/office/drawing/2014/main" id="{2CA52A77-9554-4958-9DE0-8370CC7E674E}"/>
              </a:ext>
            </a:extLst>
          </p:cNvPr>
          <p:cNvSpPr/>
          <p:nvPr/>
        </p:nvSpPr>
        <p:spPr>
          <a:xfrm>
            <a:off x="337458" y="3486814"/>
            <a:ext cx="477078"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extBox 65">
            <a:extLst>
              <a:ext uri="{FF2B5EF4-FFF2-40B4-BE49-F238E27FC236}">
                <a16:creationId xmlns:a16="http://schemas.microsoft.com/office/drawing/2014/main" id="{71C9BDD8-A003-4389-AE92-B21031845D14}"/>
              </a:ext>
            </a:extLst>
          </p:cNvPr>
          <p:cNvSpPr txBox="1"/>
          <p:nvPr/>
        </p:nvSpPr>
        <p:spPr>
          <a:xfrm>
            <a:off x="337458" y="3954365"/>
            <a:ext cx="418704" cy="369332"/>
          </a:xfrm>
          <a:prstGeom prst="rect">
            <a:avLst/>
          </a:prstGeom>
          <a:noFill/>
        </p:spPr>
        <p:txBody>
          <a:bodyPr wrap="none" rtlCol="0">
            <a:spAutoFit/>
          </a:bodyPr>
          <a:lstStyle/>
          <a:p>
            <a:r>
              <a:rPr lang="en-US" dirty="0"/>
              <a:t>02</a:t>
            </a:r>
          </a:p>
        </p:txBody>
      </p:sp>
      <p:sp>
        <p:nvSpPr>
          <p:cNvPr id="67" name="Rectangle 66">
            <a:extLst>
              <a:ext uri="{FF2B5EF4-FFF2-40B4-BE49-F238E27FC236}">
                <a16:creationId xmlns:a16="http://schemas.microsoft.com/office/drawing/2014/main" id="{F887BC66-A768-4F21-8DFD-EAC4948476BB}"/>
              </a:ext>
            </a:extLst>
          </p:cNvPr>
          <p:cNvSpPr/>
          <p:nvPr/>
        </p:nvSpPr>
        <p:spPr>
          <a:xfrm>
            <a:off x="329976" y="4708118"/>
            <a:ext cx="47707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BFDB30BA-E91E-42CB-935E-C24D5430B5EF}"/>
              </a:ext>
            </a:extLst>
          </p:cNvPr>
          <p:cNvSpPr txBox="1"/>
          <p:nvPr/>
        </p:nvSpPr>
        <p:spPr>
          <a:xfrm>
            <a:off x="359163" y="5120220"/>
            <a:ext cx="418704" cy="369332"/>
          </a:xfrm>
          <a:prstGeom prst="rect">
            <a:avLst/>
          </a:prstGeom>
          <a:solidFill>
            <a:schemeClr val="accent5">
              <a:lumMod val="20000"/>
              <a:lumOff val="80000"/>
            </a:schemeClr>
          </a:solidFill>
        </p:spPr>
        <p:txBody>
          <a:bodyPr wrap="none" rtlCol="0">
            <a:spAutoFit/>
          </a:bodyPr>
          <a:lstStyle/>
          <a:p>
            <a:r>
              <a:rPr lang="en-US" dirty="0"/>
              <a:t>05</a:t>
            </a:r>
          </a:p>
        </p:txBody>
      </p:sp>
      <p:sp>
        <p:nvSpPr>
          <p:cNvPr id="29" name="Rectangle 28">
            <a:extLst>
              <a:ext uri="{FF2B5EF4-FFF2-40B4-BE49-F238E27FC236}">
                <a16:creationId xmlns:a16="http://schemas.microsoft.com/office/drawing/2014/main" id="{69B57DE0-1ABF-4889-A441-6ED52DC311B6}"/>
              </a:ext>
            </a:extLst>
          </p:cNvPr>
          <p:cNvSpPr/>
          <p:nvPr/>
        </p:nvSpPr>
        <p:spPr>
          <a:xfrm>
            <a:off x="11111027" y="4650372"/>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C8BE9A8B-26B0-46B0-BDEB-EA98D8D6DC55}"/>
              </a:ext>
            </a:extLst>
          </p:cNvPr>
          <p:cNvSpPr txBox="1"/>
          <p:nvPr/>
        </p:nvSpPr>
        <p:spPr>
          <a:xfrm>
            <a:off x="11122030" y="5047084"/>
            <a:ext cx="418704" cy="369332"/>
          </a:xfrm>
          <a:prstGeom prst="rect">
            <a:avLst/>
          </a:prstGeom>
          <a:solidFill>
            <a:schemeClr val="accent5">
              <a:lumMod val="20000"/>
              <a:lumOff val="80000"/>
            </a:schemeClr>
          </a:solidFill>
        </p:spPr>
        <p:txBody>
          <a:bodyPr wrap="none" rtlCol="0">
            <a:spAutoFit/>
          </a:bodyPr>
          <a:lstStyle/>
          <a:p>
            <a:r>
              <a:rPr lang="en-US" dirty="0"/>
              <a:t>06</a:t>
            </a:r>
          </a:p>
        </p:txBody>
      </p:sp>
      <p:sp>
        <p:nvSpPr>
          <p:cNvPr id="32" name="TextBox 31">
            <a:extLst>
              <a:ext uri="{FF2B5EF4-FFF2-40B4-BE49-F238E27FC236}">
                <a16:creationId xmlns:a16="http://schemas.microsoft.com/office/drawing/2014/main" id="{1DA9AD4A-38E6-4624-A7A6-9E0BAB32740C}"/>
              </a:ext>
            </a:extLst>
          </p:cNvPr>
          <p:cNvSpPr txBox="1"/>
          <p:nvPr/>
        </p:nvSpPr>
        <p:spPr>
          <a:xfrm>
            <a:off x="8293287" y="4954751"/>
            <a:ext cx="2580129" cy="461665"/>
          </a:xfrm>
          <a:prstGeom prst="rect">
            <a:avLst/>
          </a:prstGeom>
          <a:solidFill>
            <a:schemeClr val="accent5">
              <a:lumMod val="20000"/>
              <a:lumOff val="80000"/>
            </a:schemeClr>
          </a:solidFill>
        </p:spPr>
        <p:txBody>
          <a:bodyPr wrap="none" rtlCol="0">
            <a:spAutoFit/>
          </a:bodyPr>
          <a:lstStyle/>
          <a:p>
            <a:pPr algn="ctr"/>
            <a:r>
              <a:rPr lang="en-US" sz="2400" dirty="0"/>
              <a:t>Settlement Process</a:t>
            </a:r>
          </a:p>
        </p:txBody>
      </p:sp>
      <p:sp>
        <p:nvSpPr>
          <p:cNvPr id="38" name="TextBox 37">
            <a:extLst>
              <a:ext uri="{FF2B5EF4-FFF2-40B4-BE49-F238E27FC236}">
                <a16:creationId xmlns:a16="http://schemas.microsoft.com/office/drawing/2014/main" id="{331473A7-6991-4D4F-9A65-F3686F794E5B}"/>
              </a:ext>
            </a:extLst>
          </p:cNvPr>
          <p:cNvSpPr txBox="1"/>
          <p:nvPr/>
        </p:nvSpPr>
        <p:spPr>
          <a:xfrm>
            <a:off x="1030952" y="6138493"/>
            <a:ext cx="3843762"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39" name="Rectangle 38">
            <a:extLst>
              <a:ext uri="{FF2B5EF4-FFF2-40B4-BE49-F238E27FC236}">
                <a16:creationId xmlns:a16="http://schemas.microsoft.com/office/drawing/2014/main" id="{F99475D6-9D1F-4EDB-B37F-1F921AF25F8A}"/>
              </a:ext>
            </a:extLst>
          </p:cNvPr>
          <p:cNvSpPr/>
          <p:nvPr/>
        </p:nvSpPr>
        <p:spPr>
          <a:xfrm>
            <a:off x="339224" y="5836480"/>
            <a:ext cx="48446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0656779-DCAF-4BEF-BF4E-BB7F410FEE80}"/>
              </a:ext>
            </a:extLst>
          </p:cNvPr>
          <p:cNvSpPr txBox="1"/>
          <p:nvPr/>
        </p:nvSpPr>
        <p:spPr>
          <a:xfrm>
            <a:off x="368411" y="6230826"/>
            <a:ext cx="438644" cy="369332"/>
          </a:xfrm>
          <a:prstGeom prst="rect">
            <a:avLst/>
          </a:prstGeom>
          <a:solidFill>
            <a:schemeClr val="accent5">
              <a:lumMod val="20000"/>
              <a:lumOff val="80000"/>
            </a:schemeClr>
          </a:solidFill>
        </p:spPr>
        <p:txBody>
          <a:bodyPr wrap="square" rtlCol="0">
            <a:spAutoFit/>
          </a:bodyPr>
          <a:lstStyle/>
          <a:p>
            <a:r>
              <a:rPr lang="en-US" dirty="0"/>
              <a:t>07</a:t>
            </a:r>
          </a:p>
        </p:txBody>
      </p:sp>
    </p:spTree>
    <p:extLst>
      <p:ext uri="{BB962C8B-B14F-4D97-AF65-F5344CB8AC3E}">
        <p14:creationId xmlns:p14="http://schemas.microsoft.com/office/powerpoint/2010/main" val="3578623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1500" fill="hold"/>
                                        <p:tgtEl>
                                          <p:spTgt spid="47"/>
                                        </p:tgtEl>
                                        <p:attrNameLst>
                                          <p:attrName>ppt_x</p:attrName>
                                        </p:attrNameLst>
                                      </p:cBhvr>
                                      <p:tavLst>
                                        <p:tav tm="0">
                                          <p:val>
                                            <p:strVal val="#ppt_x"/>
                                          </p:val>
                                        </p:tav>
                                        <p:tav tm="100000">
                                          <p:val>
                                            <p:strVal val="#ppt_x"/>
                                          </p:val>
                                        </p:tav>
                                      </p:tavLst>
                                    </p:anim>
                                    <p:anim calcmode="lin" valueType="num">
                                      <p:cBhvr additive="base">
                                        <p:cTn id="8" dur="1500" fill="hold"/>
                                        <p:tgtEl>
                                          <p:spTgt spid="4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anim calcmode="lin" valueType="num">
                                      <p:cBhvr additive="base">
                                        <p:cTn id="11" dur="1500" fill="hold"/>
                                        <p:tgtEl>
                                          <p:spTgt spid="63"/>
                                        </p:tgtEl>
                                        <p:attrNameLst>
                                          <p:attrName>ppt_x</p:attrName>
                                        </p:attrNameLst>
                                      </p:cBhvr>
                                      <p:tavLst>
                                        <p:tav tm="0">
                                          <p:val>
                                            <p:strVal val="#ppt_x"/>
                                          </p:val>
                                        </p:tav>
                                        <p:tav tm="100000">
                                          <p:val>
                                            <p:strVal val="#ppt_x"/>
                                          </p:val>
                                        </p:tav>
                                      </p:tavLst>
                                    </p:anim>
                                    <p:anim calcmode="lin" valueType="num">
                                      <p:cBhvr additive="base">
                                        <p:cTn id="12" dur="1500" fill="hold"/>
                                        <p:tgtEl>
                                          <p:spTgt spid="6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1500" fill="hold"/>
                                        <p:tgtEl>
                                          <p:spTgt spid="43"/>
                                        </p:tgtEl>
                                        <p:attrNameLst>
                                          <p:attrName>ppt_x</p:attrName>
                                        </p:attrNameLst>
                                      </p:cBhvr>
                                      <p:tavLst>
                                        <p:tav tm="0">
                                          <p:val>
                                            <p:strVal val="#ppt_x"/>
                                          </p:val>
                                        </p:tav>
                                        <p:tav tm="100000">
                                          <p:val>
                                            <p:strVal val="#ppt_x"/>
                                          </p:val>
                                        </p:tav>
                                      </p:tavLst>
                                    </p:anim>
                                    <p:anim calcmode="lin" valueType="num">
                                      <p:cBhvr additive="base">
                                        <p:cTn id="16" dur="1500" fill="hold"/>
                                        <p:tgtEl>
                                          <p:spTgt spid="4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1500" fill="hold"/>
                                        <p:tgtEl>
                                          <p:spTgt spid="52"/>
                                        </p:tgtEl>
                                        <p:attrNameLst>
                                          <p:attrName>ppt_x</p:attrName>
                                        </p:attrNameLst>
                                      </p:cBhvr>
                                      <p:tavLst>
                                        <p:tav tm="0">
                                          <p:val>
                                            <p:strVal val="#ppt_x"/>
                                          </p:val>
                                        </p:tav>
                                        <p:tav tm="100000">
                                          <p:val>
                                            <p:strVal val="#ppt_x"/>
                                          </p:val>
                                        </p:tav>
                                      </p:tavLst>
                                    </p:anim>
                                    <p:anim calcmode="lin" valueType="num">
                                      <p:cBhvr additive="base">
                                        <p:cTn id="20" dur="1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anim calcmode="lin" valueType="num">
                                      <p:cBhvr additive="base">
                                        <p:cTn id="25" dur="1500" fill="hold"/>
                                        <p:tgtEl>
                                          <p:spTgt spid="60"/>
                                        </p:tgtEl>
                                        <p:attrNameLst>
                                          <p:attrName>ppt_x</p:attrName>
                                        </p:attrNameLst>
                                      </p:cBhvr>
                                      <p:tavLst>
                                        <p:tav tm="0">
                                          <p:val>
                                            <p:strVal val="#ppt_x"/>
                                          </p:val>
                                        </p:tav>
                                        <p:tav tm="100000">
                                          <p:val>
                                            <p:strVal val="#ppt_x"/>
                                          </p:val>
                                        </p:tav>
                                      </p:tavLst>
                                    </p:anim>
                                    <p:anim calcmode="lin" valueType="num">
                                      <p:cBhvr additive="base">
                                        <p:cTn id="26" dur="1500" fill="hold"/>
                                        <p:tgtEl>
                                          <p:spTgt spid="6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anim calcmode="lin" valueType="num">
                                      <p:cBhvr additive="base">
                                        <p:cTn id="29" dur="1500" fill="hold"/>
                                        <p:tgtEl>
                                          <p:spTgt spid="65"/>
                                        </p:tgtEl>
                                        <p:attrNameLst>
                                          <p:attrName>ppt_x</p:attrName>
                                        </p:attrNameLst>
                                      </p:cBhvr>
                                      <p:tavLst>
                                        <p:tav tm="0">
                                          <p:val>
                                            <p:strVal val="#ppt_x"/>
                                          </p:val>
                                        </p:tav>
                                        <p:tav tm="100000">
                                          <p:val>
                                            <p:strVal val="#ppt_x"/>
                                          </p:val>
                                        </p:tav>
                                      </p:tavLst>
                                    </p:anim>
                                    <p:anim calcmode="lin" valueType="num">
                                      <p:cBhvr additive="base">
                                        <p:cTn id="30" dur="1500" fill="hold"/>
                                        <p:tgtEl>
                                          <p:spTgt spid="6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6"/>
                                        </p:tgtEl>
                                        <p:attrNameLst>
                                          <p:attrName>style.visibility</p:attrName>
                                        </p:attrNameLst>
                                      </p:cBhvr>
                                      <p:to>
                                        <p:strVal val="visible"/>
                                      </p:to>
                                    </p:set>
                                    <p:anim calcmode="lin" valueType="num">
                                      <p:cBhvr additive="base">
                                        <p:cTn id="33" dur="1500" fill="hold"/>
                                        <p:tgtEl>
                                          <p:spTgt spid="66"/>
                                        </p:tgtEl>
                                        <p:attrNameLst>
                                          <p:attrName>ppt_x</p:attrName>
                                        </p:attrNameLst>
                                      </p:cBhvr>
                                      <p:tavLst>
                                        <p:tav tm="0">
                                          <p:val>
                                            <p:strVal val="#ppt_x"/>
                                          </p:val>
                                        </p:tav>
                                        <p:tav tm="100000">
                                          <p:val>
                                            <p:strVal val="#ppt_x"/>
                                          </p:val>
                                        </p:tav>
                                      </p:tavLst>
                                    </p:anim>
                                    <p:anim calcmode="lin" valueType="num">
                                      <p:cBhvr additive="base">
                                        <p:cTn id="34" dur="1500" fill="hold"/>
                                        <p:tgtEl>
                                          <p:spTgt spid="6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additive="base">
                                        <p:cTn id="37" dur="1500" fill="hold"/>
                                        <p:tgtEl>
                                          <p:spTgt spid="44"/>
                                        </p:tgtEl>
                                        <p:attrNameLst>
                                          <p:attrName>ppt_x</p:attrName>
                                        </p:attrNameLst>
                                      </p:cBhvr>
                                      <p:tavLst>
                                        <p:tav tm="0">
                                          <p:val>
                                            <p:strVal val="#ppt_x"/>
                                          </p:val>
                                        </p:tav>
                                        <p:tav tm="100000">
                                          <p:val>
                                            <p:strVal val="#ppt_x"/>
                                          </p:val>
                                        </p:tav>
                                      </p:tavLst>
                                    </p:anim>
                                    <p:anim calcmode="lin" valueType="num">
                                      <p:cBhvr additive="base">
                                        <p:cTn id="38" dur="1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0"/>
                                        </p:tgtEl>
                                        <p:attrNameLst>
                                          <p:attrName>style.visibility</p:attrName>
                                        </p:attrNameLst>
                                      </p:cBhvr>
                                      <p:to>
                                        <p:strVal val="visible"/>
                                      </p:to>
                                    </p:set>
                                    <p:anim calcmode="lin" valueType="num">
                                      <p:cBhvr additive="base">
                                        <p:cTn id="43" dur="1500" fill="hold"/>
                                        <p:tgtEl>
                                          <p:spTgt spid="50"/>
                                        </p:tgtEl>
                                        <p:attrNameLst>
                                          <p:attrName>ppt_x</p:attrName>
                                        </p:attrNameLst>
                                      </p:cBhvr>
                                      <p:tavLst>
                                        <p:tav tm="0">
                                          <p:val>
                                            <p:strVal val="#ppt_x"/>
                                          </p:val>
                                        </p:tav>
                                        <p:tav tm="100000">
                                          <p:val>
                                            <p:strVal val="#ppt_x"/>
                                          </p:val>
                                        </p:tav>
                                      </p:tavLst>
                                    </p:anim>
                                    <p:anim calcmode="lin" valueType="num">
                                      <p:cBhvr additive="base">
                                        <p:cTn id="44" dur="1500" fill="hold"/>
                                        <p:tgtEl>
                                          <p:spTgt spid="5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anim calcmode="lin" valueType="num">
                                      <p:cBhvr additive="base">
                                        <p:cTn id="47" dur="1500" fill="hold"/>
                                        <p:tgtEl>
                                          <p:spTgt spid="61"/>
                                        </p:tgtEl>
                                        <p:attrNameLst>
                                          <p:attrName>ppt_x</p:attrName>
                                        </p:attrNameLst>
                                      </p:cBhvr>
                                      <p:tavLst>
                                        <p:tav tm="0">
                                          <p:val>
                                            <p:strVal val="#ppt_x"/>
                                          </p:val>
                                        </p:tav>
                                        <p:tav tm="100000">
                                          <p:val>
                                            <p:strVal val="#ppt_x"/>
                                          </p:val>
                                        </p:tav>
                                      </p:tavLst>
                                    </p:anim>
                                    <p:anim calcmode="lin" valueType="num">
                                      <p:cBhvr additive="base">
                                        <p:cTn id="48" dur="1500" fill="hold"/>
                                        <p:tgtEl>
                                          <p:spTgt spid="6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additive="base">
                                        <p:cTn id="51" dur="1500" fill="hold"/>
                                        <p:tgtEl>
                                          <p:spTgt spid="56"/>
                                        </p:tgtEl>
                                        <p:attrNameLst>
                                          <p:attrName>ppt_x</p:attrName>
                                        </p:attrNameLst>
                                      </p:cBhvr>
                                      <p:tavLst>
                                        <p:tav tm="0">
                                          <p:val>
                                            <p:strVal val="#ppt_x"/>
                                          </p:val>
                                        </p:tav>
                                        <p:tav tm="100000">
                                          <p:val>
                                            <p:strVal val="#ppt_x"/>
                                          </p:val>
                                        </p:tav>
                                      </p:tavLst>
                                    </p:anim>
                                    <p:anim calcmode="lin" valueType="num">
                                      <p:cBhvr additive="base">
                                        <p:cTn id="52" dur="1500" fill="hold"/>
                                        <p:tgtEl>
                                          <p:spTgt spid="56"/>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 calcmode="lin" valueType="num">
                                      <p:cBhvr additive="base">
                                        <p:cTn id="55" dur="1500" fill="hold"/>
                                        <p:tgtEl>
                                          <p:spTgt spid="45"/>
                                        </p:tgtEl>
                                        <p:attrNameLst>
                                          <p:attrName>ppt_x</p:attrName>
                                        </p:attrNameLst>
                                      </p:cBhvr>
                                      <p:tavLst>
                                        <p:tav tm="0">
                                          <p:val>
                                            <p:strVal val="#ppt_x"/>
                                          </p:val>
                                        </p:tav>
                                        <p:tav tm="100000">
                                          <p:val>
                                            <p:strVal val="#ppt_x"/>
                                          </p:val>
                                        </p:tav>
                                      </p:tavLst>
                                    </p:anim>
                                    <p:anim calcmode="lin" valueType="num">
                                      <p:cBhvr additive="base">
                                        <p:cTn id="56" dur="1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1"/>
                                        </p:tgtEl>
                                        <p:attrNameLst>
                                          <p:attrName>style.visibility</p:attrName>
                                        </p:attrNameLst>
                                      </p:cBhvr>
                                      <p:to>
                                        <p:strVal val="visible"/>
                                      </p:to>
                                    </p:set>
                                    <p:anim calcmode="lin" valueType="num">
                                      <p:cBhvr additive="base">
                                        <p:cTn id="61" dur="1500" fill="hold"/>
                                        <p:tgtEl>
                                          <p:spTgt spid="51"/>
                                        </p:tgtEl>
                                        <p:attrNameLst>
                                          <p:attrName>ppt_x</p:attrName>
                                        </p:attrNameLst>
                                      </p:cBhvr>
                                      <p:tavLst>
                                        <p:tav tm="0">
                                          <p:val>
                                            <p:strVal val="#ppt_x"/>
                                          </p:val>
                                        </p:tav>
                                        <p:tav tm="100000">
                                          <p:val>
                                            <p:strVal val="#ppt_x"/>
                                          </p:val>
                                        </p:tav>
                                      </p:tavLst>
                                    </p:anim>
                                    <p:anim calcmode="lin" valueType="num">
                                      <p:cBhvr additive="base">
                                        <p:cTn id="62" dur="1500" fill="hold"/>
                                        <p:tgtEl>
                                          <p:spTgt spid="51"/>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5"/>
                                        </p:tgtEl>
                                        <p:attrNameLst>
                                          <p:attrName>style.visibility</p:attrName>
                                        </p:attrNameLst>
                                      </p:cBhvr>
                                      <p:to>
                                        <p:strVal val="visible"/>
                                      </p:to>
                                    </p:set>
                                    <p:anim calcmode="lin" valueType="num">
                                      <p:cBhvr additive="base">
                                        <p:cTn id="65" dur="1500" fill="hold"/>
                                        <p:tgtEl>
                                          <p:spTgt spid="55"/>
                                        </p:tgtEl>
                                        <p:attrNameLst>
                                          <p:attrName>ppt_x</p:attrName>
                                        </p:attrNameLst>
                                      </p:cBhvr>
                                      <p:tavLst>
                                        <p:tav tm="0">
                                          <p:val>
                                            <p:strVal val="#ppt_x"/>
                                          </p:val>
                                        </p:tav>
                                        <p:tav tm="100000">
                                          <p:val>
                                            <p:strVal val="#ppt_x"/>
                                          </p:val>
                                        </p:tav>
                                      </p:tavLst>
                                    </p:anim>
                                    <p:anim calcmode="lin" valueType="num">
                                      <p:cBhvr additive="base">
                                        <p:cTn id="66" dur="1500" fill="hold"/>
                                        <p:tgtEl>
                                          <p:spTgt spid="55"/>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62"/>
                                        </p:tgtEl>
                                        <p:attrNameLst>
                                          <p:attrName>style.visibility</p:attrName>
                                        </p:attrNameLst>
                                      </p:cBhvr>
                                      <p:to>
                                        <p:strVal val="visible"/>
                                      </p:to>
                                    </p:set>
                                    <p:anim calcmode="lin" valueType="num">
                                      <p:cBhvr additive="base">
                                        <p:cTn id="69" dur="1500" fill="hold"/>
                                        <p:tgtEl>
                                          <p:spTgt spid="62"/>
                                        </p:tgtEl>
                                        <p:attrNameLst>
                                          <p:attrName>ppt_x</p:attrName>
                                        </p:attrNameLst>
                                      </p:cBhvr>
                                      <p:tavLst>
                                        <p:tav tm="0">
                                          <p:val>
                                            <p:strVal val="#ppt_x"/>
                                          </p:val>
                                        </p:tav>
                                        <p:tav tm="100000">
                                          <p:val>
                                            <p:strVal val="#ppt_x"/>
                                          </p:val>
                                        </p:tav>
                                      </p:tavLst>
                                    </p:anim>
                                    <p:anim calcmode="lin" valueType="num">
                                      <p:cBhvr additive="base">
                                        <p:cTn id="70" dur="1500" fill="hold"/>
                                        <p:tgtEl>
                                          <p:spTgt spid="62"/>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anim calcmode="lin" valueType="num">
                                      <p:cBhvr additive="base">
                                        <p:cTn id="73" dur="1500" fill="hold"/>
                                        <p:tgtEl>
                                          <p:spTgt spid="46"/>
                                        </p:tgtEl>
                                        <p:attrNameLst>
                                          <p:attrName>ppt_x</p:attrName>
                                        </p:attrNameLst>
                                      </p:cBhvr>
                                      <p:tavLst>
                                        <p:tav tm="0">
                                          <p:val>
                                            <p:strVal val="#ppt_x"/>
                                          </p:val>
                                        </p:tav>
                                        <p:tav tm="100000">
                                          <p:val>
                                            <p:strVal val="#ppt_x"/>
                                          </p:val>
                                        </p:tav>
                                      </p:tavLst>
                                    </p:anim>
                                    <p:anim calcmode="lin" valueType="num">
                                      <p:cBhvr additive="base">
                                        <p:cTn id="74" dur="1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7"/>
                                        </p:tgtEl>
                                        <p:attrNameLst>
                                          <p:attrName>style.visibility</p:attrName>
                                        </p:attrNameLst>
                                      </p:cBhvr>
                                      <p:to>
                                        <p:strVal val="visible"/>
                                      </p:to>
                                    </p:set>
                                    <p:anim calcmode="lin" valueType="num">
                                      <p:cBhvr additive="base">
                                        <p:cTn id="79" dur="1500" fill="hold"/>
                                        <p:tgtEl>
                                          <p:spTgt spid="67"/>
                                        </p:tgtEl>
                                        <p:attrNameLst>
                                          <p:attrName>ppt_x</p:attrName>
                                        </p:attrNameLst>
                                      </p:cBhvr>
                                      <p:tavLst>
                                        <p:tav tm="0">
                                          <p:val>
                                            <p:strVal val="#ppt_x"/>
                                          </p:val>
                                        </p:tav>
                                        <p:tav tm="100000">
                                          <p:val>
                                            <p:strVal val="#ppt_x"/>
                                          </p:val>
                                        </p:tav>
                                      </p:tavLst>
                                    </p:anim>
                                    <p:anim calcmode="lin" valueType="num">
                                      <p:cBhvr additive="base">
                                        <p:cTn id="80" dur="1500" fill="hold"/>
                                        <p:tgtEl>
                                          <p:spTgt spid="67"/>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68"/>
                                        </p:tgtEl>
                                        <p:attrNameLst>
                                          <p:attrName>style.visibility</p:attrName>
                                        </p:attrNameLst>
                                      </p:cBhvr>
                                      <p:to>
                                        <p:strVal val="visible"/>
                                      </p:to>
                                    </p:set>
                                    <p:anim calcmode="lin" valueType="num">
                                      <p:cBhvr additive="base">
                                        <p:cTn id="83" dur="1500" fill="hold"/>
                                        <p:tgtEl>
                                          <p:spTgt spid="68"/>
                                        </p:tgtEl>
                                        <p:attrNameLst>
                                          <p:attrName>ppt_x</p:attrName>
                                        </p:attrNameLst>
                                      </p:cBhvr>
                                      <p:tavLst>
                                        <p:tav tm="0">
                                          <p:val>
                                            <p:strVal val="#ppt_x"/>
                                          </p:val>
                                        </p:tav>
                                        <p:tav tm="100000">
                                          <p:val>
                                            <p:strVal val="#ppt_x"/>
                                          </p:val>
                                        </p:tav>
                                      </p:tavLst>
                                    </p:anim>
                                    <p:anim calcmode="lin" valueType="num">
                                      <p:cBhvr additive="base">
                                        <p:cTn id="84" dur="1500" fill="hold"/>
                                        <p:tgtEl>
                                          <p:spTgt spid="68"/>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64"/>
                                        </p:tgtEl>
                                        <p:attrNameLst>
                                          <p:attrName>style.visibility</p:attrName>
                                        </p:attrNameLst>
                                      </p:cBhvr>
                                      <p:to>
                                        <p:strVal val="visible"/>
                                      </p:to>
                                    </p:set>
                                    <p:anim calcmode="lin" valueType="num">
                                      <p:cBhvr additive="base">
                                        <p:cTn id="87" dur="1500" fill="hold"/>
                                        <p:tgtEl>
                                          <p:spTgt spid="64"/>
                                        </p:tgtEl>
                                        <p:attrNameLst>
                                          <p:attrName>ppt_x</p:attrName>
                                        </p:attrNameLst>
                                      </p:cBhvr>
                                      <p:tavLst>
                                        <p:tav tm="0">
                                          <p:val>
                                            <p:strVal val="#ppt_x"/>
                                          </p:val>
                                        </p:tav>
                                        <p:tav tm="100000">
                                          <p:val>
                                            <p:strVal val="#ppt_x"/>
                                          </p:val>
                                        </p:tav>
                                      </p:tavLst>
                                    </p:anim>
                                    <p:anim calcmode="lin" valueType="num">
                                      <p:cBhvr additive="base">
                                        <p:cTn id="88" dur="1500" fill="hold"/>
                                        <p:tgtEl>
                                          <p:spTgt spid="6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49"/>
                                        </p:tgtEl>
                                        <p:attrNameLst>
                                          <p:attrName>style.visibility</p:attrName>
                                        </p:attrNameLst>
                                      </p:cBhvr>
                                      <p:to>
                                        <p:strVal val="visible"/>
                                      </p:to>
                                    </p:set>
                                    <p:anim calcmode="lin" valueType="num">
                                      <p:cBhvr additive="base">
                                        <p:cTn id="91" dur="1500" fill="hold"/>
                                        <p:tgtEl>
                                          <p:spTgt spid="49"/>
                                        </p:tgtEl>
                                        <p:attrNameLst>
                                          <p:attrName>ppt_x</p:attrName>
                                        </p:attrNameLst>
                                      </p:cBhvr>
                                      <p:tavLst>
                                        <p:tav tm="0">
                                          <p:val>
                                            <p:strVal val="#ppt_x"/>
                                          </p:val>
                                        </p:tav>
                                        <p:tav tm="100000">
                                          <p:val>
                                            <p:strVal val="#ppt_x"/>
                                          </p:val>
                                        </p:tav>
                                      </p:tavLst>
                                    </p:anim>
                                    <p:anim calcmode="lin" valueType="num">
                                      <p:cBhvr additive="base">
                                        <p:cTn id="92" dur="1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29"/>
                                        </p:tgtEl>
                                        <p:attrNameLst>
                                          <p:attrName>style.visibility</p:attrName>
                                        </p:attrNameLst>
                                      </p:cBhvr>
                                      <p:to>
                                        <p:strVal val="visible"/>
                                      </p:to>
                                    </p:set>
                                    <p:anim calcmode="lin" valueType="num">
                                      <p:cBhvr additive="base">
                                        <p:cTn id="97" dur="1500" fill="hold"/>
                                        <p:tgtEl>
                                          <p:spTgt spid="29"/>
                                        </p:tgtEl>
                                        <p:attrNameLst>
                                          <p:attrName>ppt_x</p:attrName>
                                        </p:attrNameLst>
                                      </p:cBhvr>
                                      <p:tavLst>
                                        <p:tav tm="0">
                                          <p:val>
                                            <p:strVal val="#ppt_x"/>
                                          </p:val>
                                        </p:tav>
                                        <p:tav tm="100000">
                                          <p:val>
                                            <p:strVal val="#ppt_x"/>
                                          </p:val>
                                        </p:tav>
                                      </p:tavLst>
                                    </p:anim>
                                    <p:anim calcmode="lin" valueType="num">
                                      <p:cBhvr additive="base">
                                        <p:cTn id="98" dur="1500" fill="hold"/>
                                        <p:tgtEl>
                                          <p:spTgt spid="29"/>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anim calcmode="lin" valueType="num">
                                      <p:cBhvr additive="base">
                                        <p:cTn id="101" dur="1500" fill="hold"/>
                                        <p:tgtEl>
                                          <p:spTgt spid="31"/>
                                        </p:tgtEl>
                                        <p:attrNameLst>
                                          <p:attrName>ppt_x</p:attrName>
                                        </p:attrNameLst>
                                      </p:cBhvr>
                                      <p:tavLst>
                                        <p:tav tm="0">
                                          <p:val>
                                            <p:strVal val="#ppt_x"/>
                                          </p:val>
                                        </p:tav>
                                        <p:tav tm="100000">
                                          <p:val>
                                            <p:strVal val="#ppt_x"/>
                                          </p:val>
                                        </p:tav>
                                      </p:tavLst>
                                    </p:anim>
                                    <p:anim calcmode="lin" valueType="num">
                                      <p:cBhvr additive="base">
                                        <p:cTn id="102" dur="1500" fill="hold"/>
                                        <p:tgtEl>
                                          <p:spTgt spid="31"/>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32"/>
                                        </p:tgtEl>
                                        <p:attrNameLst>
                                          <p:attrName>style.visibility</p:attrName>
                                        </p:attrNameLst>
                                      </p:cBhvr>
                                      <p:to>
                                        <p:strVal val="visible"/>
                                      </p:to>
                                    </p:set>
                                    <p:anim calcmode="lin" valueType="num">
                                      <p:cBhvr additive="base">
                                        <p:cTn id="105" dur="1500" fill="hold"/>
                                        <p:tgtEl>
                                          <p:spTgt spid="32"/>
                                        </p:tgtEl>
                                        <p:attrNameLst>
                                          <p:attrName>ppt_x</p:attrName>
                                        </p:attrNameLst>
                                      </p:cBhvr>
                                      <p:tavLst>
                                        <p:tav tm="0">
                                          <p:val>
                                            <p:strVal val="#ppt_x"/>
                                          </p:val>
                                        </p:tav>
                                        <p:tav tm="100000">
                                          <p:val>
                                            <p:strVal val="#ppt_x"/>
                                          </p:val>
                                        </p:tav>
                                      </p:tavLst>
                                    </p:anim>
                                    <p:anim calcmode="lin" valueType="num">
                                      <p:cBhvr additive="base">
                                        <p:cTn id="106" dur="1500" fill="hold"/>
                                        <p:tgtEl>
                                          <p:spTgt spid="32"/>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anim calcmode="lin" valueType="num">
                                      <p:cBhvr additive="base">
                                        <p:cTn id="109" dur="1500" fill="hold"/>
                                        <p:tgtEl>
                                          <p:spTgt spid="28"/>
                                        </p:tgtEl>
                                        <p:attrNameLst>
                                          <p:attrName>ppt_x</p:attrName>
                                        </p:attrNameLst>
                                      </p:cBhvr>
                                      <p:tavLst>
                                        <p:tav tm="0">
                                          <p:val>
                                            <p:strVal val="#ppt_x"/>
                                          </p:val>
                                        </p:tav>
                                        <p:tav tm="100000">
                                          <p:val>
                                            <p:strVal val="#ppt_x"/>
                                          </p:val>
                                        </p:tav>
                                      </p:tavLst>
                                    </p:anim>
                                    <p:anim calcmode="lin" valueType="num">
                                      <p:cBhvr additive="base">
                                        <p:cTn id="110" dur="1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39"/>
                                        </p:tgtEl>
                                        <p:attrNameLst>
                                          <p:attrName>style.visibility</p:attrName>
                                        </p:attrNameLst>
                                      </p:cBhvr>
                                      <p:to>
                                        <p:strVal val="visible"/>
                                      </p:to>
                                    </p:set>
                                    <p:anim calcmode="lin" valueType="num">
                                      <p:cBhvr additive="base">
                                        <p:cTn id="115" dur="1500" fill="hold"/>
                                        <p:tgtEl>
                                          <p:spTgt spid="39"/>
                                        </p:tgtEl>
                                        <p:attrNameLst>
                                          <p:attrName>ppt_x</p:attrName>
                                        </p:attrNameLst>
                                      </p:cBhvr>
                                      <p:tavLst>
                                        <p:tav tm="0">
                                          <p:val>
                                            <p:strVal val="#ppt_x"/>
                                          </p:val>
                                        </p:tav>
                                        <p:tav tm="100000">
                                          <p:val>
                                            <p:strVal val="#ppt_x"/>
                                          </p:val>
                                        </p:tav>
                                      </p:tavLst>
                                    </p:anim>
                                    <p:anim calcmode="lin" valueType="num">
                                      <p:cBhvr additive="base">
                                        <p:cTn id="116" dur="1500" fill="hold"/>
                                        <p:tgtEl>
                                          <p:spTgt spid="39"/>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40"/>
                                        </p:tgtEl>
                                        <p:attrNameLst>
                                          <p:attrName>style.visibility</p:attrName>
                                        </p:attrNameLst>
                                      </p:cBhvr>
                                      <p:to>
                                        <p:strVal val="visible"/>
                                      </p:to>
                                    </p:set>
                                    <p:anim calcmode="lin" valueType="num">
                                      <p:cBhvr additive="base">
                                        <p:cTn id="119" dur="1500" fill="hold"/>
                                        <p:tgtEl>
                                          <p:spTgt spid="40"/>
                                        </p:tgtEl>
                                        <p:attrNameLst>
                                          <p:attrName>ppt_x</p:attrName>
                                        </p:attrNameLst>
                                      </p:cBhvr>
                                      <p:tavLst>
                                        <p:tav tm="0">
                                          <p:val>
                                            <p:strVal val="#ppt_x"/>
                                          </p:val>
                                        </p:tav>
                                        <p:tav tm="100000">
                                          <p:val>
                                            <p:strVal val="#ppt_x"/>
                                          </p:val>
                                        </p:tav>
                                      </p:tavLst>
                                    </p:anim>
                                    <p:anim calcmode="lin" valueType="num">
                                      <p:cBhvr additive="base">
                                        <p:cTn id="120" dur="1500" fill="hold"/>
                                        <p:tgtEl>
                                          <p:spTgt spid="40"/>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38"/>
                                        </p:tgtEl>
                                        <p:attrNameLst>
                                          <p:attrName>style.visibility</p:attrName>
                                        </p:attrNameLst>
                                      </p:cBhvr>
                                      <p:to>
                                        <p:strVal val="visible"/>
                                      </p:to>
                                    </p:set>
                                    <p:anim calcmode="lin" valueType="num">
                                      <p:cBhvr additive="base">
                                        <p:cTn id="123" dur="1500" fill="hold"/>
                                        <p:tgtEl>
                                          <p:spTgt spid="38"/>
                                        </p:tgtEl>
                                        <p:attrNameLst>
                                          <p:attrName>ppt_x</p:attrName>
                                        </p:attrNameLst>
                                      </p:cBhvr>
                                      <p:tavLst>
                                        <p:tav tm="0">
                                          <p:val>
                                            <p:strVal val="#ppt_x"/>
                                          </p:val>
                                        </p:tav>
                                        <p:tav tm="100000">
                                          <p:val>
                                            <p:strVal val="#ppt_x"/>
                                          </p:val>
                                        </p:tav>
                                      </p:tavLst>
                                    </p:anim>
                                    <p:anim calcmode="lin" valueType="num">
                                      <p:cBhvr additive="base">
                                        <p:cTn id="124" dur="1500" fill="hold"/>
                                        <p:tgtEl>
                                          <p:spTgt spid="38"/>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37"/>
                                        </p:tgtEl>
                                        <p:attrNameLst>
                                          <p:attrName>style.visibility</p:attrName>
                                        </p:attrNameLst>
                                      </p:cBhvr>
                                      <p:to>
                                        <p:strVal val="visible"/>
                                      </p:to>
                                    </p:set>
                                    <p:anim calcmode="lin" valueType="num">
                                      <p:cBhvr additive="base">
                                        <p:cTn id="127" dur="1500" fill="hold"/>
                                        <p:tgtEl>
                                          <p:spTgt spid="37"/>
                                        </p:tgtEl>
                                        <p:attrNameLst>
                                          <p:attrName>ppt_x</p:attrName>
                                        </p:attrNameLst>
                                      </p:cBhvr>
                                      <p:tavLst>
                                        <p:tav tm="0">
                                          <p:val>
                                            <p:strVal val="#ppt_x"/>
                                          </p:val>
                                        </p:tav>
                                        <p:tav tm="100000">
                                          <p:val>
                                            <p:strVal val="#ppt_x"/>
                                          </p:val>
                                        </p:tav>
                                      </p:tavLst>
                                    </p:anim>
                                    <p:anim calcmode="lin" valueType="num">
                                      <p:cBhvr additive="base">
                                        <p:cTn id="128" dur="1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8" grpId="0" animBg="1"/>
      <p:bldP spid="43" grpId="0" animBg="1"/>
      <p:bldP spid="44" grpId="0" animBg="1"/>
      <p:bldP spid="45" grpId="0" animBg="1"/>
      <p:bldP spid="46" grpId="0" animBg="1"/>
      <p:bldP spid="47" grpId="0" animBg="1"/>
      <p:bldP spid="49" grpId="0" animBg="1"/>
      <p:bldP spid="50" grpId="0" animBg="1"/>
      <p:bldP spid="51" grpId="0" animBg="1"/>
      <p:bldP spid="52" grpId="0"/>
      <p:bldP spid="55" grpId="0" animBg="1"/>
      <p:bldP spid="56" grpId="0" animBg="1"/>
      <p:bldP spid="60" grpId="0"/>
      <p:bldP spid="61" grpId="0" animBg="1"/>
      <p:bldP spid="62" grpId="0" animBg="1"/>
      <p:bldP spid="63" grpId="0"/>
      <p:bldP spid="64" grpId="0" animBg="1"/>
      <p:bldP spid="65" grpId="0" animBg="1"/>
      <p:bldP spid="66" grpId="0"/>
      <p:bldP spid="67" grpId="0" animBg="1"/>
      <p:bldP spid="68" grpId="0" animBg="1"/>
      <p:bldP spid="29" grpId="0" animBg="1"/>
      <p:bldP spid="31" grpId="0" animBg="1"/>
      <p:bldP spid="32" grpId="0" animBg="1"/>
      <p:bldP spid="38" grpId="0" animBg="1"/>
      <p:bldP spid="39" grpId="0" animBg="1"/>
      <p:bldP spid="40"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36AE948-18EC-45B5-9297-D0F9AF08D9F7}"/>
              </a:ext>
            </a:extLst>
          </p:cNvPr>
          <p:cNvSpPr/>
          <p:nvPr/>
        </p:nvSpPr>
        <p:spPr>
          <a:xfrm>
            <a:off x="-92075" y="0"/>
            <a:ext cx="12284075" cy="6934504"/>
          </a:xfrm>
          <a:prstGeom prst="rect">
            <a:avLst/>
          </a:prstGeom>
          <a:gradFill>
            <a:gsLst>
              <a:gs pos="0">
                <a:srgbClr val="1CADE4">
                  <a:alpha val="70000"/>
                </a:srgbClr>
              </a:gs>
              <a:gs pos="100000">
                <a:srgbClr val="2683C6">
                  <a:alpha val="10000"/>
                </a:srgbClr>
              </a:gs>
            </a:gsLst>
            <a:lin ang="2700000" scaled="1"/>
          </a:gradFill>
          <a:ln w="12700" cap="flat" cmpd="sng" algn="ctr">
            <a:noFill/>
            <a:prstDash val="solid"/>
            <a:miter lim="800000"/>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en-IN" sz="2399"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928BB1C-7851-43F4-B70A-387FCB04CD73}"/>
              </a:ext>
            </a:extLst>
          </p:cNvPr>
          <p:cNvSpPr/>
          <p:nvPr/>
        </p:nvSpPr>
        <p:spPr>
          <a:xfrm>
            <a:off x="823691" y="5833350"/>
            <a:ext cx="10823269"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08C174F-B9E8-4ED3-A6A6-31869CF44750}"/>
              </a:ext>
            </a:extLst>
          </p:cNvPr>
          <p:cNvSpPr/>
          <p:nvPr/>
        </p:nvSpPr>
        <p:spPr>
          <a:xfrm>
            <a:off x="6818176" y="4643091"/>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3509ACBF-CDC1-48B1-A20E-F675EFA41F16}"/>
              </a:ext>
            </a:extLst>
          </p:cNvPr>
          <p:cNvSpPr/>
          <p:nvPr/>
        </p:nvSpPr>
        <p:spPr>
          <a:xfrm>
            <a:off x="4349915" y="26762"/>
            <a:ext cx="3639845"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How Credit Card Works</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B884316-E5D3-4082-BC91-161B108F12B5}"/>
              </a:ext>
            </a:extLst>
          </p:cNvPr>
          <p:cNvSpPr txBox="1"/>
          <p:nvPr/>
        </p:nvSpPr>
        <p:spPr>
          <a:xfrm>
            <a:off x="329976" y="1235846"/>
            <a:ext cx="11363416" cy="1077218"/>
          </a:xfrm>
          <a:prstGeom prst="rect">
            <a:avLst/>
          </a:prstGeom>
          <a:noFill/>
        </p:spPr>
        <p:txBody>
          <a:bodyPr wrap="square" rtlCol="0">
            <a:spAutoFit/>
          </a:bodyPr>
          <a:lstStyle/>
          <a:p>
            <a:pPr>
              <a:buFont typeface="Symbol" panose="05050102010706020507" pitchFamily="18" charset="2"/>
              <a:buChar char="·"/>
            </a:pPr>
            <a:r>
              <a:rPr lang="en-US" sz="1600" b="1" dirty="0">
                <a:highlight>
                  <a:srgbClr val="FFFF00"/>
                </a:highlight>
                <a:latin typeface="Times New Roman" panose="02020603050405020304" pitchFamily="18" charset="0"/>
              </a:rPr>
              <a:t>Funds Deduction</a:t>
            </a:r>
            <a:r>
              <a:rPr lang="en-US" sz="1600" dirty="0">
                <a:latin typeface="Times New Roman" panose="02020603050405020304" pitchFamily="18" charset="0"/>
              </a:rPr>
              <a:t>: The issuing bank deducts the transaction amount from the cardholder’s available credit and transfers the funds to the acquiring bank (the bank that services the merchant).</a:t>
            </a:r>
          </a:p>
          <a:p>
            <a:pPr>
              <a:buFont typeface="Symbol" panose="05050102010706020507" pitchFamily="18" charset="2"/>
              <a:buChar char="·"/>
            </a:pPr>
            <a:r>
              <a:rPr lang="en-US" sz="1600" b="1" dirty="0">
                <a:highlight>
                  <a:srgbClr val="FFFF00"/>
                </a:highlight>
                <a:latin typeface="Times New Roman" panose="02020603050405020304" pitchFamily="18" charset="0"/>
              </a:rPr>
              <a:t>Merchant Receives Funds</a:t>
            </a:r>
            <a:r>
              <a:rPr lang="en-US" sz="1600" dirty="0">
                <a:latin typeface="Times New Roman" panose="02020603050405020304" pitchFamily="18" charset="0"/>
              </a:rPr>
              <a:t>: The acquiring bank credits the merchant’s account with the transaction amount, typically minus a transaction fee.</a:t>
            </a:r>
          </a:p>
        </p:txBody>
      </p:sp>
      <p:sp>
        <p:nvSpPr>
          <p:cNvPr id="43" name="Rectangle 42">
            <a:extLst>
              <a:ext uri="{FF2B5EF4-FFF2-40B4-BE49-F238E27FC236}">
                <a16:creationId xmlns:a16="http://schemas.microsoft.com/office/drawing/2014/main" id="{1D1B3388-8C73-4127-ADAF-EB5A164E348A}"/>
              </a:ext>
            </a:extLst>
          </p:cNvPr>
          <p:cNvSpPr/>
          <p:nvPr/>
        </p:nvSpPr>
        <p:spPr>
          <a:xfrm>
            <a:off x="813647" y="2341899"/>
            <a:ext cx="4673454"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2">
                  <a:lumMod val="10000"/>
                </a:schemeClr>
              </a:solidFill>
            </a:endParaRPr>
          </a:p>
        </p:txBody>
      </p:sp>
      <p:sp>
        <p:nvSpPr>
          <p:cNvPr id="44" name="Rectangle 43">
            <a:extLst>
              <a:ext uri="{FF2B5EF4-FFF2-40B4-BE49-F238E27FC236}">
                <a16:creationId xmlns:a16="http://schemas.microsoft.com/office/drawing/2014/main" id="{5A95B1A5-12AB-4A1F-999A-FD956952F864}"/>
              </a:ext>
            </a:extLst>
          </p:cNvPr>
          <p:cNvSpPr/>
          <p:nvPr/>
        </p:nvSpPr>
        <p:spPr>
          <a:xfrm>
            <a:off x="814537" y="3490957"/>
            <a:ext cx="4276592" cy="111344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9F34D2F-ED5A-4319-AD30-534C729B223F}"/>
              </a:ext>
            </a:extLst>
          </p:cNvPr>
          <p:cNvSpPr/>
          <p:nvPr/>
        </p:nvSpPr>
        <p:spPr>
          <a:xfrm>
            <a:off x="6704900" y="2339314"/>
            <a:ext cx="4361511" cy="105337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5C914184-B581-4CEB-BC8B-6529C4AF2319}"/>
              </a:ext>
            </a:extLst>
          </p:cNvPr>
          <p:cNvSpPr/>
          <p:nvPr/>
        </p:nvSpPr>
        <p:spPr>
          <a:xfrm>
            <a:off x="6808962" y="3464939"/>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5806E977-17AC-4BBD-B41F-CE91FBA501AB}"/>
              </a:ext>
            </a:extLst>
          </p:cNvPr>
          <p:cNvSpPr/>
          <p:nvPr/>
        </p:nvSpPr>
        <p:spPr>
          <a:xfrm>
            <a:off x="346613" y="2344403"/>
            <a:ext cx="477078"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F2C8D8DD-8053-44E4-8ABB-D32D697DA15C}"/>
              </a:ext>
            </a:extLst>
          </p:cNvPr>
          <p:cNvSpPr/>
          <p:nvPr/>
        </p:nvSpPr>
        <p:spPr>
          <a:xfrm>
            <a:off x="814444" y="4704989"/>
            <a:ext cx="4499140"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36A96B97-F06D-4B62-B74A-A741B215BF8A}"/>
              </a:ext>
            </a:extLst>
          </p:cNvPr>
          <p:cNvSpPr/>
          <p:nvPr/>
        </p:nvSpPr>
        <p:spPr>
          <a:xfrm>
            <a:off x="11085554" y="2341899"/>
            <a:ext cx="477078" cy="1050792"/>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889BD2F0-91D1-4265-95F7-770AC275859A}"/>
              </a:ext>
            </a:extLst>
          </p:cNvPr>
          <p:cNvSpPr/>
          <p:nvPr/>
        </p:nvSpPr>
        <p:spPr>
          <a:xfrm>
            <a:off x="11094094" y="3468736"/>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D80391E3-5736-4252-9233-422D2836A9E9}"/>
              </a:ext>
            </a:extLst>
          </p:cNvPr>
          <p:cNvSpPr txBox="1"/>
          <p:nvPr/>
        </p:nvSpPr>
        <p:spPr>
          <a:xfrm>
            <a:off x="375800" y="2719772"/>
            <a:ext cx="418704" cy="369332"/>
          </a:xfrm>
          <a:prstGeom prst="rect">
            <a:avLst/>
          </a:prstGeom>
          <a:noFill/>
        </p:spPr>
        <p:txBody>
          <a:bodyPr wrap="none" rtlCol="0">
            <a:spAutoFit/>
          </a:bodyPr>
          <a:lstStyle/>
          <a:p>
            <a:r>
              <a:rPr lang="en-US" dirty="0"/>
              <a:t>01</a:t>
            </a:r>
          </a:p>
        </p:txBody>
      </p:sp>
      <p:sp>
        <p:nvSpPr>
          <p:cNvPr id="55" name="TextBox 54">
            <a:extLst>
              <a:ext uri="{FF2B5EF4-FFF2-40B4-BE49-F238E27FC236}">
                <a16:creationId xmlns:a16="http://schemas.microsoft.com/office/drawing/2014/main" id="{17A78ACD-6CB6-4A7B-869C-5B3838E11920}"/>
              </a:ext>
            </a:extLst>
          </p:cNvPr>
          <p:cNvSpPr txBox="1"/>
          <p:nvPr/>
        </p:nvSpPr>
        <p:spPr>
          <a:xfrm>
            <a:off x="11166579" y="3848929"/>
            <a:ext cx="418704" cy="369332"/>
          </a:xfrm>
          <a:prstGeom prst="rect">
            <a:avLst/>
          </a:prstGeom>
          <a:solidFill>
            <a:schemeClr val="accent5">
              <a:lumMod val="20000"/>
              <a:lumOff val="80000"/>
            </a:schemeClr>
          </a:solidFill>
        </p:spPr>
        <p:txBody>
          <a:bodyPr wrap="none" rtlCol="0">
            <a:spAutoFit/>
          </a:bodyPr>
          <a:lstStyle/>
          <a:p>
            <a:r>
              <a:rPr lang="en-US" dirty="0"/>
              <a:t>04</a:t>
            </a:r>
          </a:p>
        </p:txBody>
      </p:sp>
      <p:sp>
        <p:nvSpPr>
          <p:cNvPr id="56" name="TextBox 55">
            <a:extLst>
              <a:ext uri="{FF2B5EF4-FFF2-40B4-BE49-F238E27FC236}">
                <a16:creationId xmlns:a16="http://schemas.microsoft.com/office/drawing/2014/main" id="{64BF54FC-F44C-4274-9ADF-B3E11C384883}"/>
              </a:ext>
            </a:extLst>
          </p:cNvPr>
          <p:cNvSpPr txBox="1"/>
          <p:nvPr/>
        </p:nvSpPr>
        <p:spPr>
          <a:xfrm>
            <a:off x="11111027" y="2606138"/>
            <a:ext cx="451605" cy="369332"/>
          </a:xfrm>
          <a:prstGeom prst="rect">
            <a:avLst/>
          </a:prstGeom>
          <a:solidFill>
            <a:schemeClr val="accent5">
              <a:lumMod val="20000"/>
              <a:lumOff val="80000"/>
            </a:schemeClr>
          </a:solidFill>
        </p:spPr>
        <p:txBody>
          <a:bodyPr wrap="square" rtlCol="0">
            <a:spAutoFit/>
          </a:bodyPr>
          <a:lstStyle/>
          <a:p>
            <a:r>
              <a:rPr lang="en-US" dirty="0"/>
              <a:t>03</a:t>
            </a:r>
          </a:p>
        </p:txBody>
      </p:sp>
      <p:sp>
        <p:nvSpPr>
          <p:cNvPr id="57" name="Oval 56">
            <a:extLst>
              <a:ext uri="{FF2B5EF4-FFF2-40B4-BE49-F238E27FC236}">
                <a16:creationId xmlns:a16="http://schemas.microsoft.com/office/drawing/2014/main" id="{A19A3385-DBDD-4ACE-B7D1-AA193752FC40}"/>
              </a:ext>
            </a:extLst>
          </p:cNvPr>
          <p:cNvSpPr/>
          <p:nvPr/>
        </p:nvSpPr>
        <p:spPr>
          <a:xfrm>
            <a:off x="4247957" y="2899396"/>
            <a:ext cx="3843762" cy="34166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01B06B4C-D49B-4416-BB76-C6923262108C}"/>
              </a:ext>
            </a:extLst>
          </p:cNvPr>
          <p:cNvSpPr/>
          <p:nvPr/>
        </p:nvSpPr>
        <p:spPr>
          <a:xfrm>
            <a:off x="4570251" y="3178916"/>
            <a:ext cx="3024809" cy="2820012"/>
          </a:xfrm>
          <a:prstGeom prst="ellipse">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56FB46D2-4783-4906-924F-609790AA37AE}"/>
              </a:ext>
            </a:extLst>
          </p:cNvPr>
          <p:cNvSpPr/>
          <p:nvPr/>
        </p:nvSpPr>
        <p:spPr>
          <a:xfrm>
            <a:off x="4971325" y="3498915"/>
            <a:ext cx="2281561" cy="2211554"/>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900" b="1" dirty="0"/>
              <a:t>Working of Credit Card</a:t>
            </a:r>
          </a:p>
        </p:txBody>
      </p:sp>
      <p:sp>
        <p:nvSpPr>
          <p:cNvPr id="60" name="TextBox 59">
            <a:extLst>
              <a:ext uri="{FF2B5EF4-FFF2-40B4-BE49-F238E27FC236}">
                <a16:creationId xmlns:a16="http://schemas.microsoft.com/office/drawing/2014/main" id="{FDE044DB-D33F-44AD-9C7B-3C5E20310915}"/>
              </a:ext>
            </a:extLst>
          </p:cNvPr>
          <p:cNvSpPr txBox="1"/>
          <p:nvPr/>
        </p:nvSpPr>
        <p:spPr>
          <a:xfrm>
            <a:off x="925856" y="3873576"/>
            <a:ext cx="3330004" cy="461665"/>
          </a:xfrm>
          <a:prstGeom prst="rect">
            <a:avLst/>
          </a:prstGeom>
          <a:noFill/>
        </p:spPr>
        <p:txBody>
          <a:bodyPr wrap="square" rtlCol="0">
            <a:spAutoFit/>
          </a:bodyPr>
          <a:lstStyle/>
          <a:p>
            <a:r>
              <a:rPr lang="en-US" sz="2400" dirty="0">
                <a:solidFill>
                  <a:schemeClr val="bg2">
                    <a:lumMod val="10000"/>
                  </a:schemeClr>
                </a:solidFill>
              </a:rPr>
              <a:t>Authorization Request</a:t>
            </a:r>
          </a:p>
        </p:txBody>
      </p:sp>
      <p:sp>
        <p:nvSpPr>
          <p:cNvPr id="61" name="TextBox 60">
            <a:extLst>
              <a:ext uri="{FF2B5EF4-FFF2-40B4-BE49-F238E27FC236}">
                <a16:creationId xmlns:a16="http://schemas.microsoft.com/office/drawing/2014/main" id="{031ADF60-460B-4906-8520-57CE995CEE4A}"/>
              </a:ext>
            </a:extLst>
          </p:cNvPr>
          <p:cNvSpPr txBox="1"/>
          <p:nvPr/>
        </p:nvSpPr>
        <p:spPr>
          <a:xfrm>
            <a:off x="7986367" y="2611772"/>
            <a:ext cx="3088025" cy="461665"/>
          </a:xfrm>
          <a:prstGeom prst="rect">
            <a:avLst/>
          </a:prstGeom>
          <a:solidFill>
            <a:schemeClr val="accent5">
              <a:lumMod val="20000"/>
              <a:lumOff val="80000"/>
            </a:schemeClr>
          </a:solidFill>
        </p:spPr>
        <p:txBody>
          <a:bodyPr wrap="none" rtlCol="0">
            <a:spAutoFit/>
          </a:bodyPr>
          <a:lstStyle/>
          <a:p>
            <a:r>
              <a:rPr lang="en-US" sz="2400" dirty="0"/>
              <a:t>Routing to Issuing Bank</a:t>
            </a:r>
            <a:endParaRPr lang="en-US" dirty="0"/>
          </a:p>
        </p:txBody>
      </p:sp>
      <p:sp>
        <p:nvSpPr>
          <p:cNvPr id="62" name="TextBox 61">
            <a:extLst>
              <a:ext uri="{FF2B5EF4-FFF2-40B4-BE49-F238E27FC236}">
                <a16:creationId xmlns:a16="http://schemas.microsoft.com/office/drawing/2014/main" id="{51713DE7-9F04-4327-BBC6-3B29B61BA090}"/>
              </a:ext>
            </a:extLst>
          </p:cNvPr>
          <p:cNvSpPr txBox="1"/>
          <p:nvPr/>
        </p:nvSpPr>
        <p:spPr>
          <a:xfrm>
            <a:off x="8015717" y="3802762"/>
            <a:ext cx="3136752" cy="461665"/>
          </a:xfrm>
          <a:prstGeom prst="rect">
            <a:avLst/>
          </a:prstGeom>
          <a:solidFill>
            <a:schemeClr val="accent5">
              <a:lumMod val="20000"/>
              <a:lumOff val="80000"/>
            </a:schemeClr>
          </a:solidFill>
        </p:spPr>
        <p:txBody>
          <a:bodyPr wrap="square" rtlCol="0">
            <a:spAutoFit/>
          </a:bodyPr>
          <a:lstStyle/>
          <a:p>
            <a:pPr algn="ctr"/>
            <a:r>
              <a:rPr lang="en-US" sz="2400" dirty="0"/>
              <a:t>Authorization Response</a:t>
            </a:r>
          </a:p>
        </p:txBody>
      </p:sp>
      <p:sp>
        <p:nvSpPr>
          <p:cNvPr id="63" name="TextBox 62">
            <a:extLst>
              <a:ext uri="{FF2B5EF4-FFF2-40B4-BE49-F238E27FC236}">
                <a16:creationId xmlns:a16="http://schemas.microsoft.com/office/drawing/2014/main" id="{F7EA1C6F-0915-457F-9BFA-5632BF2BB86E}"/>
              </a:ext>
            </a:extLst>
          </p:cNvPr>
          <p:cNvSpPr txBox="1"/>
          <p:nvPr/>
        </p:nvSpPr>
        <p:spPr>
          <a:xfrm>
            <a:off x="960502" y="2606138"/>
            <a:ext cx="3139577" cy="461665"/>
          </a:xfrm>
          <a:prstGeom prst="rect">
            <a:avLst/>
          </a:prstGeom>
          <a:noFill/>
        </p:spPr>
        <p:txBody>
          <a:bodyPr wrap="none" rtlCol="0">
            <a:spAutoFit/>
          </a:bodyPr>
          <a:lstStyle/>
          <a:p>
            <a:r>
              <a:rPr lang="en-US" sz="2400" dirty="0">
                <a:solidFill>
                  <a:schemeClr val="bg2">
                    <a:lumMod val="10000"/>
                  </a:schemeClr>
                </a:solidFill>
              </a:rPr>
              <a:t>Initiation of Transaction</a:t>
            </a:r>
            <a:endParaRPr lang="en-US" dirty="0"/>
          </a:p>
        </p:txBody>
      </p:sp>
      <p:sp>
        <p:nvSpPr>
          <p:cNvPr id="64" name="TextBox 63">
            <a:extLst>
              <a:ext uri="{FF2B5EF4-FFF2-40B4-BE49-F238E27FC236}">
                <a16:creationId xmlns:a16="http://schemas.microsoft.com/office/drawing/2014/main" id="{7FA49B5F-56DC-4854-9BCD-602023B4A98A}"/>
              </a:ext>
            </a:extLst>
          </p:cNvPr>
          <p:cNvSpPr txBox="1"/>
          <p:nvPr/>
        </p:nvSpPr>
        <p:spPr>
          <a:xfrm>
            <a:off x="855132" y="5027887"/>
            <a:ext cx="3467809"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65" name="Rectangle 64">
            <a:extLst>
              <a:ext uri="{FF2B5EF4-FFF2-40B4-BE49-F238E27FC236}">
                <a16:creationId xmlns:a16="http://schemas.microsoft.com/office/drawing/2014/main" id="{2CA52A77-9554-4958-9DE0-8370CC7E674E}"/>
              </a:ext>
            </a:extLst>
          </p:cNvPr>
          <p:cNvSpPr/>
          <p:nvPr/>
        </p:nvSpPr>
        <p:spPr>
          <a:xfrm>
            <a:off x="337458" y="3486814"/>
            <a:ext cx="477078" cy="111344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extBox 65">
            <a:extLst>
              <a:ext uri="{FF2B5EF4-FFF2-40B4-BE49-F238E27FC236}">
                <a16:creationId xmlns:a16="http://schemas.microsoft.com/office/drawing/2014/main" id="{71C9BDD8-A003-4389-AE92-B21031845D14}"/>
              </a:ext>
            </a:extLst>
          </p:cNvPr>
          <p:cNvSpPr txBox="1"/>
          <p:nvPr/>
        </p:nvSpPr>
        <p:spPr>
          <a:xfrm>
            <a:off x="337458" y="3954365"/>
            <a:ext cx="418704" cy="369332"/>
          </a:xfrm>
          <a:prstGeom prst="rect">
            <a:avLst/>
          </a:prstGeom>
          <a:noFill/>
        </p:spPr>
        <p:txBody>
          <a:bodyPr wrap="none" rtlCol="0">
            <a:spAutoFit/>
          </a:bodyPr>
          <a:lstStyle/>
          <a:p>
            <a:r>
              <a:rPr lang="en-US" dirty="0"/>
              <a:t>02</a:t>
            </a:r>
          </a:p>
        </p:txBody>
      </p:sp>
      <p:sp>
        <p:nvSpPr>
          <p:cNvPr id="67" name="Rectangle 66">
            <a:extLst>
              <a:ext uri="{FF2B5EF4-FFF2-40B4-BE49-F238E27FC236}">
                <a16:creationId xmlns:a16="http://schemas.microsoft.com/office/drawing/2014/main" id="{F887BC66-A768-4F21-8DFD-EAC4948476BB}"/>
              </a:ext>
            </a:extLst>
          </p:cNvPr>
          <p:cNvSpPr/>
          <p:nvPr/>
        </p:nvSpPr>
        <p:spPr>
          <a:xfrm>
            <a:off x="329976" y="4708118"/>
            <a:ext cx="47707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BFDB30BA-E91E-42CB-935E-C24D5430B5EF}"/>
              </a:ext>
            </a:extLst>
          </p:cNvPr>
          <p:cNvSpPr txBox="1"/>
          <p:nvPr/>
        </p:nvSpPr>
        <p:spPr>
          <a:xfrm>
            <a:off x="359163" y="5120220"/>
            <a:ext cx="418704" cy="369332"/>
          </a:xfrm>
          <a:prstGeom prst="rect">
            <a:avLst/>
          </a:prstGeom>
          <a:solidFill>
            <a:schemeClr val="accent5">
              <a:lumMod val="20000"/>
              <a:lumOff val="80000"/>
            </a:schemeClr>
          </a:solidFill>
        </p:spPr>
        <p:txBody>
          <a:bodyPr wrap="none" rtlCol="0">
            <a:spAutoFit/>
          </a:bodyPr>
          <a:lstStyle/>
          <a:p>
            <a:r>
              <a:rPr lang="en-US" dirty="0"/>
              <a:t>05</a:t>
            </a:r>
          </a:p>
        </p:txBody>
      </p:sp>
      <p:sp>
        <p:nvSpPr>
          <p:cNvPr id="29" name="Rectangle 28">
            <a:extLst>
              <a:ext uri="{FF2B5EF4-FFF2-40B4-BE49-F238E27FC236}">
                <a16:creationId xmlns:a16="http://schemas.microsoft.com/office/drawing/2014/main" id="{69B57DE0-1ABF-4889-A441-6ED52DC311B6}"/>
              </a:ext>
            </a:extLst>
          </p:cNvPr>
          <p:cNvSpPr/>
          <p:nvPr/>
        </p:nvSpPr>
        <p:spPr>
          <a:xfrm>
            <a:off x="11111027" y="4650372"/>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C8BE9A8B-26B0-46B0-BDEB-EA98D8D6DC55}"/>
              </a:ext>
            </a:extLst>
          </p:cNvPr>
          <p:cNvSpPr txBox="1"/>
          <p:nvPr/>
        </p:nvSpPr>
        <p:spPr>
          <a:xfrm>
            <a:off x="11122030" y="5047084"/>
            <a:ext cx="418704" cy="369332"/>
          </a:xfrm>
          <a:prstGeom prst="rect">
            <a:avLst/>
          </a:prstGeom>
          <a:solidFill>
            <a:schemeClr val="accent5">
              <a:lumMod val="20000"/>
              <a:lumOff val="80000"/>
            </a:schemeClr>
          </a:solidFill>
        </p:spPr>
        <p:txBody>
          <a:bodyPr wrap="none" rtlCol="0">
            <a:spAutoFit/>
          </a:bodyPr>
          <a:lstStyle/>
          <a:p>
            <a:r>
              <a:rPr lang="en-US" dirty="0"/>
              <a:t>06</a:t>
            </a:r>
          </a:p>
        </p:txBody>
      </p:sp>
      <p:sp>
        <p:nvSpPr>
          <p:cNvPr id="32" name="TextBox 31">
            <a:extLst>
              <a:ext uri="{FF2B5EF4-FFF2-40B4-BE49-F238E27FC236}">
                <a16:creationId xmlns:a16="http://schemas.microsoft.com/office/drawing/2014/main" id="{1DA9AD4A-38E6-4624-A7A6-9E0BAB32740C}"/>
              </a:ext>
            </a:extLst>
          </p:cNvPr>
          <p:cNvSpPr txBox="1"/>
          <p:nvPr/>
        </p:nvSpPr>
        <p:spPr>
          <a:xfrm>
            <a:off x="8293287" y="4954751"/>
            <a:ext cx="2580129" cy="461665"/>
          </a:xfrm>
          <a:prstGeom prst="rect">
            <a:avLst/>
          </a:prstGeom>
          <a:solidFill>
            <a:schemeClr val="accent5">
              <a:lumMod val="20000"/>
              <a:lumOff val="80000"/>
            </a:schemeClr>
          </a:solidFill>
        </p:spPr>
        <p:txBody>
          <a:bodyPr wrap="none" rtlCol="0">
            <a:spAutoFit/>
          </a:bodyPr>
          <a:lstStyle/>
          <a:p>
            <a:pPr algn="ctr"/>
            <a:r>
              <a:rPr lang="en-US" sz="2400" dirty="0"/>
              <a:t>Settlement Process</a:t>
            </a:r>
          </a:p>
        </p:txBody>
      </p:sp>
      <p:sp>
        <p:nvSpPr>
          <p:cNvPr id="38" name="TextBox 37">
            <a:extLst>
              <a:ext uri="{FF2B5EF4-FFF2-40B4-BE49-F238E27FC236}">
                <a16:creationId xmlns:a16="http://schemas.microsoft.com/office/drawing/2014/main" id="{331473A7-6991-4D4F-9A65-F3686F794E5B}"/>
              </a:ext>
            </a:extLst>
          </p:cNvPr>
          <p:cNvSpPr txBox="1"/>
          <p:nvPr/>
        </p:nvSpPr>
        <p:spPr>
          <a:xfrm>
            <a:off x="1030952" y="6138493"/>
            <a:ext cx="3843762"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39" name="Rectangle 38">
            <a:extLst>
              <a:ext uri="{FF2B5EF4-FFF2-40B4-BE49-F238E27FC236}">
                <a16:creationId xmlns:a16="http://schemas.microsoft.com/office/drawing/2014/main" id="{F99475D6-9D1F-4EDB-B37F-1F921AF25F8A}"/>
              </a:ext>
            </a:extLst>
          </p:cNvPr>
          <p:cNvSpPr/>
          <p:nvPr/>
        </p:nvSpPr>
        <p:spPr>
          <a:xfrm>
            <a:off x="339224" y="5836480"/>
            <a:ext cx="48446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0656779-DCAF-4BEF-BF4E-BB7F410FEE80}"/>
              </a:ext>
            </a:extLst>
          </p:cNvPr>
          <p:cNvSpPr txBox="1"/>
          <p:nvPr/>
        </p:nvSpPr>
        <p:spPr>
          <a:xfrm>
            <a:off x="368411" y="6230826"/>
            <a:ext cx="438644" cy="369332"/>
          </a:xfrm>
          <a:prstGeom prst="rect">
            <a:avLst/>
          </a:prstGeom>
          <a:solidFill>
            <a:schemeClr val="accent5">
              <a:lumMod val="20000"/>
              <a:lumOff val="80000"/>
            </a:schemeClr>
          </a:solidFill>
        </p:spPr>
        <p:txBody>
          <a:bodyPr wrap="square" rtlCol="0">
            <a:spAutoFit/>
          </a:bodyPr>
          <a:lstStyle/>
          <a:p>
            <a:r>
              <a:rPr lang="en-US" dirty="0"/>
              <a:t>07</a:t>
            </a:r>
          </a:p>
        </p:txBody>
      </p:sp>
    </p:spTree>
    <p:extLst>
      <p:ext uri="{BB962C8B-B14F-4D97-AF65-F5344CB8AC3E}">
        <p14:creationId xmlns:p14="http://schemas.microsoft.com/office/powerpoint/2010/main" val="3665113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36AE948-18EC-45B5-9297-D0F9AF08D9F7}"/>
              </a:ext>
            </a:extLst>
          </p:cNvPr>
          <p:cNvSpPr/>
          <p:nvPr/>
        </p:nvSpPr>
        <p:spPr>
          <a:xfrm>
            <a:off x="-92075" y="-30630"/>
            <a:ext cx="12284075" cy="6934504"/>
          </a:xfrm>
          <a:prstGeom prst="rect">
            <a:avLst/>
          </a:prstGeom>
          <a:gradFill>
            <a:gsLst>
              <a:gs pos="0">
                <a:srgbClr val="1CADE4">
                  <a:alpha val="70000"/>
                </a:srgbClr>
              </a:gs>
              <a:gs pos="100000">
                <a:srgbClr val="2683C6">
                  <a:alpha val="10000"/>
                </a:srgbClr>
              </a:gs>
            </a:gsLst>
            <a:lin ang="2700000" scaled="1"/>
          </a:gradFill>
          <a:ln w="12700" cap="flat" cmpd="sng" algn="ctr">
            <a:noFill/>
            <a:prstDash val="solid"/>
            <a:miter lim="800000"/>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en-IN" sz="2399"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928BB1C-7851-43F4-B70A-387FCB04CD73}"/>
              </a:ext>
            </a:extLst>
          </p:cNvPr>
          <p:cNvSpPr/>
          <p:nvPr/>
        </p:nvSpPr>
        <p:spPr>
          <a:xfrm>
            <a:off x="823691" y="5833350"/>
            <a:ext cx="10823269"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08C174F-B9E8-4ED3-A6A6-31869CF44750}"/>
              </a:ext>
            </a:extLst>
          </p:cNvPr>
          <p:cNvSpPr/>
          <p:nvPr/>
        </p:nvSpPr>
        <p:spPr>
          <a:xfrm>
            <a:off x="6818176" y="4643091"/>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3509ACBF-CDC1-48B1-A20E-F675EFA41F16}"/>
              </a:ext>
            </a:extLst>
          </p:cNvPr>
          <p:cNvSpPr/>
          <p:nvPr/>
        </p:nvSpPr>
        <p:spPr>
          <a:xfrm>
            <a:off x="4349915" y="26762"/>
            <a:ext cx="3639845"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How Credit Card Works</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B884316-E5D3-4082-BC91-161B108F12B5}"/>
              </a:ext>
            </a:extLst>
          </p:cNvPr>
          <p:cNvSpPr txBox="1"/>
          <p:nvPr/>
        </p:nvSpPr>
        <p:spPr>
          <a:xfrm>
            <a:off x="329976" y="1307778"/>
            <a:ext cx="11363416" cy="830997"/>
          </a:xfrm>
          <a:prstGeom prst="rect">
            <a:avLst/>
          </a:prstGeom>
          <a:noFill/>
        </p:spPr>
        <p:txBody>
          <a:bodyPr wrap="square" rtlCol="0">
            <a:spAutoFit/>
          </a:bodyPr>
          <a:lstStyle/>
          <a:p>
            <a:pPr>
              <a:buFont typeface="Symbol" panose="05050102010706020507" pitchFamily="18" charset="2"/>
              <a:buChar char="·"/>
            </a:pPr>
            <a:r>
              <a:rPr lang="en-US" sz="1600" b="1" dirty="0">
                <a:highlight>
                  <a:srgbClr val="FFFF00"/>
                </a:highlight>
                <a:latin typeface="Times New Roman" panose="02020603050405020304" pitchFamily="18" charset="0"/>
              </a:rPr>
              <a:t>Card Network</a:t>
            </a:r>
            <a:r>
              <a:rPr lang="en-US" sz="1600" b="1" dirty="0">
                <a:latin typeface="Times New Roman" panose="02020603050405020304" pitchFamily="18" charset="0"/>
              </a:rPr>
              <a:t>: The card network routes the transaction details to the cardholder’s issuing bank (the bank that issued the credit card).</a:t>
            </a:r>
          </a:p>
          <a:p>
            <a:pPr>
              <a:buFont typeface="Symbol" panose="05050102010706020507" pitchFamily="18" charset="2"/>
              <a:buChar char="·"/>
            </a:pPr>
            <a:r>
              <a:rPr lang="en-US" sz="1600" b="1" dirty="0">
                <a:highlight>
                  <a:srgbClr val="FFFF00"/>
                </a:highlight>
                <a:latin typeface="Times New Roman" panose="02020603050405020304" pitchFamily="18" charset="0"/>
              </a:rPr>
              <a:t>Fraud Check</a:t>
            </a:r>
            <a:r>
              <a:rPr lang="en-US" sz="1600" b="1" dirty="0">
                <a:latin typeface="Times New Roman" panose="02020603050405020304" pitchFamily="18" charset="0"/>
              </a:rPr>
              <a:t>: The issuing bank checks for fraud, available credit, and other criteria.</a:t>
            </a:r>
          </a:p>
        </p:txBody>
      </p:sp>
      <p:sp>
        <p:nvSpPr>
          <p:cNvPr id="43" name="Rectangle 42">
            <a:extLst>
              <a:ext uri="{FF2B5EF4-FFF2-40B4-BE49-F238E27FC236}">
                <a16:creationId xmlns:a16="http://schemas.microsoft.com/office/drawing/2014/main" id="{1D1B3388-8C73-4127-ADAF-EB5A164E348A}"/>
              </a:ext>
            </a:extLst>
          </p:cNvPr>
          <p:cNvSpPr/>
          <p:nvPr/>
        </p:nvSpPr>
        <p:spPr>
          <a:xfrm>
            <a:off x="813647" y="2341899"/>
            <a:ext cx="4673454"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2">
                  <a:lumMod val="10000"/>
                </a:schemeClr>
              </a:solidFill>
            </a:endParaRPr>
          </a:p>
        </p:txBody>
      </p:sp>
      <p:sp>
        <p:nvSpPr>
          <p:cNvPr id="44" name="Rectangle 43">
            <a:extLst>
              <a:ext uri="{FF2B5EF4-FFF2-40B4-BE49-F238E27FC236}">
                <a16:creationId xmlns:a16="http://schemas.microsoft.com/office/drawing/2014/main" id="{5A95B1A5-12AB-4A1F-999A-FD956952F864}"/>
              </a:ext>
            </a:extLst>
          </p:cNvPr>
          <p:cNvSpPr/>
          <p:nvPr/>
        </p:nvSpPr>
        <p:spPr>
          <a:xfrm>
            <a:off x="814537" y="3490957"/>
            <a:ext cx="4276592"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9F34D2F-ED5A-4319-AD30-534C729B223F}"/>
              </a:ext>
            </a:extLst>
          </p:cNvPr>
          <p:cNvSpPr/>
          <p:nvPr/>
        </p:nvSpPr>
        <p:spPr>
          <a:xfrm>
            <a:off x="6704900" y="2339314"/>
            <a:ext cx="4361511" cy="1053377"/>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5C914184-B581-4CEB-BC8B-6529C4AF2319}"/>
              </a:ext>
            </a:extLst>
          </p:cNvPr>
          <p:cNvSpPr/>
          <p:nvPr/>
        </p:nvSpPr>
        <p:spPr>
          <a:xfrm>
            <a:off x="6808962" y="3464939"/>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5806E977-17AC-4BBD-B41F-CE91FBA501AB}"/>
              </a:ext>
            </a:extLst>
          </p:cNvPr>
          <p:cNvSpPr/>
          <p:nvPr/>
        </p:nvSpPr>
        <p:spPr>
          <a:xfrm>
            <a:off x="346613" y="2344403"/>
            <a:ext cx="477078"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F2C8D8DD-8053-44E4-8ABB-D32D697DA15C}"/>
              </a:ext>
            </a:extLst>
          </p:cNvPr>
          <p:cNvSpPr/>
          <p:nvPr/>
        </p:nvSpPr>
        <p:spPr>
          <a:xfrm>
            <a:off x="814444" y="4704989"/>
            <a:ext cx="4499140"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36A96B97-F06D-4B62-B74A-A741B215BF8A}"/>
              </a:ext>
            </a:extLst>
          </p:cNvPr>
          <p:cNvSpPr/>
          <p:nvPr/>
        </p:nvSpPr>
        <p:spPr>
          <a:xfrm>
            <a:off x="11085554" y="2341899"/>
            <a:ext cx="477078" cy="1050792"/>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889BD2F0-91D1-4265-95F7-770AC275859A}"/>
              </a:ext>
            </a:extLst>
          </p:cNvPr>
          <p:cNvSpPr/>
          <p:nvPr/>
        </p:nvSpPr>
        <p:spPr>
          <a:xfrm>
            <a:off x="11094094" y="3468736"/>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D80391E3-5736-4252-9233-422D2836A9E9}"/>
              </a:ext>
            </a:extLst>
          </p:cNvPr>
          <p:cNvSpPr txBox="1"/>
          <p:nvPr/>
        </p:nvSpPr>
        <p:spPr>
          <a:xfrm>
            <a:off x="375800" y="2719772"/>
            <a:ext cx="418704" cy="369332"/>
          </a:xfrm>
          <a:prstGeom prst="rect">
            <a:avLst/>
          </a:prstGeom>
          <a:noFill/>
        </p:spPr>
        <p:txBody>
          <a:bodyPr wrap="none" rtlCol="0">
            <a:spAutoFit/>
          </a:bodyPr>
          <a:lstStyle/>
          <a:p>
            <a:r>
              <a:rPr lang="en-US" dirty="0"/>
              <a:t>01</a:t>
            </a:r>
          </a:p>
        </p:txBody>
      </p:sp>
      <p:sp>
        <p:nvSpPr>
          <p:cNvPr id="55" name="TextBox 54">
            <a:extLst>
              <a:ext uri="{FF2B5EF4-FFF2-40B4-BE49-F238E27FC236}">
                <a16:creationId xmlns:a16="http://schemas.microsoft.com/office/drawing/2014/main" id="{17A78ACD-6CB6-4A7B-869C-5B3838E11920}"/>
              </a:ext>
            </a:extLst>
          </p:cNvPr>
          <p:cNvSpPr txBox="1"/>
          <p:nvPr/>
        </p:nvSpPr>
        <p:spPr>
          <a:xfrm>
            <a:off x="11166579" y="3848929"/>
            <a:ext cx="418704" cy="369332"/>
          </a:xfrm>
          <a:prstGeom prst="rect">
            <a:avLst/>
          </a:prstGeom>
          <a:solidFill>
            <a:schemeClr val="accent5">
              <a:lumMod val="20000"/>
              <a:lumOff val="80000"/>
            </a:schemeClr>
          </a:solidFill>
        </p:spPr>
        <p:txBody>
          <a:bodyPr wrap="none" rtlCol="0">
            <a:spAutoFit/>
          </a:bodyPr>
          <a:lstStyle/>
          <a:p>
            <a:r>
              <a:rPr lang="en-US" dirty="0"/>
              <a:t>04</a:t>
            </a:r>
          </a:p>
        </p:txBody>
      </p:sp>
      <p:sp>
        <p:nvSpPr>
          <p:cNvPr id="56" name="TextBox 55">
            <a:extLst>
              <a:ext uri="{FF2B5EF4-FFF2-40B4-BE49-F238E27FC236}">
                <a16:creationId xmlns:a16="http://schemas.microsoft.com/office/drawing/2014/main" id="{64BF54FC-F44C-4274-9ADF-B3E11C384883}"/>
              </a:ext>
            </a:extLst>
          </p:cNvPr>
          <p:cNvSpPr txBox="1"/>
          <p:nvPr/>
        </p:nvSpPr>
        <p:spPr>
          <a:xfrm>
            <a:off x="11111027" y="2606138"/>
            <a:ext cx="451605" cy="369332"/>
          </a:xfrm>
          <a:prstGeom prst="rect">
            <a:avLst/>
          </a:prstGeom>
          <a:solidFill>
            <a:schemeClr val="accent4">
              <a:lumMod val="60000"/>
              <a:lumOff val="40000"/>
            </a:schemeClr>
          </a:solidFill>
        </p:spPr>
        <p:txBody>
          <a:bodyPr wrap="square" rtlCol="0">
            <a:spAutoFit/>
          </a:bodyPr>
          <a:lstStyle/>
          <a:p>
            <a:r>
              <a:rPr lang="en-US" dirty="0"/>
              <a:t>03</a:t>
            </a:r>
          </a:p>
        </p:txBody>
      </p:sp>
      <p:sp>
        <p:nvSpPr>
          <p:cNvPr id="57" name="Oval 56">
            <a:extLst>
              <a:ext uri="{FF2B5EF4-FFF2-40B4-BE49-F238E27FC236}">
                <a16:creationId xmlns:a16="http://schemas.microsoft.com/office/drawing/2014/main" id="{A19A3385-DBDD-4ACE-B7D1-AA193752FC40}"/>
              </a:ext>
            </a:extLst>
          </p:cNvPr>
          <p:cNvSpPr/>
          <p:nvPr/>
        </p:nvSpPr>
        <p:spPr>
          <a:xfrm>
            <a:off x="4247957" y="2899396"/>
            <a:ext cx="3843762" cy="34166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01B06B4C-D49B-4416-BB76-C6923262108C}"/>
              </a:ext>
            </a:extLst>
          </p:cNvPr>
          <p:cNvSpPr/>
          <p:nvPr/>
        </p:nvSpPr>
        <p:spPr>
          <a:xfrm>
            <a:off x="4570251" y="3178916"/>
            <a:ext cx="3024809" cy="2820012"/>
          </a:xfrm>
          <a:prstGeom prst="ellipse">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56FB46D2-4783-4906-924F-609790AA37AE}"/>
              </a:ext>
            </a:extLst>
          </p:cNvPr>
          <p:cNvSpPr/>
          <p:nvPr/>
        </p:nvSpPr>
        <p:spPr>
          <a:xfrm>
            <a:off x="4971325" y="3498915"/>
            <a:ext cx="2281561" cy="2211554"/>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900" b="1" dirty="0"/>
              <a:t>Working of Credit Card</a:t>
            </a:r>
          </a:p>
        </p:txBody>
      </p:sp>
      <p:sp>
        <p:nvSpPr>
          <p:cNvPr id="60" name="TextBox 59">
            <a:extLst>
              <a:ext uri="{FF2B5EF4-FFF2-40B4-BE49-F238E27FC236}">
                <a16:creationId xmlns:a16="http://schemas.microsoft.com/office/drawing/2014/main" id="{FDE044DB-D33F-44AD-9C7B-3C5E20310915}"/>
              </a:ext>
            </a:extLst>
          </p:cNvPr>
          <p:cNvSpPr txBox="1"/>
          <p:nvPr/>
        </p:nvSpPr>
        <p:spPr>
          <a:xfrm>
            <a:off x="925856" y="3873576"/>
            <a:ext cx="3330004" cy="461665"/>
          </a:xfrm>
          <a:prstGeom prst="rect">
            <a:avLst/>
          </a:prstGeom>
          <a:noFill/>
        </p:spPr>
        <p:txBody>
          <a:bodyPr wrap="square" rtlCol="0">
            <a:spAutoFit/>
          </a:bodyPr>
          <a:lstStyle/>
          <a:p>
            <a:r>
              <a:rPr lang="en-US" sz="2400" dirty="0">
                <a:solidFill>
                  <a:schemeClr val="bg2">
                    <a:lumMod val="10000"/>
                  </a:schemeClr>
                </a:solidFill>
              </a:rPr>
              <a:t>Authorization Request</a:t>
            </a:r>
          </a:p>
        </p:txBody>
      </p:sp>
      <p:sp>
        <p:nvSpPr>
          <p:cNvPr id="61" name="TextBox 60">
            <a:extLst>
              <a:ext uri="{FF2B5EF4-FFF2-40B4-BE49-F238E27FC236}">
                <a16:creationId xmlns:a16="http://schemas.microsoft.com/office/drawing/2014/main" id="{031ADF60-460B-4906-8520-57CE995CEE4A}"/>
              </a:ext>
            </a:extLst>
          </p:cNvPr>
          <p:cNvSpPr txBox="1"/>
          <p:nvPr/>
        </p:nvSpPr>
        <p:spPr>
          <a:xfrm>
            <a:off x="7986367" y="2611772"/>
            <a:ext cx="3088025" cy="461665"/>
          </a:xfrm>
          <a:prstGeom prst="rect">
            <a:avLst/>
          </a:prstGeom>
          <a:solidFill>
            <a:schemeClr val="accent4">
              <a:lumMod val="60000"/>
              <a:lumOff val="40000"/>
            </a:schemeClr>
          </a:solidFill>
        </p:spPr>
        <p:txBody>
          <a:bodyPr wrap="none" rtlCol="0">
            <a:spAutoFit/>
          </a:bodyPr>
          <a:lstStyle/>
          <a:p>
            <a:r>
              <a:rPr lang="en-US" sz="2400" dirty="0"/>
              <a:t>Routing to Issuing Bank</a:t>
            </a:r>
            <a:endParaRPr lang="en-US" dirty="0"/>
          </a:p>
        </p:txBody>
      </p:sp>
      <p:sp>
        <p:nvSpPr>
          <p:cNvPr id="62" name="TextBox 61">
            <a:extLst>
              <a:ext uri="{FF2B5EF4-FFF2-40B4-BE49-F238E27FC236}">
                <a16:creationId xmlns:a16="http://schemas.microsoft.com/office/drawing/2014/main" id="{51713DE7-9F04-4327-BBC6-3B29B61BA090}"/>
              </a:ext>
            </a:extLst>
          </p:cNvPr>
          <p:cNvSpPr txBox="1"/>
          <p:nvPr/>
        </p:nvSpPr>
        <p:spPr>
          <a:xfrm>
            <a:off x="8015717" y="3802762"/>
            <a:ext cx="3136752" cy="461665"/>
          </a:xfrm>
          <a:prstGeom prst="rect">
            <a:avLst/>
          </a:prstGeom>
          <a:solidFill>
            <a:schemeClr val="accent5">
              <a:lumMod val="20000"/>
              <a:lumOff val="80000"/>
            </a:schemeClr>
          </a:solidFill>
        </p:spPr>
        <p:txBody>
          <a:bodyPr wrap="square" rtlCol="0">
            <a:spAutoFit/>
          </a:bodyPr>
          <a:lstStyle/>
          <a:p>
            <a:pPr algn="ctr"/>
            <a:r>
              <a:rPr lang="en-US" sz="2400" dirty="0"/>
              <a:t>Authorization Response</a:t>
            </a:r>
          </a:p>
        </p:txBody>
      </p:sp>
      <p:sp>
        <p:nvSpPr>
          <p:cNvPr id="63" name="TextBox 62">
            <a:extLst>
              <a:ext uri="{FF2B5EF4-FFF2-40B4-BE49-F238E27FC236}">
                <a16:creationId xmlns:a16="http://schemas.microsoft.com/office/drawing/2014/main" id="{F7EA1C6F-0915-457F-9BFA-5632BF2BB86E}"/>
              </a:ext>
            </a:extLst>
          </p:cNvPr>
          <p:cNvSpPr txBox="1"/>
          <p:nvPr/>
        </p:nvSpPr>
        <p:spPr>
          <a:xfrm>
            <a:off x="960502" y="2606138"/>
            <a:ext cx="3139577" cy="461665"/>
          </a:xfrm>
          <a:prstGeom prst="rect">
            <a:avLst/>
          </a:prstGeom>
          <a:noFill/>
        </p:spPr>
        <p:txBody>
          <a:bodyPr wrap="none" rtlCol="0">
            <a:spAutoFit/>
          </a:bodyPr>
          <a:lstStyle/>
          <a:p>
            <a:r>
              <a:rPr lang="en-US" sz="2400" dirty="0">
                <a:solidFill>
                  <a:schemeClr val="bg2">
                    <a:lumMod val="10000"/>
                  </a:schemeClr>
                </a:solidFill>
              </a:rPr>
              <a:t>Initiation of Transaction</a:t>
            </a:r>
            <a:endParaRPr lang="en-US" dirty="0"/>
          </a:p>
        </p:txBody>
      </p:sp>
      <p:sp>
        <p:nvSpPr>
          <p:cNvPr id="64" name="TextBox 63">
            <a:extLst>
              <a:ext uri="{FF2B5EF4-FFF2-40B4-BE49-F238E27FC236}">
                <a16:creationId xmlns:a16="http://schemas.microsoft.com/office/drawing/2014/main" id="{7FA49B5F-56DC-4854-9BCD-602023B4A98A}"/>
              </a:ext>
            </a:extLst>
          </p:cNvPr>
          <p:cNvSpPr txBox="1"/>
          <p:nvPr/>
        </p:nvSpPr>
        <p:spPr>
          <a:xfrm>
            <a:off x="855132" y="5027887"/>
            <a:ext cx="3467809"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65" name="Rectangle 64">
            <a:extLst>
              <a:ext uri="{FF2B5EF4-FFF2-40B4-BE49-F238E27FC236}">
                <a16:creationId xmlns:a16="http://schemas.microsoft.com/office/drawing/2014/main" id="{2CA52A77-9554-4958-9DE0-8370CC7E674E}"/>
              </a:ext>
            </a:extLst>
          </p:cNvPr>
          <p:cNvSpPr/>
          <p:nvPr/>
        </p:nvSpPr>
        <p:spPr>
          <a:xfrm>
            <a:off x="337458" y="3486814"/>
            <a:ext cx="477078"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extBox 65">
            <a:extLst>
              <a:ext uri="{FF2B5EF4-FFF2-40B4-BE49-F238E27FC236}">
                <a16:creationId xmlns:a16="http://schemas.microsoft.com/office/drawing/2014/main" id="{71C9BDD8-A003-4389-AE92-B21031845D14}"/>
              </a:ext>
            </a:extLst>
          </p:cNvPr>
          <p:cNvSpPr txBox="1"/>
          <p:nvPr/>
        </p:nvSpPr>
        <p:spPr>
          <a:xfrm>
            <a:off x="337458" y="3954365"/>
            <a:ext cx="418704" cy="369332"/>
          </a:xfrm>
          <a:prstGeom prst="rect">
            <a:avLst/>
          </a:prstGeom>
          <a:noFill/>
        </p:spPr>
        <p:txBody>
          <a:bodyPr wrap="none" rtlCol="0">
            <a:spAutoFit/>
          </a:bodyPr>
          <a:lstStyle/>
          <a:p>
            <a:r>
              <a:rPr lang="en-US" dirty="0"/>
              <a:t>02</a:t>
            </a:r>
          </a:p>
        </p:txBody>
      </p:sp>
      <p:sp>
        <p:nvSpPr>
          <p:cNvPr id="67" name="Rectangle 66">
            <a:extLst>
              <a:ext uri="{FF2B5EF4-FFF2-40B4-BE49-F238E27FC236}">
                <a16:creationId xmlns:a16="http://schemas.microsoft.com/office/drawing/2014/main" id="{F887BC66-A768-4F21-8DFD-EAC4948476BB}"/>
              </a:ext>
            </a:extLst>
          </p:cNvPr>
          <p:cNvSpPr/>
          <p:nvPr/>
        </p:nvSpPr>
        <p:spPr>
          <a:xfrm>
            <a:off x="329976" y="4708118"/>
            <a:ext cx="47707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BFDB30BA-E91E-42CB-935E-C24D5430B5EF}"/>
              </a:ext>
            </a:extLst>
          </p:cNvPr>
          <p:cNvSpPr txBox="1"/>
          <p:nvPr/>
        </p:nvSpPr>
        <p:spPr>
          <a:xfrm>
            <a:off x="359163" y="5120220"/>
            <a:ext cx="418704" cy="369332"/>
          </a:xfrm>
          <a:prstGeom prst="rect">
            <a:avLst/>
          </a:prstGeom>
          <a:solidFill>
            <a:schemeClr val="accent5">
              <a:lumMod val="20000"/>
              <a:lumOff val="80000"/>
            </a:schemeClr>
          </a:solidFill>
        </p:spPr>
        <p:txBody>
          <a:bodyPr wrap="none" rtlCol="0">
            <a:spAutoFit/>
          </a:bodyPr>
          <a:lstStyle/>
          <a:p>
            <a:r>
              <a:rPr lang="en-US" dirty="0"/>
              <a:t>05</a:t>
            </a:r>
          </a:p>
        </p:txBody>
      </p:sp>
      <p:sp>
        <p:nvSpPr>
          <p:cNvPr id="29" name="Rectangle 28">
            <a:extLst>
              <a:ext uri="{FF2B5EF4-FFF2-40B4-BE49-F238E27FC236}">
                <a16:creationId xmlns:a16="http://schemas.microsoft.com/office/drawing/2014/main" id="{69B57DE0-1ABF-4889-A441-6ED52DC311B6}"/>
              </a:ext>
            </a:extLst>
          </p:cNvPr>
          <p:cNvSpPr/>
          <p:nvPr/>
        </p:nvSpPr>
        <p:spPr>
          <a:xfrm>
            <a:off x="11111027" y="4650372"/>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C8BE9A8B-26B0-46B0-BDEB-EA98D8D6DC55}"/>
              </a:ext>
            </a:extLst>
          </p:cNvPr>
          <p:cNvSpPr txBox="1"/>
          <p:nvPr/>
        </p:nvSpPr>
        <p:spPr>
          <a:xfrm>
            <a:off x="11122030" y="5047084"/>
            <a:ext cx="418704" cy="369332"/>
          </a:xfrm>
          <a:prstGeom prst="rect">
            <a:avLst/>
          </a:prstGeom>
          <a:solidFill>
            <a:schemeClr val="accent5">
              <a:lumMod val="20000"/>
              <a:lumOff val="80000"/>
            </a:schemeClr>
          </a:solidFill>
        </p:spPr>
        <p:txBody>
          <a:bodyPr wrap="none" rtlCol="0">
            <a:spAutoFit/>
          </a:bodyPr>
          <a:lstStyle/>
          <a:p>
            <a:r>
              <a:rPr lang="en-US" dirty="0"/>
              <a:t>06</a:t>
            </a:r>
          </a:p>
        </p:txBody>
      </p:sp>
      <p:sp>
        <p:nvSpPr>
          <p:cNvPr id="32" name="TextBox 31">
            <a:extLst>
              <a:ext uri="{FF2B5EF4-FFF2-40B4-BE49-F238E27FC236}">
                <a16:creationId xmlns:a16="http://schemas.microsoft.com/office/drawing/2014/main" id="{1DA9AD4A-38E6-4624-A7A6-9E0BAB32740C}"/>
              </a:ext>
            </a:extLst>
          </p:cNvPr>
          <p:cNvSpPr txBox="1"/>
          <p:nvPr/>
        </p:nvSpPr>
        <p:spPr>
          <a:xfrm>
            <a:off x="8293287" y="4954751"/>
            <a:ext cx="2580129" cy="461665"/>
          </a:xfrm>
          <a:prstGeom prst="rect">
            <a:avLst/>
          </a:prstGeom>
          <a:solidFill>
            <a:schemeClr val="accent5">
              <a:lumMod val="20000"/>
              <a:lumOff val="80000"/>
            </a:schemeClr>
          </a:solidFill>
        </p:spPr>
        <p:txBody>
          <a:bodyPr wrap="none" rtlCol="0">
            <a:spAutoFit/>
          </a:bodyPr>
          <a:lstStyle/>
          <a:p>
            <a:pPr algn="ctr"/>
            <a:r>
              <a:rPr lang="en-US" sz="2400" dirty="0"/>
              <a:t>Settlement Process</a:t>
            </a:r>
          </a:p>
        </p:txBody>
      </p:sp>
      <p:sp>
        <p:nvSpPr>
          <p:cNvPr id="38" name="TextBox 37">
            <a:extLst>
              <a:ext uri="{FF2B5EF4-FFF2-40B4-BE49-F238E27FC236}">
                <a16:creationId xmlns:a16="http://schemas.microsoft.com/office/drawing/2014/main" id="{331473A7-6991-4D4F-9A65-F3686F794E5B}"/>
              </a:ext>
            </a:extLst>
          </p:cNvPr>
          <p:cNvSpPr txBox="1"/>
          <p:nvPr/>
        </p:nvSpPr>
        <p:spPr>
          <a:xfrm>
            <a:off x="1030952" y="6138493"/>
            <a:ext cx="3843762"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39" name="Rectangle 38">
            <a:extLst>
              <a:ext uri="{FF2B5EF4-FFF2-40B4-BE49-F238E27FC236}">
                <a16:creationId xmlns:a16="http://schemas.microsoft.com/office/drawing/2014/main" id="{F99475D6-9D1F-4EDB-B37F-1F921AF25F8A}"/>
              </a:ext>
            </a:extLst>
          </p:cNvPr>
          <p:cNvSpPr/>
          <p:nvPr/>
        </p:nvSpPr>
        <p:spPr>
          <a:xfrm>
            <a:off x="339224" y="5836480"/>
            <a:ext cx="48446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0656779-DCAF-4BEF-BF4E-BB7F410FEE80}"/>
              </a:ext>
            </a:extLst>
          </p:cNvPr>
          <p:cNvSpPr txBox="1"/>
          <p:nvPr/>
        </p:nvSpPr>
        <p:spPr>
          <a:xfrm>
            <a:off x="368411" y="6230826"/>
            <a:ext cx="438644" cy="369332"/>
          </a:xfrm>
          <a:prstGeom prst="rect">
            <a:avLst/>
          </a:prstGeom>
          <a:solidFill>
            <a:schemeClr val="accent5">
              <a:lumMod val="20000"/>
              <a:lumOff val="80000"/>
            </a:schemeClr>
          </a:solidFill>
        </p:spPr>
        <p:txBody>
          <a:bodyPr wrap="square" rtlCol="0">
            <a:spAutoFit/>
          </a:bodyPr>
          <a:lstStyle/>
          <a:p>
            <a:r>
              <a:rPr lang="en-US" dirty="0"/>
              <a:t>07</a:t>
            </a:r>
          </a:p>
        </p:txBody>
      </p:sp>
    </p:spTree>
    <p:extLst>
      <p:ext uri="{BB962C8B-B14F-4D97-AF65-F5344CB8AC3E}">
        <p14:creationId xmlns:p14="http://schemas.microsoft.com/office/powerpoint/2010/main" val="8961913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36AE948-18EC-45B5-9297-D0F9AF08D9F7}"/>
              </a:ext>
            </a:extLst>
          </p:cNvPr>
          <p:cNvSpPr/>
          <p:nvPr/>
        </p:nvSpPr>
        <p:spPr>
          <a:xfrm>
            <a:off x="-92075" y="0"/>
            <a:ext cx="12284075" cy="6934504"/>
          </a:xfrm>
          <a:prstGeom prst="rect">
            <a:avLst/>
          </a:prstGeom>
          <a:gradFill>
            <a:gsLst>
              <a:gs pos="0">
                <a:srgbClr val="1CADE4">
                  <a:alpha val="70000"/>
                </a:srgbClr>
              </a:gs>
              <a:gs pos="100000">
                <a:srgbClr val="2683C6">
                  <a:alpha val="10000"/>
                </a:srgbClr>
              </a:gs>
            </a:gsLst>
            <a:lin ang="2700000" scaled="1"/>
          </a:gradFill>
          <a:ln w="12700" cap="flat" cmpd="sng" algn="ctr">
            <a:noFill/>
            <a:prstDash val="solid"/>
            <a:miter lim="800000"/>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en-IN" sz="2399"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928BB1C-7851-43F4-B70A-387FCB04CD73}"/>
              </a:ext>
            </a:extLst>
          </p:cNvPr>
          <p:cNvSpPr/>
          <p:nvPr/>
        </p:nvSpPr>
        <p:spPr>
          <a:xfrm>
            <a:off x="823691" y="5833350"/>
            <a:ext cx="10823269"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08C174F-B9E8-4ED3-A6A6-31869CF44750}"/>
              </a:ext>
            </a:extLst>
          </p:cNvPr>
          <p:cNvSpPr/>
          <p:nvPr/>
        </p:nvSpPr>
        <p:spPr>
          <a:xfrm>
            <a:off x="6818176" y="4643091"/>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3509ACBF-CDC1-48B1-A20E-F675EFA41F16}"/>
              </a:ext>
            </a:extLst>
          </p:cNvPr>
          <p:cNvSpPr/>
          <p:nvPr/>
        </p:nvSpPr>
        <p:spPr>
          <a:xfrm>
            <a:off x="4349915" y="26762"/>
            <a:ext cx="3639845"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How Credit Card Works</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B884316-E5D3-4082-BC91-161B108F12B5}"/>
              </a:ext>
            </a:extLst>
          </p:cNvPr>
          <p:cNvSpPr txBox="1"/>
          <p:nvPr/>
        </p:nvSpPr>
        <p:spPr>
          <a:xfrm>
            <a:off x="283544" y="1325721"/>
            <a:ext cx="11363416" cy="830997"/>
          </a:xfrm>
          <a:prstGeom prst="rect">
            <a:avLst/>
          </a:prstGeom>
          <a:noFill/>
        </p:spPr>
        <p:txBody>
          <a:bodyPr wrap="square" rtlCol="0">
            <a:spAutoFit/>
          </a:bodyPr>
          <a:lstStyle/>
          <a:p>
            <a:pPr>
              <a:buFont typeface="Symbol" panose="05050102010706020507" pitchFamily="18" charset="2"/>
              <a:buChar char="·"/>
            </a:pPr>
            <a:r>
              <a:rPr lang="en-US" sz="1600" b="1" dirty="0">
                <a:highlight>
                  <a:srgbClr val="FFFF00"/>
                </a:highlight>
                <a:latin typeface="Times New Roman" panose="02020603050405020304" pitchFamily="18" charset="0"/>
              </a:rPr>
              <a:t>Approval or Denial: </a:t>
            </a:r>
            <a:r>
              <a:rPr lang="en-US" sz="1600" b="1" dirty="0">
                <a:latin typeface="Times New Roman" panose="02020603050405020304" pitchFamily="18" charset="0"/>
              </a:rPr>
              <a:t>The issuing bank approves or denies the transaction based on the checks performed.</a:t>
            </a:r>
          </a:p>
          <a:p>
            <a:pPr>
              <a:buFont typeface="Symbol" panose="05050102010706020507" pitchFamily="18" charset="2"/>
              <a:buChar char="·"/>
            </a:pPr>
            <a:r>
              <a:rPr lang="en-US" sz="1600" b="1" dirty="0">
                <a:highlight>
                  <a:srgbClr val="FFFF00"/>
                </a:highlight>
                <a:latin typeface="Times New Roman" panose="02020603050405020304" pitchFamily="18" charset="0"/>
              </a:rPr>
              <a:t>Response Sent Back: </a:t>
            </a:r>
            <a:r>
              <a:rPr lang="en-US" sz="1600" b="1" dirty="0">
                <a:latin typeface="Times New Roman" panose="02020603050405020304" pitchFamily="18" charset="0"/>
              </a:rPr>
              <a:t>The authorization response is sent back through the card network to the payment processor, and then to the merchant.</a:t>
            </a:r>
          </a:p>
        </p:txBody>
      </p:sp>
      <p:sp>
        <p:nvSpPr>
          <p:cNvPr id="43" name="Rectangle 42">
            <a:extLst>
              <a:ext uri="{FF2B5EF4-FFF2-40B4-BE49-F238E27FC236}">
                <a16:creationId xmlns:a16="http://schemas.microsoft.com/office/drawing/2014/main" id="{1D1B3388-8C73-4127-ADAF-EB5A164E348A}"/>
              </a:ext>
            </a:extLst>
          </p:cNvPr>
          <p:cNvSpPr/>
          <p:nvPr/>
        </p:nvSpPr>
        <p:spPr>
          <a:xfrm>
            <a:off x="813647" y="2341899"/>
            <a:ext cx="4673454"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2">
                  <a:lumMod val="10000"/>
                </a:schemeClr>
              </a:solidFill>
            </a:endParaRPr>
          </a:p>
        </p:txBody>
      </p:sp>
      <p:sp>
        <p:nvSpPr>
          <p:cNvPr id="44" name="Rectangle 43">
            <a:extLst>
              <a:ext uri="{FF2B5EF4-FFF2-40B4-BE49-F238E27FC236}">
                <a16:creationId xmlns:a16="http://schemas.microsoft.com/office/drawing/2014/main" id="{5A95B1A5-12AB-4A1F-999A-FD956952F864}"/>
              </a:ext>
            </a:extLst>
          </p:cNvPr>
          <p:cNvSpPr/>
          <p:nvPr/>
        </p:nvSpPr>
        <p:spPr>
          <a:xfrm>
            <a:off x="814537" y="3490957"/>
            <a:ext cx="4276592"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9F34D2F-ED5A-4319-AD30-534C729B223F}"/>
              </a:ext>
            </a:extLst>
          </p:cNvPr>
          <p:cNvSpPr/>
          <p:nvPr/>
        </p:nvSpPr>
        <p:spPr>
          <a:xfrm>
            <a:off x="6704900" y="2339314"/>
            <a:ext cx="4361511" cy="105337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5C914184-B581-4CEB-BC8B-6529C4AF2319}"/>
              </a:ext>
            </a:extLst>
          </p:cNvPr>
          <p:cNvSpPr/>
          <p:nvPr/>
        </p:nvSpPr>
        <p:spPr>
          <a:xfrm>
            <a:off x="6808962" y="3464939"/>
            <a:ext cx="4276592" cy="1098310"/>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5806E977-17AC-4BBD-B41F-CE91FBA501AB}"/>
              </a:ext>
            </a:extLst>
          </p:cNvPr>
          <p:cNvSpPr/>
          <p:nvPr/>
        </p:nvSpPr>
        <p:spPr>
          <a:xfrm>
            <a:off x="346613" y="2344403"/>
            <a:ext cx="477078"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F2C8D8DD-8053-44E4-8ABB-D32D697DA15C}"/>
              </a:ext>
            </a:extLst>
          </p:cNvPr>
          <p:cNvSpPr/>
          <p:nvPr/>
        </p:nvSpPr>
        <p:spPr>
          <a:xfrm>
            <a:off x="814444" y="4704989"/>
            <a:ext cx="4499140"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36A96B97-F06D-4B62-B74A-A741B215BF8A}"/>
              </a:ext>
            </a:extLst>
          </p:cNvPr>
          <p:cNvSpPr/>
          <p:nvPr/>
        </p:nvSpPr>
        <p:spPr>
          <a:xfrm>
            <a:off x="11085554" y="2341899"/>
            <a:ext cx="477078" cy="1050792"/>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889BD2F0-91D1-4265-95F7-770AC275859A}"/>
              </a:ext>
            </a:extLst>
          </p:cNvPr>
          <p:cNvSpPr/>
          <p:nvPr/>
        </p:nvSpPr>
        <p:spPr>
          <a:xfrm>
            <a:off x="11094094" y="3468736"/>
            <a:ext cx="477078" cy="1098310"/>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D80391E3-5736-4252-9233-422D2836A9E9}"/>
              </a:ext>
            </a:extLst>
          </p:cNvPr>
          <p:cNvSpPr txBox="1"/>
          <p:nvPr/>
        </p:nvSpPr>
        <p:spPr>
          <a:xfrm>
            <a:off x="375800" y="2719772"/>
            <a:ext cx="418704" cy="369332"/>
          </a:xfrm>
          <a:prstGeom prst="rect">
            <a:avLst/>
          </a:prstGeom>
          <a:noFill/>
        </p:spPr>
        <p:txBody>
          <a:bodyPr wrap="none" rtlCol="0">
            <a:spAutoFit/>
          </a:bodyPr>
          <a:lstStyle/>
          <a:p>
            <a:r>
              <a:rPr lang="en-US" dirty="0"/>
              <a:t>01</a:t>
            </a:r>
          </a:p>
        </p:txBody>
      </p:sp>
      <p:sp>
        <p:nvSpPr>
          <p:cNvPr id="55" name="TextBox 54">
            <a:extLst>
              <a:ext uri="{FF2B5EF4-FFF2-40B4-BE49-F238E27FC236}">
                <a16:creationId xmlns:a16="http://schemas.microsoft.com/office/drawing/2014/main" id="{17A78ACD-6CB6-4A7B-869C-5B3838E11920}"/>
              </a:ext>
            </a:extLst>
          </p:cNvPr>
          <p:cNvSpPr txBox="1"/>
          <p:nvPr/>
        </p:nvSpPr>
        <p:spPr>
          <a:xfrm>
            <a:off x="11166579" y="3848929"/>
            <a:ext cx="418704" cy="369332"/>
          </a:xfrm>
          <a:prstGeom prst="rect">
            <a:avLst/>
          </a:prstGeom>
          <a:solidFill>
            <a:schemeClr val="accent4">
              <a:lumMod val="60000"/>
              <a:lumOff val="40000"/>
            </a:schemeClr>
          </a:solidFill>
        </p:spPr>
        <p:txBody>
          <a:bodyPr wrap="none" rtlCol="0">
            <a:spAutoFit/>
          </a:bodyPr>
          <a:lstStyle/>
          <a:p>
            <a:r>
              <a:rPr lang="en-US" dirty="0"/>
              <a:t>04</a:t>
            </a:r>
          </a:p>
        </p:txBody>
      </p:sp>
      <p:sp>
        <p:nvSpPr>
          <p:cNvPr id="56" name="TextBox 55">
            <a:extLst>
              <a:ext uri="{FF2B5EF4-FFF2-40B4-BE49-F238E27FC236}">
                <a16:creationId xmlns:a16="http://schemas.microsoft.com/office/drawing/2014/main" id="{64BF54FC-F44C-4274-9ADF-B3E11C384883}"/>
              </a:ext>
            </a:extLst>
          </p:cNvPr>
          <p:cNvSpPr txBox="1"/>
          <p:nvPr/>
        </p:nvSpPr>
        <p:spPr>
          <a:xfrm>
            <a:off x="11111027" y="2606138"/>
            <a:ext cx="451605" cy="369332"/>
          </a:xfrm>
          <a:prstGeom prst="rect">
            <a:avLst/>
          </a:prstGeom>
          <a:solidFill>
            <a:schemeClr val="accent5">
              <a:lumMod val="20000"/>
              <a:lumOff val="80000"/>
            </a:schemeClr>
          </a:solidFill>
        </p:spPr>
        <p:txBody>
          <a:bodyPr wrap="square" rtlCol="0">
            <a:spAutoFit/>
          </a:bodyPr>
          <a:lstStyle/>
          <a:p>
            <a:r>
              <a:rPr lang="en-US" dirty="0"/>
              <a:t>03</a:t>
            </a:r>
          </a:p>
        </p:txBody>
      </p:sp>
      <p:sp>
        <p:nvSpPr>
          <p:cNvPr id="57" name="Oval 56">
            <a:extLst>
              <a:ext uri="{FF2B5EF4-FFF2-40B4-BE49-F238E27FC236}">
                <a16:creationId xmlns:a16="http://schemas.microsoft.com/office/drawing/2014/main" id="{A19A3385-DBDD-4ACE-B7D1-AA193752FC40}"/>
              </a:ext>
            </a:extLst>
          </p:cNvPr>
          <p:cNvSpPr/>
          <p:nvPr/>
        </p:nvSpPr>
        <p:spPr>
          <a:xfrm>
            <a:off x="4247957" y="2899396"/>
            <a:ext cx="3843762" cy="34166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01B06B4C-D49B-4416-BB76-C6923262108C}"/>
              </a:ext>
            </a:extLst>
          </p:cNvPr>
          <p:cNvSpPr/>
          <p:nvPr/>
        </p:nvSpPr>
        <p:spPr>
          <a:xfrm>
            <a:off x="4570251" y="3178916"/>
            <a:ext cx="3024809" cy="2820012"/>
          </a:xfrm>
          <a:prstGeom prst="ellipse">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56FB46D2-4783-4906-924F-609790AA37AE}"/>
              </a:ext>
            </a:extLst>
          </p:cNvPr>
          <p:cNvSpPr/>
          <p:nvPr/>
        </p:nvSpPr>
        <p:spPr>
          <a:xfrm>
            <a:off x="4971325" y="3498915"/>
            <a:ext cx="2281561" cy="2211554"/>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900" b="1" dirty="0"/>
              <a:t>Working of Credit Card</a:t>
            </a:r>
          </a:p>
        </p:txBody>
      </p:sp>
      <p:sp>
        <p:nvSpPr>
          <p:cNvPr id="60" name="TextBox 59">
            <a:extLst>
              <a:ext uri="{FF2B5EF4-FFF2-40B4-BE49-F238E27FC236}">
                <a16:creationId xmlns:a16="http://schemas.microsoft.com/office/drawing/2014/main" id="{FDE044DB-D33F-44AD-9C7B-3C5E20310915}"/>
              </a:ext>
            </a:extLst>
          </p:cNvPr>
          <p:cNvSpPr txBox="1"/>
          <p:nvPr/>
        </p:nvSpPr>
        <p:spPr>
          <a:xfrm>
            <a:off x="925856" y="3873576"/>
            <a:ext cx="3330004" cy="461665"/>
          </a:xfrm>
          <a:prstGeom prst="rect">
            <a:avLst/>
          </a:prstGeom>
          <a:noFill/>
        </p:spPr>
        <p:txBody>
          <a:bodyPr wrap="square" rtlCol="0">
            <a:spAutoFit/>
          </a:bodyPr>
          <a:lstStyle/>
          <a:p>
            <a:r>
              <a:rPr lang="en-US" sz="2400" dirty="0">
                <a:solidFill>
                  <a:schemeClr val="bg2">
                    <a:lumMod val="10000"/>
                  </a:schemeClr>
                </a:solidFill>
              </a:rPr>
              <a:t>Authorization Request</a:t>
            </a:r>
          </a:p>
        </p:txBody>
      </p:sp>
      <p:sp>
        <p:nvSpPr>
          <p:cNvPr id="61" name="TextBox 60">
            <a:extLst>
              <a:ext uri="{FF2B5EF4-FFF2-40B4-BE49-F238E27FC236}">
                <a16:creationId xmlns:a16="http://schemas.microsoft.com/office/drawing/2014/main" id="{031ADF60-460B-4906-8520-57CE995CEE4A}"/>
              </a:ext>
            </a:extLst>
          </p:cNvPr>
          <p:cNvSpPr txBox="1"/>
          <p:nvPr/>
        </p:nvSpPr>
        <p:spPr>
          <a:xfrm>
            <a:off x="7986367" y="2611772"/>
            <a:ext cx="3088025" cy="461665"/>
          </a:xfrm>
          <a:prstGeom prst="rect">
            <a:avLst/>
          </a:prstGeom>
          <a:solidFill>
            <a:schemeClr val="accent5">
              <a:lumMod val="20000"/>
              <a:lumOff val="80000"/>
            </a:schemeClr>
          </a:solidFill>
        </p:spPr>
        <p:txBody>
          <a:bodyPr wrap="none" rtlCol="0">
            <a:spAutoFit/>
          </a:bodyPr>
          <a:lstStyle/>
          <a:p>
            <a:r>
              <a:rPr lang="en-US" sz="2400" dirty="0"/>
              <a:t>Routing to Issuing Bank</a:t>
            </a:r>
            <a:endParaRPr lang="en-US" dirty="0"/>
          </a:p>
        </p:txBody>
      </p:sp>
      <p:sp>
        <p:nvSpPr>
          <p:cNvPr id="62" name="TextBox 61">
            <a:extLst>
              <a:ext uri="{FF2B5EF4-FFF2-40B4-BE49-F238E27FC236}">
                <a16:creationId xmlns:a16="http://schemas.microsoft.com/office/drawing/2014/main" id="{51713DE7-9F04-4327-BBC6-3B29B61BA090}"/>
              </a:ext>
            </a:extLst>
          </p:cNvPr>
          <p:cNvSpPr txBox="1"/>
          <p:nvPr/>
        </p:nvSpPr>
        <p:spPr>
          <a:xfrm>
            <a:off x="8015717" y="3802762"/>
            <a:ext cx="3136752" cy="461665"/>
          </a:xfrm>
          <a:prstGeom prst="rect">
            <a:avLst/>
          </a:prstGeom>
          <a:solidFill>
            <a:schemeClr val="accent4">
              <a:lumMod val="60000"/>
              <a:lumOff val="40000"/>
            </a:schemeClr>
          </a:solidFill>
        </p:spPr>
        <p:txBody>
          <a:bodyPr wrap="square" rtlCol="0">
            <a:spAutoFit/>
          </a:bodyPr>
          <a:lstStyle/>
          <a:p>
            <a:pPr algn="ctr"/>
            <a:r>
              <a:rPr lang="en-US" sz="2400" dirty="0"/>
              <a:t>Authorization Response</a:t>
            </a:r>
          </a:p>
        </p:txBody>
      </p:sp>
      <p:sp>
        <p:nvSpPr>
          <p:cNvPr id="63" name="TextBox 62">
            <a:extLst>
              <a:ext uri="{FF2B5EF4-FFF2-40B4-BE49-F238E27FC236}">
                <a16:creationId xmlns:a16="http://schemas.microsoft.com/office/drawing/2014/main" id="{F7EA1C6F-0915-457F-9BFA-5632BF2BB86E}"/>
              </a:ext>
            </a:extLst>
          </p:cNvPr>
          <p:cNvSpPr txBox="1"/>
          <p:nvPr/>
        </p:nvSpPr>
        <p:spPr>
          <a:xfrm>
            <a:off x="960502" y="2606138"/>
            <a:ext cx="3139577" cy="461665"/>
          </a:xfrm>
          <a:prstGeom prst="rect">
            <a:avLst/>
          </a:prstGeom>
          <a:noFill/>
        </p:spPr>
        <p:txBody>
          <a:bodyPr wrap="none" rtlCol="0">
            <a:spAutoFit/>
          </a:bodyPr>
          <a:lstStyle/>
          <a:p>
            <a:r>
              <a:rPr lang="en-US" sz="2400" dirty="0">
                <a:solidFill>
                  <a:schemeClr val="bg2">
                    <a:lumMod val="10000"/>
                  </a:schemeClr>
                </a:solidFill>
              </a:rPr>
              <a:t>Initiation of Transaction</a:t>
            </a:r>
            <a:endParaRPr lang="en-US" dirty="0"/>
          </a:p>
        </p:txBody>
      </p:sp>
      <p:sp>
        <p:nvSpPr>
          <p:cNvPr id="64" name="TextBox 63">
            <a:extLst>
              <a:ext uri="{FF2B5EF4-FFF2-40B4-BE49-F238E27FC236}">
                <a16:creationId xmlns:a16="http://schemas.microsoft.com/office/drawing/2014/main" id="{7FA49B5F-56DC-4854-9BCD-602023B4A98A}"/>
              </a:ext>
            </a:extLst>
          </p:cNvPr>
          <p:cNvSpPr txBox="1"/>
          <p:nvPr/>
        </p:nvSpPr>
        <p:spPr>
          <a:xfrm>
            <a:off x="855132" y="5027887"/>
            <a:ext cx="3467809"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65" name="Rectangle 64">
            <a:extLst>
              <a:ext uri="{FF2B5EF4-FFF2-40B4-BE49-F238E27FC236}">
                <a16:creationId xmlns:a16="http://schemas.microsoft.com/office/drawing/2014/main" id="{2CA52A77-9554-4958-9DE0-8370CC7E674E}"/>
              </a:ext>
            </a:extLst>
          </p:cNvPr>
          <p:cNvSpPr/>
          <p:nvPr/>
        </p:nvSpPr>
        <p:spPr>
          <a:xfrm>
            <a:off x="337458" y="3486814"/>
            <a:ext cx="477078"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extBox 65">
            <a:extLst>
              <a:ext uri="{FF2B5EF4-FFF2-40B4-BE49-F238E27FC236}">
                <a16:creationId xmlns:a16="http://schemas.microsoft.com/office/drawing/2014/main" id="{71C9BDD8-A003-4389-AE92-B21031845D14}"/>
              </a:ext>
            </a:extLst>
          </p:cNvPr>
          <p:cNvSpPr txBox="1"/>
          <p:nvPr/>
        </p:nvSpPr>
        <p:spPr>
          <a:xfrm>
            <a:off x="337458" y="3954365"/>
            <a:ext cx="418704" cy="369332"/>
          </a:xfrm>
          <a:prstGeom prst="rect">
            <a:avLst/>
          </a:prstGeom>
          <a:noFill/>
        </p:spPr>
        <p:txBody>
          <a:bodyPr wrap="none" rtlCol="0">
            <a:spAutoFit/>
          </a:bodyPr>
          <a:lstStyle/>
          <a:p>
            <a:r>
              <a:rPr lang="en-US" dirty="0"/>
              <a:t>02</a:t>
            </a:r>
          </a:p>
        </p:txBody>
      </p:sp>
      <p:sp>
        <p:nvSpPr>
          <p:cNvPr id="67" name="Rectangle 66">
            <a:extLst>
              <a:ext uri="{FF2B5EF4-FFF2-40B4-BE49-F238E27FC236}">
                <a16:creationId xmlns:a16="http://schemas.microsoft.com/office/drawing/2014/main" id="{F887BC66-A768-4F21-8DFD-EAC4948476BB}"/>
              </a:ext>
            </a:extLst>
          </p:cNvPr>
          <p:cNvSpPr/>
          <p:nvPr/>
        </p:nvSpPr>
        <p:spPr>
          <a:xfrm>
            <a:off x="329976" y="4708118"/>
            <a:ext cx="47707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BFDB30BA-E91E-42CB-935E-C24D5430B5EF}"/>
              </a:ext>
            </a:extLst>
          </p:cNvPr>
          <p:cNvSpPr txBox="1"/>
          <p:nvPr/>
        </p:nvSpPr>
        <p:spPr>
          <a:xfrm>
            <a:off x="359163" y="5120220"/>
            <a:ext cx="418704" cy="369332"/>
          </a:xfrm>
          <a:prstGeom prst="rect">
            <a:avLst/>
          </a:prstGeom>
          <a:solidFill>
            <a:schemeClr val="accent5">
              <a:lumMod val="20000"/>
              <a:lumOff val="80000"/>
            </a:schemeClr>
          </a:solidFill>
        </p:spPr>
        <p:txBody>
          <a:bodyPr wrap="none" rtlCol="0">
            <a:spAutoFit/>
          </a:bodyPr>
          <a:lstStyle/>
          <a:p>
            <a:r>
              <a:rPr lang="en-US" dirty="0"/>
              <a:t>05</a:t>
            </a:r>
          </a:p>
        </p:txBody>
      </p:sp>
      <p:sp>
        <p:nvSpPr>
          <p:cNvPr id="29" name="Rectangle 28">
            <a:extLst>
              <a:ext uri="{FF2B5EF4-FFF2-40B4-BE49-F238E27FC236}">
                <a16:creationId xmlns:a16="http://schemas.microsoft.com/office/drawing/2014/main" id="{69B57DE0-1ABF-4889-A441-6ED52DC311B6}"/>
              </a:ext>
            </a:extLst>
          </p:cNvPr>
          <p:cNvSpPr/>
          <p:nvPr/>
        </p:nvSpPr>
        <p:spPr>
          <a:xfrm>
            <a:off x="11111027" y="4650372"/>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C8BE9A8B-26B0-46B0-BDEB-EA98D8D6DC55}"/>
              </a:ext>
            </a:extLst>
          </p:cNvPr>
          <p:cNvSpPr txBox="1"/>
          <p:nvPr/>
        </p:nvSpPr>
        <p:spPr>
          <a:xfrm>
            <a:off x="11122030" y="5047084"/>
            <a:ext cx="418704" cy="369332"/>
          </a:xfrm>
          <a:prstGeom prst="rect">
            <a:avLst/>
          </a:prstGeom>
          <a:solidFill>
            <a:schemeClr val="accent5">
              <a:lumMod val="20000"/>
              <a:lumOff val="80000"/>
            </a:schemeClr>
          </a:solidFill>
        </p:spPr>
        <p:txBody>
          <a:bodyPr wrap="none" rtlCol="0">
            <a:spAutoFit/>
          </a:bodyPr>
          <a:lstStyle/>
          <a:p>
            <a:r>
              <a:rPr lang="en-US" dirty="0"/>
              <a:t>06</a:t>
            </a:r>
          </a:p>
        </p:txBody>
      </p:sp>
      <p:sp>
        <p:nvSpPr>
          <p:cNvPr id="32" name="TextBox 31">
            <a:extLst>
              <a:ext uri="{FF2B5EF4-FFF2-40B4-BE49-F238E27FC236}">
                <a16:creationId xmlns:a16="http://schemas.microsoft.com/office/drawing/2014/main" id="{1DA9AD4A-38E6-4624-A7A6-9E0BAB32740C}"/>
              </a:ext>
            </a:extLst>
          </p:cNvPr>
          <p:cNvSpPr txBox="1"/>
          <p:nvPr/>
        </p:nvSpPr>
        <p:spPr>
          <a:xfrm>
            <a:off x="8293287" y="4954751"/>
            <a:ext cx="2580129" cy="461665"/>
          </a:xfrm>
          <a:prstGeom prst="rect">
            <a:avLst/>
          </a:prstGeom>
          <a:solidFill>
            <a:schemeClr val="accent5">
              <a:lumMod val="20000"/>
              <a:lumOff val="80000"/>
            </a:schemeClr>
          </a:solidFill>
        </p:spPr>
        <p:txBody>
          <a:bodyPr wrap="none" rtlCol="0">
            <a:spAutoFit/>
          </a:bodyPr>
          <a:lstStyle/>
          <a:p>
            <a:pPr algn="ctr"/>
            <a:r>
              <a:rPr lang="en-US" sz="2400" dirty="0"/>
              <a:t>Settlement Process</a:t>
            </a:r>
          </a:p>
        </p:txBody>
      </p:sp>
      <p:sp>
        <p:nvSpPr>
          <p:cNvPr id="38" name="TextBox 37">
            <a:extLst>
              <a:ext uri="{FF2B5EF4-FFF2-40B4-BE49-F238E27FC236}">
                <a16:creationId xmlns:a16="http://schemas.microsoft.com/office/drawing/2014/main" id="{331473A7-6991-4D4F-9A65-F3686F794E5B}"/>
              </a:ext>
            </a:extLst>
          </p:cNvPr>
          <p:cNvSpPr txBox="1"/>
          <p:nvPr/>
        </p:nvSpPr>
        <p:spPr>
          <a:xfrm>
            <a:off x="1030952" y="6138493"/>
            <a:ext cx="3843762"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39" name="Rectangle 38">
            <a:extLst>
              <a:ext uri="{FF2B5EF4-FFF2-40B4-BE49-F238E27FC236}">
                <a16:creationId xmlns:a16="http://schemas.microsoft.com/office/drawing/2014/main" id="{F99475D6-9D1F-4EDB-B37F-1F921AF25F8A}"/>
              </a:ext>
            </a:extLst>
          </p:cNvPr>
          <p:cNvSpPr/>
          <p:nvPr/>
        </p:nvSpPr>
        <p:spPr>
          <a:xfrm>
            <a:off x="339224" y="5836480"/>
            <a:ext cx="48446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0656779-DCAF-4BEF-BF4E-BB7F410FEE80}"/>
              </a:ext>
            </a:extLst>
          </p:cNvPr>
          <p:cNvSpPr txBox="1"/>
          <p:nvPr/>
        </p:nvSpPr>
        <p:spPr>
          <a:xfrm>
            <a:off x="368411" y="6230826"/>
            <a:ext cx="438644" cy="369332"/>
          </a:xfrm>
          <a:prstGeom prst="rect">
            <a:avLst/>
          </a:prstGeom>
          <a:solidFill>
            <a:schemeClr val="accent5">
              <a:lumMod val="20000"/>
              <a:lumOff val="80000"/>
            </a:schemeClr>
          </a:solidFill>
        </p:spPr>
        <p:txBody>
          <a:bodyPr wrap="square" rtlCol="0">
            <a:spAutoFit/>
          </a:bodyPr>
          <a:lstStyle/>
          <a:p>
            <a:r>
              <a:rPr lang="en-US" dirty="0"/>
              <a:t>07</a:t>
            </a:r>
          </a:p>
        </p:txBody>
      </p:sp>
    </p:spTree>
    <p:extLst>
      <p:ext uri="{BB962C8B-B14F-4D97-AF65-F5344CB8AC3E}">
        <p14:creationId xmlns:p14="http://schemas.microsoft.com/office/powerpoint/2010/main" val="2344890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36AE948-18EC-45B5-9297-D0F9AF08D9F7}"/>
              </a:ext>
            </a:extLst>
          </p:cNvPr>
          <p:cNvSpPr/>
          <p:nvPr/>
        </p:nvSpPr>
        <p:spPr>
          <a:xfrm>
            <a:off x="-92075" y="0"/>
            <a:ext cx="12284075" cy="6934504"/>
          </a:xfrm>
          <a:prstGeom prst="rect">
            <a:avLst/>
          </a:prstGeom>
          <a:gradFill>
            <a:gsLst>
              <a:gs pos="0">
                <a:srgbClr val="1CADE4">
                  <a:alpha val="70000"/>
                </a:srgbClr>
              </a:gs>
              <a:gs pos="100000">
                <a:srgbClr val="2683C6">
                  <a:alpha val="10000"/>
                </a:srgbClr>
              </a:gs>
            </a:gsLst>
            <a:lin ang="2700000" scaled="1"/>
          </a:gradFill>
          <a:ln w="12700" cap="flat" cmpd="sng" algn="ctr">
            <a:noFill/>
            <a:prstDash val="solid"/>
            <a:miter lim="800000"/>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en-IN" sz="2399"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928BB1C-7851-43F4-B70A-387FCB04CD73}"/>
              </a:ext>
            </a:extLst>
          </p:cNvPr>
          <p:cNvSpPr/>
          <p:nvPr/>
        </p:nvSpPr>
        <p:spPr>
          <a:xfrm>
            <a:off x="823691" y="5833350"/>
            <a:ext cx="10823269"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08C174F-B9E8-4ED3-A6A6-31869CF44750}"/>
              </a:ext>
            </a:extLst>
          </p:cNvPr>
          <p:cNvSpPr/>
          <p:nvPr/>
        </p:nvSpPr>
        <p:spPr>
          <a:xfrm>
            <a:off x="6818176" y="4643091"/>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3509ACBF-CDC1-48B1-A20E-F675EFA41F16}"/>
              </a:ext>
            </a:extLst>
          </p:cNvPr>
          <p:cNvSpPr/>
          <p:nvPr/>
        </p:nvSpPr>
        <p:spPr>
          <a:xfrm>
            <a:off x="4349915" y="26762"/>
            <a:ext cx="3639845"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How Credit Card Works</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B884316-E5D3-4082-BC91-161B108F12B5}"/>
              </a:ext>
            </a:extLst>
          </p:cNvPr>
          <p:cNvSpPr txBox="1"/>
          <p:nvPr/>
        </p:nvSpPr>
        <p:spPr>
          <a:xfrm>
            <a:off x="221867" y="1413775"/>
            <a:ext cx="11363416" cy="584775"/>
          </a:xfrm>
          <a:prstGeom prst="rect">
            <a:avLst/>
          </a:prstGeom>
          <a:noFill/>
        </p:spPr>
        <p:txBody>
          <a:bodyPr wrap="square" rtlCol="0">
            <a:spAutoFit/>
          </a:bodyPr>
          <a:lstStyle/>
          <a:p>
            <a:pPr>
              <a:buFont typeface="Symbol" panose="05050102010706020507" pitchFamily="18" charset="2"/>
              <a:buChar char="·"/>
            </a:pPr>
            <a:r>
              <a:rPr lang="en-US" sz="1600" b="1" dirty="0">
                <a:highlight>
                  <a:srgbClr val="FFFF00"/>
                </a:highlight>
                <a:latin typeface="Times New Roman" panose="02020603050405020304" pitchFamily="18" charset="0"/>
              </a:rPr>
              <a:t>Transaction Confirmation: </a:t>
            </a:r>
            <a:r>
              <a:rPr lang="en-US" sz="1600" b="1" dirty="0">
                <a:latin typeface="Times New Roman" panose="02020603050405020304" pitchFamily="18" charset="0"/>
              </a:rPr>
              <a:t>If approved, the merchant completes the sale, and a receipt is generated for the customer.</a:t>
            </a:r>
          </a:p>
          <a:p>
            <a:pPr>
              <a:buFont typeface="Symbol" panose="05050102010706020507" pitchFamily="18" charset="2"/>
              <a:buChar char="·"/>
            </a:pPr>
            <a:r>
              <a:rPr lang="en-US" sz="1600" b="1" dirty="0">
                <a:highlight>
                  <a:srgbClr val="FFFF00"/>
                </a:highlight>
                <a:latin typeface="Times New Roman" panose="02020603050405020304" pitchFamily="18" charset="0"/>
              </a:rPr>
              <a:t>Funds Reserved: </a:t>
            </a:r>
            <a:r>
              <a:rPr lang="en-US" sz="1600" b="1" dirty="0">
                <a:latin typeface="Times New Roman" panose="02020603050405020304" pitchFamily="18" charset="0"/>
              </a:rPr>
              <a:t>The amount of the transaction is reserved on the cardholder's credit limit.</a:t>
            </a:r>
          </a:p>
        </p:txBody>
      </p:sp>
      <p:sp>
        <p:nvSpPr>
          <p:cNvPr id="43" name="Rectangle 42">
            <a:extLst>
              <a:ext uri="{FF2B5EF4-FFF2-40B4-BE49-F238E27FC236}">
                <a16:creationId xmlns:a16="http://schemas.microsoft.com/office/drawing/2014/main" id="{1D1B3388-8C73-4127-ADAF-EB5A164E348A}"/>
              </a:ext>
            </a:extLst>
          </p:cNvPr>
          <p:cNvSpPr/>
          <p:nvPr/>
        </p:nvSpPr>
        <p:spPr>
          <a:xfrm>
            <a:off x="813647" y="2341899"/>
            <a:ext cx="4673454"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2">
                  <a:lumMod val="10000"/>
                </a:schemeClr>
              </a:solidFill>
            </a:endParaRPr>
          </a:p>
        </p:txBody>
      </p:sp>
      <p:sp>
        <p:nvSpPr>
          <p:cNvPr id="44" name="Rectangle 43">
            <a:extLst>
              <a:ext uri="{FF2B5EF4-FFF2-40B4-BE49-F238E27FC236}">
                <a16:creationId xmlns:a16="http://schemas.microsoft.com/office/drawing/2014/main" id="{5A95B1A5-12AB-4A1F-999A-FD956952F864}"/>
              </a:ext>
            </a:extLst>
          </p:cNvPr>
          <p:cNvSpPr/>
          <p:nvPr/>
        </p:nvSpPr>
        <p:spPr>
          <a:xfrm>
            <a:off x="814537" y="3490957"/>
            <a:ext cx="4276592"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9F34D2F-ED5A-4319-AD30-534C729B223F}"/>
              </a:ext>
            </a:extLst>
          </p:cNvPr>
          <p:cNvSpPr/>
          <p:nvPr/>
        </p:nvSpPr>
        <p:spPr>
          <a:xfrm>
            <a:off x="6704900" y="2339314"/>
            <a:ext cx="4361511" cy="105337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5C914184-B581-4CEB-BC8B-6529C4AF2319}"/>
              </a:ext>
            </a:extLst>
          </p:cNvPr>
          <p:cNvSpPr/>
          <p:nvPr/>
        </p:nvSpPr>
        <p:spPr>
          <a:xfrm>
            <a:off x="6808962" y="3464939"/>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5806E977-17AC-4BBD-B41F-CE91FBA501AB}"/>
              </a:ext>
            </a:extLst>
          </p:cNvPr>
          <p:cNvSpPr/>
          <p:nvPr/>
        </p:nvSpPr>
        <p:spPr>
          <a:xfrm>
            <a:off x="346613" y="2344403"/>
            <a:ext cx="477078"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F2C8D8DD-8053-44E4-8ABB-D32D697DA15C}"/>
              </a:ext>
            </a:extLst>
          </p:cNvPr>
          <p:cNvSpPr/>
          <p:nvPr/>
        </p:nvSpPr>
        <p:spPr>
          <a:xfrm>
            <a:off x="814444" y="4704989"/>
            <a:ext cx="4499140" cy="988827"/>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36A96B97-F06D-4B62-B74A-A741B215BF8A}"/>
              </a:ext>
            </a:extLst>
          </p:cNvPr>
          <p:cNvSpPr/>
          <p:nvPr/>
        </p:nvSpPr>
        <p:spPr>
          <a:xfrm>
            <a:off x="11085554" y="2341899"/>
            <a:ext cx="477078" cy="1050792"/>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889BD2F0-91D1-4265-95F7-770AC275859A}"/>
              </a:ext>
            </a:extLst>
          </p:cNvPr>
          <p:cNvSpPr/>
          <p:nvPr/>
        </p:nvSpPr>
        <p:spPr>
          <a:xfrm>
            <a:off x="11094094" y="3468736"/>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D80391E3-5736-4252-9233-422D2836A9E9}"/>
              </a:ext>
            </a:extLst>
          </p:cNvPr>
          <p:cNvSpPr txBox="1"/>
          <p:nvPr/>
        </p:nvSpPr>
        <p:spPr>
          <a:xfrm>
            <a:off x="375800" y="2719772"/>
            <a:ext cx="418704" cy="369332"/>
          </a:xfrm>
          <a:prstGeom prst="rect">
            <a:avLst/>
          </a:prstGeom>
          <a:noFill/>
        </p:spPr>
        <p:txBody>
          <a:bodyPr wrap="none" rtlCol="0">
            <a:spAutoFit/>
          </a:bodyPr>
          <a:lstStyle/>
          <a:p>
            <a:r>
              <a:rPr lang="en-US" dirty="0"/>
              <a:t>01</a:t>
            </a:r>
          </a:p>
        </p:txBody>
      </p:sp>
      <p:sp>
        <p:nvSpPr>
          <p:cNvPr id="55" name="TextBox 54">
            <a:extLst>
              <a:ext uri="{FF2B5EF4-FFF2-40B4-BE49-F238E27FC236}">
                <a16:creationId xmlns:a16="http://schemas.microsoft.com/office/drawing/2014/main" id="{17A78ACD-6CB6-4A7B-869C-5B3838E11920}"/>
              </a:ext>
            </a:extLst>
          </p:cNvPr>
          <p:cNvSpPr txBox="1"/>
          <p:nvPr/>
        </p:nvSpPr>
        <p:spPr>
          <a:xfrm>
            <a:off x="11166579" y="3848929"/>
            <a:ext cx="418704" cy="369332"/>
          </a:xfrm>
          <a:prstGeom prst="rect">
            <a:avLst/>
          </a:prstGeom>
          <a:solidFill>
            <a:schemeClr val="accent5">
              <a:lumMod val="20000"/>
              <a:lumOff val="80000"/>
            </a:schemeClr>
          </a:solidFill>
        </p:spPr>
        <p:txBody>
          <a:bodyPr wrap="none" rtlCol="0">
            <a:spAutoFit/>
          </a:bodyPr>
          <a:lstStyle/>
          <a:p>
            <a:r>
              <a:rPr lang="en-US" dirty="0"/>
              <a:t>04</a:t>
            </a:r>
          </a:p>
        </p:txBody>
      </p:sp>
      <p:sp>
        <p:nvSpPr>
          <p:cNvPr id="56" name="TextBox 55">
            <a:extLst>
              <a:ext uri="{FF2B5EF4-FFF2-40B4-BE49-F238E27FC236}">
                <a16:creationId xmlns:a16="http://schemas.microsoft.com/office/drawing/2014/main" id="{64BF54FC-F44C-4274-9ADF-B3E11C384883}"/>
              </a:ext>
            </a:extLst>
          </p:cNvPr>
          <p:cNvSpPr txBox="1"/>
          <p:nvPr/>
        </p:nvSpPr>
        <p:spPr>
          <a:xfrm>
            <a:off x="11111027" y="2606138"/>
            <a:ext cx="451605" cy="369332"/>
          </a:xfrm>
          <a:prstGeom prst="rect">
            <a:avLst/>
          </a:prstGeom>
          <a:solidFill>
            <a:schemeClr val="accent5">
              <a:lumMod val="20000"/>
              <a:lumOff val="80000"/>
            </a:schemeClr>
          </a:solidFill>
        </p:spPr>
        <p:txBody>
          <a:bodyPr wrap="square" rtlCol="0">
            <a:spAutoFit/>
          </a:bodyPr>
          <a:lstStyle/>
          <a:p>
            <a:r>
              <a:rPr lang="en-US" dirty="0"/>
              <a:t>03</a:t>
            </a:r>
          </a:p>
        </p:txBody>
      </p:sp>
      <p:sp>
        <p:nvSpPr>
          <p:cNvPr id="57" name="Oval 56">
            <a:extLst>
              <a:ext uri="{FF2B5EF4-FFF2-40B4-BE49-F238E27FC236}">
                <a16:creationId xmlns:a16="http://schemas.microsoft.com/office/drawing/2014/main" id="{A19A3385-DBDD-4ACE-B7D1-AA193752FC40}"/>
              </a:ext>
            </a:extLst>
          </p:cNvPr>
          <p:cNvSpPr/>
          <p:nvPr/>
        </p:nvSpPr>
        <p:spPr>
          <a:xfrm>
            <a:off x="4247957" y="2899396"/>
            <a:ext cx="3843762" cy="34166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01B06B4C-D49B-4416-BB76-C6923262108C}"/>
              </a:ext>
            </a:extLst>
          </p:cNvPr>
          <p:cNvSpPr/>
          <p:nvPr/>
        </p:nvSpPr>
        <p:spPr>
          <a:xfrm>
            <a:off x="4570251" y="3178916"/>
            <a:ext cx="3024809" cy="2820012"/>
          </a:xfrm>
          <a:prstGeom prst="ellipse">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56FB46D2-4783-4906-924F-609790AA37AE}"/>
              </a:ext>
            </a:extLst>
          </p:cNvPr>
          <p:cNvSpPr/>
          <p:nvPr/>
        </p:nvSpPr>
        <p:spPr>
          <a:xfrm>
            <a:off x="4971325" y="3498915"/>
            <a:ext cx="2281561" cy="2211554"/>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900" b="1" dirty="0"/>
              <a:t>Working of Credit Card</a:t>
            </a:r>
          </a:p>
        </p:txBody>
      </p:sp>
      <p:sp>
        <p:nvSpPr>
          <p:cNvPr id="60" name="TextBox 59">
            <a:extLst>
              <a:ext uri="{FF2B5EF4-FFF2-40B4-BE49-F238E27FC236}">
                <a16:creationId xmlns:a16="http://schemas.microsoft.com/office/drawing/2014/main" id="{FDE044DB-D33F-44AD-9C7B-3C5E20310915}"/>
              </a:ext>
            </a:extLst>
          </p:cNvPr>
          <p:cNvSpPr txBox="1"/>
          <p:nvPr/>
        </p:nvSpPr>
        <p:spPr>
          <a:xfrm>
            <a:off x="925856" y="3873576"/>
            <a:ext cx="3330004" cy="461665"/>
          </a:xfrm>
          <a:prstGeom prst="rect">
            <a:avLst/>
          </a:prstGeom>
          <a:noFill/>
        </p:spPr>
        <p:txBody>
          <a:bodyPr wrap="square" rtlCol="0">
            <a:spAutoFit/>
          </a:bodyPr>
          <a:lstStyle/>
          <a:p>
            <a:r>
              <a:rPr lang="en-US" sz="2400" dirty="0">
                <a:solidFill>
                  <a:schemeClr val="bg2">
                    <a:lumMod val="10000"/>
                  </a:schemeClr>
                </a:solidFill>
              </a:rPr>
              <a:t>Authorization Request</a:t>
            </a:r>
          </a:p>
        </p:txBody>
      </p:sp>
      <p:sp>
        <p:nvSpPr>
          <p:cNvPr id="61" name="TextBox 60">
            <a:extLst>
              <a:ext uri="{FF2B5EF4-FFF2-40B4-BE49-F238E27FC236}">
                <a16:creationId xmlns:a16="http://schemas.microsoft.com/office/drawing/2014/main" id="{031ADF60-460B-4906-8520-57CE995CEE4A}"/>
              </a:ext>
            </a:extLst>
          </p:cNvPr>
          <p:cNvSpPr txBox="1"/>
          <p:nvPr/>
        </p:nvSpPr>
        <p:spPr>
          <a:xfrm>
            <a:off x="7986367" y="2611772"/>
            <a:ext cx="3088025" cy="461665"/>
          </a:xfrm>
          <a:prstGeom prst="rect">
            <a:avLst/>
          </a:prstGeom>
          <a:solidFill>
            <a:schemeClr val="accent5">
              <a:lumMod val="20000"/>
              <a:lumOff val="80000"/>
            </a:schemeClr>
          </a:solidFill>
        </p:spPr>
        <p:txBody>
          <a:bodyPr wrap="none" rtlCol="0">
            <a:spAutoFit/>
          </a:bodyPr>
          <a:lstStyle/>
          <a:p>
            <a:r>
              <a:rPr lang="en-US" sz="2400" dirty="0"/>
              <a:t>Routing to Issuing Bank</a:t>
            </a:r>
            <a:endParaRPr lang="en-US" dirty="0"/>
          </a:p>
        </p:txBody>
      </p:sp>
      <p:sp>
        <p:nvSpPr>
          <p:cNvPr id="62" name="TextBox 61">
            <a:extLst>
              <a:ext uri="{FF2B5EF4-FFF2-40B4-BE49-F238E27FC236}">
                <a16:creationId xmlns:a16="http://schemas.microsoft.com/office/drawing/2014/main" id="{51713DE7-9F04-4327-BBC6-3B29B61BA090}"/>
              </a:ext>
            </a:extLst>
          </p:cNvPr>
          <p:cNvSpPr txBox="1"/>
          <p:nvPr/>
        </p:nvSpPr>
        <p:spPr>
          <a:xfrm>
            <a:off x="8015717" y="3802762"/>
            <a:ext cx="3136752" cy="461665"/>
          </a:xfrm>
          <a:prstGeom prst="rect">
            <a:avLst/>
          </a:prstGeom>
          <a:solidFill>
            <a:schemeClr val="accent5">
              <a:lumMod val="20000"/>
              <a:lumOff val="80000"/>
            </a:schemeClr>
          </a:solidFill>
        </p:spPr>
        <p:txBody>
          <a:bodyPr wrap="square" rtlCol="0">
            <a:spAutoFit/>
          </a:bodyPr>
          <a:lstStyle/>
          <a:p>
            <a:pPr algn="ctr"/>
            <a:r>
              <a:rPr lang="en-US" sz="2400" dirty="0"/>
              <a:t>Authorization Response</a:t>
            </a:r>
          </a:p>
        </p:txBody>
      </p:sp>
      <p:sp>
        <p:nvSpPr>
          <p:cNvPr id="63" name="TextBox 62">
            <a:extLst>
              <a:ext uri="{FF2B5EF4-FFF2-40B4-BE49-F238E27FC236}">
                <a16:creationId xmlns:a16="http://schemas.microsoft.com/office/drawing/2014/main" id="{F7EA1C6F-0915-457F-9BFA-5632BF2BB86E}"/>
              </a:ext>
            </a:extLst>
          </p:cNvPr>
          <p:cNvSpPr txBox="1"/>
          <p:nvPr/>
        </p:nvSpPr>
        <p:spPr>
          <a:xfrm>
            <a:off x="960502" y="2606138"/>
            <a:ext cx="3139577" cy="461665"/>
          </a:xfrm>
          <a:prstGeom prst="rect">
            <a:avLst/>
          </a:prstGeom>
          <a:noFill/>
        </p:spPr>
        <p:txBody>
          <a:bodyPr wrap="none" rtlCol="0">
            <a:spAutoFit/>
          </a:bodyPr>
          <a:lstStyle/>
          <a:p>
            <a:r>
              <a:rPr lang="en-US" sz="2400" dirty="0">
                <a:solidFill>
                  <a:schemeClr val="bg2">
                    <a:lumMod val="10000"/>
                  </a:schemeClr>
                </a:solidFill>
              </a:rPr>
              <a:t>Initiation of Transaction</a:t>
            </a:r>
            <a:endParaRPr lang="en-US" dirty="0"/>
          </a:p>
        </p:txBody>
      </p:sp>
      <p:sp>
        <p:nvSpPr>
          <p:cNvPr id="64" name="TextBox 63">
            <a:extLst>
              <a:ext uri="{FF2B5EF4-FFF2-40B4-BE49-F238E27FC236}">
                <a16:creationId xmlns:a16="http://schemas.microsoft.com/office/drawing/2014/main" id="{7FA49B5F-56DC-4854-9BCD-602023B4A98A}"/>
              </a:ext>
            </a:extLst>
          </p:cNvPr>
          <p:cNvSpPr txBox="1"/>
          <p:nvPr/>
        </p:nvSpPr>
        <p:spPr>
          <a:xfrm>
            <a:off x="855132" y="5027887"/>
            <a:ext cx="3467809" cy="461665"/>
          </a:xfrm>
          <a:prstGeom prst="rect">
            <a:avLst/>
          </a:prstGeom>
          <a:solidFill>
            <a:schemeClr val="accent4">
              <a:lumMod val="60000"/>
              <a:lumOff val="40000"/>
            </a:schemeClr>
          </a:solidFill>
        </p:spPr>
        <p:txBody>
          <a:bodyPr wrap="square" rtlCol="0">
            <a:spAutoFit/>
          </a:bodyPr>
          <a:lstStyle/>
          <a:p>
            <a:r>
              <a:rPr lang="en-US" sz="2400" dirty="0"/>
              <a:t>Completion of Transaction</a:t>
            </a:r>
          </a:p>
        </p:txBody>
      </p:sp>
      <p:sp>
        <p:nvSpPr>
          <p:cNvPr id="65" name="Rectangle 64">
            <a:extLst>
              <a:ext uri="{FF2B5EF4-FFF2-40B4-BE49-F238E27FC236}">
                <a16:creationId xmlns:a16="http://schemas.microsoft.com/office/drawing/2014/main" id="{2CA52A77-9554-4958-9DE0-8370CC7E674E}"/>
              </a:ext>
            </a:extLst>
          </p:cNvPr>
          <p:cNvSpPr/>
          <p:nvPr/>
        </p:nvSpPr>
        <p:spPr>
          <a:xfrm>
            <a:off x="337458" y="3486814"/>
            <a:ext cx="477078"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extBox 65">
            <a:extLst>
              <a:ext uri="{FF2B5EF4-FFF2-40B4-BE49-F238E27FC236}">
                <a16:creationId xmlns:a16="http://schemas.microsoft.com/office/drawing/2014/main" id="{71C9BDD8-A003-4389-AE92-B21031845D14}"/>
              </a:ext>
            </a:extLst>
          </p:cNvPr>
          <p:cNvSpPr txBox="1"/>
          <p:nvPr/>
        </p:nvSpPr>
        <p:spPr>
          <a:xfrm>
            <a:off x="337458" y="3954365"/>
            <a:ext cx="418704" cy="369332"/>
          </a:xfrm>
          <a:prstGeom prst="rect">
            <a:avLst/>
          </a:prstGeom>
          <a:noFill/>
        </p:spPr>
        <p:txBody>
          <a:bodyPr wrap="none" rtlCol="0">
            <a:spAutoFit/>
          </a:bodyPr>
          <a:lstStyle/>
          <a:p>
            <a:r>
              <a:rPr lang="en-US" dirty="0"/>
              <a:t>02</a:t>
            </a:r>
          </a:p>
        </p:txBody>
      </p:sp>
      <p:sp>
        <p:nvSpPr>
          <p:cNvPr id="67" name="Rectangle 66">
            <a:extLst>
              <a:ext uri="{FF2B5EF4-FFF2-40B4-BE49-F238E27FC236}">
                <a16:creationId xmlns:a16="http://schemas.microsoft.com/office/drawing/2014/main" id="{F887BC66-A768-4F21-8DFD-EAC4948476BB}"/>
              </a:ext>
            </a:extLst>
          </p:cNvPr>
          <p:cNvSpPr/>
          <p:nvPr/>
        </p:nvSpPr>
        <p:spPr>
          <a:xfrm>
            <a:off x="329976" y="4708118"/>
            <a:ext cx="477078" cy="988827"/>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BFDB30BA-E91E-42CB-935E-C24D5430B5EF}"/>
              </a:ext>
            </a:extLst>
          </p:cNvPr>
          <p:cNvSpPr txBox="1"/>
          <p:nvPr/>
        </p:nvSpPr>
        <p:spPr>
          <a:xfrm>
            <a:off x="359163" y="5120220"/>
            <a:ext cx="418704" cy="369332"/>
          </a:xfrm>
          <a:prstGeom prst="rect">
            <a:avLst/>
          </a:prstGeom>
          <a:solidFill>
            <a:schemeClr val="accent4">
              <a:lumMod val="60000"/>
              <a:lumOff val="40000"/>
            </a:schemeClr>
          </a:solidFill>
        </p:spPr>
        <p:txBody>
          <a:bodyPr wrap="none" rtlCol="0">
            <a:spAutoFit/>
          </a:bodyPr>
          <a:lstStyle/>
          <a:p>
            <a:r>
              <a:rPr lang="en-US" dirty="0"/>
              <a:t>05</a:t>
            </a:r>
          </a:p>
        </p:txBody>
      </p:sp>
      <p:sp>
        <p:nvSpPr>
          <p:cNvPr id="29" name="Rectangle 28">
            <a:extLst>
              <a:ext uri="{FF2B5EF4-FFF2-40B4-BE49-F238E27FC236}">
                <a16:creationId xmlns:a16="http://schemas.microsoft.com/office/drawing/2014/main" id="{69B57DE0-1ABF-4889-A441-6ED52DC311B6}"/>
              </a:ext>
            </a:extLst>
          </p:cNvPr>
          <p:cNvSpPr/>
          <p:nvPr/>
        </p:nvSpPr>
        <p:spPr>
          <a:xfrm>
            <a:off x="11111027" y="4650372"/>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C8BE9A8B-26B0-46B0-BDEB-EA98D8D6DC55}"/>
              </a:ext>
            </a:extLst>
          </p:cNvPr>
          <p:cNvSpPr txBox="1"/>
          <p:nvPr/>
        </p:nvSpPr>
        <p:spPr>
          <a:xfrm>
            <a:off x="11122030" y="5047084"/>
            <a:ext cx="418704" cy="369332"/>
          </a:xfrm>
          <a:prstGeom prst="rect">
            <a:avLst/>
          </a:prstGeom>
          <a:solidFill>
            <a:schemeClr val="accent5">
              <a:lumMod val="20000"/>
              <a:lumOff val="80000"/>
            </a:schemeClr>
          </a:solidFill>
        </p:spPr>
        <p:txBody>
          <a:bodyPr wrap="none" rtlCol="0">
            <a:spAutoFit/>
          </a:bodyPr>
          <a:lstStyle/>
          <a:p>
            <a:r>
              <a:rPr lang="en-US" dirty="0"/>
              <a:t>06</a:t>
            </a:r>
          </a:p>
        </p:txBody>
      </p:sp>
      <p:sp>
        <p:nvSpPr>
          <p:cNvPr id="32" name="TextBox 31">
            <a:extLst>
              <a:ext uri="{FF2B5EF4-FFF2-40B4-BE49-F238E27FC236}">
                <a16:creationId xmlns:a16="http://schemas.microsoft.com/office/drawing/2014/main" id="{1DA9AD4A-38E6-4624-A7A6-9E0BAB32740C}"/>
              </a:ext>
            </a:extLst>
          </p:cNvPr>
          <p:cNvSpPr txBox="1"/>
          <p:nvPr/>
        </p:nvSpPr>
        <p:spPr>
          <a:xfrm>
            <a:off x="8293287" y="4954751"/>
            <a:ext cx="2580129" cy="461665"/>
          </a:xfrm>
          <a:prstGeom prst="rect">
            <a:avLst/>
          </a:prstGeom>
          <a:solidFill>
            <a:schemeClr val="accent5">
              <a:lumMod val="20000"/>
              <a:lumOff val="80000"/>
            </a:schemeClr>
          </a:solidFill>
        </p:spPr>
        <p:txBody>
          <a:bodyPr wrap="none" rtlCol="0">
            <a:spAutoFit/>
          </a:bodyPr>
          <a:lstStyle/>
          <a:p>
            <a:pPr algn="ctr"/>
            <a:r>
              <a:rPr lang="en-US" sz="2400" dirty="0"/>
              <a:t>Settlement Process</a:t>
            </a:r>
          </a:p>
        </p:txBody>
      </p:sp>
      <p:sp>
        <p:nvSpPr>
          <p:cNvPr id="38" name="TextBox 37">
            <a:extLst>
              <a:ext uri="{FF2B5EF4-FFF2-40B4-BE49-F238E27FC236}">
                <a16:creationId xmlns:a16="http://schemas.microsoft.com/office/drawing/2014/main" id="{331473A7-6991-4D4F-9A65-F3686F794E5B}"/>
              </a:ext>
            </a:extLst>
          </p:cNvPr>
          <p:cNvSpPr txBox="1"/>
          <p:nvPr/>
        </p:nvSpPr>
        <p:spPr>
          <a:xfrm>
            <a:off x="1030952" y="6138493"/>
            <a:ext cx="3843762"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39" name="Rectangle 38">
            <a:extLst>
              <a:ext uri="{FF2B5EF4-FFF2-40B4-BE49-F238E27FC236}">
                <a16:creationId xmlns:a16="http://schemas.microsoft.com/office/drawing/2014/main" id="{F99475D6-9D1F-4EDB-B37F-1F921AF25F8A}"/>
              </a:ext>
            </a:extLst>
          </p:cNvPr>
          <p:cNvSpPr/>
          <p:nvPr/>
        </p:nvSpPr>
        <p:spPr>
          <a:xfrm>
            <a:off x="339224" y="5836480"/>
            <a:ext cx="48446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0656779-DCAF-4BEF-BF4E-BB7F410FEE80}"/>
              </a:ext>
            </a:extLst>
          </p:cNvPr>
          <p:cNvSpPr txBox="1"/>
          <p:nvPr/>
        </p:nvSpPr>
        <p:spPr>
          <a:xfrm>
            <a:off x="368411" y="6230826"/>
            <a:ext cx="438644" cy="369332"/>
          </a:xfrm>
          <a:prstGeom prst="rect">
            <a:avLst/>
          </a:prstGeom>
          <a:solidFill>
            <a:schemeClr val="accent5">
              <a:lumMod val="20000"/>
              <a:lumOff val="80000"/>
            </a:schemeClr>
          </a:solidFill>
        </p:spPr>
        <p:txBody>
          <a:bodyPr wrap="square" rtlCol="0">
            <a:spAutoFit/>
          </a:bodyPr>
          <a:lstStyle/>
          <a:p>
            <a:r>
              <a:rPr lang="en-US" dirty="0"/>
              <a:t>07</a:t>
            </a:r>
          </a:p>
        </p:txBody>
      </p:sp>
    </p:spTree>
    <p:extLst>
      <p:ext uri="{BB962C8B-B14F-4D97-AF65-F5344CB8AC3E}">
        <p14:creationId xmlns:p14="http://schemas.microsoft.com/office/powerpoint/2010/main" val="2202222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36AE948-18EC-45B5-9297-D0F9AF08D9F7}"/>
              </a:ext>
            </a:extLst>
          </p:cNvPr>
          <p:cNvSpPr/>
          <p:nvPr/>
        </p:nvSpPr>
        <p:spPr>
          <a:xfrm>
            <a:off x="-92075" y="0"/>
            <a:ext cx="12284075" cy="6934504"/>
          </a:xfrm>
          <a:prstGeom prst="rect">
            <a:avLst/>
          </a:prstGeom>
          <a:gradFill>
            <a:gsLst>
              <a:gs pos="0">
                <a:srgbClr val="1CADE4">
                  <a:alpha val="70000"/>
                </a:srgbClr>
              </a:gs>
              <a:gs pos="100000">
                <a:srgbClr val="2683C6">
                  <a:alpha val="10000"/>
                </a:srgbClr>
              </a:gs>
            </a:gsLst>
            <a:lin ang="2700000" scaled="1"/>
          </a:gradFill>
          <a:ln w="12700" cap="flat" cmpd="sng" algn="ctr">
            <a:noFill/>
            <a:prstDash val="solid"/>
            <a:miter lim="800000"/>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en-IN" sz="2399"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928BB1C-7851-43F4-B70A-387FCB04CD73}"/>
              </a:ext>
            </a:extLst>
          </p:cNvPr>
          <p:cNvSpPr/>
          <p:nvPr/>
        </p:nvSpPr>
        <p:spPr>
          <a:xfrm>
            <a:off x="823691" y="5833350"/>
            <a:ext cx="10823269"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08C174F-B9E8-4ED3-A6A6-31869CF44750}"/>
              </a:ext>
            </a:extLst>
          </p:cNvPr>
          <p:cNvSpPr/>
          <p:nvPr/>
        </p:nvSpPr>
        <p:spPr>
          <a:xfrm>
            <a:off x="6818176" y="4643091"/>
            <a:ext cx="4276592" cy="1098310"/>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3509ACBF-CDC1-48B1-A20E-F675EFA41F16}"/>
              </a:ext>
            </a:extLst>
          </p:cNvPr>
          <p:cNvSpPr/>
          <p:nvPr/>
        </p:nvSpPr>
        <p:spPr>
          <a:xfrm>
            <a:off x="4349915" y="26762"/>
            <a:ext cx="3639845"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How Credit Card Works</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B884316-E5D3-4082-BC91-161B108F12B5}"/>
              </a:ext>
            </a:extLst>
          </p:cNvPr>
          <p:cNvSpPr txBox="1"/>
          <p:nvPr/>
        </p:nvSpPr>
        <p:spPr>
          <a:xfrm>
            <a:off x="329976" y="1235846"/>
            <a:ext cx="11363416" cy="1077218"/>
          </a:xfrm>
          <a:prstGeom prst="rect">
            <a:avLst/>
          </a:prstGeom>
          <a:noFill/>
        </p:spPr>
        <p:txBody>
          <a:bodyPr wrap="square" rtlCol="0">
            <a:spAutoFit/>
          </a:bodyPr>
          <a:lstStyle/>
          <a:p>
            <a:pPr>
              <a:buFont typeface="Symbol" panose="05050102010706020507" pitchFamily="18" charset="2"/>
              <a:buChar char="·"/>
            </a:pPr>
            <a:r>
              <a:rPr lang="en-US" sz="1600" b="1" dirty="0">
                <a:highlight>
                  <a:srgbClr val="FFFF00"/>
                </a:highlight>
                <a:latin typeface="Times New Roman" panose="02020603050405020304" pitchFamily="18" charset="0"/>
              </a:rPr>
              <a:t>Batch Processing: </a:t>
            </a:r>
            <a:r>
              <a:rPr lang="en-US" sz="1600" b="1" dirty="0">
                <a:latin typeface="Times New Roman" panose="02020603050405020304" pitchFamily="18" charset="0"/>
              </a:rPr>
              <a:t>At the end of the business day, the merchant batches all approved transactions and sends them to the payment processor for settlement.</a:t>
            </a:r>
          </a:p>
          <a:p>
            <a:pPr>
              <a:buFont typeface="Symbol" panose="05050102010706020507" pitchFamily="18" charset="2"/>
              <a:buChar char="·"/>
            </a:pPr>
            <a:r>
              <a:rPr lang="en-US" sz="1600" b="1" dirty="0">
                <a:highlight>
                  <a:srgbClr val="FFFF00"/>
                </a:highlight>
                <a:latin typeface="Times New Roman" panose="02020603050405020304" pitchFamily="18" charset="0"/>
              </a:rPr>
              <a:t>Settlement Request: </a:t>
            </a:r>
            <a:r>
              <a:rPr lang="en-US" sz="1600" b="1" dirty="0">
                <a:latin typeface="Times New Roman" panose="02020603050405020304" pitchFamily="18" charset="0"/>
              </a:rPr>
              <a:t>The payment processor sends a settlement request to the card network, which then forwards it to the respective issuing banks.</a:t>
            </a:r>
          </a:p>
        </p:txBody>
      </p:sp>
      <p:sp>
        <p:nvSpPr>
          <p:cNvPr id="43" name="Rectangle 42">
            <a:extLst>
              <a:ext uri="{FF2B5EF4-FFF2-40B4-BE49-F238E27FC236}">
                <a16:creationId xmlns:a16="http://schemas.microsoft.com/office/drawing/2014/main" id="{1D1B3388-8C73-4127-ADAF-EB5A164E348A}"/>
              </a:ext>
            </a:extLst>
          </p:cNvPr>
          <p:cNvSpPr/>
          <p:nvPr/>
        </p:nvSpPr>
        <p:spPr>
          <a:xfrm>
            <a:off x="813647" y="2341899"/>
            <a:ext cx="4673454"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2">
                  <a:lumMod val="10000"/>
                </a:schemeClr>
              </a:solidFill>
            </a:endParaRPr>
          </a:p>
        </p:txBody>
      </p:sp>
      <p:sp>
        <p:nvSpPr>
          <p:cNvPr id="44" name="Rectangle 43">
            <a:extLst>
              <a:ext uri="{FF2B5EF4-FFF2-40B4-BE49-F238E27FC236}">
                <a16:creationId xmlns:a16="http://schemas.microsoft.com/office/drawing/2014/main" id="{5A95B1A5-12AB-4A1F-999A-FD956952F864}"/>
              </a:ext>
            </a:extLst>
          </p:cNvPr>
          <p:cNvSpPr/>
          <p:nvPr/>
        </p:nvSpPr>
        <p:spPr>
          <a:xfrm>
            <a:off x="814537" y="3490957"/>
            <a:ext cx="4276592"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9F34D2F-ED5A-4319-AD30-534C729B223F}"/>
              </a:ext>
            </a:extLst>
          </p:cNvPr>
          <p:cNvSpPr/>
          <p:nvPr/>
        </p:nvSpPr>
        <p:spPr>
          <a:xfrm>
            <a:off x="6704900" y="2339314"/>
            <a:ext cx="4361511" cy="105337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5C914184-B581-4CEB-BC8B-6529C4AF2319}"/>
              </a:ext>
            </a:extLst>
          </p:cNvPr>
          <p:cNvSpPr/>
          <p:nvPr/>
        </p:nvSpPr>
        <p:spPr>
          <a:xfrm>
            <a:off x="6808962" y="3464939"/>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5806E977-17AC-4BBD-B41F-CE91FBA501AB}"/>
              </a:ext>
            </a:extLst>
          </p:cNvPr>
          <p:cNvSpPr/>
          <p:nvPr/>
        </p:nvSpPr>
        <p:spPr>
          <a:xfrm>
            <a:off x="346613" y="2344403"/>
            <a:ext cx="477078"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F2C8D8DD-8053-44E4-8ABB-D32D697DA15C}"/>
              </a:ext>
            </a:extLst>
          </p:cNvPr>
          <p:cNvSpPr/>
          <p:nvPr/>
        </p:nvSpPr>
        <p:spPr>
          <a:xfrm>
            <a:off x="814444" y="4704989"/>
            <a:ext cx="4499140"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36A96B97-F06D-4B62-B74A-A741B215BF8A}"/>
              </a:ext>
            </a:extLst>
          </p:cNvPr>
          <p:cNvSpPr/>
          <p:nvPr/>
        </p:nvSpPr>
        <p:spPr>
          <a:xfrm>
            <a:off x="11085554" y="2341899"/>
            <a:ext cx="477078" cy="1050792"/>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889BD2F0-91D1-4265-95F7-770AC275859A}"/>
              </a:ext>
            </a:extLst>
          </p:cNvPr>
          <p:cNvSpPr/>
          <p:nvPr/>
        </p:nvSpPr>
        <p:spPr>
          <a:xfrm>
            <a:off x="11094094" y="3468736"/>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D80391E3-5736-4252-9233-422D2836A9E9}"/>
              </a:ext>
            </a:extLst>
          </p:cNvPr>
          <p:cNvSpPr txBox="1"/>
          <p:nvPr/>
        </p:nvSpPr>
        <p:spPr>
          <a:xfrm>
            <a:off x="375800" y="2719772"/>
            <a:ext cx="418704" cy="369332"/>
          </a:xfrm>
          <a:prstGeom prst="rect">
            <a:avLst/>
          </a:prstGeom>
          <a:noFill/>
        </p:spPr>
        <p:txBody>
          <a:bodyPr wrap="none" rtlCol="0">
            <a:spAutoFit/>
          </a:bodyPr>
          <a:lstStyle/>
          <a:p>
            <a:r>
              <a:rPr lang="en-US" dirty="0"/>
              <a:t>01</a:t>
            </a:r>
          </a:p>
        </p:txBody>
      </p:sp>
      <p:sp>
        <p:nvSpPr>
          <p:cNvPr id="55" name="TextBox 54">
            <a:extLst>
              <a:ext uri="{FF2B5EF4-FFF2-40B4-BE49-F238E27FC236}">
                <a16:creationId xmlns:a16="http://schemas.microsoft.com/office/drawing/2014/main" id="{17A78ACD-6CB6-4A7B-869C-5B3838E11920}"/>
              </a:ext>
            </a:extLst>
          </p:cNvPr>
          <p:cNvSpPr txBox="1"/>
          <p:nvPr/>
        </p:nvSpPr>
        <p:spPr>
          <a:xfrm>
            <a:off x="11166579" y="3848929"/>
            <a:ext cx="418704" cy="369332"/>
          </a:xfrm>
          <a:prstGeom prst="rect">
            <a:avLst/>
          </a:prstGeom>
          <a:solidFill>
            <a:schemeClr val="accent5">
              <a:lumMod val="20000"/>
              <a:lumOff val="80000"/>
            </a:schemeClr>
          </a:solidFill>
        </p:spPr>
        <p:txBody>
          <a:bodyPr wrap="none" rtlCol="0">
            <a:spAutoFit/>
          </a:bodyPr>
          <a:lstStyle/>
          <a:p>
            <a:r>
              <a:rPr lang="en-US" dirty="0"/>
              <a:t>04</a:t>
            </a:r>
          </a:p>
        </p:txBody>
      </p:sp>
      <p:sp>
        <p:nvSpPr>
          <p:cNvPr id="56" name="TextBox 55">
            <a:extLst>
              <a:ext uri="{FF2B5EF4-FFF2-40B4-BE49-F238E27FC236}">
                <a16:creationId xmlns:a16="http://schemas.microsoft.com/office/drawing/2014/main" id="{64BF54FC-F44C-4274-9ADF-B3E11C384883}"/>
              </a:ext>
            </a:extLst>
          </p:cNvPr>
          <p:cNvSpPr txBox="1"/>
          <p:nvPr/>
        </p:nvSpPr>
        <p:spPr>
          <a:xfrm>
            <a:off x="11111027" y="2606138"/>
            <a:ext cx="451605" cy="369332"/>
          </a:xfrm>
          <a:prstGeom prst="rect">
            <a:avLst/>
          </a:prstGeom>
          <a:solidFill>
            <a:schemeClr val="accent5">
              <a:lumMod val="20000"/>
              <a:lumOff val="80000"/>
            </a:schemeClr>
          </a:solidFill>
        </p:spPr>
        <p:txBody>
          <a:bodyPr wrap="square" rtlCol="0">
            <a:spAutoFit/>
          </a:bodyPr>
          <a:lstStyle/>
          <a:p>
            <a:r>
              <a:rPr lang="en-US" dirty="0"/>
              <a:t>03</a:t>
            </a:r>
          </a:p>
        </p:txBody>
      </p:sp>
      <p:sp>
        <p:nvSpPr>
          <p:cNvPr id="57" name="Oval 56">
            <a:extLst>
              <a:ext uri="{FF2B5EF4-FFF2-40B4-BE49-F238E27FC236}">
                <a16:creationId xmlns:a16="http://schemas.microsoft.com/office/drawing/2014/main" id="{A19A3385-DBDD-4ACE-B7D1-AA193752FC40}"/>
              </a:ext>
            </a:extLst>
          </p:cNvPr>
          <p:cNvSpPr/>
          <p:nvPr/>
        </p:nvSpPr>
        <p:spPr>
          <a:xfrm>
            <a:off x="4247957" y="2899396"/>
            <a:ext cx="3843762" cy="34166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01B06B4C-D49B-4416-BB76-C6923262108C}"/>
              </a:ext>
            </a:extLst>
          </p:cNvPr>
          <p:cNvSpPr/>
          <p:nvPr/>
        </p:nvSpPr>
        <p:spPr>
          <a:xfrm>
            <a:off x="4570251" y="3178916"/>
            <a:ext cx="3024809" cy="2820012"/>
          </a:xfrm>
          <a:prstGeom prst="ellipse">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56FB46D2-4783-4906-924F-609790AA37AE}"/>
              </a:ext>
            </a:extLst>
          </p:cNvPr>
          <p:cNvSpPr/>
          <p:nvPr/>
        </p:nvSpPr>
        <p:spPr>
          <a:xfrm>
            <a:off x="4971325" y="3498915"/>
            <a:ext cx="2281561" cy="2211554"/>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900" b="1" dirty="0"/>
              <a:t>Working of Credit Card</a:t>
            </a:r>
          </a:p>
        </p:txBody>
      </p:sp>
      <p:sp>
        <p:nvSpPr>
          <p:cNvPr id="60" name="TextBox 59">
            <a:extLst>
              <a:ext uri="{FF2B5EF4-FFF2-40B4-BE49-F238E27FC236}">
                <a16:creationId xmlns:a16="http://schemas.microsoft.com/office/drawing/2014/main" id="{FDE044DB-D33F-44AD-9C7B-3C5E20310915}"/>
              </a:ext>
            </a:extLst>
          </p:cNvPr>
          <p:cNvSpPr txBox="1"/>
          <p:nvPr/>
        </p:nvSpPr>
        <p:spPr>
          <a:xfrm>
            <a:off x="925856" y="3873576"/>
            <a:ext cx="3330004" cy="461665"/>
          </a:xfrm>
          <a:prstGeom prst="rect">
            <a:avLst/>
          </a:prstGeom>
          <a:noFill/>
        </p:spPr>
        <p:txBody>
          <a:bodyPr wrap="square" rtlCol="0">
            <a:spAutoFit/>
          </a:bodyPr>
          <a:lstStyle/>
          <a:p>
            <a:r>
              <a:rPr lang="en-US" sz="2400" dirty="0">
                <a:solidFill>
                  <a:schemeClr val="bg2">
                    <a:lumMod val="10000"/>
                  </a:schemeClr>
                </a:solidFill>
              </a:rPr>
              <a:t>Authorization Request</a:t>
            </a:r>
          </a:p>
        </p:txBody>
      </p:sp>
      <p:sp>
        <p:nvSpPr>
          <p:cNvPr id="61" name="TextBox 60">
            <a:extLst>
              <a:ext uri="{FF2B5EF4-FFF2-40B4-BE49-F238E27FC236}">
                <a16:creationId xmlns:a16="http://schemas.microsoft.com/office/drawing/2014/main" id="{031ADF60-460B-4906-8520-57CE995CEE4A}"/>
              </a:ext>
            </a:extLst>
          </p:cNvPr>
          <p:cNvSpPr txBox="1"/>
          <p:nvPr/>
        </p:nvSpPr>
        <p:spPr>
          <a:xfrm>
            <a:off x="7986367" y="2611772"/>
            <a:ext cx="3088025" cy="461665"/>
          </a:xfrm>
          <a:prstGeom prst="rect">
            <a:avLst/>
          </a:prstGeom>
          <a:solidFill>
            <a:schemeClr val="accent5">
              <a:lumMod val="20000"/>
              <a:lumOff val="80000"/>
            </a:schemeClr>
          </a:solidFill>
        </p:spPr>
        <p:txBody>
          <a:bodyPr wrap="none" rtlCol="0">
            <a:spAutoFit/>
          </a:bodyPr>
          <a:lstStyle/>
          <a:p>
            <a:r>
              <a:rPr lang="en-US" sz="2400" dirty="0"/>
              <a:t>Routing to Issuing Bank</a:t>
            </a:r>
            <a:endParaRPr lang="en-US" dirty="0"/>
          </a:p>
        </p:txBody>
      </p:sp>
      <p:sp>
        <p:nvSpPr>
          <p:cNvPr id="62" name="TextBox 61">
            <a:extLst>
              <a:ext uri="{FF2B5EF4-FFF2-40B4-BE49-F238E27FC236}">
                <a16:creationId xmlns:a16="http://schemas.microsoft.com/office/drawing/2014/main" id="{51713DE7-9F04-4327-BBC6-3B29B61BA090}"/>
              </a:ext>
            </a:extLst>
          </p:cNvPr>
          <p:cNvSpPr txBox="1"/>
          <p:nvPr/>
        </p:nvSpPr>
        <p:spPr>
          <a:xfrm>
            <a:off x="8015717" y="3802762"/>
            <a:ext cx="3136752" cy="461665"/>
          </a:xfrm>
          <a:prstGeom prst="rect">
            <a:avLst/>
          </a:prstGeom>
          <a:solidFill>
            <a:schemeClr val="accent5">
              <a:lumMod val="20000"/>
              <a:lumOff val="80000"/>
            </a:schemeClr>
          </a:solidFill>
        </p:spPr>
        <p:txBody>
          <a:bodyPr wrap="square" rtlCol="0">
            <a:spAutoFit/>
          </a:bodyPr>
          <a:lstStyle/>
          <a:p>
            <a:pPr algn="ctr"/>
            <a:r>
              <a:rPr lang="en-US" sz="2400" dirty="0"/>
              <a:t>Authorization Response</a:t>
            </a:r>
          </a:p>
        </p:txBody>
      </p:sp>
      <p:sp>
        <p:nvSpPr>
          <p:cNvPr id="63" name="TextBox 62">
            <a:extLst>
              <a:ext uri="{FF2B5EF4-FFF2-40B4-BE49-F238E27FC236}">
                <a16:creationId xmlns:a16="http://schemas.microsoft.com/office/drawing/2014/main" id="{F7EA1C6F-0915-457F-9BFA-5632BF2BB86E}"/>
              </a:ext>
            </a:extLst>
          </p:cNvPr>
          <p:cNvSpPr txBox="1"/>
          <p:nvPr/>
        </p:nvSpPr>
        <p:spPr>
          <a:xfrm>
            <a:off x="960502" y="2606138"/>
            <a:ext cx="3139577" cy="461665"/>
          </a:xfrm>
          <a:prstGeom prst="rect">
            <a:avLst/>
          </a:prstGeom>
          <a:noFill/>
        </p:spPr>
        <p:txBody>
          <a:bodyPr wrap="none" rtlCol="0">
            <a:spAutoFit/>
          </a:bodyPr>
          <a:lstStyle/>
          <a:p>
            <a:r>
              <a:rPr lang="en-US" sz="2400" dirty="0">
                <a:solidFill>
                  <a:schemeClr val="bg2">
                    <a:lumMod val="10000"/>
                  </a:schemeClr>
                </a:solidFill>
              </a:rPr>
              <a:t>Initiation of Transaction</a:t>
            </a:r>
            <a:endParaRPr lang="en-US" dirty="0"/>
          </a:p>
        </p:txBody>
      </p:sp>
      <p:sp>
        <p:nvSpPr>
          <p:cNvPr id="64" name="TextBox 63">
            <a:extLst>
              <a:ext uri="{FF2B5EF4-FFF2-40B4-BE49-F238E27FC236}">
                <a16:creationId xmlns:a16="http://schemas.microsoft.com/office/drawing/2014/main" id="{7FA49B5F-56DC-4854-9BCD-602023B4A98A}"/>
              </a:ext>
            </a:extLst>
          </p:cNvPr>
          <p:cNvSpPr txBox="1"/>
          <p:nvPr/>
        </p:nvSpPr>
        <p:spPr>
          <a:xfrm>
            <a:off x="855132" y="5027887"/>
            <a:ext cx="3467809"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65" name="Rectangle 64">
            <a:extLst>
              <a:ext uri="{FF2B5EF4-FFF2-40B4-BE49-F238E27FC236}">
                <a16:creationId xmlns:a16="http://schemas.microsoft.com/office/drawing/2014/main" id="{2CA52A77-9554-4958-9DE0-8370CC7E674E}"/>
              </a:ext>
            </a:extLst>
          </p:cNvPr>
          <p:cNvSpPr/>
          <p:nvPr/>
        </p:nvSpPr>
        <p:spPr>
          <a:xfrm>
            <a:off x="337458" y="3486814"/>
            <a:ext cx="477078"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extBox 65">
            <a:extLst>
              <a:ext uri="{FF2B5EF4-FFF2-40B4-BE49-F238E27FC236}">
                <a16:creationId xmlns:a16="http://schemas.microsoft.com/office/drawing/2014/main" id="{71C9BDD8-A003-4389-AE92-B21031845D14}"/>
              </a:ext>
            </a:extLst>
          </p:cNvPr>
          <p:cNvSpPr txBox="1"/>
          <p:nvPr/>
        </p:nvSpPr>
        <p:spPr>
          <a:xfrm>
            <a:off x="337458" y="3954365"/>
            <a:ext cx="418704" cy="369332"/>
          </a:xfrm>
          <a:prstGeom prst="rect">
            <a:avLst/>
          </a:prstGeom>
          <a:noFill/>
        </p:spPr>
        <p:txBody>
          <a:bodyPr wrap="none" rtlCol="0">
            <a:spAutoFit/>
          </a:bodyPr>
          <a:lstStyle/>
          <a:p>
            <a:r>
              <a:rPr lang="en-US" dirty="0"/>
              <a:t>02</a:t>
            </a:r>
          </a:p>
        </p:txBody>
      </p:sp>
      <p:sp>
        <p:nvSpPr>
          <p:cNvPr id="67" name="Rectangle 66">
            <a:extLst>
              <a:ext uri="{FF2B5EF4-FFF2-40B4-BE49-F238E27FC236}">
                <a16:creationId xmlns:a16="http://schemas.microsoft.com/office/drawing/2014/main" id="{F887BC66-A768-4F21-8DFD-EAC4948476BB}"/>
              </a:ext>
            </a:extLst>
          </p:cNvPr>
          <p:cNvSpPr/>
          <p:nvPr/>
        </p:nvSpPr>
        <p:spPr>
          <a:xfrm>
            <a:off x="329976" y="4708118"/>
            <a:ext cx="47707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BFDB30BA-E91E-42CB-935E-C24D5430B5EF}"/>
              </a:ext>
            </a:extLst>
          </p:cNvPr>
          <p:cNvSpPr txBox="1"/>
          <p:nvPr/>
        </p:nvSpPr>
        <p:spPr>
          <a:xfrm>
            <a:off x="359163" y="5120220"/>
            <a:ext cx="418704" cy="369332"/>
          </a:xfrm>
          <a:prstGeom prst="rect">
            <a:avLst/>
          </a:prstGeom>
          <a:solidFill>
            <a:schemeClr val="accent5">
              <a:lumMod val="20000"/>
              <a:lumOff val="80000"/>
            </a:schemeClr>
          </a:solidFill>
        </p:spPr>
        <p:txBody>
          <a:bodyPr wrap="none" rtlCol="0">
            <a:spAutoFit/>
          </a:bodyPr>
          <a:lstStyle/>
          <a:p>
            <a:r>
              <a:rPr lang="en-US" dirty="0"/>
              <a:t>05</a:t>
            </a:r>
          </a:p>
        </p:txBody>
      </p:sp>
      <p:sp>
        <p:nvSpPr>
          <p:cNvPr id="29" name="Rectangle 28">
            <a:extLst>
              <a:ext uri="{FF2B5EF4-FFF2-40B4-BE49-F238E27FC236}">
                <a16:creationId xmlns:a16="http://schemas.microsoft.com/office/drawing/2014/main" id="{69B57DE0-1ABF-4889-A441-6ED52DC311B6}"/>
              </a:ext>
            </a:extLst>
          </p:cNvPr>
          <p:cNvSpPr/>
          <p:nvPr/>
        </p:nvSpPr>
        <p:spPr>
          <a:xfrm>
            <a:off x="11111027" y="4650372"/>
            <a:ext cx="477078" cy="1098310"/>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C8BE9A8B-26B0-46B0-BDEB-EA98D8D6DC55}"/>
              </a:ext>
            </a:extLst>
          </p:cNvPr>
          <p:cNvSpPr txBox="1"/>
          <p:nvPr/>
        </p:nvSpPr>
        <p:spPr>
          <a:xfrm>
            <a:off x="11122030" y="5047084"/>
            <a:ext cx="418704" cy="369332"/>
          </a:xfrm>
          <a:prstGeom prst="rect">
            <a:avLst/>
          </a:prstGeom>
          <a:solidFill>
            <a:schemeClr val="accent4">
              <a:lumMod val="60000"/>
              <a:lumOff val="40000"/>
            </a:schemeClr>
          </a:solidFill>
        </p:spPr>
        <p:txBody>
          <a:bodyPr wrap="none" rtlCol="0">
            <a:spAutoFit/>
          </a:bodyPr>
          <a:lstStyle/>
          <a:p>
            <a:r>
              <a:rPr lang="en-US" dirty="0"/>
              <a:t>06</a:t>
            </a:r>
          </a:p>
        </p:txBody>
      </p:sp>
      <p:sp>
        <p:nvSpPr>
          <p:cNvPr id="32" name="TextBox 31">
            <a:extLst>
              <a:ext uri="{FF2B5EF4-FFF2-40B4-BE49-F238E27FC236}">
                <a16:creationId xmlns:a16="http://schemas.microsoft.com/office/drawing/2014/main" id="{1DA9AD4A-38E6-4624-A7A6-9E0BAB32740C}"/>
              </a:ext>
            </a:extLst>
          </p:cNvPr>
          <p:cNvSpPr txBox="1"/>
          <p:nvPr/>
        </p:nvSpPr>
        <p:spPr>
          <a:xfrm>
            <a:off x="8293287" y="4954751"/>
            <a:ext cx="2580129" cy="461665"/>
          </a:xfrm>
          <a:prstGeom prst="rect">
            <a:avLst/>
          </a:prstGeom>
          <a:solidFill>
            <a:schemeClr val="accent4">
              <a:lumMod val="60000"/>
              <a:lumOff val="40000"/>
            </a:schemeClr>
          </a:solidFill>
        </p:spPr>
        <p:txBody>
          <a:bodyPr wrap="none" rtlCol="0">
            <a:spAutoFit/>
          </a:bodyPr>
          <a:lstStyle/>
          <a:p>
            <a:pPr algn="ctr"/>
            <a:r>
              <a:rPr lang="en-US" sz="2400" dirty="0"/>
              <a:t>Settlement Process</a:t>
            </a:r>
          </a:p>
        </p:txBody>
      </p:sp>
      <p:sp>
        <p:nvSpPr>
          <p:cNvPr id="38" name="TextBox 37">
            <a:extLst>
              <a:ext uri="{FF2B5EF4-FFF2-40B4-BE49-F238E27FC236}">
                <a16:creationId xmlns:a16="http://schemas.microsoft.com/office/drawing/2014/main" id="{331473A7-6991-4D4F-9A65-F3686F794E5B}"/>
              </a:ext>
            </a:extLst>
          </p:cNvPr>
          <p:cNvSpPr txBox="1"/>
          <p:nvPr/>
        </p:nvSpPr>
        <p:spPr>
          <a:xfrm>
            <a:off x="1030952" y="6138493"/>
            <a:ext cx="3843762"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39" name="Rectangle 38">
            <a:extLst>
              <a:ext uri="{FF2B5EF4-FFF2-40B4-BE49-F238E27FC236}">
                <a16:creationId xmlns:a16="http://schemas.microsoft.com/office/drawing/2014/main" id="{F99475D6-9D1F-4EDB-B37F-1F921AF25F8A}"/>
              </a:ext>
            </a:extLst>
          </p:cNvPr>
          <p:cNvSpPr/>
          <p:nvPr/>
        </p:nvSpPr>
        <p:spPr>
          <a:xfrm>
            <a:off x="339224" y="5836480"/>
            <a:ext cx="48446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0656779-DCAF-4BEF-BF4E-BB7F410FEE80}"/>
              </a:ext>
            </a:extLst>
          </p:cNvPr>
          <p:cNvSpPr txBox="1"/>
          <p:nvPr/>
        </p:nvSpPr>
        <p:spPr>
          <a:xfrm>
            <a:off x="368411" y="6230826"/>
            <a:ext cx="438644" cy="369332"/>
          </a:xfrm>
          <a:prstGeom prst="rect">
            <a:avLst/>
          </a:prstGeom>
          <a:solidFill>
            <a:schemeClr val="accent5">
              <a:lumMod val="20000"/>
              <a:lumOff val="80000"/>
            </a:schemeClr>
          </a:solidFill>
        </p:spPr>
        <p:txBody>
          <a:bodyPr wrap="square" rtlCol="0">
            <a:spAutoFit/>
          </a:bodyPr>
          <a:lstStyle/>
          <a:p>
            <a:r>
              <a:rPr lang="en-US" dirty="0"/>
              <a:t>07</a:t>
            </a:r>
          </a:p>
        </p:txBody>
      </p:sp>
    </p:spTree>
    <p:extLst>
      <p:ext uri="{BB962C8B-B14F-4D97-AF65-F5344CB8AC3E}">
        <p14:creationId xmlns:p14="http://schemas.microsoft.com/office/powerpoint/2010/main" val="655259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36AE948-18EC-45B5-9297-D0F9AF08D9F7}"/>
              </a:ext>
            </a:extLst>
          </p:cNvPr>
          <p:cNvSpPr/>
          <p:nvPr/>
        </p:nvSpPr>
        <p:spPr>
          <a:xfrm>
            <a:off x="-92075" y="0"/>
            <a:ext cx="12284075" cy="6934504"/>
          </a:xfrm>
          <a:prstGeom prst="rect">
            <a:avLst/>
          </a:prstGeom>
          <a:gradFill>
            <a:gsLst>
              <a:gs pos="0">
                <a:srgbClr val="1CADE4">
                  <a:alpha val="70000"/>
                </a:srgbClr>
              </a:gs>
              <a:gs pos="100000">
                <a:srgbClr val="2683C6">
                  <a:alpha val="10000"/>
                </a:srgbClr>
              </a:gs>
            </a:gsLst>
            <a:lin ang="2700000" scaled="1"/>
          </a:gradFill>
          <a:ln w="12700" cap="flat" cmpd="sng" algn="ctr">
            <a:noFill/>
            <a:prstDash val="solid"/>
            <a:miter lim="800000"/>
          </a:ln>
          <a:effectLst/>
        </p:spPr>
        <p:txBody>
          <a:bodyPr rtlCol="0" anchor="ctr"/>
          <a:lstStyle/>
          <a:p>
            <a:pPr marL="0" marR="0" lvl="0" indent="0" algn="ctr" defTabSz="1218621" eaLnBrk="1" fontAlgn="auto" latinLnBrk="0" hangingPunct="1">
              <a:lnSpc>
                <a:spcPct val="100000"/>
              </a:lnSpc>
              <a:spcBef>
                <a:spcPts val="0"/>
              </a:spcBef>
              <a:spcAft>
                <a:spcPts val="0"/>
              </a:spcAft>
              <a:buClrTx/>
              <a:buSzTx/>
              <a:buFontTx/>
              <a:buNone/>
              <a:tabLst/>
              <a:defRPr/>
            </a:pPr>
            <a:endParaRPr kumimoji="0" lang="en-IN" sz="2399"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928BB1C-7851-43F4-B70A-387FCB04CD73}"/>
              </a:ext>
            </a:extLst>
          </p:cNvPr>
          <p:cNvSpPr/>
          <p:nvPr/>
        </p:nvSpPr>
        <p:spPr>
          <a:xfrm>
            <a:off x="823691" y="5833350"/>
            <a:ext cx="10823269" cy="988827"/>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08C174F-B9E8-4ED3-A6A6-31869CF44750}"/>
              </a:ext>
            </a:extLst>
          </p:cNvPr>
          <p:cNvSpPr/>
          <p:nvPr/>
        </p:nvSpPr>
        <p:spPr>
          <a:xfrm>
            <a:off x="6818176" y="4643091"/>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3509ACBF-CDC1-48B1-A20E-F675EFA41F16}"/>
              </a:ext>
            </a:extLst>
          </p:cNvPr>
          <p:cNvSpPr/>
          <p:nvPr/>
        </p:nvSpPr>
        <p:spPr>
          <a:xfrm>
            <a:off x="4349915" y="26762"/>
            <a:ext cx="3639845" cy="1251752"/>
          </a:xfrm>
          <a:prstGeom prst="roundRect">
            <a:avLst>
              <a:gd name="adj" fmla="val 20681"/>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How Credit Card Works</a:t>
            </a:r>
            <a:endParaRPr lang="en-PK" sz="2000"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B884316-E5D3-4082-BC91-161B108F12B5}"/>
              </a:ext>
            </a:extLst>
          </p:cNvPr>
          <p:cNvSpPr txBox="1"/>
          <p:nvPr/>
        </p:nvSpPr>
        <p:spPr>
          <a:xfrm>
            <a:off x="329976" y="1235846"/>
            <a:ext cx="11363416" cy="1077218"/>
          </a:xfrm>
          <a:prstGeom prst="rect">
            <a:avLst/>
          </a:prstGeom>
          <a:noFill/>
        </p:spPr>
        <p:txBody>
          <a:bodyPr wrap="square" rtlCol="0">
            <a:spAutoFit/>
          </a:bodyPr>
          <a:lstStyle/>
          <a:p>
            <a:pPr>
              <a:buFont typeface="Symbol" panose="05050102010706020507" pitchFamily="18" charset="2"/>
              <a:buChar char="·"/>
            </a:pPr>
            <a:r>
              <a:rPr lang="en-US" sz="1600" b="1" dirty="0">
                <a:highlight>
                  <a:srgbClr val="FFFF00"/>
                </a:highlight>
                <a:latin typeface="Times New Roman" panose="02020603050405020304" pitchFamily="18" charset="0"/>
              </a:rPr>
              <a:t>Funds Deduction</a:t>
            </a:r>
            <a:r>
              <a:rPr lang="en-US" sz="1600" b="1" dirty="0">
                <a:latin typeface="Times New Roman" panose="02020603050405020304" pitchFamily="18" charset="0"/>
              </a:rPr>
              <a:t>: The issuing bank deducts the transaction amount from the cardholder’s available credit and transfers the funds to the acquiring bank (the bank that services the merchant).</a:t>
            </a:r>
          </a:p>
          <a:p>
            <a:pPr>
              <a:buFont typeface="Symbol" panose="05050102010706020507" pitchFamily="18" charset="2"/>
              <a:buChar char="·"/>
            </a:pPr>
            <a:r>
              <a:rPr lang="en-US" sz="1600" b="1" dirty="0">
                <a:highlight>
                  <a:srgbClr val="FFFF00"/>
                </a:highlight>
                <a:latin typeface="Times New Roman" panose="02020603050405020304" pitchFamily="18" charset="0"/>
              </a:rPr>
              <a:t>Merchant Receives Funds</a:t>
            </a:r>
            <a:r>
              <a:rPr lang="en-US" sz="1600" b="1" dirty="0">
                <a:latin typeface="Times New Roman" panose="02020603050405020304" pitchFamily="18" charset="0"/>
              </a:rPr>
              <a:t>: The acquiring bank credits the merchant’s account with the transaction amount, typically minus a transaction fee.</a:t>
            </a:r>
          </a:p>
        </p:txBody>
      </p:sp>
      <p:sp>
        <p:nvSpPr>
          <p:cNvPr id="43" name="Rectangle 42">
            <a:extLst>
              <a:ext uri="{FF2B5EF4-FFF2-40B4-BE49-F238E27FC236}">
                <a16:creationId xmlns:a16="http://schemas.microsoft.com/office/drawing/2014/main" id="{1D1B3388-8C73-4127-ADAF-EB5A164E348A}"/>
              </a:ext>
            </a:extLst>
          </p:cNvPr>
          <p:cNvSpPr/>
          <p:nvPr/>
        </p:nvSpPr>
        <p:spPr>
          <a:xfrm>
            <a:off x="813647" y="2341899"/>
            <a:ext cx="4673454"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2">
                  <a:lumMod val="10000"/>
                </a:schemeClr>
              </a:solidFill>
            </a:endParaRPr>
          </a:p>
        </p:txBody>
      </p:sp>
      <p:sp>
        <p:nvSpPr>
          <p:cNvPr id="44" name="Rectangle 43">
            <a:extLst>
              <a:ext uri="{FF2B5EF4-FFF2-40B4-BE49-F238E27FC236}">
                <a16:creationId xmlns:a16="http://schemas.microsoft.com/office/drawing/2014/main" id="{5A95B1A5-12AB-4A1F-999A-FD956952F864}"/>
              </a:ext>
            </a:extLst>
          </p:cNvPr>
          <p:cNvSpPr/>
          <p:nvPr/>
        </p:nvSpPr>
        <p:spPr>
          <a:xfrm>
            <a:off x="814537" y="3490957"/>
            <a:ext cx="4276592"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9F34D2F-ED5A-4319-AD30-534C729B223F}"/>
              </a:ext>
            </a:extLst>
          </p:cNvPr>
          <p:cNvSpPr/>
          <p:nvPr/>
        </p:nvSpPr>
        <p:spPr>
          <a:xfrm>
            <a:off x="6704900" y="2339314"/>
            <a:ext cx="4361511" cy="105337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5C914184-B581-4CEB-BC8B-6529C4AF2319}"/>
              </a:ext>
            </a:extLst>
          </p:cNvPr>
          <p:cNvSpPr/>
          <p:nvPr/>
        </p:nvSpPr>
        <p:spPr>
          <a:xfrm>
            <a:off x="6808962" y="3464939"/>
            <a:ext cx="4276592"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5806E977-17AC-4BBD-B41F-CE91FBA501AB}"/>
              </a:ext>
            </a:extLst>
          </p:cNvPr>
          <p:cNvSpPr/>
          <p:nvPr/>
        </p:nvSpPr>
        <p:spPr>
          <a:xfrm>
            <a:off x="346613" y="2344403"/>
            <a:ext cx="477078" cy="1028823"/>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F2C8D8DD-8053-44E4-8ABB-D32D697DA15C}"/>
              </a:ext>
            </a:extLst>
          </p:cNvPr>
          <p:cNvSpPr/>
          <p:nvPr/>
        </p:nvSpPr>
        <p:spPr>
          <a:xfrm>
            <a:off x="814444" y="4704989"/>
            <a:ext cx="4499140"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36A96B97-F06D-4B62-B74A-A741B215BF8A}"/>
              </a:ext>
            </a:extLst>
          </p:cNvPr>
          <p:cNvSpPr/>
          <p:nvPr/>
        </p:nvSpPr>
        <p:spPr>
          <a:xfrm>
            <a:off x="11085554" y="2341899"/>
            <a:ext cx="477078" cy="1050792"/>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889BD2F0-91D1-4265-95F7-770AC275859A}"/>
              </a:ext>
            </a:extLst>
          </p:cNvPr>
          <p:cNvSpPr/>
          <p:nvPr/>
        </p:nvSpPr>
        <p:spPr>
          <a:xfrm>
            <a:off x="11094094" y="3468736"/>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D80391E3-5736-4252-9233-422D2836A9E9}"/>
              </a:ext>
            </a:extLst>
          </p:cNvPr>
          <p:cNvSpPr txBox="1"/>
          <p:nvPr/>
        </p:nvSpPr>
        <p:spPr>
          <a:xfrm>
            <a:off x="375800" y="2719772"/>
            <a:ext cx="418704" cy="369332"/>
          </a:xfrm>
          <a:prstGeom prst="rect">
            <a:avLst/>
          </a:prstGeom>
          <a:noFill/>
        </p:spPr>
        <p:txBody>
          <a:bodyPr wrap="none" rtlCol="0">
            <a:spAutoFit/>
          </a:bodyPr>
          <a:lstStyle/>
          <a:p>
            <a:r>
              <a:rPr lang="en-US" dirty="0"/>
              <a:t>01</a:t>
            </a:r>
          </a:p>
        </p:txBody>
      </p:sp>
      <p:sp>
        <p:nvSpPr>
          <p:cNvPr id="55" name="TextBox 54">
            <a:extLst>
              <a:ext uri="{FF2B5EF4-FFF2-40B4-BE49-F238E27FC236}">
                <a16:creationId xmlns:a16="http://schemas.microsoft.com/office/drawing/2014/main" id="{17A78ACD-6CB6-4A7B-869C-5B3838E11920}"/>
              </a:ext>
            </a:extLst>
          </p:cNvPr>
          <p:cNvSpPr txBox="1"/>
          <p:nvPr/>
        </p:nvSpPr>
        <p:spPr>
          <a:xfrm>
            <a:off x="11166579" y="3848929"/>
            <a:ext cx="418704" cy="369332"/>
          </a:xfrm>
          <a:prstGeom prst="rect">
            <a:avLst/>
          </a:prstGeom>
          <a:solidFill>
            <a:schemeClr val="accent5">
              <a:lumMod val="20000"/>
              <a:lumOff val="80000"/>
            </a:schemeClr>
          </a:solidFill>
        </p:spPr>
        <p:txBody>
          <a:bodyPr wrap="none" rtlCol="0">
            <a:spAutoFit/>
          </a:bodyPr>
          <a:lstStyle/>
          <a:p>
            <a:r>
              <a:rPr lang="en-US" dirty="0"/>
              <a:t>04</a:t>
            </a:r>
          </a:p>
        </p:txBody>
      </p:sp>
      <p:sp>
        <p:nvSpPr>
          <p:cNvPr id="56" name="TextBox 55">
            <a:extLst>
              <a:ext uri="{FF2B5EF4-FFF2-40B4-BE49-F238E27FC236}">
                <a16:creationId xmlns:a16="http://schemas.microsoft.com/office/drawing/2014/main" id="{64BF54FC-F44C-4274-9ADF-B3E11C384883}"/>
              </a:ext>
            </a:extLst>
          </p:cNvPr>
          <p:cNvSpPr txBox="1"/>
          <p:nvPr/>
        </p:nvSpPr>
        <p:spPr>
          <a:xfrm>
            <a:off x="11111027" y="2606138"/>
            <a:ext cx="451605" cy="369332"/>
          </a:xfrm>
          <a:prstGeom prst="rect">
            <a:avLst/>
          </a:prstGeom>
          <a:solidFill>
            <a:schemeClr val="accent5">
              <a:lumMod val="20000"/>
              <a:lumOff val="80000"/>
            </a:schemeClr>
          </a:solidFill>
        </p:spPr>
        <p:txBody>
          <a:bodyPr wrap="square" rtlCol="0">
            <a:spAutoFit/>
          </a:bodyPr>
          <a:lstStyle/>
          <a:p>
            <a:r>
              <a:rPr lang="en-US" dirty="0"/>
              <a:t>03</a:t>
            </a:r>
          </a:p>
        </p:txBody>
      </p:sp>
      <p:sp>
        <p:nvSpPr>
          <p:cNvPr id="57" name="Oval 56">
            <a:extLst>
              <a:ext uri="{FF2B5EF4-FFF2-40B4-BE49-F238E27FC236}">
                <a16:creationId xmlns:a16="http://schemas.microsoft.com/office/drawing/2014/main" id="{A19A3385-DBDD-4ACE-B7D1-AA193752FC40}"/>
              </a:ext>
            </a:extLst>
          </p:cNvPr>
          <p:cNvSpPr/>
          <p:nvPr/>
        </p:nvSpPr>
        <p:spPr>
          <a:xfrm>
            <a:off x="4247957" y="2899396"/>
            <a:ext cx="3843762" cy="341661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01B06B4C-D49B-4416-BB76-C6923262108C}"/>
              </a:ext>
            </a:extLst>
          </p:cNvPr>
          <p:cNvSpPr/>
          <p:nvPr/>
        </p:nvSpPr>
        <p:spPr>
          <a:xfrm>
            <a:off x="4570251" y="3178916"/>
            <a:ext cx="3024809" cy="2820012"/>
          </a:xfrm>
          <a:prstGeom prst="ellipse">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56FB46D2-4783-4906-924F-609790AA37AE}"/>
              </a:ext>
            </a:extLst>
          </p:cNvPr>
          <p:cNvSpPr/>
          <p:nvPr/>
        </p:nvSpPr>
        <p:spPr>
          <a:xfrm>
            <a:off x="4971325" y="3498915"/>
            <a:ext cx="2281561" cy="2211554"/>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900" b="1" dirty="0"/>
              <a:t>Working of Credit Card</a:t>
            </a:r>
          </a:p>
        </p:txBody>
      </p:sp>
      <p:sp>
        <p:nvSpPr>
          <p:cNvPr id="60" name="TextBox 59">
            <a:extLst>
              <a:ext uri="{FF2B5EF4-FFF2-40B4-BE49-F238E27FC236}">
                <a16:creationId xmlns:a16="http://schemas.microsoft.com/office/drawing/2014/main" id="{FDE044DB-D33F-44AD-9C7B-3C5E20310915}"/>
              </a:ext>
            </a:extLst>
          </p:cNvPr>
          <p:cNvSpPr txBox="1"/>
          <p:nvPr/>
        </p:nvSpPr>
        <p:spPr>
          <a:xfrm>
            <a:off x="925856" y="3873576"/>
            <a:ext cx="3330004" cy="461665"/>
          </a:xfrm>
          <a:prstGeom prst="rect">
            <a:avLst/>
          </a:prstGeom>
          <a:noFill/>
        </p:spPr>
        <p:txBody>
          <a:bodyPr wrap="square" rtlCol="0">
            <a:spAutoFit/>
          </a:bodyPr>
          <a:lstStyle/>
          <a:p>
            <a:r>
              <a:rPr lang="en-US" sz="2400" dirty="0">
                <a:solidFill>
                  <a:schemeClr val="bg2">
                    <a:lumMod val="10000"/>
                  </a:schemeClr>
                </a:solidFill>
              </a:rPr>
              <a:t>Authorization Request</a:t>
            </a:r>
          </a:p>
        </p:txBody>
      </p:sp>
      <p:sp>
        <p:nvSpPr>
          <p:cNvPr id="61" name="TextBox 60">
            <a:extLst>
              <a:ext uri="{FF2B5EF4-FFF2-40B4-BE49-F238E27FC236}">
                <a16:creationId xmlns:a16="http://schemas.microsoft.com/office/drawing/2014/main" id="{031ADF60-460B-4906-8520-57CE995CEE4A}"/>
              </a:ext>
            </a:extLst>
          </p:cNvPr>
          <p:cNvSpPr txBox="1"/>
          <p:nvPr/>
        </p:nvSpPr>
        <p:spPr>
          <a:xfrm>
            <a:off x="7986367" y="2611772"/>
            <a:ext cx="3088025" cy="461665"/>
          </a:xfrm>
          <a:prstGeom prst="rect">
            <a:avLst/>
          </a:prstGeom>
          <a:solidFill>
            <a:schemeClr val="accent5">
              <a:lumMod val="20000"/>
              <a:lumOff val="80000"/>
            </a:schemeClr>
          </a:solidFill>
        </p:spPr>
        <p:txBody>
          <a:bodyPr wrap="none" rtlCol="0">
            <a:spAutoFit/>
          </a:bodyPr>
          <a:lstStyle/>
          <a:p>
            <a:r>
              <a:rPr lang="en-US" sz="2400" dirty="0"/>
              <a:t>Routing to Issuing Bank</a:t>
            </a:r>
            <a:endParaRPr lang="en-US" dirty="0"/>
          </a:p>
        </p:txBody>
      </p:sp>
      <p:sp>
        <p:nvSpPr>
          <p:cNvPr id="62" name="TextBox 61">
            <a:extLst>
              <a:ext uri="{FF2B5EF4-FFF2-40B4-BE49-F238E27FC236}">
                <a16:creationId xmlns:a16="http://schemas.microsoft.com/office/drawing/2014/main" id="{51713DE7-9F04-4327-BBC6-3B29B61BA090}"/>
              </a:ext>
            </a:extLst>
          </p:cNvPr>
          <p:cNvSpPr txBox="1"/>
          <p:nvPr/>
        </p:nvSpPr>
        <p:spPr>
          <a:xfrm>
            <a:off x="8015717" y="3802762"/>
            <a:ext cx="3136752" cy="461665"/>
          </a:xfrm>
          <a:prstGeom prst="rect">
            <a:avLst/>
          </a:prstGeom>
          <a:solidFill>
            <a:schemeClr val="accent5">
              <a:lumMod val="20000"/>
              <a:lumOff val="80000"/>
            </a:schemeClr>
          </a:solidFill>
        </p:spPr>
        <p:txBody>
          <a:bodyPr wrap="square" rtlCol="0">
            <a:spAutoFit/>
          </a:bodyPr>
          <a:lstStyle/>
          <a:p>
            <a:pPr algn="ctr"/>
            <a:r>
              <a:rPr lang="en-US" sz="2400" dirty="0"/>
              <a:t>Authorization Response</a:t>
            </a:r>
          </a:p>
        </p:txBody>
      </p:sp>
      <p:sp>
        <p:nvSpPr>
          <p:cNvPr id="63" name="TextBox 62">
            <a:extLst>
              <a:ext uri="{FF2B5EF4-FFF2-40B4-BE49-F238E27FC236}">
                <a16:creationId xmlns:a16="http://schemas.microsoft.com/office/drawing/2014/main" id="{F7EA1C6F-0915-457F-9BFA-5632BF2BB86E}"/>
              </a:ext>
            </a:extLst>
          </p:cNvPr>
          <p:cNvSpPr txBox="1"/>
          <p:nvPr/>
        </p:nvSpPr>
        <p:spPr>
          <a:xfrm>
            <a:off x="960502" y="2606138"/>
            <a:ext cx="3139577" cy="461665"/>
          </a:xfrm>
          <a:prstGeom prst="rect">
            <a:avLst/>
          </a:prstGeom>
          <a:noFill/>
        </p:spPr>
        <p:txBody>
          <a:bodyPr wrap="none" rtlCol="0">
            <a:spAutoFit/>
          </a:bodyPr>
          <a:lstStyle/>
          <a:p>
            <a:r>
              <a:rPr lang="en-US" sz="2400" dirty="0">
                <a:solidFill>
                  <a:schemeClr val="bg2">
                    <a:lumMod val="10000"/>
                  </a:schemeClr>
                </a:solidFill>
              </a:rPr>
              <a:t>Initiation of Transaction</a:t>
            </a:r>
            <a:endParaRPr lang="en-US" dirty="0"/>
          </a:p>
        </p:txBody>
      </p:sp>
      <p:sp>
        <p:nvSpPr>
          <p:cNvPr id="64" name="TextBox 63">
            <a:extLst>
              <a:ext uri="{FF2B5EF4-FFF2-40B4-BE49-F238E27FC236}">
                <a16:creationId xmlns:a16="http://schemas.microsoft.com/office/drawing/2014/main" id="{7FA49B5F-56DC-4854-9BCD-602023B4A98A}"/>
              </a:ext>
            </a:extLst>
          </p:cNvPr>
          <p:cNvSpPr txBox="1"/>
          <p:nvPr/>
        </p:nvSpPr>
        <p:spPr>
          <a:xfrm>
            <a:off x="855132" y="5027887"/>
            <a:ext cx="3467809" cy="461665"/>
          </a:xfrm>
          <a:prstGeom prst="rect">
            <a:avLst/>
          </a:prstGeom>
          <a:solidFill>
            <a:schemeClr val="accent5">
              <a:lumMod val="20000"/>
              <a:lumOff val="80000"/>
            </a:schemeClr>
          </a:solidFill>
        </p:spPr>
        <p:txBody>
          <a:bodyPr wrap="square" rtlCol="0">
            <a:spAutoFit/>
          </a:bodyPr>
          <a:lstStyle/>
          <a:p>
            <a:r>
              <a:rPr lang="en-US" sz="2400" dirty="0"/>
              <a:t>Completion of Transaction</a:t>
            </a:r>
          </a:p>
        </p:txBody>
      </p:sp>
      <p:sp>
        <p:nvSpPr>
          <p:cNvPr id="65" name="Rectangle 64">
            <a:extLst>
              <a:ext uri="{FF2B5EF4-FFF2-40B4-BE49-F238E27FC236}">
                <a16:creationId xmlns:a16="http://schemas.microsoft.com/office/drawing/2014/main" id="{2CA52A77-9554-4958-9DE0-8370CC7E674E}"/>
              </a:ext>
            </a:extLst>
          </p:cNvPr>
          <p:cNvSpPr/>
          <p:nvPr/>
        </p:nvSpPr>
        <p:spPr>
          <a:xfrm>
            <a:off x="337458" y="3486814"/>
            <a:ext cx="477078" cy="1113448"/>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extBox 65">
            <a:extLst>
              <a:ext uri="{FF2B5EF4-FFF2-40B4-BE49-F238E27FC236}">
                <a16:creationId xmlns:a16="http://schemas.microsoft.com/office/drawing/2014/main" id="{71C9BDD8-A003-4389-AE92-B21031845D14}"/>
              </a:ext>
            </a:extLst>
          </p:cNvPr>
          <p:cNvSpPr txBox="1"/>
          <p:nvPr/>
        </p:nvSpPr>
        <p:spPr>
          <a:xfrm>
            <a:off x="337458" y="3954365"/>
            <a:ext cx="418704" cy="369332"/>
          </a:xfrm>
          <a:prstGeom prst="rect">
            <a:avLst/>
          </a:prstGeom>
          <a:noFill/>
        </p:spPr>
        <p:txBody>
          <a:bodyPr wrap="none" rtlCol="0">
            <a:spAutoFit/>
          </a:bodyPr>
          <a:lstStyle/>
          <a:p>
            <a:r>
              <a:rPr lang="en-US" dirty="0"/>
              <a:t>02</a:t>
            </a:r>
          </a:p>
        </p:txBody>
      </p:sp>
      <p:sp>
        <p:nvSpPr>
          <p:cNvPr id="67" name="Rectangle 66">
            <a:extLst>
              <a:ext uri="{FF2B5EF4-FFF2-40B4-BE49-F238E27FC236}">
                <a16:creationId xmlns:a16="http://schemas.microsoft.com/office/drawing/2014/main" id="{F887BC66-A768-4F21-8DFD-EAC4948476BB}"/>
              </a:ext>
            </a:extLst>
          </p:cNvPr>
          <p:cNvSpPr/>
          <p:nvPr/>
        </p:nvSpPr>
        <p:spPr>
          <a:xfrm>
            <a:off x="329976" y="4708118"/>
            <a:ext cx="477078" cy="988827"/>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BFDB30BA-E91E-42CB-935E-C24D5430B5EF}"/>
              </a:ext>
            </a:extLst>
          </p:cNvPr>
          <p:cNvSpPr txBox="1"/>
          <p:nvPr/>
        </p:nvSpPr>
        <p:spPr>
          <a:xfrm>
            <a:off x="359163" y="5120220"/>
            <a:ext cx="418704" cy="369332"/>
          </a:xfrm>
          <a:prstGeom prst="rect">
            <a:avLst/>
          </a:prstGeom>
          <a:solidFill>
            <a:schemeClr val="accent5">
              <a:lumMod val="20000"/>
              <a:lumOff val="80000"/>
            </a:schemeClr>
          </a:solidFill>
        </p:spPr>
        <p:txBody>
          <a:bodyPr wrap="none" rtlCol="0">
            <a:spAutoFit/>
          </a:bodyPr>
          <a:lstStyle/>
          <a:p>
            <a:r>
              <a:rPr lang="en-US" dirty="0"/>
              <a:t>05</a:t>
            </a:r>
          </a:p>
        </p:txBody>
      </p:sp>
      <p:sp>
        <p:nvSpPr>
          <p:cNvPr id="29" name="Rectangle 28">
            <a:extLst>
              <a:ext uri="{FF2B5EF4-FFF2-40B4-BE49-F238E27FC236}">
                <a16:creationId xmlns:a16="http://schemas.microsoft.com/office/drawing/2014/main" id="{69B57DE0-1ABF-4889-A441-6ED52DC311B6}"/>
              </a:ext>
            </a:extLst>
          </p:cNvPr>
          <p:cNvSpPr/>
          <p:nvPr/>
        </p:nvSpPr>
        <p:spPr>
          <a:xfrm>
            <a:off x="11111027" y="4650372"/>
            <a:ext cx="477078" cy="109831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C8BE9A8B-26B0-46B0-BDEB-EA98D8D6DC55}"/>
              </a:ext>
            </a:extLst>
          </p:cNvPr>
          <p:cNvSpPr txBox="1"/>
          <p:nvPr/>
        </p:nvSpPr>
        <p:spPr>
          <a:xfrm>
            <a:off x="11122030" y="5047084"/>
            <a:ext cx="418704" cy="369332"/>
          </a:xfrm>
          <a:prstGeom prst="rect">
            <a:avLst/>
          </a:prstGeom>
          <a:solidFill>
            <a:schemeClr val="accent5">
              <a:lumMod val="20000"/>
              <a:lumOff val="80000"/>
            </a:schemeClr>
          </a:solidFill>
        </p:spPr>
        <p:txBody>
          <a:bodyPr wrap="none" rtlCol="0">
            <a:spAutoFit/>
          </a:bodyPr>
          <a:lstStyle/>
          <a:p>
            <a:r>
              <a:rPr lang="en-US" dirty="0"/>
              <a:t>06</a:t>
            </a:r>
          </a:p>
        </p:txBody>
      </p:sp>
      <p:sp>
        <p:nvSpPr>
          <p:cNvPr id="32" name="TextBox 31">
            <a:extLst>
              <a:ext uri="{FF2B5EF4-FFF2-40B4-BE49-F238E27FC236}">
                <a16:creationId xmlns:a16="http://schemas.microsoft.com/office/drawing/2014/main" id="{1DA9AD4A-38E6-4624-A7A6-9E0BAB32740C}"/>
              </a:ext>
            </a:extLst>
          </p:cNvPr>
          <p:cNvSpPr txBox="1"/>
          <p:nvPr/>
        </p:nvSpPr>
        <p:spPr>
          <a:xfrm>
            <a:off x="8293287" y="4954751"/>
            <a:ext cx="2580129" cy="461665"/>
          </a:xfrm>
          <a:prstGeom prst="rect">
            <a:avLst/>
          </a:prstGeom>
          <a:solidFill>
            <a:schemeClr val="accent5">
              <a:lumMod val="20000"/>
              <a:lumOff val="80000"/>
            </a:schemeClr>
          </a:solidFill>
        </p:spPr>
        <p:txBody>
          <a:bodyPr wrap="none" rtlCol="0">
            <a:spAutoFit/>
          </a:bodyPr>
          <a:lstStyle/>
          <a:p>
            <a:pPr algn="ctr"/>
            <a:r>
              <a:rPr lang="en-US" sz="2400" dirty="0"/>
              <a:t>Settlement Process</a:t>
            </a:r>
          </a:p>
        </p:txBody>
      </p:sp>
      <p:sp>
        <p:nvSpPr>
          <p:cNvPr id="38" name="TextBox 37">
            <a:extLst>
              <a:ext uri="{FF2B5EF4-FFF2-40B4-BE49-F238E27FC236}">
                <a16:creationId xmlns:a16="http://schemas.microsoft.com/office/drawing/2014/main" id="{331473A7-6991-4D4F-9A65-F3686F794E5B}"/>
              </a:ext>
            </a:extLst>
          </p:cNvPr>
          <p:cNvSpPr txBox="1"/>
          <p:nvPr/>
        </p:nvSpPr>
        <p:spPr>
          <a:xfrm>
            <a:off x="1030952" y="6138493"/>
            <a:ext cx="3843762" cy="461665"/>
          </a:xfrm>
          <a:prstGeom prst="rect">
            <a:avLst/>
          </a:prstGeom>
          <a:solidFill>
            <a:schemeClr val="accent4">
              <a:lumMod val="60000"/>
              <a:lumOff val="40000"/>
            </a:schemeClr>
          </a:solidFill>
        </p:spPr>
        <p:txBody>
          <a:bodyPr wrap="square" rtlCol="0">
            <a:spAutoFit/>
          </a:bodyPr>
          <a:lstStyle/>
          <a:p>
            <a:r>
              <a:rPr lang="en-US" sz="2400" dirty="0"/>
              <a:t>Completion of Transaction</a:t>
            </a:r>
          </a:p>
        </p:txBody>
      </p:sp>
      <p:sp>
        <p:nvSpPr>
          <p:cNvPr id="39" name="Rectangle 38">
            <a:extLst>
              <a:ext uri="{FF2B5EF4-FFF2-40B4-BE49-F238E27FC236}">
                <a16:creationId xmlns:a16="http://schemas.microsoft.com/office/drawing/2014/main" id="{F99475D6-9D1F-4EDB-B37F-1F921AF25F8A}"/>
              </a:ext>
            </a:extLst>
          </p:cNvPr>
          <p:cNvSpPr/>
          <p:nvPr/>
        </p:nvSpPr>
        <p:spPr>
          <a:xfrm>
            <a:off x="339224" y="5836480"/>
            <a:ext cx="484468" cy="988827"/>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0656779-DCAF-4BEF-BF4E-BB7F410FEE80}"/>
              </a:ext>
            </a:extLst>
          </p:cNvPr>
          <p:cNvSpPr txBox="1"/>
          <p:nvPr/>
        </p:nvSpPr>
        <p:spPr>
          <a:xfrm>
            <a:off x="368411" y="6230826"/>
            <a:ext cx="438644" cy="369332"/>
          </a:xfrm>
          <a:prstGeom prst="rect">
            <a:avLst/>
          </a:prstGeom>
          <a:solidFill>
            <a:schemeClr val="accent4">
              <a:lumMod val="60000"/>
              <a:lumOff val="40000"/>
            </a:schemeClr>
          </a:solidFill>
        </p:spPr>
        <p:txBody>
          <a:bodyPr wrap="square" rtlCol="0">
            <a:spAutoFit/>
          </a:bodyPr>
          <a:lstStyle/>
          <a:p>
            <a:r>
              <a:rPr lang="en-US" dirty="0"/>
              <a:t>07</a:t>
            </a:r>
          </a:p>
        </p:txBody>
      </p:sp>
    </p:spTree>
    <p:extLst>
      <p:ext uri="{BB962C8B-B14F-4D97-AF65-F5344CB8AC3E}">
        <p14:creationId xmlns:p14="http://schemas.microsoft.com/office/powerpoint/2010/main" val="3060724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57D7280-0B29-4274-AFC6-D2AFB3F345A5}"/>
              </a:ext>
            </a:extLst>
          </p:cNvPr>
          <p:cNvPicPr>
            <a:picLocks noChangeAspect="1"/>
          </p:cNvPicPr>
          <p:nvPr/>
        </p:nvPicPr>
        <p:blipFill rotWithShape="1">
          <a:blip r:embed="rId2">
            <a:extLst>
              <a:ext uri="{28A0092B-C50C-407E-A947-70E740481C1C}">
                <a14:useLocalDpi xmlns:a14="http://schemas.microsoft.com/office/drawing/2010/main" val="0"/>
              </a:ext>
            </a:extLst>
          </a:blip>
          <a:srcRect b="23507"/>
          <a:stretch/>
        </p:blipFill>
        <p:spPr>
          <a:xfrm>
            <a:off x="4405900" y="1171430"/>
            <a:ext cx="5368414" cy="2917677"/>
          </a:xfrm>
          <a:prstGeom prst="rect">
            <a:avLst/>
          </a:prstGeom>
        </p:spPr>
      </p:pic>
      <p:sp>
        <p:nvSpPr>
          <p:cNvPr id="11" name="TextBox 10">
            <a:extLst>
              <a:ext uri="{FF2B5EF4-FFF2-40B4-BE49-F238E27FC236}">
                <a16:creationId xmlns:a16="http://schemas.microsoft.com/office/drawing/2014/main" id="{C8BD3946-253A-4B37-9EE9-1B6D370FA18F}"/>
              </a:ext>
            </a:extLst>
          </p:cNvPr>
          <p:cNvSpPr txBox="1"/>
          <p:nvPr/>
        </p:nvSpPr>
        <p:spPr>
          <a:xfrm>
            <a:off x="757255" y="-35511"/>
            <a:ext cx="2480444" cy="4124618"/>
          </a:xfrm>
          <a:prstGeom prst="rect">
            <a:avLst/>
          </a:prstGeom>
          <a:gradFill flip="none" rotWithShape="1">
            <a:gsLst>
              <a:gs pos="0">
                <a:srgbClr val="03A788">
                  <a:shade val="30000"/>
                  <a:satMod val="115000"/>
                </a:srgbClr>
              </a:gs>
              <a:gs pos="50000">
                <a:srgbClr val="03A788">
                  <a:shade val="67500"/>
                  <a:satMod val="115000"/>
                </a:srgbClr>
              </a:gs>
              <a:gs pos="100000">
                <a:srgbClr val="03A788">
                  <a:shade val="100000"/>
                  <a:satMod val="115000"/>
                </a:srgbClr>
              </a:gs>
            </a:gsLst>
            <a:lin ang="0" scaled="1"/>
            <a:tileRect/>
          </a:gradFill>
        </p:spPr>
        <p:txBody>
          <a:bodyPr wrap="square" rtlCol="0">
            <a:spAutoFit/>
          </a:bodyPr>
          <a:lstStyle/>
          <a:p>
            <a:endParaRPr lang="en-PK" dirty="0"/>
          </a:p>
        </p:txBody>
      </p:sp>
      <p:sp>
        <p:nvSpPr>
          <p:cNvPr id="12" name="Rectangle 11">
            <a:extLst>
              <a:ext uri="{FF2B5EF4-FFF2-40B4-BE49-F238E27FC236}">
                <a16:creationId xmlns:a16="http://schemas.microsoft.com/office/drawing/2014/main" id="{086E2820-DB29-43F6-88A7-DD7EA826550A}"/>
              </a:ext>
            </a:extLst>
          </p:cNvPr>
          <p:cNvSpPr>
            <a:spLocks noChangeArrowheads="1"/>
          </p:cNvSpPr>
          <p:nvPr/>
        </p:nvSpPr>
        <p:spPr bwMode="auto">
          <a:xfrm>
            <a:off x="757254" y="251587"/>
            <a:ext cx="2480443" cy="745853"/>
          </a:xfrm>
          <a:prstGeom prst="rect">
            <a:avLst/>
          </a:prstGeom>
          <a:noFill/>
          <a:ln>
            <a:noFill/>
          </a:ln>
        </p:spPr>
        <p:txBody>
          <a:bodyPr vert="horz" wrap="square" lIns="45720" tIns="22860" rIns="45720" bIns="22860" numCol="1" anchor="t" anchorCtr="0" compatLnSpc="1">
            <a:prstTxWarp prst="textNoShape">
              <a:avLst/>
            </a:prstTxWarp>
          </a:bodyPr>
          <a:lstStyle/>
          <a:p>
            <a:pPr algn="ctr"/>
            <a:r>
              <a:rPr lang="en-US" sz="4800" b="1" dirty="0">
                <a:solidFill>
                  <a:schemeClr val="bg1"/>
                </a:solidFill>
                <a:latin typeface="Times New Roman" panose="02020603050405020304" pitchFamily="18" charset="0"/>
                <a:cs typeface="Times New Roman" panose="02020603050405020304" pitchFamily="18" charset="0"/>
              </a:rPr>
              <a:t>Part 02</a:t>
            </a:r>
            <a:endParaRPr lang="en-PK" sz="4800" b="1" dirty="0">
              <a:solidFill>
                <a:schemeClr val="bg1"/>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B56EC30-75CB-4C7E-AA99-BF918992A024}"/>
              </a:ext>
            </a:extLst>
          </p:cNvPr>
          <p:cNvSpPr txBox="1"/>
          <p:nvPr/>
        </p:nvSpPr>
        <p:spPr>
          <a:xfrm>
            <a:off x="588788" y="1317223"/>
            <a:ext cx="2817373" cy="461665"/>
          </a:xfrm>
          <a:prstGeom prst="rect">
            <a:avLst/>
          </a:prstGeom>
          <a:noFill/>
        </p:spPr>
        <p:txBody>
          <a:bodyPr wrap="squar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Detection of Fraud </a:t>
            </a:r>
            <a:endParaRPr lang="en-PK" sz="2400" b="1" dirty="0">
              <a:solidFill>
                <a:schemeClr val="bg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B317924B-AD50-46D8-926A-B7ED9C16B3AF}"/>
              </a:ext>
            </a:extLst>
          </p:cNvPr>
          <p:cNvSpPr/>
          <p:nvPr/>
        </p:nvSpPr>
        <p:spPr>
          <a:xfrm>
            <a:off x="0" y="1"/>
            <a:ext cx="11967099"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64CA8A19-18B1-4C9A-A922-30C40C473093}"/>
              </a:ext>
            </a:extLst>
          </p:cNvPr>
          <p:cNvSpPr/>
          <p:nvPr/>
        </p:nvSpPr>
        <p:spPr>
          <a:xfrm rot="16200000">
            <a:off x="-3213100" y="3326784"/>
            <a:ext cx="6876000"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33087853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1" name="Group 30"/>
          <p:cNvGrpSpPr/>
          <p:nvPr/>
        </p:nvGrpSpPr>
        <p:grpSpPr>
          <a:xfrm>
            <a:off x="3455636" y="1198179"/>
            <a:ext cx="5280728" cy="5195116"/>
            <a:chOff x="3407432" y="1152319"/>
            <a:chExt cx="5373960" cy="5286836"/>
          </a:xfrm>
          <a:effectLst>
            <a:outerShdw blurRad="381000" dist="88900" dir="2700000" algn="tl" rotWithShape="0">
              <a:prstClr val="black">
                <a:alpha val="48000"/>
              </a:prstClr>
            </a:outerShdw>
          </a:effectLst>
        </p:grpSpPr>
        <p:sp>
          <p:nvSpPr>
            <p:cNvPr id="7" name="Freeform 6"/>
            <p:cNvSpPr>
              <a:spLocks/>
            </p:cNvSpPr>
            <p:nvPr/>
          </p:nvSpPr>
          <p:spPr bwMode="auto">
            <a:xfrm>
              <a:off x="5243895" y="1152319"/>
              <a:ext cx="1676883" cy="1931347"/>
            </a:xfrm>
            <a:custGeom>
              <a:avLst/>
              <a:gdLst>
                <a:gd name="T0" fmla="*/ 1570 w 1944"/>
                <a:gd name="T1" fmla="*/ 0 h 2239"/>
                <a:gd name="T2" fmla="*/ 1579 w 1944"/>
                <a:gd name="T3" fmla="*/ 0 h 2239"/>
                <a:gd name="T4" fmla="*/ 1594 w 1944"/>
                <a:gd name="T5" fmla="*/ 2 h 2239"/>
                <a:gd name="T6" fmla="*/ 1613 w 1944"/>
                <a:gd name="T7" fmla="*/ 4 h 2239"/>
                <a:gd name="T8" fmla="*/ 1638 w 1944"/>
                <a:gd name="T9" fmla="*/ 6 h 2239"/>
                <a:gd name="T10" fmla="*/ 1664 w 1944"/>
                <a:gd name="T11" fmla="*/ 11 h 2239"/>
                <a:gd name="T12" fmla="*/ 1692 w 1944"/>
                <a:gd name="T13" fmla="*/ 19 h 2239"/>
                <a:gd name="T14" fmla="*/ 1725 w 1944"/>
                <a:gd name="T15" fmla="*/ 28 h 2239"/>
                <a:gd name="T16" fmla="*/ 1755 w 1944"/>
                <a:gd name="T17" fmla="*/ 40 h 2239"/>
                <a:gd name="T18" fmla="*/ 1787 w 1944"/>
                <a:gd name="T19" fmla="*/ 57 h 2239"/>
                <a:gd name="T20" fmla="*/ 1817 w 1944"/>
                <a:gd name="T21" fmla="*/ 76 h 2239"/>
                <a:gd name="T22" fmla="*/ 1846 w 1944"/>
                <a:gd name="T23" fmla="*/ 98 h 2239"/>
                <a:gd name="T24" fmla="*/ 1874 w 1944"/>
                <a:gd name="T25" fmla="*/ 125 h 2239"/>
                <a:gd name="T26" fmla="*/ 1897 w 1944"/>
                <a:gd name="T27" fmla="*/ 157 h 2239"/>
                <a:gd name="T28" fmla="*/ 1917 w 1944"/>
                <a:gd name="T29" fmla="*/ 195 h 2239"/>
                <a:gd name="T30" fmla="*/ 1933 w 1944"/>
                <a:gd name="T31" fmla="*/ 238 h 2239"/>
                <a:gd name="T32" fmla="*/ 1942 w 1944"/>
                <a:gd name="T33" fmla="*/ 285 h 2239"/>
                <a:gd name="T34" fmla="*/ 1944 w 1944"/>
                <a:gd name="T35" fmla="*/ 340 h 2239"/>
                <a:gd name="T36" fmla="*/ 1944 w 1944"/>
                <a:gd name="T37" fmla="*/ 440 h 2239"/>
                <a:gd name="T38" fmla="*/ 1944 w 1944"/>
                <a:gd name="T39" fmla="*/ 531 h 2239"/>
                <a:gd name="T40" fmla="*/ 1944 w 1944"/>
                <a:gd name="T41" fmla="*/ 612 h 2239"/>
                <a:gd name="T42" fmla="*/ 1944 w 1944"/>
                <a:gd name="T43" fmla="*/ 684 h 2239"/>
                <a:gd name="T44" fmla="*/ 1944 w 1944"/>
                <a:gd name="T45" fmla="*/ 797 h 2239"/>
                <a:gd name="T46" fmla="*/ 1944 w 1944"/>
                <a:gd name="T47" fmla="*/ 839 h 2239"/>
                <a:gd name="T48" fmla="*/ 1944 w 1944"/>
                <a:gd name="T49" fmla="*/ 869 h 2239"/>
                <a:gd name="T50" fmla="*/ 1944 w 1944"/>
                <a:gd name="T51" fmla="*/ 886 h 2239"/>
                <a:gd name="T52" fmla="*/ 1944 w 1944"/>
                <a:gd name="T53" fmla="*/ 892 h 2239"/>
                <a:gd name="T54" fmla="*/ 1314 w 1944"/>
                <a:gd name="T55" fmla="*/ 2231 h 2239"/>
                <a:gd name="T56" fmla="*/ 634 w 1944"/>
                <a:gd name="T57" fmla="*/ 2239 h 2239"/>
                <a:gd name="T58" fmla="*/ 0 w 1944"/>
                <a:gd name="T59" fmla="*/ 886 h 2239"/>
                <a:gd name="T60" fmla="*/ 0 w 1944"/>
                <a:gd name="T61" fmla="*/ 312 h 2239"/>
                <a:gd name="T62" fmla="*/ 0 w 1944"/>
                <a:gd name="T63" fmla="*/ 308 h 2239"/>
                <a:gd name="T64" fmla="*/ 0 w 1944"/>
                <a:gd name="T65" fmla="*/ 301 h 2239"/>
                <a:gd name="T66" fmla="*/ 0 w 1944"/>
                <a:gd name="T67" fmla="*/ 287 h 2239"/>
                <a:gd name="T68" fmla="*/ 2 w 1944"/>
                <a:gd name="T69" fmla="*/ 268 h 2239"/>
                <a:gd name="T70" fmla="*/ 6 w 1944"/>
                <a:gd name="T71" fmla="*/ 248 h 2239"/>
                <a:gd name="T72" fmla="*/ 13 w 1944"/>
                <a:gd name="T73" fmla="*/ 223 h 2239"/>
                <a:gd name="T74" fmla="*/ 21 w 1944"/>
                <a:gd name="T75" fmla="*/ 197 h 2239"/>
                <a:gd name="T76" fmla="*/ 32 w 1944"/>
                <a:gd name="T77" fmla="*/ 170 h 2239"/>
                <a:gd name="T78" fmla="*/ 47 w 1944"/>
                <a:gd name="T79" fmla="*/ 142 h 2239"/>
                <a:gd name="T80" fmla="*/ 64 w 1944"/>
                <a:gd name="T81" fmla="*/ 115 h 2239"/>
                <a:gd name="T82" fmla="*/ 87 w 1944"/>
                <a:gd name="T83" fmla="*/ 89 h 2239"/>
                <a:gd name="T84" fmla="*/ 115 w 1944"/>
                <a:gd name="T85" fmla="*/ 66 h 2239"/>
                <a:gd name="T86" fmla="*/ 148 w 1944"/>
                <a:gd name="T87" fmla="*/ 44 h 2239"/>
                <a:gd name="T88" fmla="*/ 185 w 1944"/>
                <a:gd name="T89" fmla="*/ 27 h 2239"/>
                <a:gd name="T90" fmla="*/ 229 w 1944"/>
                <a:gd name="T91" fmla="*/ 13 h 2239"/>
                <a:gd name="T92" fmla="*/ 278 w 1944"/>
                <a:gd name="T93" fmla="*/ 4 h 2239"/>
                <a:gd name="T94" fmla="*/ 337 w 1944"/>
                <a:gd name="T95" fmla="*/ 0 h 2239"/>
                <a:gd name="T96" fmla="*/ 1566 w 1944"/>
                <a:gd name="T97" fmla="*/ 0 h 2239"/>
                <a:gd name="T98" fmla="*/ 1570 w 1944"/>
                <a:gd name="T99" fmla="*/ 0 h 2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4" h="2239">
                  <a:moveTo>
                    <a:pt x="1570" y="0"/>
                  </a:moveTo>
                  <a:lnTo>
                    <a:pt x="1579" y="0"/>
                  </a:lnTo>
                  <a:lnTo>
                    <a:pt x="1594" y="2"/>
                  </a:lnTo>
                  <a:lnTo>
                    <a:pt x="1613" y="4"/>
                  </a:lnTo>
                  <a:lnTo>
                    <a:pt x="1638" y="6"/>
                  </a:lnTo>
                  <a:lnTo>
                    <a:pt x="1664" y="11"/>
                  </a:lnTo>
                  <a:lnTo>
                    <a:pt x="1692" y="19"/>
                  </a:lnTo>
                  <a:lnTo>
                    <a:pt x="1725" y="28"/>
                  </a:lnTo>
                  <a:lnTo>
                    <a:pt x="1755" y="40"/>
                  </a:lnTo>
                  <a:lnTo>
                    <a:pt x="1787" y="57"/>
                  </a:lnTo>
                  <a:lnTo>
                    <a:pt x="1817" y="76"/>
                  </a:lnTo>
                  <a:lnTo>
                    <a:pt x="1846" y="98"/>
                  </a:lnTo>
                  <a:lnTo>
                    <a:pt x="1874" y="125"/>
                  </a:lnTo>
                  <a:lnTo>
                    <a:pt x="1897" y="157"/>
                  </a:lnTo>
                  <a:lnTo>
                    <a:pt x="1917" y="195"/>
                  </a:lnTo>
                  <a:lnTo>
                    <a:pt x="1933" y="238"/>
                  </a:lnTo>
                  <a:lnTo>
                    <a:pt x="1942" y="285"/>
                  </a:lnTo>
                  <a:lnTo>
                    <a:pt x="1944" y="340"/>
                  </a:lnTo>
                  <a:lnTo>
                    <a:pt x="1944" y="440"/>
                  </a:lnTo>
                  <a:lnTo>
                    <a:pt x="1944" y="531"/>
                  </a:lnTo>
                  <a:lnTo>
                    <a:pt x="1944" y="612"/>
                  </a:lnTo>
                  <a:lnTo>
                    <a:pt x="1944" y="684"/>
                  </a:lnTo>
                  <a:lnTo>
                    <a:pt x="1944" y="797"/>
                  </a:lnTo>
                  <a:lnTo>
                    <a:pt x="1944" y="839"/>
                  </a:lnTo>
                  <a:lnTo>
                    <a:pt x="1944" y="869"/>
                  </a:lnTo>
                  <a:lnTo>
                    <a:pt x="1944" y="886"/>
                  </a:lnTo>
                  <a:lnTo>
                    <a:pt x="1944" y="892"/>
                  </a:lnTo>
                  <a:lnTo>
                    <a:pt x="1314" y="2231"/>
                  </a:lnTo>
                  <a:lnTo>
                    <a:pt x="634" y="2239"/>
                  </a:lnTo>
                  <a:lnTo>
                    <a:pt x="0" y="886"/>
                  </a:lnTo>
                  <a:lnTo>
                    <a:pt x="0" y="312"/>
                  </a:lnTo>
                  <a:lnTo>
                    <a:pt x="0" y="308"/>
                  </a:lnTo>
                  <a:lnTo>
                    <a:pt x="0" y="301"/>
                  </a:lnTo>
                  <a:lnTo>
                    <a:pt x="0" y="287"/>
                  </a:lnTo>
                  <a:lnTo>
                    <a:pt x="2" y="268"/>
                  </a:lnTo>
                  <a:lnTo>
                    <a:pt x="6" y="248"/>
                  </a:lnTo>
                  <a:lnTo>
                    <a:pt x="13" y="223"/>
                  </a:lnTo>
                  <a:lnTo>
                    <a:pt x="21" y="197"/>
                  </a:lnTo>
                  <a:lnTo>
                    <a:pt x="32" y="170"/>
                  </a:lnTo>
                  <a:lnTo>
                    <a:pt x="47" y="142"/>
                  </a:lnTo>
                  <a:lnTo>
                    <a:pt x="64" y="115"/>
                  </a:lnTo>
                  <a:lnTo>
                    <a:pt x="87" y="89"/>
                  </a:lnTo>
                  <a:lnTo>
                    <a:pt x="115" y="66"/>
                  </a:lnTo>
                  <a:lnTo>
                    <a:pt x="148" y="44"/>
                  </a:lnTo>
                  <a:lnTo>
                    <a:pt x="185" y="27"/>
                  </a:lnTo>
                  <a:lnTo>
                    <a:pt x="229" y="13"/>
                  </a:lnTo>
                  <a:lnTo>
                    <a:pt x="278" y="4"/>
                  </a:lnTo>
                  <a:lnTo>
                    <a:pt x="337" y="0"/>
                  </a:lnTo>
                  <a:lnTo>
                    <a:pt x="1566" y="0"/>
                  </a:lnTo>
                  <a:lnTo>
                    <a:pt x="1570" y="0"/>
                  </a:lnTo>
                  <a:close/>
                </a:path>
              </a:pathLst>
            </a:custGeom>
            <a:gradFill flip="none" rotWithShape="1">
              <a:gsLst>
                <a:gs pos="0">
                  <a:schemeClr val="bg1"/>
                </a:gs>
                <a:gs pos="83000">
                  <a:schemeClr val="bg1">
                    <a:lumMod val="85000"/>
                  </a:schemeClr>
                </a:gs>
              </a:gsLst>
              <a:lin ang="8100000" scaled="1"/>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8" name="Freeform 7"/>
            <p:cNvSpPr>
              <a:spLocks/>
            </p:cNvSpPr>
            <p:nvPr/>
          </p:nvSpPr>
          <p:spPr bwMode="auto">
            <a:xfrm>
              <a:off x="6461014" y="1592242"/>
              <a:ext cx="2087477" cy="1996904"/>
            </a:xfrm>
            <a:custGeom>
              <a:avLst/>
              <a:gdLst>
                <a:gd name="T0" fmla="*/ 1299 w 2420"/>
                <a:gd name="T1" fmla="*/ 0 h 2315"/>
                <a:gd name="T2" fmla="*/ 1342 w 2420"/>
                <a:gd name="T3" fmla="*/ 8 h 2315"/>
                <a:gd name="T4" fmla="*/ 1388 w 2420"/>
                <a:gd name="T5" fmla="*/ 23 h 2315"/>
                <a:gd name="T6" fmla="*/ 1433 w 2420"/>
                <a:gd name="T7" fmla="*/ 47 h 2315"/>
                <a:gd name="T8" fmla="*/ 1480 w 2420"/>
                <a:gd name="T9" fmla="*/ 85 h 2315"/>
                <a:gd name="T10" fmla="*/ 1528 w 2420"/>
                <a:gd name="T11" fmla="*/ 134 h 2315"/>
                <a:gd name="T12" fmla="*/ 2316 w 2420"/>
                <a:gd name="T13" fmla="*/ 1077 h 2315"/>
                <a:gd name="T14" fmla="*/ 2318 w 2420"/>
                <a:gd name="T15" fmla="*/ 1081 h 2315"/>
                <a:gd name="T16" fmla="*/ 2325 w 2420"/>
                <a:gd name="T17" fmla="*/ 1090 h 2315"/>
                <a:gd name="T18" fmla="*/ 2337 w 2420"/>
                <a:gd name="T19" fmla="*/ 1105 h 2315"/>
                <a:gd name="T20" fmla="*/ 2350 w 2420"/>
                <a:gd name="T21" fmla="*/ 1126 h 2315"/>
                <a:gd name="T22" fmla="*/ 2365 w 2420"/>
                <a:gd name="T23" fmla="*/ 1151 h 2315"/>
                <a:gd name="T24" fmla="*/ 2380 w 2420"/>
                <a:gd name="T25" fmla="*/ 1179 h 2315"/>
                <a:gd name="T26" fmla="*/ 2395 w 2420"/>
                <a:gd name="T27" fmla="*/ 1213 h 2315"/>
                <a:gd name="T28" fmla="*/ 2407 w 2420"/>
                <a:gd name="T29" fmla="*/ 1249 h 2315"/>
                <a:gd name="T30" fmla="*/ 2416 w 2420"/>
                <a:gd name="T31" fmla="*/ 1287 h 2315"/>
                <a:gd name="T32" fmla="*/ 2420 w 2420"/>
                <a:gd name="T33" fmla="*/ 1328 h 2315"/>
                <a:gd name="T34" fmla="*/ 2420 w 2420"/>
                <a:gd name="T35" fmla="*/ 1370 h 2315"/>
                <a:gd name="T36" fmla="*/ 2412 w 2420"/>
                <a:gd name="T37" fmla="*/ 1413 h 2315"/>
                <a:gd name="T38" fmla="*/ 2399 w 2420"/>
                <a:gd name="T39" fmla="*/ 1457 h 2315"/>
                <a:gd name="T40" fmla="*/ 2375 w 2420"/>
                <a:gd name="T41" fmla="*/ 1500 h 2315"/>
                <a:gd name="T42" fmla="*/ 2343 w 2420"/>
                <a:gd name="T43" fmla="*/ 1544 h 2315"/>
                <a:gd name="T44" fmla="*/ 2297 w 2420"/>
                <a:gd name="T45" fmla="*/ 1587 h 2315"/>
                <a:gd name="T46" fmla="*/ 2227 w 2420"/>
                <a:gd name="T47" fmla="*/ 1644 h 2315"/>
                <a:gd name="T48" fmla="*/ 2163 w 2420"/>
                <a:gd name="T49" fmla="*/ 1699 h 2315"/>
                <a:gd name="T50" fmla="*/ 2104 w 2420"/>
                <a:gd name="T51" fmla="*/ 1748 h 2315"/>
                <a:gd name="T52" fmla="*/ 2053 w 2420"/>
                <a:gd name="T53" fmla="*/ 1791 h 2315"/>
                <a:gd name="T54" fmla="*/ 2006 w 2420"/>
                <a:gd name="T55" fmla="*/ 1829 h 2315"/>
                <a:gd name="T56" fmla="*/ 1966 w 2420"/>
                <a:gd name="T57" fmla="*/ 1863 h 2315"/>
                <a:gd name="T58" fmla="*/ 1934 w 2420"/>
                <a:gd name="T59" fmla="*/ 1890 h 2315"/>
                <a:gd name="T60" fmla="*/ 1908 w 2420"/>
                <a:gd name="T61" fmla="*/ 1912 h 2315"/>
                <a:gd name="T62" fmla="*/ 1889 w 2420"/>
                <a:gd name="T63" fmla="*/ 1927 h 2315"/>
                <a:gd name="T64" fmla="*/ 1877 w 2420"/>
                <a:gd name="T65" fmla="*/ 1937 h 2315"/>
                <a:gd name="T66" fmla="*/ 1874 w 2420"/>
                <a:gd name="T67" fmla="*/ 1941 h 2315"/>
                <a:gd name="T68" fmla="*/ 440 w 2420"/>
                <a:gd name="T69" fmla="*/ 2315 h 2315"/>
                <a:gd name="T70" fmla="*/ 0 w 2420"/>
                <a:gd name="T71" fmla="*/ 1797 h 2315"/>
                <a:gd name="T72" fmla="*/ 633 w 2420"/>
                <a:gd name="T73" fmla="*/ 444 h 2315"/>
                <a:gd name="T74" fmla="*/ 1074 w 2420"/>
                <a:gd name="T75" fmla="*/ 76 h 2315"/>
                <a:gd name="T76" fmla="*/ 1078 w 2420"/>
                <a:gd name="T77" fmla="*/ 74 h 2315"/>
                <a:gd name="T78" fmla="*/ 1087 w 2420"/>
                <a:gd name="T79" fmla="*/ 64 h 2315"/>
                <a:gd name="T80" fmla="*/ 1104 w 2420"/>
                <a:gd name="T81" fmla="*/ 55 h 2315"/>
                <a:gd name="T82" fmla="*/ 1125 w 2420"/>
                <a:gd name="T83" fmla="*/ 42 h 2315"/>
                <a:gd name="T84" fmla="*/ 1151 w 2420"/>
                <a:gd name="T85" fmla="*/ 29 h 2315"/>
                <a:gd name="T86" fmla="*/ 1183 w 2420"/>
                <a:gd name="T87" fmla="*/ 15 h 2315"/>
                <a:gd name="T88" fmla="*/ 1217 w 2420"/>
                <a:gd name="T89" fmla="*/ 6 h 2315"/>
                <a:gd name="T90" fmla="*/ 1257 w 2420"/>
                <a:gd name="T91" fmla="*/ 0 h 2315"/>
                <a:gd name="T92" fmla="*/ 1299 w 2420"/>
                <a:gd name="T93" fmla="*/ 0 h 2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20" h="2315">
                  <a:moveTo>
                    <a:pt x="1299" y="0"/>
                  </a:moveTo>
                  <a:lnTo>
                    <a:pt x="1342" y="8"/>
                  </a:lnTo>
                  <a:lnTo>
                    <a:pt x="1388" y="23"/>
                  </a:lnTo>
                  <a:lnTo>
                    <a:pt x="1433" y="47"/>
                  </a:lnTo>
                  <a:lnTo>
                    <a:pt x="1480" y="85"/>
                  </a:lnTo>
                  <a:lnTo>
                    <a:pt x="1528" y="134"/>
                  </a:lnTo>
                  <a:lnTo>
                    <a:pt x="2316" y="1077"/>
                  </a:lnTo>
                  <a:lnTo>
                    <a:pt x="2318" y="1081"/>
                  </a:lnTo>
                  <a:lnTo>
                    <a:pt x="2325" y="1090"/>
                  </a:lnTo>
                  <a:lnTo>
                    <a:pt x="2337" y="1105"/>
                  </a:lnTo>
                  <a:lnTo>
                    <a:pt x="2350" y="1126"/>
                  </a:lnTo>
                  <a:lnTo>
                    <a:pt x="2365" y="1151"/>
                  </a:lnTo>
                  <a:lnTo>
                    <a:pt x="2380" y="1179"/>
                  </a:lnTo>
                  <a:lnTo>
                    <a:pt x="2395" y="1213"/>
                  </a:lnTo>
                  <a:lnTo>
                    <a:pt x="2407" y="1249"/>
                  </a:lnTo>
                  <a:lnTo>
                    <a:pt x="2416" y="1287"/>
                  </a:lnTo>
                  <a:lnTo>
                    <a:pt x="2420" y="1328"/>
                  </a:lnTo>
                  <a:lnTo>
                    <a:pt x="2420" y="1370"/>
                  </a:lnTo>
                  <a:lnTo>
                    <a:pt x="2412" y="1413"/>
                  </a:lnTo>
                  <a:lnTo>
                    <a:pt x="2399" y="1457"/>
                  </a:lnTo>
                  <a:lnTo>
                    <a:pt x="2375" y="1500"/>
                  </a:lnTo>
                  <a:lnTo>
                    <a:pt x="2343" y="1544"/>
                  </a:lnTo>
                  <a:lnTo>
                    <a:pt x="2297" y="1587"/>
                  </a:lnTo>
                  <a:lnTo>
                    <a:pt x="2227" y="1644"/>
                  </a:lnTo>
                  <a:lnTo>
                    <a:pt x="2163" y="1699"/>
                  </a:lnTo>
                  <a:lnTo>
                    <a:pt x="2104" y="1748"/>
                  </a:lnTo>
                  <a:lnTo>
                    <a:pt x="2053" y="1791"/>
                  </a:lnTo>
                  <a:lnTo>
                    <a:pt x="2006" y="1829"/>
                  </a:lnTo>
                  <a:lnTo>
                    <a:pt x="1966" y="1863"/>
                  </a:lnTo>
                  <a:lnTo>
                    <a:pt x="1934" y="1890"/>
                  </a:lnTo>
                  <a:lnTo>
                    <a:pt x="1908" y="1912"/>
                  </a:lnTo>
                  <a:lnTo>
                    <a:pt x="1889" y="1927"/>
                  </a:lnTo>
                  <a:lnTo>
                    <a:pt x="1877" y="1937"/>
                  </a:lnTo>
                  <a:lnTo>
                    <a:pt x="1874" y="1941"/>
                  </a:lnTo>
                  <a:lnTo>
                    <a:pt x="440" y="2315"/>
                  </a:lnTo>
                  <a:lnTo>
                    <a:pt x="0" y="1797"/>
                  </a:lnTo>
                  <a:lnTo>
                    <a:pt x="633" y="444"/>
                  </a:lnTo>
                  <a:lnTo>
                    <a:pt x="1074" y="76"/>
                  </a:lnTo>
                  <a:lnTo>
                    <a:pt x="1078" y="74"/>
                  </a:lnTo>
                  <a:lnTo>
                    <a:pt x="1087" y="64"/>
                  </a:lnTo>
                  <a:lnTo>
                    <a:pt x="1104" y="55"/>
                  </a:lnTo>
                  <a:lnTo>
                    <a:pt x="1125" y="42"/>
                  </a:lnTo>
                  <a:lnTo>
                    <a:pt x="1151" y="29"/>
                  </a:lnTo>
                  <a:lnTo>
                    <a:pt x="1183" y="15"/>
                  </a:lnTo>
                  <a:lnTo>
                    <a:pt x="1217" y="6"/>
                  </a:lnTo>
                  <a:lnTo>
                    <a:pt x="1257" y="0"/>
                  </a:lnTo>
                  <a:lnTo>
                    <a:pt x="1299" y="0"/>
                  </a:lnTo>
                  <a:close/>
                </a:path>
              </a:pathLst>
            </a:custGeom>
            <a:gradFill flip="none" rotWithShape="1">
              <a:gsLst>
                <a:gs pos="0">
                  <a:schemeClr val="bg1"/>
                </a:gs>
                <a:gs pos="92000">
                  <a:schemeClr val="bg1">
                    <a:lumMod val="85000"/>
                  </a:schemeClr>
                </a:gs>
              </a:gsLst>
              <a:lin ang="11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9" name="Freeform 8"/>
            <p:cNvSpPr>
              <a:spLocks/>
            </p:cNvSpPr>
            <p:nvPr/>
          </p:nvSpPr>
          <p:spPr bwMode="auto">
            <a:xfrm>
              <a:off x="6710304" y="3375222"/>
              <a:ext cx="2071088" cy="1745889"/>
            </a:xfrm>
            <a:custGeom>
              <a:avLst/>
              <a:gdLst>
                <a:gd name="T0" fmla="*/ 1596 w 2401"/>
                <a:gd name="T1" fmla="*/ 0 h 2024"/>
                <a:gd name="T2" fmla="*/ 2156 w 2401"/>
                <a:gd name="T3" fmla="*/ 121 h 2024"/>
                <a:gd name="T4" fmla="*/ 2159 w 2401"/>
                <a:gd name="T5" fmla="*/ 123 h 2024"/>
                <a:gd name="T6" fmla="*/ 2169 w 2401"/>
                <a:gd name="T7" fmla="*/ 125 h 2024"/>
                <a:gd name="T8" fmla="*/ 2182 w 2401"/>
                <a:gd name="T9" fmla="*/ 129 h 2024"/>
                <a:gd name="T10" fmla="*/ 2199 w 2401"/>
                <a:gd name="T11" fmla="*/ 134 h 2024"/>
                <a:gd name="T12" fmla="*/ 2218 w 2401"/>
                <a:gd name="T13" fmla="*/ 142 h 2024"/>
                <a:gd name="T14" fmla="*/ 2241 w 2401"/>
                <a:gd name="T15" fmla="*/ 153 h 2024"/>
                <a:gd name="T16" fmla="*/ 2265 w 2401"/>
                <a:gd name="T17" fmla="*/ 166 h 2024"/>
                <a:gd name="T18" fmla="*/ 2288 w 2401"/>
                <a:gd name="T19" fmla="*/ 183 h 2024"/>
                <a:gd name="T20" fmla="*/ 2313 w 2401"/>
                <a:gd name="T21" fmla="*/ 204 h 2024"/>
                <a:gd name="T22" fmla="*/ 2335 w 2401"/>
                <a:gd name="T23" fmla="*/ 227 h 2024"/>
                <a:gd name="T24" fmla="*/ 2356 w 2401"/>
                <a:gd name="T25" fmla="*/ 255 h 2024"/>
                <a:gd name="T26" fmla="*/ 2373 w 2401"/>
                <a:gd name="T27" fmla="*/ 285 h 2024"/>
                <a:gd name="T28" fmla="*/ 2386 w 2401"/>
                <a:gd name="T29" fmla="*/ 323 h 2024"/>
                <a:gd name="T30" fmla="*/ 2396 w 2401"/>
                <a:gd name="T31" fmla="*/ 363 h 2024"/>
                <a:gd name="T32" fmla="*/ 2401 w 2401"/>
                <a:gd name="T33" fmla="*/ 408 h 2024"/>
                <a:gd name="T34" fmla="*/ 2400 w 2401"/>
                <a:gd name="T35" fmla="*/ 459 h 2024"/>
                <a:gd name="T36" fmla="*/ 2390 w 2401"/>
                <a:gd name="T37" fmla="*/ 516 h 2024"/>
                <a:gd name="T38" fmla="*/ 2127 w 2401"/>
                <a:gd name="T39" fmla="*/ 1717 h 2024"/>
                <a:gd name="T40" fmla="*/ 2127 w 2401"/>
                <a:gd name="T41" fmla="*/ 1721 h 2024"/>
                <a:gd name="T42" fmla="*/ 2125 w 2401"/>
                <a:gd name="T43" fmla="*/ 1731 h 2024"/>
                <a:gd name="T44" fmla="*/ 2120 w 2401"/>
                <a:gd name="T45" fmla="*/ 1748 h 2024"/>
                <a:gd name="T46" fmla="*/ 2114 w 2401"/>
                <a:gd name="T47" fmla="*/ 1769 h 2024"/>
                <a:gd name="T48" fmla="*/ 2105 w 2401"/>
                <a:gd name="T49" fmla="*/ 1793 h 2024"/>
                <a:gd name="T50" fmla="*/ 2091 w 2401"/>
                <a:gd name="T51" fmla="*/ 1820 h 2024"/>
                <a:gd name="T52" fmla="*/ 2078 w 2401"/>
                <a:gd name="T53" fmla="*/ 1848 h 2024"/>
                <a:gd name="T54" fmla="*/ 2059 w 2401"/>
                <a:gd name="T55" fmla="*/ 1878 h 2024"/>
                <a:gd name="T56" fmla="*/ 2038 w 2401"/>
                <a:gd name="T57" fmla="*/ 1908 h 2024"/>
                <a:gd name="T58" fmla="*/ 2012 w 2401"/>
                <a:gd name="T59" fmla="*/ 1937 h 2024"/>
                <a:gd name="T60" fmla="*/ 1984 w 2401"/>
                <a:gd name="T61" fmla="*/ 1961 h 2024"/>
                <a:gd name="T62" fmla="*/ 1951 w 2401"/>
                <a:gd name="T63" fmla="*/ 1986 h 2024"/>
                <a:gd name="T64" fmla="*/ 1914 w 2401"/>
                <a:gd name="T65" fmla="*/ 2003 h 2024"/>
                <a:gd name="T66" fmla="*/ 1872 w 2401"/>
                <a:gd name="T67" fmla="*/ 2016 h 2024"/>
                <a:gd name="T68" fmla="*/ 1825 w 2401"/>
                <a:gd name="T69" fmla="*/ 2024 h 2024"/>
                <a:gd name="T70" fmla="*/ 1772 w 2401"/>
                <a:gd name="T71" fmla="*/ 2024 h 2024"/>
                <a:gd name="T72" fmla="*/ 1715 w 2401"/>
                <a:gd name="T73" fmla="*/ 2014 h 2024"/>
                <a:gd name="T74" fmla="*/ 1617 w 2401"/>
                <a:gd name="T75" fmla="*/ 1993 h 2024"/>
                <a:gd name="T76" fmla="*/ 1528 w 2401"/>
                <a:gd name="T77" fmla="*/ 1974 h 2024"/>
                <a:gd name="T78" fmla="*/ 1448 w 2401"/>
                <a:gd name="T79" fmla="*/ 1957 h 2024"/>
                <a:gd name="T80" fmla="*/ 1378 w 2401"/>
                <a:gd name="T81" fmla="*/ 1940 h 2024"/>
                <a:gd name="T82" fmla="*/ 1318 w 2401"/>
                <a:gd name="T83" fmla="*/ 1929 h 2024"/>
                <a:gd name="T84" fmla="*/ 1267 w 2401"/>
                <a:gd name="T85" fmla="*/ 1918 h 2024"/>
                <a:gd name="T86" fmla="*/ 1227 w 2401"/>
                <a:gd name="T87" fmla="*/ 1908 h 2024"/>
                <a:gd name="T88" fmla="*/ 1199 w 2401"/>
                <a:gd name="T89" fmla="*/ 1903 h 2024"/>
                <a:gd name="T90" fmla="*/ 1182 w 2401"/>
                <a:gd name="T91" fmla="*/ 1899 h 2024"/>
                <a:gd name="T92" fmla="*/ 1174 w 2401"/>
                <a:gd name="T93" fmla="*/ 1897 h 2024"/>
                <a:gd name="T94" fmla="*/ 0 w 2401"/>
                <a:gd name="T95" fmla="*/ 998 h 2024"/>
                <a:gd name="T96" fmla="*/ 138 w 2401"/>
                <a:gd name="T97" fmla="*/ 331 h 2024"/>
                <a:gd name="T98" fmla="*/ 1596 w 2401"/>
                <a:gd name="T9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01" h="2024">
                  <a:moveTo>
                    <a:pt x="1596" y="0"/>
                  </a:moveTo>
                  <a:lnTo>
                    <a:pt x="2156" y="121"/>
                  </a:lnTo>
                  <a:lnTo>
                    <a:pt x="2159" y="123"/>
                  </a:lnTo>
                  <a:lnTo>
                    <a:pt x="2169" y="125"/>
                  </a:lnTo>
                  <a:lnTo>
                    <a:pt x="2182" y="129"/>
                  </a:lnTo>
                  <a:lnTo>
                    <a:pt x="2199" y="134"/>
                  </a:lnTo>
                  <a:lnTo>
                    <a:pt x="2218" y="142"/>
                  </a:lnTo>
                  <a:lnTo>
                    <a:pt x="2241" y="153"/>
                  </a:lnTo>
                  <a:lnTo>
                    <a:pt x="2265" y="166"/>
                  </a:lnTo>
                  <a:lnTo>
                    <a:pt x="2288" y="183"/>
                  </a:lnTo>
                  <a:lnTo>
                    <a:pt x="2313" y="204"/>
                  </a:lnTo>
                  <a:lnTo>
                    <a:pt x="2335" y="227"/>
                  </a:lnTo>
                  <a:lnTo>
                    <a:pt x="2356" y="255"/>
                  </a:lnTo>
                  <a:lnTo>
                    <a:pt x="2373" y="285"/>
                  </a:lnTo>
                  <a:lnTo>
                    <a:pt x="2386" y="323"/>
                  </a:lnTo>
                  <a:lnTo>
                    <a:pt x="2396" y="363"/>
                  </a:lnTo>
                  <a:lnTo>
                    <a:pt x="2401" y="408"/>
                  </a:lnTo>
                  <a:lnTo>
                    <a:pt x="2400" y="459"/>
                  </a:lnTo>
                  <a:lnTo>
                    <a:pt x="2390" y="516"/>
                  </a:lnTo>
                  <a:lnTo>
                    <a:pt x="2127" y="1717"/>
                  </a:lnTo>
                  <a:lnTo>
                    <a:pt x="2127" y="1721"/>
                  </a:lnTo>
                  <a:lnTo>
                    <a:pt x="2125" y="1731"/>
                  </a:lnTo>
                  <a:lnTo>
                    <a:pt x="2120" y="1748"/>
                  </a:lnTo>
                  <a:lnTo>
                    <a:pt x="2114" y="1769"/>
                  </a:lnTo>
                  <a:lnTo>
                    <a:pt x="2105" y="1793"/>
                  </a:lnTo>
                  <a:lnTo>
                    <a:pt x="2091" y="1820"/>
                  </a:lnTo>
                  <a:lnTo>
                    <a:pt x="2078" y="1848"/>
                  </a:lnTo>
                  <a:lnTo>
                    <a:pt x="2059" y="1878"/>
                  </a:lnTo>
                  <a:lnTo>
                    <a:pt x="2038" y="1908"/>
                  </a:lnTo>
                  <a:lnTo>
                    <a:pt x="2012" y="1937"/>
                  </a:lnTo>
                  <a:lnTo>
                    <a:pt x="1984" y="1961"/>
                  </a:lnTo>
                  <a:lnTo>
                    <a:pt x="1951" y="1986"/>
                  </a:lnTo>
                  <a:lnTo>
                    <a:pt x="1914" y="2003"/>
                  </a:lnTo>
                  <a:lnTo>
                    <a:pt x="1872" y="2016"/>
                  </a:lnTo>
                  <a:lnTo>
                    <a:pt x="1825" y="2024"/>
                  </a:lnTo>
                  <a:lnTo>
                    <a:pt x="1772" y="2024"/>
                  </a:lnTo>
                  <a:lnTo>
                    <a:pt x="1715" y="2014"/>
                  </a:lnTo>
                  <a:lnTo>
                    <a:pt x="1617" y="1993"/>
                  </a:lnTo>
                  <a:lnTo>
                    <a:pt x="1528" y="1974"/>
                  </a:lnTo>
                  <a:lnTo>
                    <a:pt x="1448" y="1957"/>
                  </a:lnTo>
                  <a:lnTo>
                    <a:pt x="1378" y="1940"/>
                  </a:lnTo>
                  <a:lnTo>
                    <a:pt x="1318" y="1929"/>
                  </a:lnTo>
                  <a:lnTo>
                    <a:pt x="1267" y="1918"/>
                  </a:lnTo>
                  <a:lnTo>
                    <a:pt x="1227" y="1908"/>
                  </a:lnTo>
                  <a:lnTo>
                    <a:pt x="1199" y="1903"/>
                  </a:lnTo>
                  <a:lnTo>
                    <a:pt x="1182" y="1899"/>
                  </a:lnTo>
                  <a:lnTo>
                    <a:pt x="1174" y="1897"/>
                  </a:lnTo>
                  <a:lnTo>
                    <a:pt x="0" y="998"/>
                  </a:lnTo>
                  <a:lnTo>
                    <a:pt x="138" y="331"/>
                  </a:lnTo>
                  <a:lnTo>
                    <a:pt x="1596" y="0"/>
                  </a:lnTo>
                  <a:close/>
                </a:path>
              </a:pathLst>
            </a:custGeom>
            <a:gradFill flip="none" rotWithShape="1">
              <a:gsLst>
                <a:gs pos="0">
                  <a:schemeClr val="bg1"/>
                </a:gs>
                <a:gs pos="89000">
                  <a:schemeClr val="bg1">
                    <a:lumMod val="85000"/>
                  </a:schemeClr>
                </a:gs>
              </a:gsLst>
              <a:lin ang="14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10" name="Freeform 9"/>
            <p:cNvSpPr>
              <a:spLocks/>
            </p:cNvSpPr>
            <p:nvPr/>
          </p:nvSpPr>
          <p:spPr bwMode="auto">
            <a:xfrm>
              <a:off x="6128053" y="4282672"/>
              <a:ext cx="1781257" cy="2128880"/>
            </a:xfrm>
            <a:custGeom>
              <a:avLst/>
              <a:gdLst>
                <a:gd name="T0" fmla="*/ 607 w 2065"/>
                <a:gd name="T1" fmla="*/ 0 h 2468"/>
                <a:gd name="T2" fmla="*/ 1777 w 2065"/>
                <a:gd name="T3" fmla="*/ 930 h 2468"/>
                <a:gd name="T4" fmla="*/ 2033 w 2065"/>
                <a:gd name="T5" fmla="*/ 1444 h 2468"/>
                <a:gd name="T6" fmla="*/ 2033 w 2065"/>
                <a:gd name="T7" fmla="*/ 1448 h 2468"/>
                <a:gd name="T8" fmla="*/ 2038 w 2065"/>
                <a:gd name="T9" fmla="*/ 1455 h 2468"/>
                <a:gd name="T10" fmla="*/ 2044 w 2065"/>
                <a:gd name="T11" fmla="*/ 1470 h 2468"/>
                <a:gd name="T12" fmla="*/ 2050 w 2065"/>
                <a:gd name="T13" fmla="*/ 1489 h 2468"/>
                <a:gd name="T14" fmla="*/ 2055 w 2065"/>
                <a:gd name="T15" fmla="*/ 1512 h 2468"/>
                <a:gd name="T16" fmla="*/ 2061 w 2065"/>
                <a:gd name="T17" fmla="*/ 1540 h 2468"/>
                <a:gd name="T18" fmla="*/ 2065 w 2065"/>
                <a:gd name="T19" fmla="*/ 1569 h 2468"/>
                <a:gd name="T20" fmla="*/ 2065 w 2065"/>
                <a:gd name="T21" fmla="*/ 1601 h 2468"/>
                <a:gd name="T22" fmla="*/ 2063 w 2065"/>
                <a:gd name="T23" fmla="*/ 1635 h 2468"/>
                <a:gd name="T24" fmla="*/ 2055 w 2065"/>
                <a:gd name="T25" fmla="*/ 1671 h 2468"/>
                <a:gd name="T26" fmla="*/ 2042 w 2065"/>
                <a:gd name="T27" fmla="*/ 1705 h 2468"/>
                <a:gd name="T28" fmla="*/ 2023 w 2065"/>
                <a:gd name="T29" fmla="*/ 1741 h 2468"/>
                <a:gd name="T30" fmla="*/ 1999 w 2065"/>
                <a:gd name="T31" fmla="*/ 1776 h 2468"/>
                <a:gd name="T32" fmla="*/ 1965 w 2065"/>
                <a:gd name="T33" fmla="*/ 1810 h 2468"/>
                <a:gd name="T34" fmla="*/ 1921 w 2065"/>
                <a:gd name="T35" fmla="*/ 1843 h 2468"/>
                <a:gd name="T36" fmla="*/ 1868 w 2065"/>
                <a:gd name="T37" fmla="*/ 1873 h 2468"/>
                <a:gd name="T38" fmla="*/ 768 w 2065"/>
                <a:gd name="T39" fmla="*/ 2419 h 2468"/>
                <a:gd name="T40" fmla="*/ 764 w 2065"/>
                <a:gd name="T41" fmla="*/ 2421 h 2468"/>
                <a:gd name="T42" fmla="*/ 754 w 2065"/>
                <a:gd name="T43" fmla="*/ 2424 h 2468"/>
                <a:gd name="T44" fmla="*/ 739 w 2065"/>
                <a:gd name="T45" fmla="*/ 2432 h 2468"/>
                <a:gd name="T46" fmla="*/ 719 w 2065"/>
                <a:gd name="T47" fmla="*/ 2440 h 2468"/>
                <a:gd name="T48" fmla="*/ 694 w 2065"/>
                <a:gd name="T49" fmla="*/ 2447 h 2468"/>
                <a:gd name="T50" fmla="*/ 664 w 2065"/>
                <a:gd name="T51" fmla="*/ 2455 h 2468"/>
                <a:gd name="T52" fmla="*/ 632 w 2065"/>
                <a:gd name="T53" fmla="*/ 2460 h 2468"/>
                <a:gd name="T54" fmla="*/ 597 w 2065"/>
                <a:gd name="T55" fmla="*/ 2466 h 2468"/>
                <a:gd name="T56" fmla="*/ 562 w 2065"/>
                <a:gd name="T57" fmla="*/ 2468 h 2468"/>
                <a:gd name="T58" fmla="*/ 524 w 2065"/>
                <a:gd name="T59" fmla="*/ 2466 h 2468"/>
                <a:gd name="T60" fmla="*/ 486 w 2065"/>
                <a:gd name="T61" fmla="*/ 2458 h 2468"/>
                <a:gd name="T62" fmla="*/ 446 w 2065"/>
                <a:gd name="T63" fmla="*/ 2447 h 2468"/>
                <a:gd name="T64" fmla="*/ 408 w 2065"/>
                <a:gd name="T65" fmla="*/ 2430 h 2468"/>
                <a:gd name="T66" fmla="*/ 372 w 2065"/>
                <a:gd name="T67" fmla="*/ 2406 h 2468"/>
                <a:gd name="T68" fmla="*/ 338 w 2065"/>
                <a:gd name="T69" fmla="*/ 2373 h 2468"/>
                <a:gd name="T70" fmla="*/ 306 w 2065"/>
                <a:gd name="T71" fmla="*/ 2332 h 2468"/>
                <a:gd name="T72" fmla="*/ 276 w 2065"/>
                <a:gd name="T73" fmla="*/ 2283 h 2468"/>
                <a:gd name="T74" fmla="*/ 236 w 2065"/>
                <a:gd name="T75" fmla="*/ 2201 h 2468"/>
                <a:gd name="T76" fmla="*/ 199 w 2065"/>
                <a:gd name="T77" fmla="*/ 2126 h 2468"/>
                <a:gd name="T78" fmla="*/ 164 w 2065"/>
                <a:gd name="T79" fmla="*/ 2058 h 2468"/>
                <a:gd name="T80" fmla="*/ 134 w 2065"/>
                <a:gd name="T81" fmla="*/ 1996 h 2468"/>
                <a:gd name="T82" fmla="*/ 108 w 2065"/>
                <a:gd name="T83" fmla="*/ 1943 h 2468"/>
                <a:gd name="T84" fmla="*/ 85 w 2065"/>
                <a:gd name="T85" fmla="*/ 1895 h 2468"/>
                <a:gd name="T86" fmla="*/ 66 w 2065"/>
                <a:gd name="T87" fmla="*/ 1858 h 2468"/>
                <a:gd name="T88" fmla="*/ 51 w 2065"/>
                <a:gd name="T89" fmla="*/ 1827 h 2468"/>
                <a:gd name="T90" fmla="*/ 40 w 2065"/>
                <a:gd name="T91" fmla="*/ 1805 h 2468"/>
                <a:gd name="T92" fmla="*/ 34 w 2065"/>
                <a:gd name="T93" fmla="*/ 1792 h 2468"/>
                <a:gd name="T94" fmla="*/ 30 w 2065"/>
                <a:gd name="T95" fmla="*/ 1788 h 2468"/>
                <a:gd name="T96" fmla="*/ 0 w 2065"/>
                <a:gd name="T97" fmla="*/ 308 h 2468"/>
                <a:gd name="T98" fmla="*/ 607 w 2065"/>
                <a:gd name="T99"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65" h="2468">
                  <a:moveTo>
                    <a:pt x="607" y="0"/>
                  </a:moveTo>
                  <a:lnTo>
                    <a:pt x="1777" y="930"/>
                  </a:lnTo>
                  <a:lnTo>
                    <a:pt x="2033" y="1444"/>
                  </a:lnTo>
                  <a:lnTo>
                    <a:pt x="2033" y="1448"/>
                  </a:lnTo>
                  <a:lnTo>
                    <a:pt x="2038" y="1455"/>
                  </a:lnTo>
                  <a:lnTo>
                    <a:pt x="2044" y="1470"/>
                  </a:lnTo>
                  <a:lnTo>
                    <a:pt x="2050" y="1489"/>
                  </a:lnTo>
                  <a:lnTo>
                    <a:pt x="2055" y="1512"/>
                  </a:lnTo>
                  <a:lnTo>
                    <a:pt x="2061" y="1540"/>
                  </a:lnTo>
                  <a:lnTo>
                    <a:pt x="2065" y="1569"/>
                  </a:lnTo>
                  <a:lnTo>
                    <a:pt x="2065" y="1601"/>
                  </a:lnTo>
                  <a:lnTo>
                    <a:pt x="2063" y="1635"/>
                  </a:lnTo>
                  <a:lnTo>
                    <a:pt x="2055" y="1671"/>
                  </a:lnTo>
                  <a:lnTo>
                    <a:pt x="2042" y="1705"/>
                  </a:lnTo>
                  <a:lnTo>
                    <a:pt x="2023" y="1741"/>
                  </a:lnTo>
                  <a:lnTo>
                    <a:pt x="1999" y="1776"/>
                  </a:lnTo>
                  <a:lnTo>
                    <a:pt x="1965" y="1810"/>
                  </a:lnTo>
                  <a:lnTo>
                    <a:pt x="1921" y="1843"/>
                  </a:lnTo>
                  <a:lnTo>
                    <a:pt x="1868" y="1873"/>
                  </a:lnTo>
                  <a:lnTo>
                    <a:pt x="768" y="2419"/>
                  </a:lnTo>
                  <a:lnTo>
                    <a:pt x="764" y="2421"/>
                  </a:lnTo>
                  <a:lnTo>
                    <a:pt x="754" y="2424"/>
                  </a:lnTo>
                  <a:lnTo>
                    <a:pt x="739" y="2432"/>
                  </a:lnTo>
                  <a:lnTo>
                    <a:pt x="719" y="2440"/>
                  </a:lnTo>
                  <a:lnTo>
                    <a:pt x="694" y="2447"/>
                  </a:lnTo>
                  <a:lnTo>
                    <a:pt x="664" y="2455"/>
                  </a:lnTo>
                  <a:lnTo>
                    <a:pt x="632" y="2460"/>
                  </a:lnTo>
                  <a:lnTo>
                    <a:pt x="597" y="2466"/>
                  </a:lnTo>
                  <a:lnTo>
                    <a:pt x="562" y="2468"/>
                  </a:lnTo>
                  <a:lnTo>
                    <a:pt x="524" y="2466"/>
                  </a:lnTo>
                  <a:lnTo>
                    <a:pt x="486" y="2458"/>
                  </a:lnTo>
                  <a:lnTo>
                    <a:pt x="446" y="2447"/>
                  </a:lnTo>
                  <a:lnTo>
                    <a:pt x="408" y="2430"/>
                  </a:lnTo>
                  <a:lnTo>
                    <a:pt x="372" y="2406"/>
                  </a:lnTo>
                  <a:lnTo>
                    <a:pt x="338" y="2373"/>
                  </a:lnTo>
                  <a:lnTo>
                    <a:pt x="306" y="2332"/>
                  </a:lnTo>
                  <a:lnTo>
                    <a:pt x="276" y="2283"/>
                  </a:lnTo>
                  <a:lnTo>
                    <a:pt x="236" y="2201"/>
                  </a:lnTo>
                  <a:lnTo>
                    <a:pt x="199" y="2126"/>
                  </a:lnTo>
                  <a:lnTo>
                    <a:pt x="164" y="2058"/>
                  </a:lnTo>
                  <a:lnTo>
                    <a:pt x="134" y="1996"/>
                  </a:lnTo>
                  <a:lnTo>
                    <a:pt x="108" y="1943"/>
                  </a:lnTo>
                  <a:lnTo>
                    <a:pt x="85" y="1895"/>
                  </a:lnTo>
                  <a:lnTo>
                    <a:pt x="66" y="1858"/>
                  </a:lnTo>
                  <a:lnTo>
                    <a:pt x="51" y="1827"/>
                  </a:lnTo>
                  <a:lnTo>
                    <a:pt x="40" y="1805"/>
                  </a:lnTo>
                  <a:lnTo>
                    <a:pt x="34" y="1792"/>
                  </a:lnTo>
                  <a:lnTo>
                    <a:pt x="30" y="1788"/>
                  </a:lnTo>
                  <a:lnTo>
                    <a:pt x="0" y="308"/>
                  </a:lnTo>
                  <a:lnTo>
                    <a:pt x="607" y="0"/>
                  </a:lnTo>
                  <a:close/>
                </a:path>
              </a:pathLst>
            </a:custGeom>
            <a:gradFill flip="none" rotWithShape="1">
              <a:gsLst>
                <a:gs pos="0">
                  <a:schemeClr val="bg1"/>
                </a:gs>
                <a:gs pos="89000">
                  <a:schemeClr val="bg1">
                    <a:lumMod val="85000"/>
                  </a:schemeClr>
                </a:gs>
              </a:gsLst>
              <a:lin ang="12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11" name="Freeform 10"/>
            <p:cNvSpPr>
              <a:spLocks/>
            </p:cNvSpPr>
            <p:nvPr/>
          </p:nvSpPr>
          <p:spPr bwMode="auto">
            <a:xfrm>
              <a:off x="4296766" y="4302511"/>
              <a:ext cx="1765730" cy="2136644"/>
            </a:xfrm>
            <a:custGeom>
              <a:avLst/>
              <a:gdLst>
                <a:gd name="T0" fmla="*/ 1433 w 2047"/>
                <a:gd name="T1" fmla="*/ 0 h 2477"/>
                <a:gd name="T2" fmla="*/ 2047 w 2047"/>
                <a:gd name="T3" fmla="*/ 291 h 2477"/>
                <a:gd name="T4" fmla="*/ 2027 w 2047"/>
                <a:gd name="T5" fmla="*/ 1784 h 2477"/>
                <a:gd name="T6" fmla="*/ 1777 w 2047"/>
                <a:gd name="T7" fmla="*/ 2299 h 2477"/>
                <a:gd name="T8" fmla="*/ 1775 w 2047"/>
                <a:gd name="T9" fmla="*/ 2303 h 2477"/>
                <a:gd name="T10" fmla="*/ 1769 w 2047"/>
                <a:gd name="T11" fmla="*/ 2311 h 2477"/>
                <a:gd name="T12" fmla="*/ 1762 w 2047"/>
                <a:gd name="T13" fmla="*/ 2324 h 2477"/>
                <a:gd name="T14" fmla="*/ 1750 w 2047"/>
                <a:gd name="T15" fmla="*/ 2341 h 2477"/>
                <a:gd name="T16" fmla="*/ 1737 w 2047"/>
                <a:gd name="T17" fmla="*/ 2360 h 2477"/>
                <a:gd name="T18" fmla="*/ 1718 w 2047"/>
                <a:gd name="T19" fmla="*/ 2381 h 2477"/>
                <a:gd name="T20" fmla="*/ 1698 w 2047"/>
                <a:gd name="T21" fmla="*/ 2401 h 2477"/>
                <a:gd name="T22" fmla="*/ 1673 w 2047"/>
                <a:gd name="T23" fmla="*/ 2422 h 2477"/>
                <a:gd name="T24" fmla="*/ 1645 w 2047"/>
                <a:gd name="T25" fmla="*/ 2441 h 2477"/>
                <a:gd name="T26" fmla="*/ 1612 w 2047"/>
                <a:gd name="T27" fmla="*/ 2456 h 2477"/>
                <a:gd name="T28" fmla="*/ 1577 w 2047"/>
                <a:gd name="T29" fmla="*/ 2469 h 2477"/>
                <a:gd name="T30" fmla="*/ 1537 w 2047"/>
                <a:gd name="T31" fmla="*/ 2475 h 2477"/>
                <a:gd name="T32" fmla="*/ 1493 w 2047"/>
                <a:gd name="T33" fmla="*/ 2477 h 2477"/>
                <a:gd name="T34" fmla="*/ 1444 w 2047"/>
                <a:gd name="T35" fmla="*/ 2469 h 2477"/>
                <a:gd name="T36" fmla="*/ 1393 w 2047"/>
                <a:gd name="T37" fmla="*/ 2456 h 2477"/>
                <a:gd name="T38" fmla="*/ 1336 w 2047"/>
                <a:gd name="T39" fmla="*/ 2434 h 2477"/>
                <a:gd name="T40" fmla="*/ 230 w 2047"/>
                <a:gd name="T41" fmla="*/ 1897 h 2477"/>
                <a:gd name="T42" fmla="*/ 228 w 2047"/>
                <a:gd name="T43" fmla="*/ 1895 h 2477"/>
                <a:gd name="T44" fmla="*/ 219 w 2047"/>
                <a:gd name="T45" fmla="*/ 1889 h 2477"/>
                <a:gd name="T46" fmla="*/ 204 w 2047"/>
                <a:gd name="T47" fmla="*/ 1882 h 2477"/>
                <a:gd name="T48" fmla="*/ 185 w 2047"/>
                <a:gd name="T49" fmla="*/ 1871 h 2477"/>
                <a:gd name="T50" fmla="*/ 164 w 2047"/>
                <a:gd name="T51" fmla="*/ 1855 h 2477"/>
                <a:gd name="T52" fmla="*/ 139 w 2047"/>
                <a:gd name="T53" fmla="*/ 1837 h 2477"/>
                <a:gd name="T54" fmla="*/ 115 w 2047"/>
                <a:gd name="T55" fmla="*/ 1816 h 2477"/>
                <a:gd name="T56" fmla="*/ 90 w 2047"/>
                <a:gd name="T57" fmla="*/ 1791 h 2477"/>
                <a:gd name="T58" fmla="*/ 66 w 2047"/>
                <a:gd name="T59" fmla="*/ 1763 h 2477"/>
                <a:gd name="T60" fmla="*/ 45 w 2047"/>
                <a:gd name="T61" fmla="*/ 1733 h 2477"/>
                <a:gd name="T62" fmla="*/ 26 w 2047"/>
                <a:gd name="T63" fmla="*/ 1699 h 2477"/>
                <a:gd name="T64" fmla="*/ 13 w 2047"/>
                <a:gd name="T65" fmla="*/ 1661 h 2477"/>
                <a:gd name="T66" fmla="*/ 3 w 2047"/>
                <a:gd name="T67" fmla="*/ 1619 h 2477"/>
                <a:gd name="T68" fmla="*/ 0 w 2047"/>
                <a:gd name="T69" fmla="*/ 1576 h 2477"/>
                <a:gd name="T70" fmla="*/ 5 w 2047"/>
                <a:gd name="T71" fmla="*/ 1529 h 2477"/>
                <a:gd name="T72" fmla="*/ 17 w 2047"/>
                <a:gd name="T73" fmla="*/ 1479 h 2477"/>
                <a:gd name="T74" fmla="*/ 39 w 2047"/>
                <a:gd name="T75" fmla="*/ 1425 h 2477"/>
                <a:gd name="T76" fmla="*/ 79 w 2047"/>
                <a:gd name="T77" fmla="*/ 1343 h 2477"/>
                <a:gd name="T78" fmla="*/ 115 w 2047"/>
                <a:gd name="T79" fmla="*/ 1268 h 2477"/>
                <a:gd name="T80" fmla="*/ 149 w 2047"/>
                <a:gd name="T81" fmla="*/ 1200 h 2477"/>
                <a:gd name="T82" fmla="*/ 179 w 2047"/>
                <a:gd name="T83" fmla="*/ 1137 h 2477"/>
                <a:gd name="T84" fmla="*/ 204 w 2047"/>
                <a:gd name="T85" fmla="*/ 1085 h 2477"/>
                <a:gd name="T86" fmla="*/ 226 w 2047"/>
                <a:gd name="T87" fmla="*/ 1037 h 2477"/>
                <a:gd name="T88" fmla="*/ 245 w 2047"/>
                <a:gd name="T89" fmla="*/ 1000 h 2477"/>
                <a:gd name="T90" fmla="*/ 260 w 2047"/>
                <a:gd name="T91" fmla="*/ 967 h 2477"/>
                <a:gd name="T92" fmla="*/ 272 w 2047"/>
                <a:gd name="T93" fmla="*/ 947 h 2477"/>
                <a:gd name="T94" fmla="*/ 277 w 2047"/>
                <a:gd name="T95" fmla="*/ 933 h 2477"/>
                <a:gd name="T96" fmla="*/ 279 w 2047"/>
                <a:gd name="T97" fmla="*/ 928 h 2477"/>
                <a:gd name="T98" fmla="*/ 1433 w 2047"/>
                <a:gd name="T99" fmla="*/ 0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47" h="2477">
                  <a:moveTo>
                    <a:pt x="1433" y="0"/>
                  </a:moveTo>
                  <a:lnTo>
                    <a:pt x="2047" y="291"/>
                  </a:lnTo>
                  <a:lnTo>
                    <a:pt x="2027" y="1784"/>
                  </a:lnTo>
                  <a:lnTo>
                    <a:pt x="1777" y="2299"/>
                  </a:lnTo>
                  <a:lnTo>
                    <a:pt x="1775" y="2303"/>
                  </a:lnTo>
                  <a:lnTo>
                    <a:pt x="1769" y="2311"/>
                  </a:lnTo>
                  <a:lnTo>
                    <a:pt x="1762" y="2324"/>
                  </a:lnTo>
                  <a:lnTo>
                    <a:pt x="1750" y="2341"/>
                  </a:lnTo>
                  <a:lnTo>
                    <a:pt x="1737" y="2360"/>
                  </a:lnTo>
                  <a:lnTo>
                    <a:pt x="1718" y="2381"/>
                  </a:lnTo>
                  <a:lnTo>
                    <a:pt x="1698" y="2401"/>
                  </a:lnTo>
                  <a:lnTo>
                    <a:pt x="1673" y="2422"/>
                  </a:lnTo>
                  <a:lnTo>
                    <a:pt x="1645" y="2441"/>
                  </a:lnTo>
                  <a:lnTo>
                    <a:pt x="1612" y="2456"/>
                  </a:lnTo>
                  <a:lnTo>
                    <a:pt x="1577" y="2469"/>
                  </a:lnTo>
                  <a:lnTo>
                    <a:pt x="1537" y="2475"/>
                  </a:lnTo>
                  <a:lnTo>
                    <a:pt x="1493" y="2477"/>
                  </a:lnTo>
                  <a:lnTo>
                    <a:pt x="1444" y="2469"/>
                  </a:lnTo>
                  <a:lnTo>
                    <a:pt x="1393" y="2456"/>
                  </a:lnTo>
                  <a:lnTo>
                    <a:pt x="1336" y="2434"/>
                  </a:lnTo>
                  <a:lnTo>
                    <a:pt x="230" y="1897"/>
                  </a:lnTo>
                  <a:lnTo>
                    <a:pt x="228" y="1895"/>
                  </a:lnTo>
                  <a:lnTo>
                    <a:pt x="219" y="1889"/>
                  </a:lnTo>
                  <a:lnTo>
                    <a:pt x="204" y="1882"/>
                  </a:lnTo>
                  <a:lnTo>
                    <a:pt x="185" y="1871"/>
                  </a:lnTo>
                  <a:lnTo>
                    <a:pt x="164" y="1855"/>
                  </a:lnTo>
                  <a:lnTo>
                    <a:pt x="139" y="1837"/>
                  </a:lnTo>
                  <a:lnTo>
                    <a:pt x="115" y="1816"/>
                  </a:lnTo>
                  <a:lnTo>
                    <a:pt x="90" y="1791"/>
                  </a:lnTo>
                  <a:lnTo>
                    <a:pt x="66" y="1763"/>
                  </a:lnTo>
                  <a:lnTo>
                    <a:pt x="45" y="1733"/>
                  </a:lnTo>
                  <a:lnTo>
                    <a:pt x="26" y="1699"/>
                  </a:lnTo>
                  <a:lnTo>
                    <a:pt x="13" y="1661"/>
                  </a:lnTo>
                  <a:lnTo>
                    <a:pt x="3" y="1619"/>
                  </a:lnTo>
                  <a:lnTo>
                    <a:pt x="0" y="1576"/>
                  </a:lnTo>
                  <a:lnTo>
                    <a:pt x="5" y="1529"/>
                  </a:lnTo>
                  <a:lnTo>
                    <a:pt x="17" y="1479"/>
                  </a:lnTo>
                  <a:lnTo>
                    <a:pt x="39" y="1425"/>
                  </a:lnTo>
                  <a:lnTo>
                    <a:pt x="79" y="1343"/>
                  </a:lnTo>
                  <a:lnTo>
                    <a:pt x="115" y="1268"/>
                  </a:lnTo>
                  <a:lnTo>
                    <a:pt x="149" y="1200"/>
                  </a:lnTo>
                  <a:lnTo>
                    <a:pt x="179" y="1137"/>
                  </a:lnTo>
                  <a:lnTo>
                    <a:pt x="204" y="1085"/>
                  </a:lnTo>
                  <a:lnTo>
                    <a:pt x="226" y="1037"/>
                  </a:lnTo>
                  <a:lnTo>
                    <a:pt x="245" y="1000"/>
                  </a:lnTo>
                  <a:lnTo>
                    <a:pt x="260" y="967"/>
                  </a:lnTo>
                  <a:lnTo>
                    <a:pt x="272" y="947"/>
                  </a:lnTo>
                  <a:lnTo>
                    <a:pt x="277" y="933"/>
                  </a:lnTo>
                  <a:lnTo>
                    <a:pt x="279" y="928"/>
                  </a:lnTo>
                  <a:lnTo>
                    <a:pt x="1433" y="0"/>
                  </a:lnTo>
                  <a:close/>
                </a:path>
              </a:pathLst>
            </a:custGeom>
            <a:gradFill flip="none" rotWithShape="1">
              <a:gsLst>
                <a:gs pos="0">
                  <a:schemeClr val="bg1"/>
                </a:gs>
                <a:gs pos="91000">
                  <a:schemeClr val="bg1">
                    <a:lumMod val="85000"/>
                  </a:schemeClr>
                </a:gs>
              </a:gsLst>
              <a:lin ang="138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12" name="Freeform 11"/>
            <p:cNvSpPr>
              <a:spLocks/>
            </p:cNvSpPr>
            <p:nvPr/>
          </p:nvSpPr>
          <p:spPr bwMode="auto">
            <a:xfrm>
              <a:off x="3407432" y="3399375"/>
              <a:ext cx="2065050" cy="1749339"/>
            </a:xfrm>
            <a:custGeom>
              <a:avLst/>
              <a:gdLst>
                <a:gd name="T0" fmla="*/ 804 w 2394"/>
                <a:gd name="T1" fmla="*/ 0 h 2028"/>
                <a:gd name="T2" fmla="*/ 2246 w 2394"/>
                <a:gd name="T3" fmla="*/ 339 h 2028"/>
                <a:gd name="T4" fmla="*/ 2394 w 2394"/>
                <a:gd name="T5" fmla="*/ 1002 h 2028"/>
                <a:gd name="T6" fmla="*/ 1201 w 2394"/>
                <a:gd name="T7" fmla="*/ 1903 h 2028"/>
                <a:gd name="T8" fmla="*/ 639 w 2394"/>
                <a:gd name="T9" fmla="*/ 2022 h 2028"/>
                <a:gd name="T10" fmla="*/ 635 w 2394"/>
                <a:gd name="T11" fmla="*/ 2022 h 2028"/>
                <a:gd name="T12" fmla="*/ 626 w 2394"/>
                <a:gd name="T13" fmla="*/ 2024 h 2028"/>
                <a:gd name="T14" fmla="*/ 611 w 2394"/>
                <a:gd name="T15" fmla="*/ 2026 h 2028"/>
                <a:gd name="T16" fmla="*/ 592 w 2394"/>
                <a:gd name="T17" fmla="*/ 2028 h 2028"/>
                <a:gd name="T18" fmla="*/ 567 w 2394"/>
                <a:gd name="T19" fmla="*/ 2028 h 2028"/>
                <a:gd name="T20" fmla="*/ 539 w 2394"/>
                <a:gd name="T21" fmla="*/ 2026 h 2028"/>
                <a:gd name="T22" fmla="*/ 511 w 2394"/>
                <a:gd name="T23" fmla="*/ 2022 h 2028"/>
                <a:gd name="T24" fmla="*/ 478 w 2394"/>
                <a:gd name="T25" fmla="*/ 2014 h 2028"/>
                <a:gd name="T26" fmla="*/ 446 w 2394"/>
                <a:gd name="T27" fmla="*/ 2005 h 2028"/>
                <a:gd name="T28" fmla="*/ 414 w 2394"/>
                <a:gd name="T29" fmla="*/ 1988 h 2028"/>
                <a:gd name="T30" fmla="*/ 384 w 2394"/>
                <a:gd name="T31" fmla="*/ 1967 h 2028"/>
                <a:gd name="T32" fmla="*/ 354 w 2394"/>
                <a:gd name="T33" fmla="*/ 1941 h 2028"/>
                <a:gd name="T34" fmla="*/ 325 w 2394"/>
                <a:gd name="T35" fmla="*/ 1907 h 2028"/>
                <a:gd name="T36" fmla="*/ 301 w 2394"/>
                <a:gd name="T37" fmla="*/ 1865 h 2028"/>
                <a:gd name="T38" fmla="*/ 280 w 2394"/>
                <a:gd name="T39" fmla="*/ 1816 h 2028"/>
                <a:gd name="T40" fmla="*/ 265 w 2394"/>
                <a:gd name="T41" fmla="*/ 1758 h 2028"/>
                <a:gd name="T42" fmla="*/ 9 w 2394"/>
                <a:gd name="T43" fmla="*/ 556 h 2028"/>
                <a:gd name="T44" fmla="*/ 9 w 2394"/>
                <a:gd name="T45" fmla="*/ 552 h 2028"/>
                <a:gd name="T46" fmla="*/ 8 w 2394"/>
                <a:gd name="T47" fmla="*/ 541 h 2028"/>
                <a:gd name="T48" fmla="*/ 4 w 2394"/>
                <a:gd name="T49" fmla="*/ 524 h 2028"/>
                <a:gd name="T50" fmla="*/ 2 w 2394"/>
                <a:gd name="T51" fmla="*/ 503 h 2028"/>
                <a:gd name="T52" fmla="*/ 0 w 2394"/>
                <a:gd name="T53" fmla="*/ 477 h 2028"/>
                <a:gd name="T54" fmla="*/ 0 w 2394"/>
                <a:gd name="T55" fmla="*/ 446 h 2028"/>
                <a:gd name="T56" fmla="*/ 2 w 2394"/>
                <a:gd name="T57" fmla="*/ 414 h 2028"/>
                <a:gd name="T58" fmla="*/ 6 w 2394"/>
                <a:gd name="T59" fmla="*/ 380 h 2028"/>
                <a:gd name="T60" fmla="*/ 13 w 2394"/>
                <a:gd name="T61" fmla="*/ 344 h 2028"/>
                <a:gd name="T62" fmla="*/ 25 w 2394"/>
                <a:gd name="T63" fmla="*/ 308 h 2028"/>
                <a:gd name="T64" fmla="*/ 40 w 2394"/>
                <a:gd name="T65" fmla="*/ 273 h 2028"/>
                <a:gd name="T66" fmla="*/ 61 w 2394"/>
                <a:gd name="T67" fmla="*/ 239 h 2028"/>
                <a:gd name="T68" fmla="*/ 87 w 2394"/>
                <a:gd name="T69" fmla="*/ 206 h 2028"/>
                <a:gd name="T70" fmla="*/ 121 w 2394"/>
                <a:gd name="T71" fmla="*/ 176 h 2028"/>
                <a:gd name="T72" fmla="*/ 161 w 2394"/>
                <a:gd name="T73" fmla="*/ 152 h 2028"/>
                <a:gd name="T74" fmla="*/ 208 w 2394"/>
                <a:gd name="T75" fmla="*/ 129 h 2028"/>
                <a:gd name="T76" fmla="*/ 263 w 2394"/>
                <a:gd name="T77" fmla="*/ 114 h 2028"/>
                <a:gd name="T78" fmla="*/ 361 w 2394"/>
                <a:gd name="T79" fmla="*/ 93 h 2028"/>
                <a:gd name="T80" fmla="*/ 450 w 2394"/>
                <a:gd name="T81" fmla="*/ 74 h 2028"/>
                <a:gd name="T82" fmla="*/ 529 w 2394"/>
                <a:gd name="T83" fmla="*/ 57 h 2028"/>
                <a:gd name="T84" fmla="*/ 601 w 2394"/>
                <a:gd name="T85" fmla="*/ 42 h 2028"/>
                <a:gd name="T86" fmla="*/ 662 w 2394"/>
                <a:gd name="T87" fmla="*/ 31 h 2028"/>
                <a:gd name="T88" fmla="*/ 713 w 2394"/>
                <a:gd name="T89" fmla="*/ 19 h 2028"/>
                <a:gd name="T90" fmla="*/ 753 w 2394"/>
                <a:gd name="T91" fmla="*/ 10 h 2028"/>
                <a:gd name="T92" fmla="*/ 781 w 2394"/>
                <a:gd name="T93" fmla="*/ 4 h 2028"/>
                <a:gd name="T94" fmla="*/ 798 w 2394"/>
                <a:gd name="T95" fmla="*/ 0 h 2028"/>
                <a:gd name="T96" fmla="*/ 804 w 2394"/>
                <a:gd name="T97"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4" h="2028">
                  <a:moveTo>
                    <a:pt x="804" y="0"/>
                  </a:moveTo>
                  <a:lnTo>
                    <a:pt x="2246" y="339"/>
                  </a:lnTo>
                  <a:lnTo>
                    <a:pt x="2394" y="1002"/>
                  </a:lnTo>
                  <a:lnTo>
                    <a:pt x="1201" y="1903"/>
                  </a:lnTo>
                  <a:lnTo>
                    <a:pt x="639" y="2022"/>
                  </a:lnTo>
                  <a:lnTo>
                    <a:pt x="635" y="2022"/>
                  </a:lnTo>
                  <a:lnTo>
                    <a:pt x="626" y="2024"/>
                  </a:lnTo>
                  <a:lnTo>
                    <a:pt x="611" y="2026"/>
                  </a:lnTo>
                  <a:lnTo>
                    <a:pt x="592" y="2028"/>
                  </a:lnTo>
                  <a:lnTo>
                    <a:pt x="567" y="2028"/>
                  </a:lnTo>
                  <a:lnTo>
                    <a:pt x="539" y="2026"/>
                  </a:lnTo>
                  <a:lnTo>
                    <a:pt x="511" y="2022"/>
                  </a:lnTo>
                  <a:lnTo>
                    <a:pt x="478" y="2014"/>
                  </a:lnTo>
                  <a:lnTo>
                    <a:pt x="446" y="2005"/>
                  </a:lnTo>
                  <a:lnTo>
                    <a:pt x="414" y="1988"/>
                  </a:lnTo>
                  <a:lnTo>
                    <a:pt x="384" y="1967"/>
                  </a:lnTo>
                  <a:lnTo>
                    <a:pt x="354" y="1941"/>
                  </a:lnTo>
                  <a:lnTo>
                    <a:pt x="325" y="1907"/>
                  </a:lnTo>
                  <a:lnTo>
                    <a:pt x="301" y="1865"/>
                  </a:lnTo>
                  <a:lnTo>
                    <a:pt x="280" y="1816"/>
                  </a:lnTo>
                  <a:lnTo>
                    <a:pt x="265" y="1758"/>
                  </a:lnTo>
                  <a:lnTo>
                    <a:pt x="9" y="556"/>
                  </a:lnTo>
                  <a:lnTo>
                    <a:pt x="9" y="552"/>
                  </a:lnTo>
                  <a:lnTo>
                    <a:pt x="8" y="541"/>
                  </a:lnTo>
                  <a:lnTo>
                    <a:pt x="4" y="524"/>
                  </a:lnTo>
                  <a:lnTo>
                    <a:pt x="2" y="503"/>
                  </a:lnTo>
                  <a:lnTo>
                    <a:pt x="0" y="477"/>
                  </a:lnTo>
                  <a:lnTo>
                    <a:pt x="0" y="446"/>
                  </a:lnTo>
                  <a:lnTo>
                    <a:pt x="2" y="414"/>
                  </a:lnTo>
                  <a:lnTo>
                    <a:pt x="6" y="380"/>
                  </a:lnTo>
                  <a:lnTo>
                    <a:pt x="13" y="344"/>
                  </a:lnTo>
                  <a:lnTo>
                    <a:pt x="25" y="308"/>
                  </a:lnTo>
                  <a:lnTo>
                    <a:pt x="40" y="273"/>
                  </a:lnTo>
                  <a:lnTo>
                    <a:pt x="61" y="239"/>
                  </a:lnTo>
                  <a:lnTo>
                    <a:pt x="87" y="206"/>
                  </a:lnTo>
                  <a:lnTo>
                    <a:pt x="121" y="176"/>
                  </a:lnTo>
                  <a:lnTo>
                    <a:pt x="161" y="152"/>
                  </a:lnTo>
                  <a:lnTo>
                    <a:pt x="208" y="129"/>
                  </a:lnTo>
                  <a:lnTo>
                    <a:pt x="263" y="114"/>
                  </a:lnTo>
                  <a:lnTo>
                    <a:pt x="361" y="93"/>
                  </a:lnTo>
                  <a:lnTo>
                    <a:pt x="450" y="74"/>
                  </a:lnTo>
                  <a:lnTo>
                    <a:pt x="529" y="57"/>
                  </a:lnTo>
                  <a:lnTo>
                    <a:pt x="601" y="42"/>
                  </a:lnTo>
                  <a:lnTo>
                    <a:pt x="662" y="31"/>
                  </a:lnTo>
                  <a:lnTo>
                    <a:pt x="713" y="19"/>
                  </a:lnTo>
                  <a:lnTo>
                    <a:pt x="753" y="10"/>
                  </a:lnTo>
                  <a:lnTo>
                    <a:pt x="781" y="4"/>
                  </a:lnTo>
                  <a:lnTo>
                    <a:pt x="798" y="0"/>
                  </a:lnTo>
                  <a:lnTo>
                    <a:pt x="804" y="0"/>
                  </a:lnTo>
                  <a:close/>
                </a:path>
              </a:pathLst>
            </a:custGeom>
            <a:gradFill flip="none" rotWithShape="1">
              <a:gsLst>
                <a:gs pos="0">
                  <a:schemeClr val="bg1"/>
                </a:gs>
                <a:gs pos="94000">
                  <a:schemeClr val="bg1">
                    <a:lumMod val="85000"/>
                  </a:schemeClr>
                </a:gs>
              </a:gsLst>
              <a:lin ang="9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13" name="Freeform 12"/>
            <p:cNvSpPr>
              <a:spLocks/>
            </p:cNvSpPr>
            <p:nvPr/>
          </p:nvSpPr>
          <p:spPr bwMode="auto">
            <a:xfrm>
              <a:off x="3616180" y="1621570"/>
              <a:ext cx="2099554" cy="1984828"/>
            </a:xfrm>
            <a:custGeom>
              <a:avLst/>
              <a:gdLst>
                <a:gd name="T0" fmla="*/ 1178 w 2434"/>
                <a:gd name="T1" fmla="*/ 0 h 2301"/>
                <a:gd name="T2" fmla="*/ 1227 w 2434"/>
                <a:gd name="T3" fmla="*/ 4 h 2301"/>
                <a:gd name="T4" fmla="*/ 1276 w 2434"/>
                <a:gd name="T5" fmla="*/ 19 h 2301"/>
                <a:gd name="T6" fmla="*/ 1329 w 2434"/>
                <a:gd name="T7" fmla="*/ 44 h 2301"/>
                <a:gd name="T8" fmla="*/ 1382 w 2434"/>
                <a:gd name="T9" fmla="*/ 81 h 2301"/>
                <a:gd name="T10" fmla="*/ 1452 w 2434"/>
                <a:gd name="T11" fmla="*/ 140 h 2301"/>
                <a:gd name="T12" fmla="*/ 1517 w 2434"/>
                <a:gd name="T13" fmla="*/ 193 h 2301"/>
                <a:gd name="T14" fmla="*/ 1575 w 2434"/>
                <a:gd name="T15" fmla="*/ 242 h 2301"/>
                <a:gd name="T16" fmla="*/ 1628 w 2434"/>
                <a:gd name="T17" fmla="*/ 286 h 2301"/>
                <a:gd name="T18" fmla="*/ 1673 w 2434"/>
                <a:gd name="T19" fmla="*/ 323 h 2301"/>
                <a:gd name="T20" fmla="*/ 1713 w 2434"/>
                <a:gd name="T21" fmla="*/ 357 h 2301"/>
                <a:gd name="T22" fmla="*/ 1747 w 2434"/>
                <a:gd name="T23" fmla="*/ 384 h 2301"/>
                <a:gd name="T24" fmla="*/ 1772 w 2434"/>
                <a:gd name="T25" fmla="*/ 406 h 2301"/>
                <a:gd name="T26" fmla="*/ 1791 w 2434"/>
                <a:gd name="T27" fmla="*/ 422 h 2301"/>
                <a:gd name="T28" fmla="*/ 1804 w 2434"/>
                <a:gd name="T29" fmla="*/ 431 h 2301"/>
                <a:gd name="T30" fmla="*/ 1808 w 2434"/>
                <a:gd name="T31" fmla="*/ 435 h 2301"/>
                <a:gd name="T32" fmla="*/ 2434 w 2434"/>
                <a:gd name="T33" fmla="*/ 1774 h 2301"/>
                <a:gd name="T34" fmla="*/ 2004 w 2434"/>
                <a:gd name="T35" fmla="*/ 2301 h 2301"/>
                <a:gd name="T36" fmla="*/ 558 w 2434"/>
                <a:gd name="T37" fmla="*/ 1925 h 2301"/>
                <a:gd name="T38" fmla="*/ 117 w 2434"/>
                <a:gd name="T39" fmla="*/ 1559 h 2301"/>
                <a:gd name="T40" fmla="*/ 113 w 2434"/>
                <a:gd name="T41" fmla="*/ 1557 h 2301"/>
                <a:gd name="T42" fmla="*/ 106 w 2434"/>
                <a:gd name="T43" fmla="*/ 1549 h 2301"/>
                <a:gd name="T44" fmla="*/ 93 w 2434"/>
                <a:gd name="T45" fmla="*/ 1536 h 2301"/>
                <a:gd name="T46" fmla="*/ 78 w 2434"/>
                <a:gd name="T47" fmla="*/ 1519 h 2301"/>
                <a:gd name="T48" fmla="*/ 62 w 2434"/>
                <a:gd name="T49" fmla="*/ 1498 h 2301"/>
                <a:gd name="T50" fmla="*/ 45 w 2434"/>
                <a:gd name="T51" fmla="*/ 1474 h 2301"/>
                <a:gd name="T52" fmla="*/ 28 w 2434"/>
                <a:gd name="T53" fmla="*/ 1446 h 2301"/>
                <a:gd name="T54" fmla="*/ 15 w 2434"/>
                <a:gd name="T55" fmla="*/ 1412 h 2301"/>
                <a:gd name="T56" fmla="*/ 6 w 2434"/>
                <a:gd name="T57" fmla="*/ 1376 h 2301"/>
                <a:gd name="T58" fmla="*/ 0 w 2434"/>
                <a:gd name="T59" fmla="*/ 1338 h 2301"/>
                <a:gd name="T60" fmla="*/ 2 w 2434"/>
                <a:gd name="T61" fmla="*/ 1294 h 2301"/>
                <a:gd name="T62" fmla="*/ 9 w 2434"/>
                <a:gd name="T63" fmla="*/ 1249 h 2301"/>
                <a:gd name="T64" fmla="*/ 27 w 2434"/>
                <a:gd name="T65" fmla="*/ 1202 h 2301"/>
                <a:gd name="T66" fmla="*/ 55 w 2434"/>
                <a:gd name="T67" fmla="*/ 1153 h 2301"/>
                <a:gd name="T68" fmla="*/ 93 w 2434"/>
                <a:gd name="T69" fmla="*/ 1102 h 2301"/>
                <a:gd name="T70" fmla="*/ 877 w 2434"/>
                <a:gd name="T71" fmla="*/ 155 h 2301"/>
                <a:gd name="T72" fmla="*/ 881 w 2434"/>
                <a:gd name="T73" fmla="*/ 151 h 2301"/>
                <a:gd name="T74" fmla="*/ 891 w 2434"/>
                <a:gd name="T75" fmla="*/ 142 h 2301"/>
                <a:gd name="T76" fmla="*/ 904 w 2434"/>
                <a:gd name="T77" fmla="*/ 127 h 2301"/>
                <a:gd name="T78" fmla="*/ 925 w 2434"/>
                <a:gd name="T79" fmla="*/ 108 h 2301"/>
                <a:gd name="T80" fmla="*/ 949 w 2434"/>
                <a:gd name="T81" fmla="*/ 87 h 2301"/>
                <a:gd name="T82" fmla="*/ 978 w 2434"/>
                <a:gd name="T83" fmla="*/ 66 h 2301"/>
                <a:gd name="T84" fmla="*/ 1012 w 2434"/>
                <a:gd name="T85" fmla="*/ 46 h 2301"/>
                <a:gd name="T86" fmla="*/ 1049 w 2434"/>
                <a:gd name="T87" fmla="*/ 27 h 2301"/>
                <a:gd name="T88" fmla="*/ 1089 w 2434"/>
                <a:gd name="T89" fmla="*/ 12 h 2301"/>
                <a:gd name="T90" fmla="*/ 1133 w 2434"/>
                <a:gd name="T91" fmla="*/ 2 h 2301"/>
                <a:gd name="T92" fmla="*/ 1178 w 2434"/>
                <a:gd name="T93" fmla="*/ 0 h 2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34" h="2301">
                  <a:moveTo>
                    <a:pt x="1178" y="0"/>
                  </a:moveTo>
                  <a:lnTo>
                    <a:pt x="1227" y="4"/>
                  </a:lnTo>
                  <a:lnTo>
                    <a:pt x="1276" y="19"/>
                  </a:lnTo>
                  <a:lnTo>
                    <a:pt x="1329" y="44"/>
                  </a:lnTo>
                  <a:lnTo>
                    <a:pt x="1382" y="81"/>
                  </a:lnTo>
                  <a:lnTo>
                    <a:pt x="1452" y="140"/>
                  </a:lnTo>
                  <a:lnTo>
                    <a:pt x="1517" y="193"/>
                  </a:lnTo>
                  <a:lnTo>
                    <a:pt x="1575" y="242"/>
                  </a:lnTo>
                  <a:lnTo>
                    <a:pt x="1628" y="286"/>
                  </a:lnTo>
                  <a:lnTo>
                    <a:pt x="1673" y="323"/>
                  </a:lnTo>
                  <a:lnTo>
                    <a:pt x="1713" y="357"/>
                  </a:lnTo>
                  <a:lnTo>
                    <a:pt x="1747" y="384"/>
                  </a:lnTo>
                  <a:lnTo>
                    <a:pt x="1772" y="406"/>
                  </a:lnTo>
                  <a:lnTo>
                    <a:pt x="1791" y="422"/>
                  </a:lnTo>
                  <a:lnTo>
                    <a:pt x="1804" y="431"/>
                  </a:lnTo>
                  <a:lnTo>
                    <a:pt x="1808" y="435"/>
                  </a:lnTo>
                  <a:lnTo>
                    <a:pt x="2434" y="1774"/>
                  </a:lnTo>
                  <a:lnTo>
                    <a:pt x="2004" y="2301"/>
                  </a:lnTo>
                  <a:lnTo>
                    <a:pt x="558" y="1925"/>
                  </a:lnTo>
                  <a:lnTo>
                    <a:pt x="117" y="1559"/>
                  </a:lnTo>
                  <a:lnTo>
                    <a:pt x="113" y="1557"/>
                  </a:lnTo>
                  <a:lnTo>
                    <a:pt x="106" y="1549"/>
                  </a:lnTo>
                  <a:lnTo>
                    <a:pt x="93" y="1536"/>
                  </a:lnTo>
                  <a:lnTo>
                    <a:pt x="78" y="1519"/>
                  </a:lnTo>
                  <a:lnTo>
                    <a:pt x="62" y="1498"/>
                  </a:lnTo>
                  <a:lnTo>
                    <a:pt x="45" y="1474"/>
                  </a:lnTo>
                  <a:lnTo>
                    <a:pt x="28" y="1446"/>
                  </a:lnTo>
                  <a:lnTo>
                    <a:pt x="15" y="1412"/>
                  </a:lnTo>
                  <a:lnTo>
                    <a:pt x="6" y="1376"/>
                  </a:lnTo>
                  <a:lnTo>
                    <a:pt x="0" y="1338"/>
                  </a:lnTo>
                  <a:lnTo>
                    <a:pt x="2" y="1294"/>
                  </a:lnTo>
                  <a:lnTo>
                    <a:pt x="9" y="1249"/>
                  </a:lnTo>
                  <a:lnTo>
                    <a:pt x="27" y="1202"/>
                  </a:lnTo>
                  <a:lnTo>
                    <a:pt x="55" y="1153"/>
                  </a:lnTo>
                  <a:lnTo>
                    <a:pt x="93" y="1102"/>
                  </a:lnTo>
                  <a:lnTo>
                    <a:pt x="877" y="155"/>
                  </a:lnTo>
                  <a:lnTo>
                    <a:pt x="881" y="151"/>
                  </a:lnTo>
                  <a:lnTo>
                    <a:pt x="891" y="142"/>
                  </a:lnTo>
                  <a:lnTo>
                    <a:pt x="904" y="127"/>
                  </a:lnTo>
                  <a:lnTo>
                    <a:pt x="925" y="108"/>
                  </a:lnTo>
                  <a:lnTo>
                    <a:pt x="949" y="87"/>
                  </a:lnTo>
                  <a:lnTo>
                    <a:pt x="978" y="66"/>
                  </a:lnTo>
                  <a:lnTo>
                    <a:pt x="1012" y="46"/>
                  </a:lnTo>
                  <a:lnTo>
                    <a:pt x="1049" y="27"/>
                  </a:lnTo>
                  <a:lnTo>
                    <a:pt x="1089" y="12"/>
                  </a:lnTo>
                  <a:lnTo>
                    <a:pt x="1133" y="2"/>
                  </a:lnTo>
                  <a:lnTo>
                    <a:pt x="1178" y="0"/>
                  </a:lnTo>
                  <a:close/>
                </a:path>
              </a:pathLst>
            </a:custGeom>
            <a:gradFill flip="none" rotWithShape="1">
              <a:gsLst>
                <a:gs pos="0">
                  <a:schemeClr val="bg1"/>
                </a:gs>
                <a:gs pos="93000">
                  <a:schemeClr val="bg1">
                    <a:lumMod val="85000"/>
                  </a:schemeClr>
                </a:gs>
              </a:gsLst>
              <a:lin ang="120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grpSp>
      <p:sp>
        <p:nvSpPr>
          <p:cNvPr id="14" name="Freeform 13"/>
          <p:cNvSpPr>
            <a:spLocks/>
          </p:cNvSpPr>
          <p:nvPr/>
        </p:nvSpPr>
        <p:spPr bwMode="auto">
          <a:xfrm>
            <a:off x="6463871" y="2827321"/>
            <a:ext cx="734046" cy="773037"/>
          </a:xfrm>
          <a:custGeom>
            <a:avLst/>
            <a:gdLst>
              <a:gd name="T0" fmla="*/ 344 w 866"/>
              <a:gd name="T1" fmla="*/ 0 h 912"/>
              <a:gd name="T2" fmla="*/ 371 w 866"/>
              <a:gd name="T3" fmla="*/ 5 h 912"/>
              <a:gd name="T4" fmla="*/ 395 w 866"/>
              <a:gd name="T5" fmla="*/ 18 h 912"/>
              <a:gd name="T6" fmla="*/ 416 w 866"/>
              <a:gd name="T7" fmla="*/ 37 h 912"/>
              <a:gd name="T8" fmla="*/ 842 w 866"/>
              <a:gd name="T9" fmla="*/ 547 h 912"/>
              <a:gd name="T10" fmla="*/ 857 w 866"/>
              <a:gd name="T11" fmla="*/ 572 h 912"/>
              <a:gd name="T12" fmla="*/ 864 w 866"/>
              <a:gd name="T13" fmla="*/ 598 h 912"/>
              <a:gd name="T14" fmla="*/ 866 w 866"/>
              <a:gd name="T15" fmla="*/ 625 h 912"/>
              <a:gd name="T16" fmla="*/ 861 w 866"/>
              <a:gd name="T17" fmla="*/ 651 h 912"/>
              <a:gd name="T18" fmla="*/ 847 w 866"/>
              <a:gd name="T19" fmla="*/ 676 h 912"/>
              <a:gd name="T20" fmla="*/ 828 w 866"/>
              <a:gd name="T21" fmla="*/ 697 h 912"/>
              <a:gd name="T22" fmla="*/ 600 w 866"/>
              <a:gd name="T23" fmla="*/ 887 h 912"/>
              <a:gd name="T24" fmla="*/ 577 w 866"/>
              <a:gd name="T25" fmla="*/ 903 h 912"/>
              <a:gd name="T26" fmla="*/ 550 w 866"/>
              <a:gd name="T27" fmla="*/ 910 h 912"/>
              <a:gd name="T28" fmla="*/ 522 w 866"/>
              <a:gd name="T29" fmla="*/ 912 h 912"/>
              <a:gd name="T30" fmla="*/ 496 w 866"/>
              <a:gd name="T31" fmla="*/ 906 h 912"/>
              <a:gd name="T32" fmla="*/ 471 w 866"/>
              <a:gd name="T33" fmla="*/ 893 h 912"/>
              <a:gd name="T34" fmla="*/ 450 w 866"/>
              <a:gd name="T35" fmla="*/ 874 h 912"/>
              <a:gd name="T36" fmla="*/ 25 w 866"/>
              <a:gd name="T37" fmla="*/ 364 h 912"/>
              <a:gd name="T38" fmla="*/ 10 w 866"/>
              <a:gd name="T39" fmla="*/ 340 h 912"/>
              <a:gd name="T40" fmla="*/ 2 w 866"/>
              <a:gd name="T41" fmla="*/ 313 h 912"/>
              <a:gd name="T42" fmla="*/ 0 w 866"/>
              <a:gd name="T43" fmla="*/ 287 h 912"/>
              <a:gd name="T44" fmla="*/ 6 w 866"/>
              <a:gd name="T45" fmla="*/ 260 h 912"/>
              <a:gd name="T46" fmla="*/ 19 w 866"/>
              <a:gd name="T47" fmla="*/ 236 h 912"/>
              <a:gd name="T48" fmla="*/ 38 w 866"/>
              <a:gd name="T49" fmla="*/ 215 h 912"/>
              <a:gd name="T50" fmla="*/ 267 w 866"/>
              <a:gd name="T51" fmla="*/ 24 h 912"/>
              <a:gd name="T52" fmla="*/ 291 w 866"/>
              <a:gd name="T53" fmla="*/ 9 h 912"/>
              <a:gd name="T54" fmla="*/ 318 w 866"/>
              <a:gd name="T55" fmla="*/ 1 h 912"/>
              <a:gd name="T56" fmla="*/ 344 w 866"/>
              <a:gd name="T57"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2">
                <a:moveTo>
                  <a:pt x="344" y="0"/>
                </a:moveTo>
                <a:lnTo>
                  <a:pt x="371" y="5"/>
                </a:lnTo>
                <a:lnTo>
                  <a:pt x="395" y="18"/>
                </a:lnTo>
                <a:lnTo>
                  <a:pt x="416" y="37"/>
                </a:lnTo>
                <a:lnTo>
                  <a:pt x="842" y="547"/>
                </a:lnTo>
                <a:lnTo>
                  <a:pt x="857" y="572"/>
                </a:lnTo>
                <a:lnTo>
                  <a:pt x="864" y="598"/>
                </a:lnTo>
                <a:lnTo>
                  <a:pt x="866" y="625"/>
                </a:lnTo>
                <a:lnTo>
                  <a:pt x="861" y="651"/>
                </a:lnTo>
                <a:lnTo>
                  <a:pt x="847" y="676"/>
                </a:lnTo>
                <a:lnTo>
                  <a:pt x="828" y="697"/>
                </a:lnTo>
                <a:lnTo>
                  <a:pt x="600" y="887"/>
                </a:lnTo>
                <a:lnTo>
                  <a:pt x="577" y="903"/>
                </a:lnTo>
                <a:lnTo>
                  <a:pt x="550" y="910"/>
                </a:lnTo>
                <a:lnTo>
                  <a:pt x="522" y="912"/>
                </a:lnTo>
                <a:lnTo>
                  <a:pt x="496" y="906"/>
                </a:lnTo>
                <a:lnTo>
                  <a:pt x="471" y="893"/>
                </a:lnTo>
                <a:lnTo>
                  <a:pt x="450" y="874"/>
                </a:lnTo>
                <a:lnTo>
                  <a:pt x="25" y="364"/>
                </a:lnTo>
                <a:lnTo>
                  <a:pt x="10" y="340"/>
                </a:lnTo>
                <a:lnTo>
                  <a:pt x="2" y="313"/>
                </a:lnTo>
                <a:lnTo>
                  <a:pt x="0" y="287"/>
                </a:lnTo>
                <a:lnTo>
                  <a:pt x="6" y="260"/>
                </a:lnTo>
                <a:lnTo>
                  <a:pt x="19" y="236"/>
                </a:lnTo>
                <a:lnTo>
                  <a:pt x="38" y="215"/>
                </a:lnTo>
                <a:lnTo>
                  <a:pt x="267" y="24"/>
                </a:lnTo>
                <a:lnTo>
                  <a:pt x="291" y="9"/>
                </a:lnTo>
                <a:lnTo>
                  <a:pt x="318" y="1"/>
                </a:lnTo>
                <a:lnTo>
                  <a:pt x="344"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15" name="Freeform 14"/>
          <p:cNvSpPr>
            <a:spLocks/>
          </p:cNvSpPr>
          <p:nvPr/>
        </p:nvSpPr>
        <p:spPr bwMode="auto">
          <a:xfrm>
            <a:off x="6728332" y="3605444"/>
            <a:ext cx="545025" cy="783208"/>
          </a:xfrm>
          <a:custGeom>
            <a:avLst/>
            <a:gdLst>
              <a:gd name="T0" fmla="*/ 240 w 643"/>
              <a:gd name="T1" fmla="*/ 0 h 924"/>
              <a:gd name="T2" fmla="*/ 269 w 643"/>
              <a:gd name="T3" fmla="*/ 2 h 924"/>
              <a:gd name="T4" fmla="*/ 560 w 643"/>
              <a:gd name="T5" fmla="*/ 64 h 924"/>
              <a:gd name="T6" fmla="*/ 586 w 643"/>
              <a:gd name="T7" fmla="*/ 73 h 924"/>
              <a:gd name="T8" fmla="*/ 609 w 643"/>
              <a:gd name="T9" fmla="*/ 90 h 924"/>
              <a:gd name="T10" fmla="*/ 626 w 643"/>
              <a:gd name="T11" fmla="*/ 111 h 924"/>
              <a:gd name="T12" fmla="*/ 639 w 643"/>
              <a:gd name="T13" fmla="*/ 136 h 924"/>
              <a:gd name="T14" fmla="*/ 643 w 643"/>
              <a:gd name="T15" fmla="*/ 162 h 924"/>
              <a:gd name="T16" fmla="*/ 641 w 643"/>
              <a:gd name="T17" fmla="*/ 191 h 924"/>
              <a:gd name="T18" fmla="*/ 499 w 643"/>
              <a:gd name="T19" fmla="*/ 839 h 924"/>
              <a:gd name="T20" fmla="*/ 490 w 643"/>
              <a:gd name="T21" fmla="*/ 867 h 924"/>
              <a:gd name="T22" fmla="*/ 475 w 643"/>
              <a:gd name="T23" fmla="*/ 888 h 924"/>
              <a:gd name="T24" fmla="*/ 454 w 643"/>
              <a:gd name="T25" fmla="*/ 907 h 924"/>
              <a:gd name="T26" fmla="*/ 429 w 643"/>
              <a:gd name="T27" fmla="*/ 918 h 924"/>
              <a:gd name="T28" fmla="*/ 403 w 643"/>
              <a:gd name="T29" fmla="*/ 924 h 924"/>
              <a:gd name="T30" fmla="*/ 375 w 643"/>
              <a:gd name="T31" fmla="*/ 920 h 924"/>
              <a:gd name="T32" fmla="*/ 83 w 643"/>
              <a:gd name="T33" fmla="*/ 857 h 924"/>
              <a:gd name="T34" fmla="*/ 57 w 643"/>
              <a:gd name="T35" fmla="*/ 848 h 924"/>
              <a:gd name="T36" fmla="*/ 34 w 643"/>
              <a:gd name="T37" fmla="*/ 831 h 924"/>
              <a:gd name="T38" fmla="*/ 15 w 643"/>
              <a:gd name="T39" fmla="*/ 810 h 924"/>
              <a:gd name="T40" fmla="*/ 4 w 643"/>
              <a:gd name="T41" fmla="*/ 786 h 924"/>
              <a:gd name="T42" fmla="*/ 0 w 643"/>
              <a:gd name="T43" fmla="*/ 759 h 924"/>
              <a:gd name="T44" fmla="*/ 2 w 643"/>
              <a:gd name="T45" fmla="*/ 731 h 924"/>
              <a:gd name="T46" fmla="*/ 142 w 643"/>
              <a:gd name="T47" fmla="*/ 83 h 924"/>
              <a:gd name="T48" fmla="*/ 153 w 643"/>
              <a:gd name="T49" fmla="*/ 56 h 924"/>
              <a:gd name="T50" fmla="*/ 168 w 643"/>
              <a:gd name="T51" fmla="*/ 34 h 924"/>
              <a:gd name="T52" fmla="*/ 189 w 643"/>
              <a:gd name="T53" fmla="*/ 15 h 924"/>
              <a:gd name="T54" fmla="*/ 214 w 643"/>
              <a:gd name="T55" fmla="*/ 4 h 924"/>
              <a:gd name="T56" fmla="*/ 240 w 643"/>
              <a:gd name="T57" fmla="*/ 0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3" h="924">
                <a:moveTo>
                  <a:pt x="240" y="0"/>
                </a:moveTo>
                <a:lnTo>
                  <a:pt x="269" y="2"/>
                </a:lnTo>
                <a:lnTo>
                  <a:pt x="560" y="64"/>
                </a:lnTo>
                <a:lnTo>
                  <a:pt x="586" y="73"/>
                </a:lnTo>
                <a:lnTo>
                  <a:pt x="609" y="90"/>
                </a:lnTo>
                <a:lnTo>
                  <a:pt x="626" y="111"/>
                </a:lnTo>
                <a:lnTo>
                  <a:pt x="639" y="136"/>
                </a:lnTo>
                <a:lnTo>
                  <a:pt x="643" y="162"/>
                </a:lnTo>
                <a:lnTo>
                  <a:pt x="641" y="191"/>
                </a:lnTo>
                <a:lnTo>
                  <a:pt x="499" y="839"/>
                </a:lnTo>
                <a:lnTo>
                  <a:pt x="490" y="867"/>
                </a:lnTo>
                <a:lnTo>
                  <a:pt x="475" y="888"/>
                </a:lnTo>
                <a:lnTo>
                  <a:pt x="454" y="907"/>
                </a:lnTo>
                <a:lnTo>
                  <a:pt x="429" y="918"/>
                </a:lnTo>
                <a:lnTo>
                  <a:pt x="403" y="924"/>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16" name="Freeform 15"/>
          <p:cNvSpPr>
            <a:spLocks/>
          </p:cNvSpPr>
          <p:nvPr/>
        </p:nvSpPr>
        <p:spPr bwMode="auto">
          <a:xfrm>
            <a:off x="6098544" y="4297110"/>
            <a:ext cx="796771" cy="655217"/>
          </a:xfrm>
          <a:custGeom>
            <a:avLst/>
            <a:gdLst>
              <a:gd name="T0" fmla="*/ 709 w 940"/>
              <a:gd name="T1" fmla="*/ 0 h 773"/>
              <a:gd name="T2" fmla="*/ 736 w 940"/>
              <a:gd name="T3" fmla="*/ 6 h 773"/>
              <a:gd name="T4" fmla="*/ 760 w 940"/>
              <a:gd name="T5" fmla="*/ 17 h 773"/>
              <a:gd name="T6" fmla="*/ 781 w 940"/>
              <a:gd name="T7" fmla="*/ 36 h 773"/>
              <a:gd name="T8" fmla="*/ 798 w 940"/>
              <a:gd name="T9" fmla="*/ 58 h 773"/>
              <a:gd name="T10" fmla="*/ 930 w 940"/>
              <a:gd name="T11" fmla="*/ 325 h 773"/>
              <a:gd name="T12" fmla="*/ 938 w 940"/>
              <a:gd name="T13" fmla="*/ 351 h 773"/>
              <a:gd name="T14" fmla="*/ 940 w 940"/>
              <a:gd name="T15" fmla="*/ 380 h 773"/>
              <a:gd name="T16" fmla="*/ 934 w 940"/>
              <a:gd name="T17" fmla="*/ 406 h 773"/>
              <a:gd name="T18" fmla="*/ 923 w 940"/>
              <a:gd name="T19" fmla="*/ 431 h 773"/>
              <a:gd name="T20" fmla="*/ 906 w 940"/>
              <a:gd name="T21" fmla="*/ 451 h 773"/>
              <a:gd name="T22" fmla="*/ 881 w 940"/>
              <a:gd name="T23" fmla="*/ 468 h 773"/>
              <a:gd name="T24" fmla="*/ 286 w 940"/>
              <a:gd name="T25" fmla="*/ 763 h 773"/>
              <a:gd name="T26" fmla="*/ 259 w 940"/>
              <a:gd name="T27" fmla="*/ 771 h 773"/>
              <a:gd name="T28" fmla="*/ 233 w 940"/>
              <a:gd name="T29" fmla="*/ 773 h 773"/>
              <a:gd name="T30" fmla="*/ 204 w 940"/>
              <a:gd name="T31" fmla="*/ 769 h 773"/>
              <a:gd name="T32" fmla="*/ 182 w 940"/>
              <a:gd name="T33" fmla="*/ 756 h 773"/>
              <a:gd name="T34" fmla="*/ 159 w 940"/>
              <a:gd name="T35" fmla="*/ 739 h 773"/>
              <a:gd name="T36" fmla="*/ 144 w 940"/>
              <a:gd name="T37" fmla="*/ 714 h 773"/>
              <a:gd name="T38" fmla="*/ 11 w 940"/>
              <a:gd name="T39" fmla="*/ 448 h 773"/>
              <a:gd name="T40" fmla="*/ 2 w 940"/>
              <a:gd name="T41" fmla="*/ 421 h 773"/>
              <a:gd name="T42" fmla="*/ 0 w 940"/>
              <a:gd name="T43" fmla="*/ 393 h 773"/>
              <a:gd name="T44" fmla="*/ 6 w 940"/>
              <a:gd name="T45" fmla="*/ 366 h 773"/>
              <a:gd name="T46" fmla="*/ 19 w 940"/>
              <a:gd name="T47" fmla="*/ 342 h 773"/>
              <a:gd name="T48" fmla="*/ 36 w 940"/>
              <a:gd name="T49" fmla="*/ 321 h 773"/>
              <a:gd name="T50" fmla="*/ 59 w 940"/>
              <a:gd name="T51" fmla="*/ 306 h 773"/>
              <a:gd name="T52" fmla="*/ 654 w 940"/>
              <a:gd name="T53" fmla="*/ 11 h 773"/>
              <a:gd name="T54" fmla="*/ 681 w 940"/>
              <a:gd name="T55" fmla="*/ 2 h 773"/>
              <a:gd name="T56" fmla="*/ 709 w 940"/>
              <a:gd name="T57" fmla="*/ 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73">
                <a:moveTo>
                  <a:pt x="709" y="0"/>
                </a:moveTo>
                <a:lnTo>
                  <a:pt x="736" y="6"/>
                </a:lnTo>
                <a:lnTo>
                  <a:pt x="760" y="17"/>
                </a:lnTo>
                <a:lnTo>
                  <a:pt x="781" y="36"/>
                </a:lnTo>
                <a:lnTo>
                  <a:pt x="798" y="58"/>
                </a:lnTo>
                <a:lnTo>
                  <a:pt x="930" y="325"/>
                </a:lnTo>
                <a:lnTo>
                  <a:pt x="938" y="351"/>
                </a:lnTo>
                <a:lnTo>
                  <a:pt x="940" y="380"/>
                </a:lnTo>
                <a:lnTo>
                  <a:pt x="934" y="406"/>
                </a:lnTo>
                <a:lnTo>
                  <a:pt x="923" y="431"/>
                </a:lnTo>
                <a:lnTo>
                  <a:pt x="906" y="451"/>
                </a:lnTo>
                <a:lnTo>
                  <a:pt x="881" y="468"/>
                </a:lnTo>
                <a:lnTo>
                  <a:pt x="286" y="763"/>
                </a:lnTo>
                <a:lnTo>
                  <a:pt x="259" y="771"/>
                </a:lnTo>
                <a:lnTo>
                  <a:pt x="233" y="773"/>
                </a:lnTo>
                <a:lnTo>
                  <a:pt x="204" y="769"/>
                </a:lnTo>
                <a:lnTo>
                  <a:pt x="182" y="756"/>
                </a:lnTo>
                <a:lnTo>
                  <a:pt x="159" y="739"/>
                </a:lnTo>
                <a:lnTo>
                  <a:pt x="144" y="714"/>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17" name="Freeform 16"/>
          <p:cNvSpPr>
            <a:spLocks/>
          </p:cNvSpPr>
          <p:nvPr/>
        </p:nvSpPr>
        <p:spPr bwMode="auto">
          <a:xfrm>
            <a:off x="5300077" y="4313216"/>
            <a:ext cx="796771" cy="651827"/>
          </a:xfrm>
          <a:custGeom>
            <a:avLst/>
            <a:gdLst>
              <a:gd name="T0" fmla="*/ 227 w 940"/>
              <a:gd name="T1" fmla="*/ 0 h 769"/>
              <a:gd name="T2" fmla="*/ 256 w 940"/>
              <a:gd name="T3" fmla="*/ 2 h 769"/>
              <a:gd name="T4" fmla="*/ 282 w 940"/>
              <a:gd name="T5" fmla="*/ 9 h 769"/>
              <a:gd name="T6" fmla="*/ 880 w 940"/>
              <a:gd name="T7" fmla="*/ 300 h 769"/>
              <a:gd name="T8" fmla="*/ 904 w 940"/>
              <a:gd name="T9" fmla="*/ 315 h 769"/>
              <a:gd name="T10" fmla="*/ 921 w 940"/>
              <a:gd name="T11" fmla="*/ 336 h 769"/>
              <a:gd name="T12" fmla="*/ 934 w 940"/>
              <a:gd name="T13" fmla="*/ 361 h 769"/>
              <a:gd name="T14" fmla="*/ 940 w 940"/>
              <a:gd name="T15" fmla="*/ 387 h 769"/>
              <a:gd name="T16" fmla="*/ 938 w 940"/>
              <a:gd name="T17" fmla="*/ 415 h 769"/>
              <a:gd name="T18" fmla="*/ 929 w 940"/>
              <a:gd name="T19" fmla="*/ 442 h 769"/>
              <a:gd name="T20" fmla="*/ 798 w 940"/>
              <a:gd name="T21" fmla="*/ 708 h 769"/>
              <a:gd name="T22" fmla="*/ 783 w 940"/>
              <a:gd name="T23" fmla="*/ 733 h 769"/>
              <a:gd name="T24" fmla="*/ 762 w 940"/>
              <a:gd name="T25" fmla="*/ 752 h 769"/>
              <a:gd name="T26" fmla="*/ 738 w 940"/>
              <a:gd name="T27" fmla="*/ 763 h 769"/>
              <a:gd name="T28" fmla="*/ 711 w 940"/>
              <a:gd name="T29" fmla="*/ 769 h 769"/>
              <a:gd name="T30" fmla="*/ 685 w 940"/>
              <a:gd name="T31" fmla="*/ 767 h 769"/>
              <a:gd name="T32" fmla="*/ 657 w 940"/>
              <a:gd name="T33" fmla="*/ 757 h 769"/>
              <a:gd name="T34" fmla="*/ 59 w 940"/>
              <a:gd name="T35" fmla="*/ 468 h 769"/>
              <a:gd name="T36" fmla="*/ 36 w 940"/>
              <a:gd name="T37" fmla="*/ 453 h 769"/>
              <a:gd name="T38" fmla="*/ 17 w 940"/>
              <a:gd name="T39" fmla="*/ 432 h 769"/>
              <a:gd name="T40" fmla="*/ 6 w 940"/>
              <a:gd name="T41" fmla="*/ 408 h 769"/>
              <a:gd name="T42" fmla="*/ 0 w 940"/>
              <a:gd name="T43" fmla="*/ 381 h 769"/>
              <a:gd name="T44" fmla="*/ 2 w 940"/>
              <a:gd name="T45" fmla="*/ 353 h 769"/>
              <a:gd name="T46" fmla="*/ 10 w 940"/>
              <a:gd name="T47" fmla="*/ 327 h 769"/>
              <a:gd name="T48" fmla="*/ 140 w 940"/>
              <a:gd name="T49" fmla="*/ 58 h 769"/>
              <a:gd name="T50" fmla="*/ 155 w 940"/>
              <a:gd name="T51" fmla="*/ 36 h 769"/>
              <a:gd name="T52" fmla="*/ 176 w 940"/>
              <a:gd name="T53" fmla="*/ 17 h 769"/>
              <a:gd name="T54" fmla="*/ 201 w 940"/>
              <a:gd name="T55" fmla="*/ 5 h 769"/>
              <a:gd name="T56" fmla="*/ 227 w 940"/>
              <a:gd name="T57" fmla="*/ 0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69">
                <a:moveTo>
                  <a:pt x="227" y="0"/>
                </a:moveTo>
                <a:lnTo>
                  <a:pt x="256" y="2"/>
                </a:lnTo>
                <a:lnTo>
                  <a:pt x="282" y="9"/>
                </a:lnTo>
                <a:lnTo>
                  <a:pt x="880" y="300"/>
                </a:lnTo>
                <a:lnTo>
                  <a:pt x="904" y="315"/>
                </a:lnTo>
                <a:lnTo>
                  <a:pt x="921" y="336"/>
                </a:lnTo>
                <a:lnTo>
                  <a:pt x="934" y="361"/>
                </a:lnTo>
                <a:lnTo>
                  <a:pt x="940" y="387"/>
                </a:lnTo>
                <a:lnTo>
                  <a:pt x="938" y="415"/>
                </a:lnTo>
                <a:lnTo>
                  <a:pt x="929" y="442"/>
                </a:lnTo>
                <a:lnTo>
                  <a:pt x="798" y="708"/>
                </a:lnTo>
                <a:lnTo>
                  <a:pt x="783" y="733"/>
                </a:lnTo>
                <a:lnTo>
                  <a:pt x="762" y="752"/>
                </a:lnTo>
                <a:lnTo>
                  <a:pt x="738" y="763"/>
                </a:lnTo>
                <a:lnTo>
                  <a:pt x="711" y="769"/>
                </a:lnTo>
                <a:lnTo>
                  <a:pt x="685" y="767"/>
                </a:lnTo>
                <a:lnTo>
                  <a:pt x="657" y="757"/>
                </a:lnTo>
                <a:lnTo>
                  <a:pt x="59" y="468"/>
                </a:lnTo>
                <a:lnTo>
                  <a:pt x="36" y="453"/>
                </a:lnTo>
                <a:lnTo>
                  <a:pt x="17" y="432"/>
                </a:lnTo>
                <a:lnTo>
                  <a:pt x="6" y="408"/>
                </a:lnTo>
                <a:lnTo>
                  <a:pt x="0" y="381"/>
                </a:lnTo>
                <a:lnTo>
                  <a:pt x="2" y="353"/>
                </a:lnTo>
                <a:lnTo>
                  <a:pt x="10" y="327"/>
                </a:lnTo>
                <a:lnTo>
                  <a:pt x="140" y="58"/>
                </a:lnTo>
                <a:lnTo>
                  <a:pt x="155" y="36"/>
                </a:lnTo>
                <a:lnTo>
                  <a:pt x="176" y="17"/>
                </a:lnTo>
                <a:lnTo>
                  <a:pt x="201" y="5"/>
                </a:lnTo>
                <a:lnTo>
                  <a:pt x="227"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18" name="Freeform 17"/>
          <p:cNvSpPr>
            <a:spLocks/>
          </p:cNvSpPr>
          <p:nvPr/>
        </p:nvSpPr>
        <p:spPr bwMode="auto">
          <a:xfrm>
            <a:off x="4909320" y="3635960"/>
            <a:ext cx="543330" cy="782361"/>
          </a:xfrm>
          <a:custGeom>
            <a:avLst/>
            <a:gdLst>
              <a:gd name="T0" fmla="*/ 403 w 641"/>
              <a:gd name="T1" fmla="*/ 0 h 923"/>
              <a:gd name="T2" fmla="*/ 431 w 641"/>
              <a:gd name="T3" fmla="*/ 5 h 923"/>
              <a:gd name="T4" fmla="*/ 456 w 641"/>
              <a:gd name="T5" fmla="*/ 17 h 923"/>
              <a:gd name="T6" fmla="*/ 477 w 641"/>
              <a:gd name="T7" fmla="*/ 34 h 923"/>
              <a:gd name="T8" fmla="*/ 492 w 641"/>
              <a:gd name="T9" fmla="*/ 56 h 923"/>
              <a:gd name="T10" fmla="*/ 501 w 641"/>
              <a:gd name="T11" fmla="*/ 83 h 923"/>
              <a:gd name="T12" fmla="*/ 639 w 641"/>
              <a:gd name="T13" fmla="*/ 733 h 923"/>
              <a:gd name="T14" fmla="*/ 641 w 641"/>
              <a:gd name="T15" fmla="*/ 761 h 923"/>
              <a:gd name="T16" fmla="*/ 635 w 641"/>
              <a:gd name="T17" fmla="*/ 787 h 923"/>
              <a:gd name="T18" fmla="*/ 624 w 641"/>
              <a:gd name="T19" fmla="*/ 812 h 923"/>
              <a:gd name="T20" fmla="*/ 607 w 641"/>
              <a:gd name="T21" fmla="*/ 833 h 923"/>
              <a:gd name="T22" fmla="*/ 584 w 641"/>
              <a:gd name="T23" fmla="*/ 850 h 923"/>
              <a:gd name="T24" fmla="*/ 558 w 641"/>
              <a:gd name="T25" fmla="*/ 859 h 923"/>
              <a:gd name="T26" fmla="*/ 267 w 641"/>
              <a:gd name="T27" fmla="*/ 922 h 923"/>
              <a:gd name="T28" fmla="*/ 238 w 641"/>
              <a:gd name="T29" fmla="*/ 923 h 923"/>
              <a:gd name="T30" fmla="*/ 210 w 641"/>
              <a:gd name="T31" fmla="*/ 918 h 923"/>
              <a:gd name="T32" fmla="*/ 185 w 641"/>
              <a:gd name="T33" fmla="*/ 906 h 923"/>
              <a:gd name="T34" fmla="*/ 165 w 641"/>
              <a:gd name="T35" fmla="*/ 888 h 923"/>
              <a:gd name="T36" fmla="*/ 149 w 641"/>
              <a:gd name="T37" fmla="*/ 865 h 923"/>
              <a:gd name="T38" fmla="*/ 140 w 641"/>
              <a:gd name="T39" fmla="*/ 838 h 923"/>
              <a:gd name="T40" fmla="*/ 2 w 641"/>
              <a:gd name="T41" fmla="*/ 189 h 923"/>
              <a:gd name="T42" fmla="*/ 0 w 641"/>
              <a:gd name="T43" fmla="*/ 160 h 923"/>
              <a:gd name="T44" fmla="*/ 6 w 641"/>
              <a:gd name="T45" fmla="*/ 134 h 923"/>
              <a:gd name="T46" fmla="*/ 17 w 641"/>
              <a:gd name="T47" fmla="*/ 109 h 923"/>
              <a:gd name="T48" fmla="*/ 34 w 641"/>
              <a:gd name="T49" fmla="*/ 88 h 923"/>
              <a:gd name="T50" fmla="*/ 57 w 641"/>
              <a:gd name="T51" fmla="*/ 73 h 923"/>
              <a:gd name="T52" fmla="*/ 85 w 641"/>
              <a:gd name="T53" fmla="*/ 64 h 923"/>
              <a:gd name="T54" fmla="*/ 374 w 641"/>
              <a:gd name="T55" fmla="*/ 2 h 923"/>
              <a:gd name="T56" fmla="*/ 403 w 641"/>
              <a:gd name="T57" fmla="*/ 0 h 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1" h="923">
                <a:moveTo>
                  <a:pt x="403" y="0"/>
                </a:moveTo>
                <a:lnTo>
                  <a:pt x="431" y="5"/>
                </a:lnTo>
                <a:lnTo>
                  <a:pt x="456" y="17"/>
                </a:lnTo>
                <a:lnTo>
                  <a:pt x="477" y="34"/>
                </a:lnTo>
                <a:lnTo>
                  <a:pt x="492" y="56"/>
                </a:lnTo>
                <a:lnTo>
                  <a:pt x="501" y="83"/>
                </a:lnTo>
                <a:lnTo>
                  <a:pt x="639" y="733"/>
                </a:lnTo>
                <a:lnTo>
                  <a:pt x="641" y="761"/>
                </a:lnTo>
                <a:lnTo>
                  <a:pt x="635" y="787"/>
                </a:lnTo>
                <a:lnTo>
                  <a:pt x="624" y="812"/>
                </a:lnTo>
                <a:lnTo>
                  <a:pt x="607" y="833"/>
                </a:lnTo>
                <a:lnTo>
                  <a:pt x="584" y="850"/>
                </a:lnTo>
                <a:lnTo>
                  <a:pt x="558" y="859"/>
                </a:lnTo>
                <a:lnTo>
                  <a:pt x="267" y="922"/>
                </a:lnTo>
                <a:lnTo>
                  <a:pt x="238" y="923"/>
                </a:lnTo>
                <a:lnTo>
                  <a:pt x="210" y="918"/>
                </a:lnTo>
                <a:lnTo>
                  <a:pt x="185" y="906"/>
                </a:lnTo>
                <a:lnTo>
                  <a:pt x="165" y="888"/>
                </a:lnTo>
                <a:lnTo>
                  <a:pt x="149" y="865"/>
                </a:lnTo>
                <a:lnTo>
                  <a:pt x="140" y="838"/>
                </a:lnTo>
                <a:lnTo>
                  <a:pt x="2" y="189"/>
                </a:lnTo>
                <a:lnTo>
                  <a:pt x="0" y="160"/>
                </a:lnTo>
                <a:lnTo>
                  <a:pt x="6" y="134"/>
                </a:lnTo>
                <a:lnTo>
                  <a:pt x="17" y="109"/>
                </a:lnTo>
                <a:lnTo>
                  <a:pt x="34" y="88"/>
                </a:lnTo>
                <a:lnTo>
                  <a:pt x="57" y="73"/>
                </a:lnTo>
                <a:lnTo>
                  <a:pt x="85" y="64"/>
                </a:lnTo>
                <a:lnTo>
                  <a:pt x="374" y="2"/>
                </a:lnTo>
                <a:lnTo>
                  <a:pt x="403" y="0"/>
                </a:lnTo>
                <a:close/>
              </a:path>
            </a:pathLst>
          </a:custGeom>
          <a:solidFill>
            <a:schemeClr val="accent5"/>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19" name="Freeform 18"/>
          <p:cNvSpPr>
            <a:spLocks/>
          </p:cNvSpPr>
          <p:nvPr/>
        </p:nvSpPr>
        <p:spPr bwMode="auto">
          <a:xfrm>
            <a:off x="4984759" y="2844274"/>
            <a:ext cx="734046" cy="773885"/>
          </a:xfrm>
          <a:custGeom>
            <a:avLst/>
            <a:gdLst>
              <a:gd name="T0" fmla="*/ 520 w 866"/>
              <a:gd name="T1" fmla="*/ 0 h 913"/>
              <a:gd name="T2" fmla="*/ 548 w 866"/>
              <a:gd name="T3" fmla="*/ 0 h 913"/>
              <a:gd name="T4" fmla="*/ 575 w 866"/>
              <a:gd name="T5" fmla="*/ 10 h 913"/>
              <a:gd name="T6" fmla="*/ 599 w 866"/>
              <a:gd name="T7" fmla="*/ 25 h 913"/>
              <a:gd name="T8" fmla="*/ 828 w 866"/>
              <a:gd name="T9" fmla="*/ 214 h 913"/>
              <a:gd name="T10" fmla="*/ 847 w 866"/>
              <a:gd name="T11" fmla="*/ 235 h 913"/>
              <a:gd name="T12" fmla="*/ 860 w 866"/>
              <a:gd name="T13" fmla="*/ 259 h 913"/>
              <a:gd name="T14" fmla="*/ 866 w 866"/>
              <a:gd name="T15" fmla="*/ 286 h 913"/>
              <a:gd name="T16" fmla="*/ 864 w 866"/>
              <a:gd name="T17" fmla="*/ 314 h 913"/>
              <a:gd name="T18" fmla="*/ 856 w 866"/>
              <a:gd name="T19" fmla="*/ 340 h 913"/>
              <a:gd name="T20" fmla="*/ 841 w 866"/>
              <a:gd name="T21" fmla="*/ 363 h 913"/>
              <a:gd name="T22" fmla="*/ 416 w 866"/>
              <a:gd name="T23" fmla="*/ 875 h 913"/>
              <a:gd name="T24" fmla="*/ 395 w 866"/>
              <a:gd name="T25" fmla="*/ 894 h 913"/>
              <a:gd name="T26" fmla="*/ 371 w 866"/>
              <a:gd name="T27" fmla="*/ 907 h 913"/>
              <a:gd name="T28" fmla="*/ 344 w 866"/>
              <a:gd name="T29" fmla="*/ 913 h 913"/>
              <a:gd name="T30" fmla="*/ 318 w 866"/>
              <a:gd name="T31" fmla="*/ 911 h 913"/>
              <a:gd name="T32" fmla="*/ 291 w 866"/>
              <a:gd name="T33" fmla="*/ 903 h 913"/>
              <a:gd name="T34" fmla="*/ 267 w 866"/>
              <a:gd name="T35" fmla="*/ 888 h 913"/>
              <a:gd name="T36" fmla="*/ 38 w 866"/>
              <a:gd name="T37" fmla="*/ 697 h 913"/>
              <a:gd name="T38" fmla="*/ 19 w 866"/>
              <a:gd name="T39" fmla="*/ 677 h 913"/>
              <a:gd name="T40" fmla="*/ 6 w 866"/>
              <a:gd name="T41" fmla="*/ 652 h 913"/>
              <a:gd name="T42" fmla="*/ 0 w 866"/>
              <a:gd name="T43" fmla="*/ 626 h 913"/>
              <a:gd name="T44" fmla="*/ 2 w 866"/>
              <a:gd name="T45" fmla="*/ 599 h 913"/>
              <a:gd name="T46" fmla="*/ 9 w 866"/>
              <a:gd name="T47" fmla="*/ 573 h 913"/>
              <a:gd name="T48" fmla="*/ 24 w 866"/>
              <a:gd name="T49" fmla="*/ 548 h 913"/>
              <a:gd name="T50" fmla="*/ 448 w 866"/>
              <a:gd name="T51" fmla="*/ 38 h 913"/>
              <a:gd name="T52" fmla="*/ 469 w 866"/>
              <a:gd name="T53" fmla="*/ 19 h 913"/>
              <a:gd name="T54" fmla="*/ 493 w 866"/>
              <a:gd name="T55" fmla="*/ 6 h 913"/>
              <a:gd name="T56" fmla="*/ 520 w 866"/>
              <a:gd name="T57"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3">
                <a:moveTo>
                  <a:pt x="520" y="0"/>
                </a:moveTo>
                <a:lnTo>
                  <a:pt x="548" y="0"/>
                </a:lnTo>
                <a:lnTo>
                  <a:pt x="575" y="10"/>
                </a:lnTo>
                <a:lnTo>
                  <a:pt x="599" y="25"/>
                </a:lnTo>
                <a:lnTo>
                  <a:pt x="828" y="214"/>
                </a:lnTo>
                <a:lnTo>
                  <a:pt x="847" y="235"/>
                </a:lnTo>
                <a:lnTo>
                  <a:pt x="860" y="259"/>
                </a:lnTo>
                <a:lnTo>
                  <a:pt x="866" y="286"/>
                </a:lnTo>
                <a:lnTo>
                  <a:pt x="864" y="314"/>
                </a:lnTo>
                <a:lnTo>
                  <a:pt x="856" y="340"/>
                </a:lnTo>
                <a:lnTo>
                  <a:pt x="841" y="363"/>
                </a:lnTo>
                <a:lnTo>
                  <a:pt x="416" y="875"/>
                </a:lnTo>
                <a:lnTo>
                  <a:pt x="395" y="894"/>
                </a:lnTo>
                <a:lnTo>
                  <a:pt x="371" y="907"/>
                </a:lnTo>
                <a:lnTo>
                  <a:pt x="344" y="913"/>
                </a:lnTo>
                <a:lnTo>
                  <a:pt x="318" y="911"/>
                </a:lnTo>
                <a:lnTo>
                  <a:pt x="291" y="903"/>
                </a:lnTo>
                <a:lnTo>
                  <a:pt x="267" y="888"/>
                </a:lnTo>
                <a:lnTo>
                  <a:pt x="38" y="697"/>
                </a:lnTo>
                <a:lnTo>
                  <a:pt x="19" y="677"/>
                </a:lnTo>
                <a:lnTo>
                  <a:pt x="6" y="652"/>
                </a:lnTo>
                <a:lnTo>
                  <a:pt x="0" y="626"/>
                </a:lnTo>
                <a:lnTo>
                  <a:pt x="2" y="599"/>
                </a:lnTo>
                <a:lnTo>
                  <a:pt x="9" y="573"/>
                </a:lnTo>
                <a:lnTo>
                  <a:pt x="24" y="548"/>
                </a:lnTo>
                <a:lnTo>
                  <a:pt x="448" y="38"/>
                </a:lnTo>
                <a:lnTo>
                  <a:pt x="469" y="19"/>
                </a:lnTo>
                <a:lnTo>
                  <a:pt x="493" y="6"/>
                </a:lnTo>
                <a:lnTo>
                  <a:pt x="520"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20" name="Freeform 19"/>
          <p:cNvSpPr>
            <a:spLocks/>
          </p:cNvSpPr>
          <p:nvPr/>
        </p:nvSpPr>
        <p:spPr bwMode="auto">
          <a:xfrm>
            <a:off x="5712024" y="2629824"/>
            <a:ext cx="744218" cy="432291"/>
          </a:xfrm>
          <a:custGeom>
            <a:avLst/>
            <a:gdLst>
              <a:gd name="T0" fmla="*/ 106 w 878"/>
              <a:gd name="T1" fmla="*/ 0 h 510"/>
              <a:gd name="T2" fmla="*/ 772 w 878"/>
              <a:gd name="T3" fmla="*/ 0 h 510"/>
              <a:gd name="T4" fmla="*/ 804 w 878"/>
              <a:gd name="T5" fmla="*/ 6 h 510"/>
              <a:gd name="T6" fmla="*/ 834 w 878"/>
              <a:gd name="T7" fmla="*/ 21 h 510"/>
              <a:gd name="T8" fmla="*/ 857 w 878"/>
              <a:gd name="T9" fmla="*/ 44 h 510"/>
              <a:gd name="T10" fmla="*/ 872 w 878"/>
              <a:gd name="T11" fmla="*/ 74 h 510"/>
              <a:gd name="T12" fmla="*/ 878 w 878"/>
              <a:gd name="T13" fmla="*/ 106 h 510"/>
              <a:gd name="T14" fmla="*/ 878 w 878"/>
              <a:gd name="T15" fmla="*/ 404 h 510"/>
              <a:gd name="T16" fmla="*/ 872 w 878"/>
              <a:gd name="T17" fmla="*/ 437 h 510"/>
              <a:gd name="T18" fmla="*/ 857 w 878"/>
              <a:gd name="T19" fmla="*/ 467 h 510"/>
              <a:gd name="T20" fmla="*/ 834 w 878"/>
              <a:gd name="T21" fmla="*/ 489 h 510"/>
              <a:gd name="T22" fmla="*/ 804 w 878"/>
              <a:gd name="T23" fmla="*/ 505 h 510"/>
              <a:gd name="T24" fmla="*/ 772 w 878"/>
              <a:gd name="T25" fmla="*/ 510 h 510"/>
              <a:gd name="T26" fmla="*/ 106 w 878"/>
              <a:gd name="T27" fmla="*/ 510 h 510"/>
              <a:gd name="T28" fmla="*/ 74 w 878"/>
              <a:gd name="T29" fmla="*/ 505 h 510"/>
              <a:gd name="T30" fmla="*/ 44 w 878"/>
              <a:gd name="T31" fmla="*/ 489 h 510"/>
              <a:gd name="T32" fmla="*/ 21 w 878"/>
              <a:gd name="T33" fmla="*/ 467 h 510"/>
              <a:gd name="T34" fmla="*/ 6 w 878"/>
              <a:gd name="T35" fmla="*/ 437 h 510"/>
              <a:gd name="T36" fmla="*/ 0 w 878"/>
              <a:gd name="T37" fmla="*/ 404 h 510"/>
              <a:gd name="T38" fmla="*/ 0 w 878"/>
              <a:gd name="T39" fmla="*/ 106 h 510"/>
              <a:gd name="T40" fmla="*/ 6 w 878"/>
              <a:gd name="T41" fmla="*/ 74 h 510"/>
              <a:gd name="T42" fmla="*/ 21 w 878"/>
              <a:gd name="T43" fmla="*/ 44 h 510"/>
              <a:gd name="T44" fmla="*/ 44 w 878"/>
              <a:gd name="T45" fmla="*/ 21 h 510"/>
              <a:gd name="T46" fmla="*/ 74 w 878"/>
              <a:gd name="T47" fmla="*/ 6 h 510"/>
              <a:gd name="T48" fmla="*/ 106 w 878"/>
              <a:gd name="T49"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510">
                <a:moveTo>
                  <a:pt x="106" y="0"/>
                </a:moveTo>
                <a:lnTo>
                  <a:pt x="772" y="0"/>
                </a:lnTo>
                <a:lnTo>
                  <a:pt x="804" y="6"/>
                </a:lnTo>
                <a:lnTo>
                  <a:pt x="834" y="21"/>
                </a:lnTo>
                <a:lnTo>
                  <a:pt x="857" y="44"/>
                </a:lnTo>
                <a:lnTo>
                  <a:pt x="872" y="74"/>
                </a:lnTo>
                <a:lnTo>
                  <a:pt x="878" y="106"/>
                </a:lnTo>
                <a:lnTo>
                  <a:pt x="878" y="404"/>
                </a:lnTo>
                <a:lnTo>
                  <a:pt x="872" y="437"/>
                </a:lnTo>
                <a:lnTo>
                  <a:pt x="857" y="467"/>
                </a:lnTo>
                <a:lnTo>
                  <a:pt x="834" y="489"/>
                </a:lnTo>
                <a:lnTo>
                  <a:pt x="804" y="505"/>
                </a:lnTo>
                <a:lnTo>
                  <a:pt x="772" y="510"/>
                </a:lnTo>
                <a:lnTo>
                  <a:pt x="106" y="510"/>
                </a:lnTo>
                <a:lnTo>
                  <a:pt x="74" y="505"/>
                </a:lnTo>
                <a:lnTo>
                  <a:pt x="44" y="489"/>
                </a:lnTo>
                <a:lnTo>
                  <a:pt x="21" y="467"/>
                </a:lnTo>
                <a:lnTo>
                  <a:pt x="6" y="437"/>
                </a:lnTo>
                <a:lnTo>
                  <a:pt x="0" y="404"/>
                </a:lnTo>
                <a:lnTo>
                  <a:pt x="0" y="106"/>
                </a:lnTo>
                <a:lnTo>
                  <a:pt x="6" y="74"/>
                </a:lnTo>
                <a:lnTo>
                  <a:pt x="21" y="44"/>
                </a:lnTo>
                <a:lnTo>
                  <a:pt x="44" y="21"/>
                </a:lnTo>
                <a:lnTo>
                  <a:pt x="74" y="6"/>
                </a:lnTo>
                <a:lnTo>
                  <a:pt x="106"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21" name="Freeform 20"/>
          <p:cNvSpPr>
            <a:spLocks/>
          </p:cNvSpPr>
          <p:nvPr/>
        </p:nvSpPr>
        <p:spPr bwMode="auto">
          <a:xfrm>
            <a:off x="6463871" y="2926495"/>
            <a:ext cx="703532" cy="673865"/>
          </a:xfrm>
          <a:custGeom>
            <a:avLst/>
            <a:gdLst>
              <a:gd name="T0" fmla="*/ 155 w 830"/>
              <a:gd name="T1" fmla="*/ 0 h 795"/>
              <a:gd name="T2" fmla="*/ 136 w 830"/>
              <a:gd name="T3" fmla="*/ 20 h 795"/>
              <a:gd name="T4" fmla="*/ 125 w 830"/>
              <a:gd name="T5" fmla="*/ 45 h 795"/>
              <a:gd name="T6" fmla="*/ 119 w 830"/>
              <a:gd name="T7" fmla="*/ 71 h 795"/>
              <a:gd name="T8" fmla="*/ 121 w 830"/>
              <a:gd name="T9" fmla="*/ 98 h 795"/>
              <a:gd name="T10" fmla="*/ 129 w 830"/>
              <a:gd name="T11" fmla="*/ 124 h 795"/>
              <a:gd name="T12" fmla="*/ 144 w 830"/>
              <a:gd name="T13" fmla="*/ 149 h 795"/>
              <a:gd name="T14" fmla="*/ 569 w 830"/>
              <a:gd name="T15" fmla="*/ 657 h 795"/>
              <a:gd name="T16" fmla="*/ 590 w 830"/>
              <a:gd name="T17" fmla="*/ 678 h 795"/>
              <a:gd name="T18" fmla="*/ 615 w 830"/>
              <a:gd name="T19" fmla="*/ 689 h 795"/>
              <a:gd name="T20" fmla="*/ 641 w 830"/>
              <a:gd name="T21" fmla="*/ 695 h 795"/>
              <a:gd name="T22" fmla="*/ 668 w 830"/>
              <a:gd name="T23" fmla="*/ 695 h 795"/>
              <a:gd name="T24" fmla="*/ 694 w 830"/>
              <a:gd name="T25" fmla="*/ 687 h 795"/>
              <a:gd name="T26" fmla="*/ 719 w 830"/>
              <a:gd name="T27" fmla="*/ 672 h 795"/>
              <a:gd name="T28" fmla="*/ 830 w 830"/>
              <a:gd name="T29" fmla="*/ 578 h 795"/>
              <a:gd name="T30" fmla="*/ 828 w 830"/>
              <a:gd name="T31" fmla="*/ 580 h 795"/>
              <a:gd name="T32" fmla="*/ 600 w 830"/>
              <a:gd name="T33" fmla="*/ 770 h 795"/>
              <a:gd name="T34" fmla="*/ 577 w 830"/>
              <a:gd name="T35" fmla="*/ 786 h 795"/>
              <a:gd name="T36" fmla="*/ 550 w 830"/>
              <a:gd name="T37" fmla="*/ 793 h 795"/>
              <a:gd name="T38" fmla="*/ 522 w 830"/>
              <a:gd name="T39" fmla="*/ 795 h 795"/>
              <a:gd name="T40" fmla="*/ 496 w 830"/>
              <a:gd name="T41" fmla="*/ 789 h 795"/>
              <a:gd name="T42" fmla="*/ 471 w 830"/>
              <a:gd name="T43" fmla="*/ 776 h 795"/>
              <a:gd name="T44" fmla="*/ 450 w 830"/>
              <a:gd name="T45" fmla="*/ 757 h 795"/>
              <a:gd name="T46" fmla="*/ 25 w 830"/>
              <a:gd name="T47" fmla="*/ 247 h 795"/>
              <a:gd name="T48" fmla="*/ 10 w 830"/>
              <a:gd name="T49" fmla="*/ 223 h 795"/>
              <a:gd name="T50" fmla="*/ 2 w 830"/>
              <a:gd name="T51" fmla="*/ 196 h 795"/>
              <a:gd name="T52" fmla="*/ 0 w 830"/>
              <a:gd name="T53" fmla="*/ 170 h 795"/>
              <a:gd name="T54" fmla="*/ 6 w 830"/>
              <a:gd name="T55" fmla="*/ 143 h 795"/>
              <a:gd name="T56" fmla="*/ 19 w 830"/>
              <a:gd name="T57" fmla="*/ 119 h 795"/>
              <a:gd name="T58" fmla="*/ 38 w 830"/>
              <a:gd name="T59" fmla="*/ 98 h 795"/>
              <a:gd name="T60" fmla="*/ 155 w 830"/>
              <a:gd name="T61"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795">
                <a:moveTo>
                  <a:pt x="155" y="0"/>
                </a:moveTo>
                <a:lnTo>
                  <a:pt x="136" y="20"/>
                </a:lnTo>
                <a:lnTo>
                  <a:pt x="125" y="45"/>
                </a:lnTo>
                <a:lnTo>
                  <a:pt x="119" y="71"/>
                </a:lnTo>
                <a:lnTo>
                  <a:pt x="121" y="98"/>
                </a:lnTo>
                <a:lnTo>
                  <a:pt x="129" y="124"/>
                </a:lnTo>
                <a:lnTo>
                  <a:pt x="144" y="149"/>
                </a:lnTo>
                <a:lnTo>
                  <a:pt x="569" y="657"/>
                </a:lnTo>
                <a:lnTo>
                  <a:pt x="590" y="678"/>
                </a:lnTo>
                <a:lnTo>
                  <a:pt x="615" y="689"/>
                </a:lnTo>
                <a:lnTo>
                  <a:pt x="641" y="695"/>
                </a:lnTo>
                <a:lnTo>
                  <a:pt x="668" y="695"/>
                </a:lnTo>
                <a:lnTo>
                  <a:pt x="694" y="687"/>
                </a:lnTo>
                <a:lnTo>
                  <a:pt x="719" y="672"/>
                </a:lnTo>
                <a:lnTo>
                  <a:pt x="830" y="578"/>
                </a:lnTo>
                <a:lnTo>
                  <a:pt x="828" y="580"/>
                </a:lnTo>
                <a:lnTo>
                  <a:pt x="600" y="770"/>
                </a:lnTo>
                <a:lnTo>
                  <a:pt x="577" y="786"/>
                </a:lnTo>
                <a:lnTo>
                  <a:pt x="550" y="793"/>
                </a:lnTo>
                <a:lnTo>
                  <a:pt x="522" y="795"/>
                </a:lnTo>
                <a:lnTo>
                  <a:pt x="496" y="789"/>
                </a:lnTo>
                <a:lnTo>
                  <a:pt x="471" y="776"/>
                </a:lnTo>
                <a:lnTo>
                  <a:pt x="450" y="757"/>
                </a:lnTo>
                <a:lnTo>
                  <a:pt x="25" y="247"/>
                </a:lnTo>
                <a:lnTo>
                  <a:pt x="10" y="223"/>
                </a:lnTo>
                <a:lnTo>
                  <a:pt x="2" y="196"/>
                </a:lnTo>
                <a:lnTo>
                  <a:pt x="0" y="170"/>
                </a:lnTo>
                <a:lnTo>
                  <a:pt x="6" y="143"/>
                </a:lnTo>
                <a:lnTo>
                  <a:pt x="19" y="119"/>
                </a:lnTo>
                <a:lnTo>
                  <a:pt x="38" y="98"/>
                </a:lnTo>
                <a:lnTo>
                  <a:pt x="155" y="0"/>
                </a:lnTo>
                <a:close/>
              </a:path>
            </a:pathLst>
          </a:custGeom>
          <a:solidFill>
            <a:schemeClr val="accent2">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22" name="Freeform 21"/>
          <p:cNvSpPr>
            <a:spLocks/>
          </p:cNvSpPr>
          <p:nvPr/>
        </p:nvSpPr>
        <p:spPr bwMode="auto">
          <a:xfrm>
            <a:off x="6728332" y="3605445"/>
            <a:ext cx="344985" cy="781513"/>
          </a:xfrm>
          <a:custGeom>
            <a:avLst/>
            <a:gdLst>
              <a:gd name="T0" fmla="*/ 240 w 407"/>
              <a:gd name="T1" fmla="*/ 0 h 922"/>
              <a:gd name="T2" fmla="*/ 269 w 407"/>
              <a:gd name="T3" fmla="*/ 2 h 922"/>
              <a:gd name="T4" fmla="*/ 407 w 407"/>
              <a:gd name="T5" fmla="*/ 32 h 922"/>
              <a:gd name="T6" fmla="*/ 376 w 407"/>
              <a:gd name="T7" fmla="*/ 34 h 922"/>
              <a:gd name="T8" fmla="*/ 348 w 407"/>
              <a:gd name="T9" fmla="*/ 43 h 922"/>
              <a:gd name="T10" fmla="*/ 324 w 407"/>
              <a:gd name="T11" fmla="*/ 60 h 922"/>
              <a:gd name="T12" fmla="*/ 305 w 407"/>
              <a:gd name="T13" fmla="*/ 85 h 922"/>
              <a:gd name="T14" fmla="*/ 293 w 407"/>
              <a:gd name="T15" fmla="*/ 115 h 922"/>
              <a:gd name="T16" fmla="*/ 151 w 407"/>
              <a:gd name="T17" fmla="*/ 763 h 922"/>
              <a:gd name="T18" fmla="*/ 150 w 407"/>
              <a:gd name="T19" fmla="*/ 791 h 922"/>
              <a:gd name="T20" fmla="*/ 155 w 407"/>
              <a:gd name="T21" fmla="*/ 818 h 922"/>
              <a:gd name="T22" fmla="*/ 167 w 407"/>
              <a:gd name="T23" fmla="*/ 842 h 922"/>
              <a:gd name="T24" fmla="*/ 184 w 407"/>
              <a:gd name="T25" fmla="*/ 863 h 922"/>
              <a:gd name="T26" fmla="*/ 206 w 407"/>
              <a:gd name="T27" fmla="*/ 880 h 922"/>
              <a:gd name="T28" fmla="*/ 233 w 407"/>
              <a:gd name="T29" fmla="*/ 890 h 922"/>
              <a:gd name="T30" fmla="*/ 386 w 407"/>
              <a:gd name="T31" fmla="*/ 922 h 922"/>
              <a:gd name="T32" fmla="*/ 375 w 407"/>
              <a:gd name="T33" fmla="*/ 920 h 922"/>
              <a:gd name="T34" fmla="*/ 83 w 407"/>
              <a:gd name="T35" fmla="*/ 857 h 922"/>
              <a:gd name="T36" fmla="*/ 57 w 407"/>
              <a:gd name="T37" fmla="*/ 848 h 922"/>
              <a:gd name="T38" fmla="*/ 34 w 407"/>
              <a:gd name="T39" fmla="*/ 831 h 922"/>
              <a:gd name="T40" fmla="*/ 15 w 407"/>
              <a:gd name="T41" fmla="*/ 810 h 922"/>
              <a:gd name="T42" fmla="*/ 4 w 407"/>
              <a:gd name="T43" fmla="*/ 786 h 922"/>
              <a:gd name="T44" fmla="*/ 0 w 407"/>
              <a:gd name="T45" fmla="*/ 759 h 922"/>
              <a:gd name="T46" fmla="*/ 2 w 407"/>
              <a:gd name="T47" fmla="*/ 731 h 922"/>
              <a:gd name="T48" fmla="*/ 142 w 407"/>
              <a:gd name="T49" fmla="*/ 83 h 922"/>
              <a:gd name="T50" fmla="*/ 153 w 407"/>
              <a:gd name="T51" fmla="*/ 56 h 922"/>
              <a:gd name="T52" fmla="*/ 168 w 407"/>
              <a:gd name="T53" fmla="*/ 34 h 922"/>
              <a:gd name="T54" fmla="*/ 189 w 407"/>
              <a:gd name="T55" fmla="*/ 15 h 922"/>
              <a:gd name="T56" fmla="*/ 214 w 407"/>
              <a:gd name="T57" fmla="*/ 4 h 922"/>
              <a:gd name="T58" fmla="*/ 240 w 407"/>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7" h="922">
                <a:moveTo>
                  <a:pt x="240" y="0"/>
                </a:moveTo>
                <a:lnTo>
                  <a:pt x="269" y="2"/>
                </a:lnTo>
                <a:lnTo>
                  <a:pt x="407" y="32"/>
                </a:lnTo>
                <a:lnTo>
                  <a:pt x="376" y="34"/>
                </a:lnTo>
                <a:lnTo>
                  <a:pt x="348" y="43"/>
                </a:lnTo>
                <a:lnTo>
                  <a:pt x="324" y="60"/>
                </a:lnTo>
                <a:lnTo>
                  <a:pt x="305" y="85"/>
                </a:lnTo>
                <a:lnTo>
                  <a:pt x="293" y="115"/>
                </a:lnTo>
                <a:lnTo>
                  <a:pt x="151" y="763"/>
                </a:lnTo>
                <a:lnTo>
                  <a:pt x="150" y="791"/>
                </a:lnTo>
                <a:lnTo>
                  <a:pt x="155" y="818"/>
                </a:lnTo>
                <a:lnTo>
                  <a:pt x="167" y="842"/>
                </a:lnTo>
                <a:lnTo>
                  <a:pt x="184" y="863"/>
                </a:lnTo>
                <a:lnTo>
                  <a:pt x="206" y="880"/>
                </a:lnTo>
                <a:lnTo>
                  <a:pt x="233" y="890"/>
                </a:lnTo>
                <a:lnTo>
                  <a:pt x="386" y="922"/>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23" name="Freeform 22"/>
          <p:cNvSpPr>
            <a:spLocks/>
          </p:cNvSpPr>
          <p:nvPr/>
        </p:nvSpPr>
        <p:spPr bwMode="auto">
          <a:xfrm>
            <a:off x="6098543" y="4297110"/>
            <a:ext cx="789990" cy="493319"/>
          </a:xfrm>
          <a:custGeom>
            <a:avLst/>
            <a:gdLst>
              <a:gd name="T0" fmla="*/ 709 w 932"/>
              <a:gd name="T1" fmla="*/ 0 h 582"/>
              <a:gd name="T2" fmla="*/ 736 w 932"/>
              <a:gd name="T3" fmla="*/ 6 h 582"/>
              <a:gd name="T4" fmla="*/ 760 w 932"/>
              <a:gd name="T5" fmla="*/ 17 h 582"/>
              <a:gd name="T6" fmla="*/ 781 w 932"/>
              <a:gd name="T7" fmla="*/ 36 h 582"/>
              <a:gd name="T8" fmla="*/ 798 w 932"/>
              <a:gd name="T9" fmla="*/ 58 h 582"/>
              <a:gd name="T10" fmla="*/ 930 w 932"/>
              <a:gd name="T11" fmla="*/ 325 h 582"/>
              <a:gd name="T12" fmla="*/ 932 w 932"/>
              <a:gd name="T13" fmla="*/ 331 h 582"/>
              <a:gd name="T14" fmla="*/ 866 w 932"/>
              <a:gd name="T15" fmla="*/ 198 h 582"/>
              <a:gd name="T16" fmla="*/ 851 w 932"/>
              <a:gd name="T17" fmla="*/ 176 h 582"/>
              <a:gd name="T18" fmla="*/ 830 w 932"/>
              <a:gd name="T19" fmla="*/ 157 h 582"/>
              <a:gd name="T20" fmla="*/ 806 w 932"/>
              <a:gd name="T21" fmla="*/ 145 h 582"/>
              <a:gd name="T22" fmla="*/ 779 w 932"/>
              <a:gd name="T23" fmla="*/ 140 h 582"/>
              <a:gd name="T24" fmla="*/ 751 w 932"/>
              <a:gd name="T25" fmla="*/ 142 h 582"/>
              <a:gd name="T26" fmla="*/ 724 w 932"/>
              <a:gd name="T27" fmla="*/ 151 h 582"/>
              <a:gd name="T28" fmla="*/ 129 w 932"/>
              <a:gd name="T29" fmla="*/ 446 h 582"/>
              <a:gd name="T30" fmla="*/ 106 w 932"/>
              <a:gd name="T31" fmla="*/ 461 h 582"/>
              <a:gd name="T32" fmla="*/ 89 w 932"/>
              <a:gd name="T33" fmla="*/ 482 h 582"/>
              <a:gd name="T34" fmla="*/ 76 w 932"/>
              <a:gd name="T35" fmla="*/ 504 h 582"/>
              <a:gd name="T36" fmla="*/ 70 w 932"/>
              <a:gd name="T37" fmla="*/ 531 h 582"/>
              <a:gd name="T38" fmla="*/ 70 w 932"/>
              <a:gd name="T39" fmla="*/ 557 h 582"/>
              <a:gd name="T40" fmla="*/ 78 w 932"/>
              <a:gd name="T41" fmla="*/ 582 h 582"/>
              <a:gd name="T42" fmla="*/ 11 w 932"/>
              <a:gd name="T43" fmla="*/ 448 h 582"/>
              <a:gd name="T44" fmla="*/ 2 w 932"/>
              <a:gd name="T45" fmla="*/ 421 h 582"/>
              <a:gd name="T46" fmla="*/ 0 w 932"/>
              <a:gd name="T47" fmla="*/ 393 h 582"/>
              <a:gd name="T48" fmla="*/ 6 w 932"/>
              <a:gd name="T49" fmla="*/ 366 h 582"/>
              <a:gd name="T50" fmla="*/ 19 w 932"/>
              <a:gd name="T51" fmla="*/ 342 h 582"/>
              <a:gd name="T52" fmla="*/ 36 w 932"/>
              <a:gd name="T53" fmla="*/ 321 h 582"/>
              <a:gd name="T54" fmla="*/ 59 w 932"/>
              <a:gd name="T55" fmla="*/ 306 h 582"/>
              <a:gd name="T56" fmla="*/ 654 w 932"/>
              <a:gd name="T57" fmla="*/ 11 h 582"/>
              <a:gd name="T58" fmla="*/ 681 w 932"/>
              <a:gd name="T59" fmla="*/ 2 h 582"/>
              <a:gd name="T60" fmla="*/ 709 w 932"/>
              <a:gd name="T61"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2" h="582">
                <a:moveTo>
                  <a:pt x="709" y="0"/>
                </a:moveTo>
                <a:lnTo>
                  <a:pt x="736" y="6"/>
                </a:lnTo>
                <a:lnTo>
                  <a:pt x="760" y="17"/>
                </a:lnTo>
                <a:lnTo>
                  <a:pt x="781" y="36"/>
                </a:lnTo>
                <a:lnTo>
                  <a:pt x="798" y="58"/>
                </a:lnTo>
                <a:lnTo>
                  <a:pt x="930" y="325"/>
                </a:lnTo>
                <a:lnTo>
                  <a:pt x="932" y="331"/>
                </a:lnTo>
                <a:lnTo>
                  <a:pt x="866" y="198"/>
                </a:lnTo>
                <a:lnTo>
                  <a:pt x="851" y="176"/>
                </a:lnTo>
                <a:lnTo>
                  <a:pt x="830" y="157"/>
                </a:lnTo>
                <a:lnTo>
                  <a:pt x="806" y="145"/>
                </a:lnTo>
                <a:lnTo>
                  <a:pt x="779" y="140"/>
                </a:lnTo>
                <a:lnTo>
                  <a:pt x="751" y="142"/>
                </a:lnTo>
                <a:lnTo>
                  <a:pt x="724" y="151"/>
                </a:lnTo>
                <a:lnTo>
                  <a:pt x="129" y="446"/>
                </a:lnTo>
                <a:lnTo>
                  <a:pt x="106" y="461"/>
                </a:lnTo>
                <a:lnTo>
                  <a:pt x="89" y="482"/>
                </a:lnTo>
                <a:lnTo>
                  <a:pt x="76" y="504"/>
                </a:lnTo>
                <a:lnTo>
                  <a:pt x="70" y="531"/>
                </a:lnTo>
                <a:lnTo>
                  <a:pt x="70" y="557"/>
                </a:lnTo>
                <a:lnTo>
                  <a:pt x="78" y="582"/>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24" name="Freeform 23"/>
          <p:cNvSpPr>
            <a:spLocks/>
          </p:cNvSpPr>
          <p:nvPr/>
        </p:nvSpPr>
        <p:spPr bwMode="auto">
          <a:xfrm>
            <a:off x="5362801" y="4313216"/>
            <a:ext cx="734046" cy="603511"/>
          </a:xfrm>
          <a:custGeom>
            <a:avLst/>
            <a:gdLst>
              <a:gd name="T0" fmla="*/ 153 w 866"/>
              <a:gd name="T1" fmla="*/ 0 h 712"/>
              <a:gd name="T2" fmla="*/ 182 w 866"/>
              <a:gd name="T3" fmla="*/ 2 h 712"/>
              <a:gd name="T4" fmla="*/ 208 w 866"/>
              <a:gd name="T5" fmla="*/ 9 h 712"/>
              <a:gd name="T6" fmla="*/ 806 w 866"/>
              <a:gd name="T7" fmla="*/ 300 h 712"/>
              <a:gd name="T8" fmla="*/ 830 w 866"/>
              <a:gd name="T9" fmla="*/ 315 h 712"/>
              <a:gd name="T10" fmla="*/ 847 w 866"/>
              <a:gd name="T11" fmla="*/ 336 h 712"/>
              <a:gd name="T12" fmla="*/ 860 w 866"/>
              <a:gd name="T13" fmla="*/ 361 h 712"/>
              <a:gd name="T14" fmla="*/ 866 w 866"/>
              <a:gd name="T15" fmla="*/ 387 h 712"/>
              <a:gd name="T16" fmla="*/ 864 w 866"/>
              <a:gd name="T17" fmla="*/ 415 h 712"/>
              <a:gd name="T18" fmla="*/ 855 w 866"/>
              <a:gd name="T19" fmla="*/ 442 h 712"/>
              <a:gd name="T20" fmla="*/ 724 w 866"/>
              <a:gd name="T21" fmla="*/ 708 h 712"/>
              <a:gd name="T22" fmla="*/ 724 w 866"/>
              <a:gd name="T23" fmla="*/ 712 h 712"/>
              <a:gd name="T24" fmla="*/ 789 w 866"/>
              <a:gd name="T25" fmla="*/ 580 h 712"/>
              <a:gd name="T26" fmla="*/ 796 w 866"/>
              <a:gd name="T27" fmla="*/ 553 h 712"/>
              <a:gd name="T28" fmla="*/ 798 w 866"/>
              <a:gd name="T29" fmla="*/ 525 h 712"/>
              <a:gd name="T30" fmla="*/ 792 w 866"/>
              <a:gd name="T31" fmla="*/ 499 h 712"/>
              <a:gd name="T32" fmla="*/ 781 w 866"/>
              <a:gd name="T33" fmla="*/ 474 h 712"/>
              <a:gd name="T34" fmla="*/ 762 w 866"/>
              <a:gd name="T35" fmla="*/ 453 h 712"/>
              <a:gd name="T36" fmla="*/ 739 w 866"/>
              <a:gd name="T37" fmla="*/ 438 h 712"/>
              <a:gd name="T38" fmla="*/ 142 w 866"/>
              <a:gd name="T39" fmla="*/ 147 h 712"/>
              <a:gd name="T40" fmla="*/ 115 w 866"/>
              <a:gd name="T41" fmla="*/ 140 h 712"/>
              <a:gd name="T42" fmla="*/ 87 w 866"/>
              <a:gd name="T43" fmla="*/ 138 h 712"/>
              <a:gd name="T44" fmla="*/ 63 w 866"/>
              <a:gd name="T45" fmla="*/ 143 h 712"/>
              <a:gd name="T46" fmla="*/ 38 w 866"/>
              <a:gd name="T47" fmla="*/ 155 h 712"/>
              <a:gd name="T48" fmla="*/ 17 w 866"/>
              <a:gd name="T49" fmla="*/ 172 h 712"/>
              <a:gd name="T50" fmla="*/ 0 w 866"/>
              <a:gd name="T51" fmla="*/ 194 h 712"/>
              <a:gd name="T52" fmla="*/ 66 w 866"/>
              <a:gd name="T53" fmla="*/ 58 h 712"/>
              <a:gd name="T54" fmla="*/ 81 w 866"/>
              <a:gd name="T55" fmla="*/ 36 h 712"/>
              <a:gd name="T56" fmla="*/ 102 w 866"/>
              <a:gd name="T57" fmla="*/ 17 h 712"/>
              <a:gd name="T58" fmla="*/ 127 w 866"/>
              <a:gd name="T59" fmla="*/ 5 h 712"/>
              <a:gd name="T60" fmla="*/ 153 w 866"/>
              <a:gd name="T61"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66" h="712">
                <a:moveTo>
                  <a:pt x="153" y="0"/>
                </a:moveTo>
                <a:lnTo>
                  <a:pt x="182" y="2"/>
                </a:lnTo>
                <a:lnTo>
                  <a:pt x="208" y="9"/>
                </a:lnTo>
                <a:lnTo>
                  <a:pt x="806" y="300"/>
                </a:lnTo>
                <a:lnTo>
                  <a:pt x="830" y="315"/>
                </a:lnTo>
                <a:lnTo>
                  <a:pt x="847" y="336"/>
                </a:lnTo>
                <a:lnTo>
                  <a:pt x="860" y="361"/>
                </a:lnTo>
                <a:lnTo>
                  <a:pt x="866" y="387"/>
                </a:lnTo>
                <a:lnTo>
                  <a:pt x="864" y="415"/>
                </a:lnTo>
                <a:lnTo>
                  <a:pt x="855" y="442"/>
                </a:lnTo>
                <a:lnTo>
                  <a:pt x="724" y="708"/>
                </a:lnTo>
                <a:lnTo>
                  <a:pt x="724" y="712"/>
                </a:lnTo>
                <a:lnTo>
                  <a:pt x="789" y="580"/>
                </a:lnTo>
                <a:lnTo>
                  <a:pt x="796" y="553"/>
                </a:lnTo>
                <a:lnTo>
                  <a:pt x="798" y="525"/>
                </a:lnTo>
                <a:lnTo>
                  <a:pt x="792" y="499"/>
                </a:lnTo>
                <a:lnTo>
                  <a:pt x="781" y="474"/>
                </a:lnTo>
                <a:lnTo>
                  <a:pt x="762" y="453"/>
                </a:lnTo>
                <a:lnTo>
                  <a:pt x="739" y="438"/>
                </a:lnTo>
                <a:lnTo>
                  <a:pt x="142" y="147"/>
                </a:lnTo>
                <a:lnTo>
                  <a:pt x="115" y="140"/>
                </a:lnTo>
                <a:lnTo>
                  <a:pt x="87" y="138"/>
                </a:lnTo>
                <a:lnTo>
                  <a:pt x="63" y="143"/>
                </a:lnTo>
                <a:lnTo>
                  <a:pt x="38" y="155"/>
                </a:lnTo>
                <a:lnTo>
                  <a:pt x="17" y="172"/>
                </a:lnTo>
                <a:lnTo>
                  <a:pt x="0" y="194"/>
                </a:lnTo>
                <a:lnTo>
                  <a:pt x="66" y="58"/>
                </a:lnTo>
                <a:lnTo>
                  <a:pt x="81" y="36"/>
                </a:lnTo>
                <a:lnTo>
                  <a:pt x="102" y="17"/>
                </a:lnTo>
                <a:lnTo>
                  <a:pt x="127" y="5"/>
                </a:lnTo>
                <a:lnTo>
                  <a:pt x="153"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25" name="Freeform 24"/>
          <p:cNvSpPr>
            <a:spLocks/>
          </p:cNvSpPr>
          <p:nvPr/>
        </p:nvSpPr>
        <p:spPr bwMode="auto">
          <a:xfrm>
            <a:off x="5114446" y="3635960"/>
            <a:ext cx="338204" cy="781513"/>
          </a:xfrm>
          <a:custGeom>
            <a:avLst/>
            <a:gdLst>
              <a:gd name="T0" fmla="*/ 161 w 399"/>
              <a:gd name="T1" fmla="*/ 0 h 922"/>
              <a:gd name="T2" fmla="*/ 189 w 399"/>
              <a:gd name="T3" fmla="*/ 5 h 922"/>
              <a:gd name="T4" fmla="*/ 214 w 399"/>
              <a:gd name="T5" fmla="*/ 17 h 922"/>
              <a:gd name="T6" fmla="*/ 235 w 399"/>
              <a:gd name="T7" fmla="*/ 34 h 922"/>
              <a:gd name="T8" fmla="*/ 250 w 399"/>
              <a:gd name="T9" fmla="*/ 56 h 922"/>
              <a:gd name="T10" fmla="*/ 259 w 399"/>
              <a:gd name="T11" fmla="*/ 83 h 922"/>
              <a:gd name="T12" fmla="*/ 397 w 399"/>
              <a:gd name="T13" fmla="*/ 733 h 922"/>
              <a:gd name="T14" fmla="*/ 399 w 399"/>
              <a:gd name="T15" fmla="*/ 761 h 922"/>
              <a:gd name="T16" fmla="*/ 393 w 399"/>
              <a:gd name="T17" fmla="*/ 787 h 922"/>
              <a:gd name="T18" fmla="*/ 382 w 399"/>
              <a:gd name="T19" fmla="*/ 812 h 922"/>
              <a:gd name="T20" fmla="*/ 365 w 399"/>
              <a:gd name="T21" fmla="*/ 833 h 922"/>
              <a:gd name="T22" fmla="*/ 342 w 399"/>
              <a:gd name="T23" fmla="*/ 850 h 922"/>
              <a:gd name="T24" fmla="*/ 316 w 399"/>
              <a:gd name="T25" fmla="*/ 859 h 922"/>
              <a:gd name="T26" fmla="*/ 25 w 399"/>
              <a:gd name="T27" fmla="*/ 922 h 922"/>
              <a:gd name="T28" fmla="*/ 13 w 399"/>
              <a:gd name="T29" fmla="*/ 922 h 922"/>
              <a:gd name="T30" fmla="*/ 170 w 399"/>
              <a:gd name="T31" fmla="*/ 889 h 922"/>
              <a:gd name="T32" fmla="*/ 197 w 399"/>
              <a:gd name="T33" fmla="*/ 880 h 922"/>
              <a:gd name="T34" fmla="*/ 219 w 399"/>
              <a:gd name="T35" fmla="*/ 863 h 922"/>
              <a:gd name="T36" fmla="*/ 236 w 399"/>
              <a:gd name="T37" fmla="*/ 842 h 922"/>
              <a:gd name="T38" fmla="*/ 250 w 399"/>
              <a:gd name="T39" fmla="*/ 818 h 922"/>
              <a:gd name="T40" fmla="*/ 253 w 399"/>
              <a:gd name="T41" fmla="*/ 791 h 922"/>
              <a:gd name="T42" fmla="*/ 252 w 399"/>
              <a:gd name="T43" fmla="*/ 763 h 922"/>
              <a:gd name="T44" fmla="*/ 114 w 399"/>
              <a:gd name="T45" fmla="*/ 113 h 922"/>
              <a:gd name="T46" fmla="*/ 102 w 399"/>
              <a:gd name="T47" fmla="*/ 85 h 922"/>
              <a:gd name="T48" fmla="*/ 85 w 399"/>
              <a:gd name="T49" fmla="*/ 60 h 922"/>
              <a:gd name="T50" fmla="*/ 59 w 399"/>
              <a:gd name="T51" fmla="*/ 41 h 922"/>
              <a:gd name="T52" fmla="*/ 30 w 399"/>
              <a:gd name="T53" fmla="*/ 32 h 922"/>
              <a:gd name="T54" fmla="*/ 0 w 399"/>
              <a:gd name="T55" fmla="*/ 30 h 922"/>
              <a:gd name="T56" fmla="*/ 132 w 399"/>
              <a:gd name="T57" fmla="*/ 2 h 922"/>
              <a:gd name="T58" fmla="*/ 161 w 399"/>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9" h="922">
                <a:moveTo>
                  <a:pt x="161" y="0"/>
                </a:moveTo>
                <a:lnTo>
                  <a:pt x="189" y="5"/>
                </a:lnTo>
                <a:lnTo>
                  <a:pt x="214" y="17"/>
                </a:lnTo>
                <a:lnTo>
                  <a:pt x="235" y="34"/>
                </a:lnTo>
                <a:lnTo>
                  <a:pt x="250" y="56"/>
                </a:lnTo>
                <a:lnTo>
                  <a:pt x="259" y="83"/>
                </a:lnTo>
                <a:lnTo>
                  <a:pt x="397" y="733"/>
                </a:lnTo>
                <a:lnTo>
                  <a:pt x="399" y="761"/>
                </a:lnTo>
                <a:lnTo>
                  <a:pt x="393" y="787"/>
                </a:lnTo>
                <a:lnTo>
                  <a:pt x="382" y="812"/>
                </a:lnTo>
                <a:lnTo>
                  <a:pt x="365" y="833"/>
                </a:lnTo>
                <a:lnTo>
                  <a:pt x="342" y="850"/>
                </a:lnTo>
                <a:lnTo>
                  <a:pt x="316" y="859"/>
                </a:lnTo>
                <a:lnTo>
                  <a:pt x="25" y="922"/>
                </a:lnTo>
                <a:lnTo>
                  <a:pt x="13" y="922"/>
                </a:lnTo>
                <a:lnTo>
                  <a:pt x="170" y="889"/>
                </a:lnTo>
                <a:lnTo>
                  <a:pt x="197" y="880"/>
                </a:lnTo>
                <a:lnTo>
                  <a:pt x="219" y="863"/>
                </a:lnTo>
                <a:lnTo>
                  <a:pt x="236" y="842"/>
                </a:lnTo>
                <a:lnTo>
                  <a:pt x="250" y="818"/>
                </a:lnTo>
                <a:lnTo>
                  <a:pt x="253" y="791"/>
                </a:lnTo>
                <a:lnTo>
                  <a:pt x="252" y="763"/>
                </a:lnTo>
                <a:lnTo>
                  <a:pt x="114" y="113"/>
                </a:lnTo>
                <a:lnTo>
                  <a:pt x="102" y="85"/>
                </a:lnTo>
                <a:lnTo>
                  <a:pt x="85" y="60"/>
                </a:lnTo>
                <a:lnTo>
                  <a:pt x="59" y="41"/>
                </a:lnTo>
                <a:lnTo>
                  <a:pt x="30" y="32"/>
                </a:lnTo>
                <a:lnTo>
                  <a:pt x="0" y="30"/>
                </a:lnTo>
                <a:lnTo>
                  <a:pt x="132" y="2"/>
                </a:lnTo>
                <a:lnTo>
                  <a:pt x="161" y="0"/>
                </a:lnTo>
                <a:close/>
              </a:path>
            </a:pathLst>
          </a:custGeom>
          <a:solidFill>
            <a:schemeClr val="accent5">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26" name="Freeform 25"/>
          <p:cNvSpPr>
            <a:spLocks/>
          </p:cNvSpPr>
          <p:nvPr/>
        </p:nvSpPr>
        <p:spPr bwMode="auto">
          <a:xfrm>
            <a:off x="5008492" y="2945142"/>
            <a:ext cx="710312" cy="673017"/>
          </a:xfrm>
          <a:custGeom>
            <a:avLst/>
            <a:gdLst>
              <a:gd name="T0" fmla="*/ 687 w 838"/>
              <a:gd name="T1" fmla="*/ 0 h 794"/>
              <a:gd name="T2" fmla="*/ 800 w 838"/>
              <a:gd name="T3" fmla="*/ 95 h 794"/>
              <a:gd name="T4" fmla="*/ 819 w 838"/>
              <a:gd name="T5" fmla="*/ 116 h 794"/>
              <a:gd name="T6" fmla="*/ 832 w 838"/>
              <a:gd name="T7" fmla="*/ 140 h 794"/>
              <a:gd name="T8" fmla="*/ 838 w 838"/>
              <a:gd name="T9" fmla="*/ 167 h 794"/>
              <a:gd name="T10" fmla="*/ 836 w 838"/>
              <a:gd name="T11" fmla="*/ 195 h 794"/>
              <a:gd name="T12" fmla="*/ 828 w 838"/>
              <a:gd name="T13" fmla="*/ 221 h 794"/>
              <a:gd name="T14" fmla="*/ 813 w 838"/>
              <a:gd name="T15" fmla="*/ 244 h 794"/>
              <a:gd name="T16" fmla="*/ 388 w 838"/>
              <a:gd name="T17" fmla="*/ 756 h 794"/>
              <a:gd name="T18" fmla="*/ 367 w 838"/>
              <a:gd name="T19" fmla="*/ 775 h 794"/>
              <a:gd name="T20" fmla="*/ 343 w 838"/>
              <a:gd name="T21" fmla="*/ 788 h 794"/>
              <a:gd name="T22" fmla="*/ 316 w 838"/>
              <a:gd name="T23" fmla="*/ 794 h 794"/>
              <a:gd name="T24" fmla="*/ 290 w 838"/>
              <a:gd name="T25" fmla="*/ 792 h 794"/>
              <a:gd name="T26" fmla="*/ 263 w 838"/>
              <a:gd name="T27" fmla="*/ 784 h 794"/>
              <a:gd name="T28" fmla="*/ 239 w 838"/>
              <a:gd name="T29" fmla="*/ 769 h 794"/>
              <a:gd name="T30" fmla="*/ 10 w 838"/>
              <a:gd name="T31" fmla="*/ 578 h 794"/>
              <a:gd name="T32" fmla="*/ 4 w 838"/>
              <a:gd name="T33" fmla="*/ 575 h 794"/>
              <a:gd name="T34" fmla="*/ 0 w 838"/>
              <a:gd name="T35" fmla="*/ 569 h 794"/>
              <a:gd name="T36" fmla="*/ 116 w 838"/>
              <a:gd name="T37" fmla="*/ 665 h 794"/>
              <a:gd name="T38" fmla="*/ 138 w 838"/>
              <a:gd name="T39" fmla="*/ 680 h 794"/>
              <a:gd name="T40" fmla="*/ 165 w 838"/>
              <a:gd name="T41" fmla="*/ 688 h 794"/>
              <a:gd name="T42" fmla="*/ 193 w 838"/>
              <a:gd name="T43" fmla="*/ 688 h 794"/>
              <a:gd name="T44" fmla="*/ 220 w 838"/>
              <a:gd name="T45" fmla="*/ 682 h 794"/>
              <a:gd name="T46" fmla="*/ 244 w 838"/>
              <a:gd name="T47" fmla="*/ 671 h 794"/>
              <a:gd name="T48" fmla="*/ 265 w 838"/>
              <a:gd name="T49" fmla="*/ 650 h 794"/>
              <a:gd name="T50" fmla="*/ 689 w 838"/>
              <a:gd name="T51" fmla="*/ 140 h 794"/>
              <a:gd name="T52" fmla="*/ 706 w 838"/>
              <a:gd name="T53" fmla="*/ 114 h 794"/>
              <a:gd name="T54" fmla="*/ 713 w 838"/>
              <a:gd name="T55" fmla="*/ 85 h 794"/>
              <a:gd name="T56" fmla="*/ 711 w 838"/>
              <a:gd name="T57" fmla="*/ 55 h 794"/>
              <a:gd name="T58" fmla="*/ 704 w 838"/>
              <a:gd name="T59" fmla="*/ 27 h 794"/>
              <a:gd name="T60" fmla="*/ 687 w 838"/>
              <a:gd name="T61"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8" h="794">
                <a:moveTo>
                  <a:pt x="687" y="0"/>
                </a:moveTo>
                <a:lnTo>
                  <a:pt x="800" y="95"/>
                </a:lnTo>
                <a:lnTo>
                  <a:pt x="819" y="116"/>
                </a:lnTo>
                <a:lnTo>
                  <a:pt x="832" y="140"/>
                </a:lnTo>
                <a:lnTo>
                  <a:pt x="838" y="167"/>
                </a:lnTo>
                <a:lnTo>
                  <a:pt x="836" y="195"/>
                </a:lnTo>
                <a:lnTo>
                  <a:pt x="828" y="221"/>
                </a:lnTo>
                <a:lnTo>
                  <a:pt x="813" y="244"/>
                </a:lnTo>
                <a:lnTo>
                  <a:pt x="388" y="756"/>
                </a:lnTo>
                <a:lnTo>
                  <a:pt x="367" y="775"/>
                </a:lnTo>
                <a:lnTo>
                  <a:pt x="343" y="788"/>
                </a:lnTo>
                <a:lnTo>
                  <a:pt x="316" y="794"/>
                </a:lnTo>
                <a:lnTo>
                  <a:pt x="290" y="792"/>
                </a:lnTo>
                <a:lnTo>
                  <a:pt x="263" y="784"/>
                </a:lnTo>
                <a:lnTo>
                  <a:pt x="239" y="769"/>
                </a:lnTo>
                <a:lnTo>
                  <a:pt x="10" y="578"/>
                </a:lnTo>
                <a:lnTo>
                  <a:pt x="4" y="575"/>
                </a:lnTo>
                <a:lnTo>
                  <a:pt x="0" y="569"/>
                </a:lnTo>
                <a:lnTo>
                  <a:pt x="116" y="665"/>
                </a:lnTo>
                <a:lnTo>
                  <a:pt x="138" y="680"/>
                </a:lnTo>
                <a:lnTo>
                  <a:pt x="165" y="688"/>
                </a:lnTo>
                <a:lnTo>
                  <a:pt x="193" y="688"/>
                </a:lnTo>
                <a:lnTo>
                  <a:pt x="220" y="682"/>
                </a:lnTo>
                <a:lnTo>
                  <a:pt x="244" y="671"/>
                </a:lnTo>
                <a:lnTo>
                  <a:pt x="265" y="650"/>
                </a:lnTo>
                <a:lnTo>
                  <a:pt x="689" y="140"/>
                </a:lnTo>
                <a:lnTo>
                  <a:pt x="706" y="114"/>
                </a:lnTo>
                <a:lnTo>
                  <a:pt x="713" y="85"/>
                </a:lnTo>
                <a:lnTo>
                  <a:pt x="711" y="55"/>
                </a:lnTo>
                <a:lnTo>
                  <a:pt x="704" y="27"/>
                </a:lnTo>
                <a:lnTo>
                  <a:pt x="687" y="0"/>
                </a:lnTo>
                <a:close/>
              </a:path>
            </a:pathLst>
          </a:custGeom>
          <a:solidFill>
            <a:schemeClr val="accent6">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27" name="Freeform 26"/>
          <p:cNvSpPr>
            <a:spLocks/>
          </p:cNvSpPr>
          <p:nvPr/>
        </p:nvSpPr>
        <p:spPr bwMode="auto">
          <a:xfrm>
            <a:off x="5712024" y="2849360"/>
            <a:ext cx="744218" cy="212755"/>
          </a:xfrm>
          <a:custGeom>
            <a:avLst/>
            <a:gdLst>
              <a:gd name="T0" fmla="*/ 0 w 878"/>
              <a:gd name="T1" fmla="*/ 0 h 251"/>
              <a:gd name="T2" fmla="*/ 6 w 878"/>
              <a:gd name="T3" fmla="*/ 34 h 251"/>
              <a:gd name="T4" fmla="*/ 21 w 878"/>
              <a:gd name="T5" fmla="*/ 62 h 251"/>
              <a:gd name="T6" fmla="*/ 44 w 878"/>
              <a:gd name="T7" fmla="*/ 85 h 251"/>
              <a:gd name="T8" fmla="*/ 74 w 878"/>
              <a:gd name="T9" fmla="*/ 100 h 251"/>
              <a:gd name="T10" fmla="*/ 106 w 878"/>
              <a:gd name="T11" fmla="*/ 106 h 251"/>
              <a:gd name="T12" fmla="*/ 772 w 878"/>
              <a:gd name="T13" fmla="*/ 106 h 251"/>
              <a:gd name="T14" fmla="*/ 804 w 878"/>
              <a:gd name="T15" fmla="*/ 100 h 251"/>
              <a:gd name="T16" fmla="*/ 834 w 878"/>
              <a:gd name="T17" fmla="*/ 85 h 251"/>
              <a:gd name="T18" fmla="*/ 857 w 878"/>
              <a:gd name="T19" fmla="*/ 62 h 251"/>
              <a:gd name="T20" fmla="*/ 872 w 878"/>
              <a:gd name="T21" fmla="*/ 34 h 251"/>
              <a:gd name="T22" fmla="*/ 878 w 878"/>
              <a:gd name="T23" fmla="*/ 0 h 251"/>
              <a:gd name="T24" fmla="*/ 878 w 878"/>
              <a:gd name="T25" fmla="*/ 145 h 251"/>
              <a:gd name="T26" fmla="*/ 872 w 878"/>
              <a:gd name="T27" fmla="*/ 178 h 251"/>
              <a:gd name="T28" fmla="*/ 857 w 878"/>
              <a:gd name="T29" fmla="*/ 208 h 251"/>
              <a:gd name="T30" fmla="*/ 834 w 878"/>
              <a:gd name="T31" fmla="*/ 230 h 251"/>
              <a:gd name="T32" fmla="*/ 804 w 878"/>
              <a:gd name="T33" fmla="*/ 246 h 251"/>
              <a:gd name="T34" fmla="*/ 772 w 878"/>
              <a:gd name="T35" fmla="*/ 251 h 251"/>
              <a:gd name="T36" fmla="*/ 106 w 878"/>
              <a:gd name="T37" fmla="*/ 251 h 251"/>
              <a:gd name="T38" fmla="*/ 74 w 878"/>
              <a:gd name="T39" fmla="*/ 246 h 251"/>
              <a:gd name="T40" fmla="*/ 44 w 878"/>
              <a:gd name="T41" fmla="*/ 230 h 251"/>
              <a:gd name="T42" fmla="*/ 21 w 878"/>
              <a:gd name="T43" fmla="*/ 208 h 251"/>
              <a:gd name="T44" fmla="*/ 6 w 878"/>
              <a:gd name="T45" fmla="*/ 178 h 251"/>
              <a:gd name="T46" fmla="*/ 0 w 878"/>
              <a:gd name="T47" fmla="*/ 145 h 251"/>
              <a:gd name="T48" fmla="*/ 0 w 878"/>
              <a:gd name="T4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251">
                <a:moveTo>
                  <a:pt x="0" y="0"/>
                </a:moveTo>
                <a:lnTo>
                  <a:pt x="6" y="34"/>
                </a:lnTo>
                <a:lnTo>
                  <a:pt x="21" y="62"/>
                </a:lnTo>
                <a:lnTo>
                  <a:pt x="44" y="85"/>
                </a:lnTo>
                <a:lnTo>
                  <a:pt x="74" y="100"/>
                </a:lnTo>
                <a:lnTo>
                  <a:pt x="106" y="106"/>
                </a:lnTo>
                <a:lnTo>
                  <a:pt x="772" y="106"/>
                </a:lnTo>
                <a:lnTo>
                  <a:pt x="804" y="100"/>
                </a:lnTo>
                <a:lnTo>
                  <a:pt x="834" y="85"/>
                </a:lnTo>
                <a:lnTo>
                  <a:pt x="857" y="62"/>
                </a:lnTo>
                <a:lnTo>
                  <a:pt x="872" y="34"/>
                </a:lnTo>
                <a:lnTo>
                  <a:pt x="878" y="0"/>
                </a:lnTo>
                <a:lnTo>
                  <a:pt x="878" y="145"/>
                </a:lnTo>
                <a:lnTo>
                  <a:pt x="872" y="178"/>
                </a:lnTo>
                <a:lnTo>
                  <a:pt x="857" y="208"/>
                </a:lnTo>
                <a:lnTo>
                  <a:pt x="834" y="230"/>
                </a:lnTo>
                <a:lnTo>
                  <a:pt x="804" y="246"/>
                </a:lnTo>
                <a:lnTo>
                  <a:pt x="772" y="251"/>
                </a:lnTo>
                <a:lnTo>
                  <a:pt x="106" y="251"/>
                </a:lnTo>
                <a:lnTo>
                  <a:pt x="74" y="246"/>
                </a:lnTo>
                <a:lnTo>
                  <a:pt x="44" y="230"/>
                </a:lnTo>
                <a:lnTo>
                  <a:pt x="21" y="208"/>
                </a:lnTo>
                <a:lnTo>
                  <a:pt x="6" y="178"/>
                </a:lnTo>
                <a:lnTo>
                  <a:pt x="0" y="145"/>
                </a:lnTo>
                <a:lnTo>
                  <a:pt x="0"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28" name="Freeform 27"/>
          <p:cNvSpPr>
            <a:spLocks/>
          </p:cNvSpPr>
          <p:nvPr/>
        </p:nvSpPr>
        <p:spPr bwMode="auto">
          <a:xfrm>
            <a:off x="5290754" y="3038380"/>
            <a:ext cx="1597781" cy="1564722"/>
          </a:xfrm>
          <a:custGeom>
            <a:avLst/>
            <a:gdLst>
              <a:gd name="T0" fmla="*/ 1261 w 1885"/>
              <a:gd name="T1" fmla="*/ 0 h 1846"/>
              <a:gd name="T2" fmla="*/ 1299 w 1885"/>
              <a:gd name="T3" fmla="*/ 4 h 1846"/>
              <a:gd name="T4" fmla="*/ 1337 w 1885"/>
              <a:gd name="T5" fmla="*/ 15 h 1846"/>
              <a:gd name="T6" fmla="*/ 1375 w 1885"/>
              <a:gd name="T7" fmla="*/ 34 h 1846"/>
              <a:gd name="T8" fmla="*/ 1409 w 1885"/>
              <a:gd name="T9" fmla="*/ 57 h 1846"/>
              <a:gd name="T10" fmla="*/ 1435 w 1885"/>
              <a:gd name="T11" fmla="*/ 81 h 1846"/>
              <a:gd name="T12" fmla="*/ 1838 w 1885"/>
              <a:gd name="T13" fmla="*/ 584 h 1846"/>
              <a:gd name="T14" fmla="*/ 1857 w 1885"/>
              <a:gd name="T15" fmla="*/ 614 h 1846"/>
              <a:gd name="T16" fmla="*/ 1872 w 1885"/>
              <a:gd name="T17" fmla="*/ 652 h 1846"/>
              <a:gd name="T18" fmla="*/ 1881 w 1885"/>
              <a:gd name="T19" fmla="*/ 693 h 1846"/>
              <a:gd name="T20" fmla="*/ 1885 w 1885"/>
              <a:gd name="T21" fmla="*/ 733 h 1846"/>
              <a:gd name="T22" fmla="*/ 1881 w 1885"/>
              <a:gd name="T23" fmla="*/ 771 h 1846"/>
              <a:gd name="T24" fmla="*/ 1740 w 1885"/>
              <a:gd name="T25" fmla="*/ 1396 h 1846"/>
              <a:gd name="T26" fmla="*/ 1726 w 1885"/>
              <a:gd name="T27" fmla="*/ 1432 h 1846"/>
              <a:gd name="T28" fmla="*/ 1708 w 1885"/>
              <a:gd name="T29" fmla="*/ 1468 h 1846"/>
              <a:gd name="T30" fmla="*/ 1681 w 1885"/>
              <a:gd name="T31" fmla="*/ 1500 h 1846"/>
              <a:gd name="T32" fmla="*/ 1651 w 1885"/>
              <a:gd name="T33" fmla="*/ 1526 h 1846"/>
              <a:gd name="T34" fmla="*/ 1621 w 1885"/>
              <a:gd name="T35" fmla="*/ 1547 h 1846"/>
              <a:gd name="T36" fmla="*/ 1042 w 1885"/>
              <a:gd name="T37" fmla="*/ 1827 h 1846"/>
              <a:gd name="T38" fmla="*/ 1006 w 1885"/>
              <a:gd name="T39" fmla="*/ 1840 h 1846"/>
              <a:gd name="T40" fmla="*/ 966 w 1885"/>
              <a:gd name="T41" fmla="*/ 1846 h 1846"/>
              <a:gd name="T42" fmla="*/ 925 w 1885"/>
              <a:gd name="T43" fmla="*/ 1846 h 1846"/>
              <a:gd name="T44" fmla="*/ 885 w 1885"/>
              <a:gd name="T45" fmla="*/ 1840 h 1846"/>
              <a:gd name="T46" fmla="*/ 851 w 1885"/>
              <a:gd name="T47" fmla="*/ 1829 h 1846"/>
              <a:gd name="T48" fmla="*/ 270 w 1885"/>
              <a:gd name="T49" fmla="*/ 1551 h 1846"/>
              <a:gd name="T50" fmla="*/ 238 w 1885"/>
              <a:gd name="T51" fmla="*/ 1532 h 1846"/>
              <a:gd name="T52" fmla="*/ 208 w 1885"/>
              <a:gd name="T53" fmla="*/ 1504 h 1846"/>
              <a:gd name="T54" fmla="*/ 182 w 1885"/>
              <a:gd name="T55" fmla="*/ 1472 h 1846"/>
              <a:gd name="T56" fmla="*/ 163 w 1885"/>
              <a:gd name="T57" fmla="*/ 1438 h 1846"/>
              <a:gd name="T58" fmla="*/ 149 w 1885"/>
              <a:gd name="T59" fmla="*/ 1402 h 1846"/>
              <a:gd name="T60" fmla="*/ 4 w 1885"/>
              <a:gd name="T61" fmla="*/ 776 h 1846"/>
              <a:gd name="T62" fmla="*/ 0 w 1885"/>
              <a:gd name="T63" fmla="*/ 739 h 1846"/>
              <a:gd name="T64" fmla="*/ 4 w 1885"/>
              <a:gd name="T65" fmla="*/ 699 h 1846"/>
              <a:gd name="T66" fmla="*/ 13 w 1885"/>
              <a:gd name="T67" fmla="*/ 657 h 1846"/>
              <a:gd name="T68" fmla="*/ 27 w 1885"/>
              <a:gd name="T69" fmla="*/ 620 h 1846"/>
              <a:gd name="T70" fmla="*/ 47 w 1885"/>
              <a:gd name="T71" fmla="*/ 589 h 1846"/>
              <a:gd name="T72" fmla="*/ 446 w 1885"/>
              <a:gd name="T73" fmla="*/ 85 h 1846"/>
              <a:gd name="T74" fmla="*/ 473 w 1885"/>
              <a:gd name="T75" fmla="*/ 58 h 1846"/>
              <a:gd name="T76" fmla="*/ 505 w 1885"/>
              <a:gd name="T77" fmla="*/ 36 h 1846"/>
              <a:gd name="T78" fmla="*/ 543 w 1885"/>
              <a:gd name="T79" fmla="*/ 19 h 1846"/>
              <a:gd name="T80" fmla="*/ 582 w 1885"/>
              <a:gd name="T81" fmla="*/ 6 h 1846"/>
              <a:gd name="T82" fmla="*/ 618 w 1885"/>
              <a:gd name="T83" fmla="*/ 2 h 1846"/>
              <a:gd name="T84" fmla="*/ 1261 w 1885"/>
              <a:gd name="T85" fmla="*/ 0 h 1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85" h="1846">
                <a:moveTo>
                  <a:pt x="1261" y="0"/>
                </a:moveTo>
                <a:lnTo>
                  <a:pt x="1299" y="4"/>
                </a:lnTo>
                <a:lnTo>
                  <a:pt x="1337" y="15"/>
                </a:lnTo>
                <a:lnTo>
                  <a:pt x="1375" y="34"/>
                </a:lnTo>
                <a:lnTo>
                  <a:pt x="1409" y="57"/>
                </a:lnTo>
                <a:lnTo>
                  <a:pt x="1435" y="81"/>
                </a:lnTo>
                <a:lnTo>
                  <a:pt x="1838" y="584"/>
                </a:lnTo>
                <a:lnTo>
                  <a:pt x="1857" y="614"/>
                </a:lnTo>
                <a:lnTo>
                  <a:pt x="1872" y="652"/>
                </a:lnTo>
                <a:lnTo>
                  <a:pt x="1881" y="693"/>
                </a:lnTo>
                <a:lnTo>
                  <a:pt x="1885" y="733"/>
                </a:lnTo>
                <a:lnTo>
                  <a:pt x="1881" y="771"/>
                </a:lnTo>
                <a:lnTo>
                  <a:pt x="1740" y="1396"/>
                </a:lnTo>
                <a:lnTo>
                  <a:pt x="1726" y="1432"/>
                </a:lnTo>
                <a:lnTo>
                  <a:pt x="1708" y="1468"/>
                </a:lnTo>
                <a:lnTo>
                  <a:pt x="1681" y="1500"/>
                </a:lnTo>
                <a:lnTo>
                  <a:pt x="1651" y="1526"/>
                </a:lnTo>
                <a:lnTo>
                  <a:pt x="1621" y="1547"/>
                </a:lnTo>
                <a:lnTo>
                  <a:pt x="1042" y="1827"/>
                </a:lnTo>
                <a:lnTo>
                  <a:pt x="1006" y="1840"/>
                </a:lnTo>
                <a:lnTo>
                  <a:pt x="966" y="1846"/>
                </a:lnTo>
                <a:lnTo>
                  <a:pt x="925" y="1846"/>
                </a:lnTo>
                <a:lnTo>
                  <a:pt x="885" y="1840"/>
                </a:lnTo>
                <a:lnTo>
                  <a:pt x="851" y="1829"/>
                </a:lnTo>
                <a:lnTo>
                  <a:pt x="270" y="1551"/>
                </a:lnTo>
                <a:lnTo>
                  <a:pt x="238" y="1532"/>
                </a:lnTo>
                <a:lnTo>
                  <a:pt x="208" y="1504"/>
                </a:lnTo>
                <a:lnTo>
                  <a:pt x="182" y="1472"/>
                </a:lnTo>
                <a:lnTo>
                  <a:pt x="163" y="1438"/>
                </a:lnTo>
                <a:lnTo>
                  <a:pt x="149" y="1402"/>
                </a:lnTo>
                <a:lnTo>
                  <a:pt x="4" y="776"/>
                </a:lnTo>
                <a:lnTo>
                  <a:pt x="0" y="739"/>
                </a:lnTo>
                <a:lnTo>
                  <a:pt x="4" y="699"/>
                </a:lnTo>
                <a:lnTo>
                  <a:pt x="13" y="657"/>
                </a:lnTo>
                <a:lnTo>
                  <a:pt x="27" y="620"/>
                </a:lnTo>
                <a:lnTo>
                  <a:pt x="47" y="589"/>
                </a:lnTo>
                <a:lnTo>
                  <a:pt x="446" y="85"/>
                </a:lnTo>
                <a:lnTo>
                  <a:pt x="473" y="58"/>
                </a:lnTo>
                <a:lnTo>
                  <a:pt x="505" y="36"/>
                </a:lnTo>
                <a:lnTo>
                  <a:pt x="543" y="19"/>
                </a:lnTo>
                <a:lnTo>
                  <a:pt x="582" y="6"/>
                </a:lnTo>
                <a:lnTo>
                  <a:pt x="618" y="2"/>
                </a:lnTo>
                <a:lnTo>
                  <a:pt x="1261" y="0"/>
                </a:lnTo>
                <a:close/>
              </a:path>
            </a:pathLst>
          </a:custGeom>
          <a:gradFill flip="none" rotWithShape="1">
            <a:gsLst>
              <a:gs pos="0">
                <a:schemeClr val="bg1"/>
              </a:gs>
              <a:gs pos="100000">
                <a:schemeClr val="bg1">
                  <a:lumMod val="85000"/>
                </a:schemeClr>
              </a:gs>
            </a:gsLst>
            <a:lin ang="2700000" scaled="1"/>
            <a:tileRect/>
          </a:gradFill>
          <a:ln w="0">
            <a:noFill/>
            <a:prstDash val="solid"/>
            <a:round/>
            <a:headEnd/>
            <a:tailEnd/>
          </a:ln>
          <a:effectLst>
            <a:outerShdw blurRad="190500" sx="102000" sy="102000" algn="ctr" rotWithShape="0">
              <a:prstClr val="black">
                <a:alpha val="8000"/>
              </a:prstClr>
            </a:outerShdw>
          </a:effectLst>
        </p:spPr>
        <p:txBody>
          <a:bodyPr vert="horz" wrap="square" lIns="91440" tIns="45720" rIns="91440" bIns="45720" numCol="1" anchor="t" anchorCtr="0" compatLnSpc="1">
            <a:prstTxWarp prst="textNoShape">
              <a:avLst/>
            </a:prstTxWarp>
          </a:bodyPr>
          <a:lstStyle/>
          <a:p>
            <a:pPr algn="ctr" defTabSz="1218987"/>
            <a:endParaRPr lang="en-IN" sz="2400">
              <a:solidFill>
                <a:prstClr val="black"/>
              </a:solidFill>
              <a:latin typeface="Arial" panose="020B0604020202020204" pitchFamily="34" charset="0"/>
              <a:cs typeface="Arial" panose="020B0604020202020204" pitchFamily="34" charset="0"/>
            </a:endParaRPr>
          </a:p>
        </p:txBody>
      </p:sp>
      <p:sp>
        <p:nvSpPr>
          <p:cNvPr id="34" name="TextBox 33"/>
          <p:cNvSpPr txBox="1"/>
          <p:nvPr/>
        </p:nvSpPr>
        <p:spPr>
          <a:xfrm>
            <a:off x="5905127" y="264445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01</a:t>
            </a:r>
            <a:endParaRPr lang="en-IN" sz="1400" b="1" dirty="0">
              <a:solidFill>
                <a:prstClr val="white"/>
              </a:solidFill>
              <a:latin typeface="Arial" panose="020B0604020202020204" pitchFamily="34" charset="0"/>
              <a:cs typeface="Arial" pitchFamily="34" charset="0"/>
            </a:endParaRPr>
          </a:p>
        </p:txBody>
      </p:sp>
      <p:sp>
        <p:nvSpPr>
          <p:cNvPr id="35" name="TextBox 34"/>
          <p:cNvSpPr txBox="1"/>
          <p:nvPr/>
        </p:nvSpPr>
        <p:spPr>
          <a:xfrm rot="2937415">
            <a:off x="6678518" y="3028070"/>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02</a:t>
            </a:r>
            <a:endParaRPr lang="en-IN" sz="1400" b="1" dirty="0">
              <a:solidFill>
                <a:prstClr val="white"/>
              </a:solidFill>
              <a:latin typeface="Arial" panose="020B0604020202020204" pitchFamily="34" charset="0"/>
              <a:cs typeface="Arial" pitchFamily="34" charset="0"/>
            </a:endParaRPr>
          </a:p>
        </p:txBody>
      </p:sp>
      <p:sp>
        <p:nvSpPr>
          <p:cNvPr id="36" name="TextBox 35"/>
          <p:cNvSpPr txBox="1"/>
          <p:nvPr/>
        </p:nvSpPr>
        <p:spPr>
          <a:xfrm rot="16949909">
            <a:off x="6861421" y="385845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03</a:t>
            </a:r>
            <a:endParaRPr lang="en-IN" sz="1400" b="1" dirty="0">
              <a:solidFill>
                <a:prstClr val="white"/>
              </a:solidFill>
              <a:latin typeface="Arial" panose="020B0604020202020204" pitchFamily="34" charset="0"/>
              <a:cs typeface="Arial" pitchFamily="34" charset="0"/>
            </a:endParaRPr>
          </a:p>
        </p:txBody>
      </p:sp>
      <p:sp>
        <p:nvSpPr>
          <p:cNvPr id="37" name="TextBox 36"/>
          <p:cNvSpPr txBox="1"/>
          <p:nvPr/>
        </p:nvSpPr>
        <p:spPr>
          <a:xfrm rot="20026711">
            <a:off x="6321534" y="452347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04</a:t>
            </a:r>
            <a:endParaRPr lang="en-IN" sz="1400" b="1" dirty="0">
              <a:solidFill>
                <a:prstClr val="white"/>
              </a:solidFill>
              <a:latin typeface="Arial" panose="020B0604020202020204" pitchFamily="34" charset="0"/>
              <a:cs typeface="Arial" pitchFamily="34" charset="0"/>
            </a:endParaRPr>
          </a:p>
        </p:txBody>
      </p:sp>
      <p:sp>
        <p:nvSpPr>
          <p:cNvPr id="38" name="TextBox 37"/>
          <p:cNvSpPr txBox="1"/>
          <p:nvPr/>
        </p:nvSpPr>
        <p:spPr>
          <a:xfrm rot="1465680">
            <a:off x="5479178" y="4529014"/>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05</a:t>
            </a:r>
            <a:endParaRPr lang="en-IN" sz="1400" b="1" dirty="0">
              <a:solidFill>
                <a:prstClr val="white"/>
              </a:solidFill>
              <a:latin typeface="Arial" panose="020B0604020202020204" pitchFamily="34" charset="0"/>
              <a:cs typeface="Arial" pitchFamily="34" charset="0"/>
            </a:endParaRPr>
          </a:p>
        </p:txBody>
      </p:sp>
      <p:sp>
        <p:nvSpPr>
          <p:cNvPr id="39" name="TextBox 38"/>
          <p:cNvSpPr txBox="1"/>
          <p:nvPr/>
        </p:nvSpPr>
        <p:spPr>
          <a:xfrm rot="15412784">
            <a:off x="4941622" y="3891704"/>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06</a:t>
            </a:r>
            <a:endParaRPr lang="en-IN" sz="1400" b="1" dirty="0">
              <a:solidFill>
                <a:prstClr val="white"/>
              </a:solidFill>
              <a:latin typeface="Arial" panose="020B0604020202020204" pitchFamily="34" charset="0"/>
              <a:cs typeface="Arial" pitchFamily="34" charset="0"/>
            </a:endParaRPr>
          </a:p>
        </p:txBody>
      </p:sp>
      <p:sp>
        <p:nvSpPr>
          <p:cNvPr id="40" name="TextBox 39"/>
          <p:cNvSpPr txBox="1"/>
          <p:nvPr/>
        </p:nvSpPr>
        <p:spPr>
          <a:xfrm rot="18533137">
            <a:off x="5124505" y="303272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07</a:t>
            </a:r>
            <a:endParaRPr lang="en-IN" sz="1400" b="1" dirty="0">
              <a:solidFill>
                <a:prstClr val="white"/>
              </a:solidFill>
              <a:latin typeface="Arial" panose="020B0604020202020204" pitchFamily="34" charset="0"/>
              <a:cs typeface="Arial" pitchFamily="34" charset="0"/>
            </a:endParaRPr>
          </a:p>
        </p:txBody>
      </p:sp>
      <p:sp>
        <p:nvSpPr>
          <p:cNvPr id="42" name="TextBox 41"/>
          <p:cNvSpPr txBox="1"/>
          <p:nvPr/>
        </p:nvSpPr>
        <p:spPr>
          <a:xfrm>
            <a:off x="5421322" y="1351410"/>
            <a:ext cx="1416177" cy="523220"/>
          </a:xfrm>
          <a:prstGeom prst="rect">
            <a:avLst/>
          </a:prstGeom>
          <a:noFill/>
        </p:spPr>
        <p:txBody>
          <a:bodyPr wrap="square" rtlCol="0" anchor="b">
            <a:spAutoFit/>
          </a:bodyPr>
          <a:lstStyle/>
          <a:p>
            <a:pPr algn="ctr" defTabSz="1218987"/>
            <a:r>
              <a:rPr lang="en-IN" sz="1400" b="1" dirty="0">
                <a:solidFill>
                  <a:srgbClr val="F8991D"/>
                </a:solidFill>
                <a:latin typeface="Arial" panose="020B0604020202020204" pitchFamily="34" charset="0"/>
                <a:cs typeface="Arial" pitchFamily="34" charset="0"/>
              </a:rPr>
              <a:t>Rule-Based Systems</a:t>
            </a:r>
          </a:p>
        </p:txBody>
      </p:sp>
      <p:sp>
        <p:nvSpPr>
          <p:cNvPr id="44" name="TextBox 43"/>
          <p:cNvSpPr txBox="1"/>
          <p:nvPr/>
        </p:nvSpPr>
        <p:spPr>
          <a:xfrm>
            <a:off x="6716161" y="2123600"/>
            <a:ext cx="1659954" cy="523220"/>
          </a:xfrm>
          <a:prstGeom prst="rect">
            <a:avLst/>
          </a:prstGeom>
          <a:noFill/>
        </p:spPr>
        <p:txBody>
          <a:bodyPr wrap="square" rtlCol="0" anchor="b">
            <a:spAutoFit/>
          </a:bodyPr>
          <a:lstStyle/>
          <a:p>
            <a:pPr algn="ctr" defTabSz="1218987"/>
            <a:r>
              <a:rPr lang="en-US" sz="1400" b="1" dirty="0">
                <a:solidFill>
                  <a:srgbClr val="03A788"/>
                </a:solidFill>
                <a:latin typeface="Arial" panose="020B0604020202020204" pitchFamily="34" charset="0"/>
                <a:cs typeface="Arial" pitchFamily="34" charset="0"/>
              </a:rPr>
              <a:t>Logistic Regression</a:t>
            </a:r>
          </a:p>
        </p:txBody>
      </p:sp>
      <p:sp>
        <p:nvSpPr>
          <p:cNvPr id="46" name="TextBox 45"/>
          <p:cNvSpPr txBox="1"/>
          <p:nvPr/>
        </p:nvSpPr>
        <p:spPr>
          <a:xfrm>
            <a:off x="7149982" y="4018132"/>
            <a:ext cx="1644397" cy="307777"/>
          </a:xfrm>
          <a:prstGeom prst="rect">
            <a:avLst/>
          </a:prstGeom>
          <a:noFill/>
        </p:spPr>
        <p:txBody>
          <a:bodyPr wrap="square" rtlCol="0" anchor="b">
            <a:spAutoFit/>
          </a:bodyPr>
          <a:lstStyle/>
          <a:p>
            <a:pPr algn="ctr" defTabSz="1218987"/>
            <a:r>
              <a:rPr lang="en-GB" sz="1400" b="1" dirty="0">
                <a:solidFill>
                  <a:srgbClr val="D83234"/>
                </a:solidFill>
                <a:latin typeface="Arial" panose="020B0604020202020204" pitchFamily="34" charset="0"/>
                <a:cs typeface="Arial" pitchFamily="34" charset="0"/>
              </a:rPr>
              <a:t>Neural Networks</a:t>
            </a:r>
          </a:p>
        </p:txBody>
      </p:sp>
      <p:sp>
        <p:nvSpPr>
          <p:cNvPr id="52" name="TextBox 51"/>
          <p:cNvSpPr txBox="1"/>
          <p:nvPr/>
        </p:nvSpPr>
        <p:spPr>
          <a:xfrm>
            <a:off x="3442924" y="3943681"/>
            <a:ext cx="1620977" cy="492443"/>
          </a:xfrm>
          <a:prstGeom prst="rect">
            <a:avLst/>
          </a:prstGeom>
          <a:noFill/>
        </p:spPr>
        <p:txBody>
          <a:bodyPr wrap="square" rtlCol="0" anchor="b">
            <a:spAutoFit/>
          </a:bodyPr>
          <a:lstStyle/>
          <a:p>
            <a:pPr algn="ctr" defTabSz="1218987"/>
            <a:r>
              <a:rPr lang="en-US" sz="1300" b="1" dirty="0">
                <a:solidFill>
                  <a:srgbClr val="65A443"/>
                </a:solidFill>
                <a:latin typeface="Arial" panose="020B0604020202020204" pitchFamily="34" charset="0"/>
                <a:cs typeface="Arial" pitchFamily="34" charset="0"/>
              </a:rPr>
              <a:t>Gradient Boosting</a:t>
            </a:r>
          </a:p>
        </p:txBody>
      </p:sp>
      <p:sp>
        <p:nvSpPr>
          <p:cNvPr id="54" name="TextBox 53"/>
          <p:cNvSpPr txBox="1"/>
          <p:nvPr/>
        </p:nvSpPr>
        <p:spPr>
          <a:xfrm>
            <a:off x="3817129" y="2442503"/>
            <a:ext cx="1615569" cy="307777"/>
          </a:xfrm>
          <a:prstGeom prst="rect">
            <a:avLst/>
          </a:prstGeom>
          <a:noFill/>
        </p:spPr>
        <p:txBody>
          <a:bodyPr wrap="square" rtlCol="0" anchor="b">
            <a:spAutoFit/>
          </a:bodyPr>
          <a:lstStyle/>
          <a:p>
            <a:pPr algn="ctr" defTabSz="1218987"/>
            <a:r>
              <a:rPr lang="en-US" sz="1400" b="1" dirty="0">
                <a:solidFill>
                  <a:srgbClr val="A35BA4"/>
                </a:solidFill>
                <a:latin typeface="Arial" panose="020B0604020202020204" pitchFamily="34" charset="0"/>
                <a:cs typeface="Arial" pitchFamily="34" charset="0"/>
              </a:rPr>
              <a:t>Deep Learning</a:t>
            </a:r>
          </a:p>
        </p:txBody>
      </p:sp>
      <p:sp>
        <p:nvSpPr>
          <p:cNvPr id="55" name="TextBox 54"/>
          <p:cNvSpPr txBox="1"/>
          <p:nvPr/>
        </p:nvSpPr>
        <p:spPr>
          <a:xfrm>
            <a:off x="5339922" y="3570505"/>
            <a:ext cx="1463469" cy="338554"/>
          </a:xfrm>
          <a:prstGeom prst="rect">
            <a:avLst/>
          </a:prstGeom>
          <a:noFill/>
        </p:spPr>
        <p:txBody>
          <a:bodyPr wrap="square" rtlCol="0" anchor="ctr">
            <a:spAutoFit/>
          </a:bodyPr>
          <a:lstStyle/>
          <a:p>
            <a:pPr algn="ctr" defTabSz="1218987"/>
            <a:r>
              <a:rPr lang="en-US" sz="1600" kern="0" dirty="0">
                <a:solidFill>
                  <a:prstClr val="black">
                    <a:lumMod val="75000"/>
                    <a:lumOff val="25000"/>
                  </a:prstClr>
                </a:solidFill>
                <a:latin typeface="Arial" panose="020B0604020202020204" pitchFamily="34" charset="0"/>
                <a:cs typeface="Arial" pitchFamily="34" charset="0"/>
              </a:rPr>
              <a:t>Summary </a:t>
            </a:r>
          </a:p>
        </p:txBody>
      </p:sp>
      <p:sp>
        <p:nvSpPr>
          <p:cNvPr id="82" name="TextBox 81">
            <a:extLst>
              <a:ext uri="{FF2B5EF4-FFF2-40B4-BE49-F238E27FC236}">
                <a16:creationId xmlns:a16="http://schemas.microsoft.com/office/drawing/2014/main" id="{F711819D-688E-4F63-90FB-4AFAD823A145}"/>
              </a:ext>
            </a:extLst>
          </p:cNvPr>
          <p:cNvSpPr txBox="1"/>
          <p:nvPr/>
        </p:nvSpPr>
        <p:spPr>
          <a:xfrm rot="2937415">
            <a:off x="6678517" y="302807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02</a:t>
            </a:r>
            <a:endParaRPr lang="en-IN" sz="1400" b="1" dirty="0">
              <a:solidFill>
                <a:prstClr val="white"/>
              </a:solidFill>
              <a:latin typeface="Arial" panose="020B0604020202020204" pitchFamily="34" charset="0"/>
              <a:cs typeface="Arial" pitchFamily="34" charset="0"/>
            </a:endParaRPr>
          </a:p>
        </p:txBody>
      </p:sp>
      <p:sp>
        <p:nvSpPr>
          <p:cNvPr id="83" name="TextBox 82">
            <a:extLst>
              <a:ext uri="{FF2B5EF4-FFF2-40B4-BE49-F238E27FC236}">
                <a16:creationId xmlns:a16="http://schemas.microsoft.com/office/drawing/2014/main" id="{565FCFF6-698B-4229-8FAD-B6EA9E5603E2}"/>
              </a:ext>
            </a:extLst>
          </p:cNvPr>
          <p:cNvSpPr txBox="1"/>
          <p:nvPr/>
        </p:nvSpPr>
        <p:spPr>
          <a:xfrm rot="16949909">
            <a:off x="6861420" y="3858454"/>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03</a:t>
            </a:r>
            <a:endParaRPr lang="en-IN" sz="1400" b="1" dirty="0">
              <a:solidFill>
                <a:prstClr val="white"/>
              </a:solidFill>
              <a:latin typeface="Arial" panose="020B0604020202020204" pitchFamily="34" charset="0"/>
              <a:cs typeface="Arial" pitchFamily="34" charset="0"/>
            </a:endParaRPr>
          </a:p>
        </p:txBody>
      </p:sp>
      <p:sp>
        <p:nvSpPr>
          <p:cNvPr id="84" name="TextBox 83">
            <a:extLst>
              <a:ext uri="{FF2B5EF4-FFF2-40B4-BE49-F238E27FC236}">
                <a16:creationId xmlns:a16="http://schemas.microsoft.com/office/drawing/2014/main" id="{905E22C3-81C7-41C9-9FE4-D8AC0B89F29D}"/>
              </a:ext>
            </a:extLst>
          </p:cNvPr>
          <p:cNvSpPr txBox="1"/>
          <p:nvPr/>
        </p:nvSpPr>
        <p:spPr>
          <a:xfrm rot="20026711">
            <a:off x="6321533" y="452347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04</a:t>
            </a:r>
            <a:endParaRPr lang="en-IN" sz="1400" b="1" dirty="0">
              <a:solidFill>
                <a:prstClr val="white"/>
              </a:solidFill>
              <a:latin typeface="Arial" panose="020B0604020202020204" pitchFamily="34" charset="0"/>
              <a:cs typeface="Arial" pitchFamily="34" charset="0"/>
            </a:endParaRPr>
          </a:p>
        </p:txBody>
      </p:sp>
      <p:sp>
        <p:nvSpPr>
          <p:cNvPr id="85" name="TextBox 84">
            <a:extLst>
              <a:ext uri="{FF2B5EF4-FFF2-40B4-BE49-F238E27FC236}">
                <a16:creationId xmlns:a16="http://schemas.microsoft.com/office/drawing/2014/main" id="{9D66E138-2B1C-4011-ACA1-DE63AC7C640D}"/>
              </a:ext>
            </a:extLst>
          </p:cNvPr>
          <p:cNvSpPr txBox="1"/>
          <p:nvPr/>
        </p:nvSpPr>
        <p:spPr>
          <a:xfrm rot="1465680">
            <a:off x="5479177" y="4529015"/>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05</a:t>
            </a:r>
            <a:endParaRPr lang="en-IN" sz="1400" b="1" dirty="0">
              <a:solidFill>
                <a:prstClr val="white"/>
              </a:solidFill>
              <a:latin typeface="Arial" panose="020B0604020202020204" pitchFamily="34" charset="0"/>
              <a:cs typeface="Arial" pitchFamily="34" charset="0"/>
            </a:endParaRPr>
          </a:p>
        </p:txBody>
      </p:sp>
      <p:sp>
        <p:nvSpPr>
          <p:cNvPr id="86" name="TextBox 85">
            <a:extLst>
              <a:ext uri="{FF2B5EF4-FFF2-40B4-BE49-F238E27FC236}">
                <a16:creationId xmlns:a16="http://schemas.microsoft.com/office/drawing/2014/main" id="{89C6B8A6-1F12-4DBE-83B4-7EC2C69FDFD4}"/>
              </a:ext>
            </a:extLst>
          </p:cNvPr>
          <p:cNvSpPr txBox="1"/>
          <p:nvPr/>
        </p:nvSpPr>
        <p:spPr>
          <a:xfrm rot="15412784">
            <a:off x="4941621" y="3891705"/>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anose="020B0604020202020204" pitchFamily="34" charset="0"/>
                <a:cs typeface="Arial" pitchFamily="34" charset="0"/>
              </a:rPr>
              <a:t>06</a:t>
            </a:r>
            <a:endParaRPr lang="en-IN" sz="1400" b="1" dirty="0">
              <a:solidFill>
                <a:prstClr val="white"/>
              </a:solidFill>
              <a:latin typeface="Arial" panose="020B0604020202020204" pitchFamily="34" charset="0"/>
              <a:cs typeface="Arial" pitchFamily="34" charset="0"/>
            </a:endParaRPr>
          </a:p>
        </p:txBody>
      </p:sp>
      <p:sp>
        <p:nvSpPr>
          <p:cNvPr id="56" name="Title 1">
            <a:extLst>
              <a:ext uri="{FF2B5EF4-FFF2-40B4-BE49-F238E27FC236}">
                <a16:creationId xmlns:a16="http://schemas.microsoft.com/office/drawing/2014/main" id="{FED9875E-14EF-4150-B8E3-476DB2DB2E84}"/>
              </a:ext>
            </a:extLst>
          </p:cNvPr>
          <p:cNvSpPr>
            <a:spLocks noGrp="1"/>
          </p:cNvSpPr>
          <p:nvPr>
            <p:ph type="title"/>
          </p:nvPr>
        </p:nvSpPr>
        <p:spPr>
          <a:xfrm>
            <a:off x="69012" y="14494"/>
            <a:ext cx="9592574" cy="711081"/>
          </a:xfrm>
          <a:solidFill>
            <a:srgbClr val="0361AE"/>
          </a:solidFill>
        </p:spPr>
        <p:txBody>
          <a:bodyPr/>
          <a:lstStyle/>
          <a:p>
            <a:r>
              <a:rPr lang="en-IN" sz="2400" dirty="0">
                <a:solidFill>
                  <a:schemeClr val="bg1"/>
                </a:solidFill>
                <a:latin typeface="Arial" panose="020B0604020202020204" pitchFamily="34" charset="0"/>
                <a:cs typeface="Arial" panose="020B0604020202020204" pitchFamily="34" charset="0"/>
              </a:rPr>
              <a:t>Detection Techniques</a:t>
            </a:r>
          </a:p>
        </p:txBody>
      </p:sp>
      <p:sp>
        <p:nvSpPr>
          <p:cNvPr id="58" name="TextBox 57">
            <a:extLst>
              <a:ext uri="{FF2B5EF4-FFF2-40B4-BE49-F238E27FC236}">
                <a16:creationId xmlns:a16="http://schemas.microsoft.com/office/drawing/2014/main" id="{8A909CD6-52B8-44B6-B02E-248685A6364F}"/>
              </a:ext>
            </a:extLst>
          </p:cNvPr>
          <p:cNvSpPr txBox="1"/>
          <p:nvPr/>
        </p:nvSpPr>
        <p:spPr>
          <a:xfrm>
            <a:off x="4651514" y="5263792"/>
            <a:ext cx="1297126" cy="523220"/>
          </a:xfrm>
          <a:prstGeom prst="rect">
            <a:avLst/>
          </a:prstGeom>
          <a:noFill/>
        </p:spPr>
        <p:txBody>
          <a:bodyPr wrap="square" rtlCol="0" anchor="b">
            <a:spAutoFit/>
          </a:bodyPr>
          <a:lstStyle/>
          <a:p>
            <a:pPr algn="ctr" defTabSz="1218987"/>
            <a:r>
              <a:rPr lang="en-GB" sz="1400" b="1" dirty="0">
                <a:solidFill>
                  <a:srgbClr val="F8991D"/>
                </a:solidFill>
                <a:latin typeface="Arial" panose="020B0604020202020204" pitchFamily="34" charset="0"/>
                <a:cs typeface="Arial" pitchFamily="34" charset="0"/>
              </a:rPr>
              <a:t>Anomaly Detection</a:t>
            </a:r>
          </a:p>
        </p:txBody>
      </p:sp>
      <p:sp>
        <p:nvSpPr>
          <p:cNvPr id="60" name="TextBox 59">
            <a:extLst>
              <a:ext uri="{FF2B5EF4-FFF2-40B4-BE49-F238E27FC236}">
                <a16:creationId xmlns:a16="http://schemas.microsoft.com/office/drawing/2014/main" id="{9CCED5DF-2EE4-47DE-817E-0ADEB4AAA041}"/>
              </a:ext>
            </a:extLst>
          </p:cNvPr>
          <p:cNvSpPr txBox="1"/>
          <p:nvPr/>
        </p:nvSpPr>
        <p:spPr>
          <a:xfrm>
            <a:off x="6092992" y="5246431"/>
            <a:ext cx="1597780" cy="307777"/>
          </a:xfrm>
          <a:prstGeom prst="rect">
            <a:avLst/>
          </a:prstGeom>
          <a:noFill/>
        </p:spPr>
        <p:txBody>
          <a:bodyPr wrap="square" rtlCol="0" anchor="b">
            <a:spAutoFit/>
          </a:bodyPr>
          <a:lstStyle/>
          <a:p>
            <a:pPr algn="ctr" defTabSz="1218987"/>
            <a:r>
              <a:rPr lang="en-GB" sz="1400" b="1" dirty="0">
                <a:solidFill>
                  <a:srgbClr val="037AB4"/>
                </a:solidFill>
                <a:latin typeface="Arial" panose="020B0604020202020204" pitchFamily="34" charset="0"/>
                <a:cs typeface="Arial" pitchFamily="34" charset="0"/>
              </a:rPr>
              <a:t>Clustering</a:t>
            </a:r>
          </a:p>
        </p:txBody>
      </p:sp>
      <p:pic>
        <p:nvPicPr>
          <p:cNvPr id="47" name="Picture 46">
            <a:extLst>
              <a:ext uri="{FF2B5EF4-FFF2-40B4-BE49-F238E27FC236}">
                <a16:creationId xmlns:a16="http://schemas.microsoft.com/office/drawing/2014/main" id="{39314D3D-8245-415F-9CDA-B76F095EC29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Tree>
    <p:extLst>
      <p:ext uri="{BB962C8B-B14F-4D97-AF65-F5344CB8AC3E}">
        <p14:creationId xmlns:p14="http://schemas.microsoft.com/office/powerpoint/2010/main" val="23455924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1000" fill="hold"/>
                                        <p:tgtEl>
                                          <p:spTgt spid="31"/>
                                        </p:tgtEl>
                                        <p:attrNameLst>
                                          <p:attrName>ppt_w</p:attrName>
                                        </p:attrNameLst>
                                      </p:cBhvr>
                                      <p:tavLst>
                                        <p:tav tm="0">
                                          <p:val>
                                            <p:fltVal val="0"/>
                                          </p:val>
                                        </p:tav>
                                        <p:tav tm="100000">
                                          <p:val>
                                            <p:strVal val="#ppt_w"/>
                                          </p:val>
                                        </p:tav>
                                      </p:tavLst>
                                    </p:anim>
                                    <p:anim calcmode="lin" valueType="num">
                                      <p:cBhvr>
                                        <p:cTn id="8" dur="1000" fill="hold"/>
                                        <p:tgtEl>
                                          <p:spTgt spid="31"/>
                                        </p:tgtEl>
                                        <p:attrNameLst>
                                          <p:attrName>ppt_h</p:attrName>
                                        </p:attrNameLst>
                                      </p:cBhvr>
                                      <p:tavLst>
                                        <p:tav tm="0">
                                          <p:val>
                                            <p:fltVal val="0"/>
                                          </p:val>
                                        </p:tav>
                                        <p:tav tm="100000">
                                          <p:val>
                                            <p:strVal val="#ppt_h"/>
                                          </p:val>
                                        </p:tav>
                                      </p:tavLst>
                                    </p:anim>
                                    <p:anim calcmode="lin" valueType="num">
                                      <p:cBhvr>
                                        <p:cTn id="9" dur="1000" fill="hold"/>
                                        <p:tgtEl>
                                          <p:spTgt spid="31"/>
                                        </p:tgtEl>
                                        <p:attrNameLst>
                                          <p:attrName>style.rotation</p:attrName>
                                        </p:attrNameLst>
                                      </p:cBhvr>
                                      <p:tavLst>
                                        <p:tav tm="0">
                                          <p:val>
                                            <p:fltVal val="90"/>
                                          </p:val>
                                        </p:tav>
                                        <p:tav tm="100000">
                                          <p:val>
                                            <p:fltVal val="0"/>
                                          </p:val>
                                        </p:tav>
                                      </p:tavLst>
                                    </p:anim>
                                    <p:animEffect transition="in" filter="fade">
                                      <p:cBhvr>
                                        <p:cTn id="10" dur="10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anim calcmode="lin" valueType="num">
                                      <p:cBhvr>
                                        <p:cTn id="16" dur="1000" fill="hold"/>
                                        <p:tgtEl>
                                          <p:spTgt spid="14"/>
                                        </p:tgtEl>
                                        <p:attrNameLst>
                                          <p:attrName>ppt_x</p:attrName>
                                        </p:attrNameLst>
                                      </p:cBhvr>
                                      <p:tavLst>
                                        <p:tav tm="0">
                                          <p:val>
                                            <p:strVal val="#ppt_x"/>
                                          </p:val>
                                        </p:tav>
                                        <p:tav tm="100000">
                                          <p:val>
                                            <p:strVal val="#ppt_x"/>
                                          </p:val>
                                        </p:tav>
                                      </p:tavLst>
                                    </p:anim>
                                    <p:anim calcmode="lin" valueType="num">
                                      <p:cBhvr>
                                        <p:cTn id="17" dur="1000" fill="hold"/>
                                        <p:tgtEl>
                                          <p:spTgt spid="14"/>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1000"/>
                                        <p:tgtEl>
                                          <p:spTgt spid="15"/>
                                        </p:tgtEl>
                                      </p:cBhvr>
                                    </p:animEffect>
                                    <p:anim calcmode="lin" valueType="num">
                                      <p:cBhvr>
                                        <p:cTn id="21" dur="1000" fill="hold"/>
                                        <p:tgtEl>
                                          <p:spTgt spid="15"/>
                                        </p:tgtEl>
                                        <p:attrNameLst>
                                          <p:attrName>ppt_x</p:attrName>
                                        </p:attrNameLst>
                                      </p:cBhvr>
                                      <p:tavLst>
                                        <p:tav tm="0">
                                          <p:val>
                                            <p:strVal val="#ppt_x"/>
                                          </p:val>
                                        </p:tav>
                                        <p:tav tm="100000">
                                          <p:val>
                                            <p:strVal val="#ppt_x"/>
                                          </p:val>
                                        </p:tav>
                                      </p:tavLst>
                                    </p:anim>
                                    <p:anim calcmode="lin" valueType="num">
                                      <p:cBhvr>
                                        <p:cTn id="22" dur="1000" fill="hold"/>
                                        <p:tgtEl>
                                          <p:spTgt spid="15"/>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anim calcmode="lin" valueType="num">
                                      <p:cBhvr>
                                        <p:cTn id="26" dur="1000" fill="hold"/>
                                        <p:tgtEl>
                                          <p:spTgt spid="16"/>
                                        </p:tgtEl>
                                        <p:attrNameLst>
                                          <p:attrName>ppt_x</p:attrName>
                                        </p:attrNameLst>
                                      </p:cBhvr>
                                      <p:tavLst>
                                        <p:tav tm="0">
                                          <p:val>
                                            <p:strVal val="#ppt_x"/>
                                          </p:val>
                                        </p:tav>
                                        <p:tav tm="100000">
                                          <p:val>
                                            <p:strVal val="#ppt_x"/>
                                          </p:val>
                                        </p:tav>
                                      </p:tavLst>
                                    </p:anim>
                                    <p:anim calcmode="lin" valueType="num">
                                      <p:cBhvr>
                                        <p:cTn id="27" dur="1000" fill="hold"/>
                                        <p:tgtEl>
                                          <p:spTgt spid="16"/>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1000"/>
                                        <p:tgtEl>
                                          <p:spTgt spid="17"/>
                                        </p:tgtEl>
                                      </p:cBhvr>
                                    </p:animEffect>
                                    <p:anim calcmode="lin" valueType="num">
                                      <p:cBhvr>
                                        <p:cTn id="31" dur="1000" fill="hold"/>
                                        <p:tgtEl>
                                          <p:spTgt spid="17"/>
                                        </p:tgtEl>
                                        <p:attrNameLst>
                                          <p:attrName>ppt_x</p:attrName>
                                        </p:attrNameLst>
                                      </p:cBhvr>
                                      <p:tavLst>
                                        <p:tav tm="0">
                                          <p:val>
                                            <p:strVal val="#ppt_x"/>
                                          </p:val>
                                        </p:tav>
                                        <p:tav tm="100000">
                                          <p:val>
                                            <p:strVal val="#ppt_x"/>
                                          </p:val>
                                        </p:tav>
                                      </p:tavLst>
                                    </p:anim>
                                    <p:anim calcmode="lin" valueType="num">
                                      <p:cBhvr>
                                        <p:cTn id="32" dur="1000" fill="hold"/>
                                        <p:tgtEl>
                                          <p:spTgt spid="17"/>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anim calcmode="lin" valueType="num">
                                      <p:cBhvr>
                                        <p:cTn id="41" dur="1000" fill="hold"/>
                                        <p:tgtEl>
                                          <p:spTgt spid="19"/>
                                        </p:tgtEl>
                                        <p:attrNameLst>
                                          <p:attrName>ppt_x</p:attrName>
                                        </p:attrNameLst>
                                      </p:cBhvr>
                                      <p:tavLst>
                                        <p:tav tm="0">
                                          <p:val>
                                            <p:strVal val="#ppt_x"/>
                                          </p:val>
                                        </p:tav>
                                        <p:tav tm="100000">
                                          <p:val>
                                            <p:strVal val="#ppt_x"/>
                                          </p:val>
                                        </p:tav>
                                      </p:tavLst>
                                    </p:anim>
                                    <p:anim calcmode="lin" valueType="num">
                                      <p:cBhvr>
                                        <p:cTn id="42" dur="1000" fill="hold"/>
                                        <p:tgtEl>
                                          <p:spTgt spid="19"/>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1000"/>
                                        <p:tgtEl>
                                          <p:spTgt spid="20"/>
                                        </p:tgtEl>
                                      </p:cBhvr>
                                    </p:animEffect>
                                    <p:anim calcmode="lin" valueType="num">
                                      <p:cBhvr>
                                        <p:cTn id="46" dur="1000" fill="hold"/>
                                        <p:tgtEl>
                                          <p:spTgt spid="20"/>
                                        </p:tgtEl>
                                        <p:attrNameLst>
                                          <p:attrName>ppt_x</p:attrName>
                                        </p:attrNameLst>
                                      </p:cBhvr>
                                      <p:tavLst>
                                        <p:tav tm="0">
                                          <p:val>
                                            <p:strVal val="#ppt_x"/>
                                          </p:val>
                                        </p:tav>
                                        <p:tav tm="100000">
                                          <p:val>
                                            <p:strVal val="#ppt_x"/>
                                          </p:val>
                                        </p:tav>
                                      </p:tavLst>
                                    </p:anim>
                                    <p:anim calcmode="lin" valueType="num">
                                      <p:cBhvr>
                                        <p:cTn id="47" dur="1000" fill="hold"/>
                                        <p:tgtEl>
                                          <p:spTgt spid="20"/>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1000"/>
                                        <p:tgtEl>
                                          <p:spTgt spid="21"/>
                                        </p:tgtEl>
                                      </p:cBhvr>
                                    </p:animEffect>
                                    <p:anim calcmode="lin" valueType="num">
                                      <p:cBhvr>
                                        <p:cTn id="51" dur="1000" fill="hold"/>
                                        <p:tgtEl>
                                          <p:spTgt spid="21"/>
                                        </p:tgtEl>
                                        <p:attrNameLst>
                                          <p:attrName>ppt_x</p:attrName>
                                        </p:attrNameLst>
                                      </p:cBhvr>
                                      <p:tavLst>
                                        <p:tav tm="0">
                                          <p:val>
                                            <p:strVal val="#ppt_x"/>
                                          </p:val>
                                        </p:tav>
                                        <p:tav tm="100000">
                                          <p:val>
                                            <p:strVal val="#ppt_x"/>
                                          </p:val>
                                        </p:tav>
                                      </p:tavLst>
                                    </p:anim>
                                    <p:anim calcmode="lin" valueType="num">
                                      <p:cBhvr>
                                        <p:cTn id="52" dur="1000" fill="hold"/>
                                        <p:tgtEl>
                                          <p:spTgt spid="21"/>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1000"/>
                                        <p:tgtEl>
                                          <p:spTgt spid="22"/>
                                        </p:tgtEl>
                                      </p:cBhvr>
                                    </p:animEffect>
                                    <p:anim calcmode="lin" valueType="num">
                                      <p:cBhvr>
                                        <p:cTn id="56" dur="1000" fill="hold"/>
                                        <p:tgtEl>
                                          <p:spTgt spid="22"/>
                                        </p:tgtEl>
                                        <p:attrNameLst>
                                          <p:attrName>ppt_x</p:attrName>
                                        </p:attrNameLst>
                                      </p:cBhvr>
                                      <p:tavLst>
                                        <p:tav tm="0">
                                          <p:val>
                                            <p:strVal val="#ppt_x"/>
                                          </p:val>
                                        </p:tav>
                                        <p:tav tm="100000">
                                          <p:val>
                                            <p:strVal val="#ppt_x"/>
                                          </p:val>
                                        </p:tav>
                                      </p:tavLst>
                                    </p:anim>
                                    <p:anim calcmode="lin" valueType="num">
                                      <p:cBhvr>
                                        <p:cTn id="57" dur="1000" fill="hold"/>
                                        <p:tgtEl>
                                          <p:spTgt spid="22"/>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1000"/>
                                        <p:tgtEl>
                                          <p:spTgt spid="23"/>
                                        </p:tgtEl>
                                      </p:cBhvr>
                                    </p:animEffect>
                                    <p:anim calcmode="lin" valueType="num">
                                      <p:cBhvr>
                                        <p:cTn id="61" dur="1000" fill="hold"/>
                                        <p:tgtEl>
                                          <p:spTgt spid="23"/>
                                        </p:tgtEl>
                                        <p:attrNameLst>
                                          <p:attrName>ppt_x</p:attrName>
                                        </p:attrNameLst>
                                      </p:cBhvr>
                                      <p:tavLst>
                                        <p:tav tm="0">
                                          <p:val>
                                            <p:strVal val="#ppt_x"/>
                                          </p:val>
                                        </p:tav>
                                        <p:tav tm="100000">
                                          <p:val>
                                            <p:strVal val="#ppt_x"/>
                                          </p:val>
                                        </p:tav>
                                      </p:tavLst>
                                    </p:anim>
                                    <p:anim calcmode="lin" valueType="num">
                                      <p:cBhvr>
                                        <p:cTn id="62" dur="1000" fill="hold"/>
                                        <p:tgtEl>
                                          <p:spTgt spid="23"/>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1000"/>
                                        <p:tgtEl>
                                          <p:spTgt spid="24"/>
                                        </p:tgtEl>
                                      </p:cBhvr>
                                    </p:animEffect>
                                    <p:anim calcmode="lin" valueType="num">
                                      <p:cBhvr>
                                        <p:cTn id="66" dur="1000" fill="hold"/>
                                        <p:tgtEl>
                                          <p:spTgt spid="24"/>
                                        </p:tgtEl>
                                        <p:attrNameLst>
                                          <p:attrName>ppt_x</p:attrName>
                                        </p:attrNameLst>
                                      </p:cBhvr>
                                      <p:tavLst>
                                        <p:tav tm="0">
                                          <p:val>
                                            <p:strVal val="#ppt_x"/>
                                          </p:val>
                                        </p:tav>
                                        <p:tav tm="100000">
                                          <p:val>
                                            <p:strVal val="#ppt_x"/>
                                          </p:val>
                                        </p:tav>
                                      </p:tavLst>
                                    </p:anim>
                                    <p:anim calcmode="lin" valueType="num">
                                      <p:cBhvr>
                                        <p:cTn id="67" dur="1000" fill="hold"/>
                                        <p:tgtEl>
                                          <p:spTgt spid="24"/>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1000"/>
                                        <p:tgtEl>
                                          <p:spTgt spid="25"/>
                                        </p:tgtEl>
                                      </p:cBhvr>
                                    </p:animEffect>
                                    <p:anim calcmode="lin" valueType="num">
                                      <p:cBhvr>
                                        <p:cTn id="71" dur="1000" fill="hold"/>
                                        <p:tgtEl>
                                          <p:spTgt spid="25"/>
                                        </p:tgtEl>
                                        <p:attrNameLst>
                                          <p:attrName>ppt_x</p:attrName>
                                        </p:attrNameLst>
                                      </p:cBhvr>
                                      <p:tavLst>
                                        <p:tav tm="0">
                                          <p:val>
                                            <p:strVal val="#ppt_x"/>
                                          </p:val>
                                        </p:tav>
                                        <p:tav tm="100000">
                                          <p:val>
                                            <p:strVal val="#ppt_x"/>
                                          </p:val>
                                        </p:tav>
                                      </p:tavLst>
                                    </p:anim>
                                    <p:anim calcmode="lin" valueType="num">
                                      <p:cBhvr>
                                        <p:cTn id="72" dur="1000" fill="hold"/>
                                        <p:tgtEl>
                                          <p:spTgt spid="25"/>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1000"/>
                                        <p:tgtEl>
                                          <p:spTgt spid="26"/>
                                        </p:tgtEl>
                                      </p:cBhvr>
                                    </p:animEffect>
                                    <p:anim calcmode="lin" valueType="num">
                                      <p:cBhvr>
                                        <p:cTn id="76" dur="1000" fill="hold"/>
                                        <p:tgtEl>
                                          <p:spTgt spid="26"/>
                                        </p:tgtEl>
                                        <p:attrNameLst>
                                          <p:attrName>ppt_x</p:attrName>
                                        </p:attrNameLst>
                                      </p:cBhvr>
                                      <p:tavLst>
                                        <p:tav tm="0">
                                          <p:val>
                                            <p:strVal val="#ppt_x"/>
                                          </p:val>
                                        </p:tav>
                                        <p:tav tm="100000">
                                          <p:val>
                                            <p:strVal val="#ppt_x"/>
                                          </p:val>
                                        </p:tav>
                                      </p:tavLst>
                                    </p:anim>
                                    <p:anim calcmode="lin" valueType="num">
                                      <p:cBhvr>
                                        <p:cTn id="77" dur="1000" fill="hold"/>
                                        <p:tgtEl>
                                          <p:spTgt spid="26"/>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1000"/>
                                        <p:tgtEl>
                                          <p:spTgt spid="27"/>
                                        </p:tgtEl>
                                      </p:cBhvr>
                                    </p:animEffect>
                                    <p:anim calcmode="lin" valueType="num">
                                      <p:cBhvr>
                                        <p:cTn id="81" dur="1000" fill="hold"/>
                                        <p:tgtEl>
                                          <p:spTgt spid="27"/>
                                        </p:tgtEl>
                                        <p:attrNameLst>
                                          <p:attrName>ppt_x</p:attrName>
                                        </p:attrNameLst>
                                      </p:cBhvr>
                                      <p:tavLst>
                                        <p:tav tm="0">
                                          <p:val>
                                            <p:strVal val="#ppt_x"/>
                                          </p:val>
                                        </p:tav>
                                        <p:tav tm="100000">
                                          <p:val>
                                            <p:strVal val="#ppt_x"/>
                                          </p:val>
                                        </p:tav>
                                      </p:tavLst>
                                    </p:anim>
                                    <p:anim calcmode="lin" valueType="num">
                                      <p:cBhvr>
                                        <p:cTn id="82" dur="1000" fill="hold"/>
                                        <p:tgtEl>
                                          <p:spTgt spid="27"/>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1000"/>
                                        <p:tgtEl>
                                          <p:spTgt spid="28"/>
                                        </p:tgtEl>
                                      </p:cBhvr>
                                    </p:animEffect>
                                    <p:anim calcmode="lin" valueType="num">
                                      <p:cBhvr>
                                        <p:cTn id="86" dur="1000" fill="hold"/>
                                        <p:tgtEl>
                                          <p:spTgt spid="28"/>
                                        </p:tgtEl>
                                        <p:attrNameLst>
                                          <p:attrName>ppt_x</p:attrName>
                                        </p:attrNameLst>
                                      </p:cBhvr>
                                      <p:tavLst>
                                        <p:tav tm="0">
                                          <p:val>
                                            <p:strVal val="#ppt_x"/>
                                          </p:val>
                                        </p:tav>
                                        <p:tav tm="100000">
                                          <p:val>
                                            <p:strVal val="#ppt_x"/>
                                          </p:val>
                                        </p:tav>
                                      </p:tavLst>
                                    </p:anim>
                                    <p:anim calcmode="lin" valueType="num">
                                      <p:cBhvr>
                                        <p:cTn id="87" dur="1000" fill="hold"/>
                                        <p:tgtEl>
                                          <p:spTgt spid="28"/>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1000"/>
                                        <p:tgtEl>
                                          <p:spTgt spid="34"/>
                                        </p:tgtEl>
                                      </p:cBhvr>
                                    </p:animEffect>
                                    <p:anim calcmode="lin" valueType="num">
                                      <p:cBhvr>
                                        <p:cTn id="91" dur="1000" fill="hold"/>
                                        <p:tgtEl>
                                          <p:spTgt spid="34"/>
                                        </p:tgtEl>
                                        <p:attrNameLst>
                                          <p:attrName>ppt_x</p:attrName>
                                        </p:attrNameLst>
                                      </p:cBhvr>
                                      <p:tavLst>
                                        <p:tav tm="0">
                                          <p:val>
                                            <p:strVal val="#ppt_x"/>
                                          </p:val>
                                        </p:tav>
                                        <p:tav tm="100000">
                                          <p:val>
                                            <p:strVal val="#ppt_x"/>
                                          </p:val>
                                        </p:tav>
                                      </p:tavLst>
                                    </p:anim>
                                    <p:anim calcmode="lin" valueType="num">
                                      <p:cBhvr>
                                        <p:cTn id="92" dur="1000" fill="hold"/>
                                        <p:tgtEl>
                                          <p:spTgt spid="34"/>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1000"/>
                                        <p:tgtEl>
                                          <p:spTgt spid="35"/>
                                        </p:tgtEl>
                                      </p:cBhvr>
                                    </p:animEffect>
                                    <p:anim calcmode="lin" valueType="num">
                                      <p:cBhvr>
                                        <p:cTn id="96" dur="1000" fill="hold"/>
                                        <p:tgtEl>
                                          <p:spTgt spid="35"/>
                                        </p:tgtEl>
                                        <p:attrNameLst>
                                          <p:attrName>ppt_x</p:attrName>
                                        </p:attrNameLst>
                                      </p:cBhvr>
                                      <p:tavLst>
                                        <p:tav tm="0">
                                          <p:val>
                                            <p:strVal val="#ppt_x"/>
                                          </p:val>
                                        </p:tav>
                                        <p:tav tm="100000">
                                          <p:val>
                                            <p:strVal val="#ppt_x"/>
                                          </p:val>
                                        </p:tav>
                                      </p:tavLst>
                                    </p:anim>
                                    <p:anim calcmode="lin" valueType="num">
                                      <p:cBhvr>
                                        <p:cTn id="97" dur="1000" fill="hold"/>
                                        <p:tgtEl>
                                          <p:spTgt spid="35"/>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1000"/>
                                        <p:tgtEl>
                                          <p:spTgt spid="36"/>
                                        </p:tgtEl>
                                      </p:cBhvr>
                                    </p:animEffect>
                                    <p:anim calcmode="lin" valueType="num">
                                      <p:cBhvr>
                                        <p:cTn id="101" dur="1000" fill="hold"/>
                                        <p:tgtEl>
                                          <p:spTgt spid="36"/>
                                        </p:tgtEl>
                                        <p:attrNameLst>
                                          <p:attrName>ppt_x</p:attrName>
                                        </p:attrNameLst>
                                      </p:cBhvr>
                                      <p:tavLst>
                                        <p:tav tm="0">
                                          <p:val>
                                            <p:strVal val="#ppt_x"/>
                                          </p:val>
                                        </p:tav>
                                        <p:tav tm="100000">
                                          <p:val>
                                            <p:strVal val="#ppt_x"/>
                                          </p:val>
                                        </p:tav>
                                      </p:tavLst>
                                    </p:anim>
                                    <p:anim calcmode="lin" valueType="num">
                                      <p:cBhvr>
                                        <p:cTn id="102" dur="1000" fill="hold"/>
                                        <p:tgtEl>
                                          <p:spTgt spid="36"/>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1000"/>
                                        <p:tgtEl>
                                          <p:spTgt spid="37"/>
                                        </p:tgtEl>
                                      </p:cBhvr>
                                    </p:animEffect>
                                    <p:anim calcmode="lin" valueType="num">
                                      <p:cBhvr>
                                        <p:cTn id="106" dur="1000" fill="hold"/>
                                        <p:tgtEl>
                                          <p:spTgt spid="37"/>
                                        </p:tgtEl>
                                        <p:attrNameLst>
                                          <p:attrName>ppt_x</p:attrName>
                                        </p:attrNameLst>
                                      </p:cBhvr>
                                      <p:tavLst>
                                        <p:tav tm="0">
                                          <p:val>
                                            <p:strVal val="#ppt_x"/>
                                          </p:val>
                                        </p:tav>
                                        <p:tav tm="100000">
                                          <p:val>
                                            <p:strVal val="#ppt_x"/>
                                          </p:val>
                                        </p:tav>
                                      </p:tavLst>
                                    </p:anim>
                                    <p:anim calcmode="lin" valueType="num">
                                      <p:cBhvr>
                                        <p:cTn id="107" dur="1000" fill="hold"/>
                                        <p:tgtEl>
                                          <p:spTgt spid="37"/>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1000"/>
                                        <p:tgtEl>
                                          <p:spTgt spid="38"/>
                                        </p:tgtEl>
                                      </p:cBhvr>
                                    </p:animEffect>
                                    <p:anim calcmode="lin" valueType="num">
                                      <p:cBhvr>
                                        <p:cTn id="111" dur="1000" fill="hold"/>
                                        <p:tgtEl>
                                          <p:spTgt spid="38"/>
                                        </p:tgtEl>
                                        <p:attrNameLst>
                                          <p:attrName>ppt_x</p:attrName>
                                        </p:attrNameLst>
                                      </p:cBhvr>
                                      <p:tavLst>
                                        <p:tav tm="0">
                                          <p:val>
                                            <p:strVal val="#ppt_x"/>
                                          </p:val>
                                        </p:tav>
                                        <p:tav tm="100000">
                                          <p:val>
                                            <p:strVal val="#ppt_x"/>
                                          </p:val>
                                        </p:tav>
                                      </p:tavLst>
                                    </p:anim>
                                    <p:anim calcmode="lin" valueType="num">
                                      <p:cBhvr>
                                        <p:cTn id="112" dur="1000" fill="hold"/>
                                        <p:tgtEl>
                                          <p:spTgt spid="38"/>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1000"/>
                                        <p:tgtEl>
                                          <p:spTgt spid="39"/>
                                        </p:tgtEl>
                                      </p:cBhvr>
                                    </p:animEffect>
                                    <p:anim calcmode="lin" valueType="num">
                                      <p:cBhvr>
                                        <p:cTn id="116" dur="1000" fill="hold"/>
                                        <p:tgtEl>
                                          <p:spTgt spid="39"/>
                                        </p:tgtEl>
                                        <p:attrNameLst>
                                          <p:attrName>ppt_x</p:attrName>
                                        </p:attrNameLst>
                                      </p:cBhvr>
                                      <p:tavLst>
                                        <p:tav tm="0">
                                          <p:val>
                                            <p:strVal val="#ppt_x"/>
                                          </p:val>
                                        </p:tav>
                                        <p:tav tm="100000">
                                          <p:val>
                                            <p:strVal val="#ppt_x"/>
                                          </p:val>
                                        </p:tav>
                                      </p:tavLst>
                                    </p:anim>
                                    <p:anim calcmode="lin" valueType="num">
                                      <p:cBhvr>
                                        <p:cTn id="117" dur="1000" fill="hold"/>
                                        <p:tgtEl>
                                          <p:spTgt spid="39"/>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1000"/>
                                        <p:tgtEl>
                                          <p:spTgt spid="40"/>
                                        </p:tgtEl>
                                      </p:cBhvr>
                                    </p:animEffect>
                                    <p:anim calcmode="lin" valueType="num">
                                      <p:cBhvr>
                                        <p:cTn id="121" dur="1000" fill="hold"/>
                                        <p:tgtEl>
                                          <p:spTgt spid="40"/>
                                        </p:tgtEl>
                                        <p:attrNameLst>
                                          <p:attrName>ppt_x</p:attrName>
                                        </p:attrNameLst>
                                      </p:cBhvr>
                                      <p:tavLst>
                                        <p:tav tm="0">
                                          <p:val>
                                            <p:strVal val="#ppt_x"/>
                                          </p:val>
                                        </p:tav>
                                        <p:tav tm="100000">
                                          <p:val>
                                            <p:strVal val="#ppt_x"/>
                                          </p:val>
                                        </p:tav>
                                      </p:tavLst>
                                    </p:anim>
                                    <p:anim calcmode="lin" valueType="num">
                                      <p:cBhvr>
                                        <p:cTn id="122" dur="1000" fill="hold"/>
                                        <p:tgtEl>
                                          <p:spTgt spid="40"/>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1000"/>
                                        <p:tgtEl>
                                          <p:spTgt spid="42"/>
                                        </p:tgtEl>
                                      </p:cBhvr>
                                    </p:animEffect>
                                    <p:anim calcmode="lin" valueType="num">
                                      <p:cBhvr>
                                        <p:cTn id="126" dur="1000" fill="hold"/>
                                        <p:tgtEl>
                                          <p:spTgt spid="42"/>
                                        </p:tgtEl>
                                        <p:attrNameLst>
                                          <p:attrName>ppt_x</p:attrName>
                                        </p:attrNameLst>
                                      </p:cBhvr>
                                      <p:tavLst>
                                        <p:tav tm="0">
                                          <p:val>
                                            <p:strVal val="#ppt_x"/>
                                          </p:val>
                                        </p:tav>
                                        <p:tav tm="100000">
                                          <p:val>
                                            <p:strVal val="#ppt_x"/>
                                          </p:val>
                                        </p:tav>
                                      </p:tavLst>
                                    </p:anim>
                                    <p:anim calcmode="lin" valueType="num">
                                      <p:cBhvr>
                                        <p:cTn id="127" dur="1000" fill="hold"/>
                                        <p:tgtEl>
                                          <p:spTgt spid="42"/>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1000"/>
                                        <p:tgtEl>
                                          <p:spTgt spid="44"/>
                                        </p:tgtEl>
                                      </p:cBhvr>
                                    </p:animEffect>
                                    <p:anim calcmode="lin" valueType="num">
                                      <p:cBhvr>
                                        <p:cTn id="131" dur="1000" fill="hold"/>
                                        <p:tgtEl>
                                          <p:spTgt spid="44"/>
                                        </p:tgtEl>
                                        <p:attrNameLst>
                                          <p:attrName>ppt_x</p:attrName>
                                        </p:attrNameLst>
                                      </p:cBhvr>
                                      <p:tavLst>
                                        <p:tav tm="0">
                                          <p:val>
                                            <p:strVal val="#ppt_x"/>
                                          </p:val>
                                        </p:tav>
                                        <p:tav tm="100000">
                                          <p:val>
                                            <p:strVal val="#ppt_x"/>
                                          </p:val>
                                        </p:tav>
                                      </p:tavLst>
                                    </p:anim>
                                    <p:anim calcmode="lin" valueType="num">
                                      <p:cBhvr>
                                        <p:cTn id="132" dur="1000" fill="hold"/>
                                        <p:tgtEl>
                                          <p:spTgt spid="44"/>
                                        </p:tgtEl>
                                        <p:attrNameLst>
                                          <p:attrName>ppt_y</p:attrName>
                                        </p:attrNameLst>
                                      </p:cBhvr>
                                      <p:tavLst>
                                        <p:tav tm="0">
                                          <p:val>
                                            <p:strVal val="#ppt_y+.1"/>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1000"/>
                                        <p:tgtEl>
                                          <p:spTgt spid="46"/>
                                        </p:tgtEl>
                                      </p:cBhvr>
                                    </p:animEffect>
                                    <p:anim calcmode="lin" valueType="num">
                                      <p:cBhvr>
                                        <p:cTn id="136" dur="1000" fill="hold"/>
                                        <p:tgtEl>
                                          <p:spTgt spid="46"/>
                                        </p:tgtEl>
                                        <p:attrNameLst>
                                          <p:attrName>ppt_x</p:attrName>
                                        </p:attrNameLst>
                                      </p:cBhvr>
                                      <p:tavLst>
                                        <p:tav tm="0">
                                          <p:val>
                                            <p:strVal val="#ppt_x"/>
                                          </p:val>
                                        </p:tav>
                                        <p:tav tm="100000">
                                          <p:val>
                                            <p:strVal val="#ppt_x"/>
                                          </p:val>
                                        </p:tav>
                                      </p:tavLst>
                                    </p:anim>
                                    <p:anim calcmode="lin" valueType="num">
                                      <p:cBhvr>
                                        <p:cTn id="137" dur="1000" fill="hold"/>
                                        <p:tgtEl>
                                          <p:spTgt spid="46"/>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52"/>
                                        </p:tgtEl>
                                        <p:attrNameLst>
                                          <p:attrName>style.visibility</p:attrName>
                                        </p:attrNameLst>
                                      </p:cBhvr>
                                      <p:to>
                                        <p:strVal val="visible"/>
                                      </p:to>
                                    </p:set>
                                    <p:animEffect transition="in" filter="fade">
                                      <p:cBhvr>
                                        <p:cTn id="140" dur="1000"/>
                                        <p:tgtEl>
                                          <p:spTgt spid="52"/>
                                        </p:tgtEl>
                                      </p:cBhvr>
                                    </p:animEffect>
                                    <p:anim calcmode="lin" valueType="num">
                                      <p:cBhvr>
                                        <p:cTn id="141" dur="1000" fill="hold"/>
                                        <p:tgtEl>
                                          <p:spTgt spid="52"/>
                                        </p:tgtEl>
                                        <p:attrNameLst>
                                          <p:attrName>ppt_x</p:attrName>
                                        </p:attrNameLst>
                                      </p:cBhvr>
                                      <p:tavLst>
                                        <p:tav tm="0">
                                          <p:val>
                                            <p:strVal val="#ppt_x"/>
                                          </p:val>
                                        </p:tav>
                                        <p:tav tm="100000">
                                          <p:val>
                                            <p:strVal val="#ppt_x"/>
                                          </p:val>
                                        </p:tav>
                                      </p:tavLst>
                                    </p:anim>
                                    <p:anim calcmode="lin" valueType="num">
                                      <p:cBhvr>
                                        <p:cTn id="142" dur="1000" fill="hold"/>
                                        <p:tgtEl>
                                          <p:spTgt spid="52"/>
                                        </p:tgtEl>
                                        <p:attrNameLst>
                                          <p:attrName>ppt_y</p:attrName>
                                        </p:attrNameLst>
                                      </p:cBhvr>
                                      <p:tavLst>
                                        <p:tav tm="0">
                                          <p:val>
                                            <p:strVal val="#ppt_y+.1"/>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fade">
                                      <p:cBhvr>
                                        <p:cTn id="145" dur="1000"/>
                                        <p:tgtEl>
                                          <p:spTgt spid="54"/>
                                        </p:tgtEl>
                                      </p:cBhvr>
                                    </p:animEffect>
                                    <p:anim calcmode="lin" valueType="num">
                                      <p:cBhvr>
                                        <p:cTn id="146" dur="1000" fill="hold"/>
                                        <p:tgtEl>
                                          <p:spTgt spid="54"/>
                                        </p:tgtEl>
                                        <p:attrNameLst>
                                          <p:attrName>ppt_x</p:attrName>
                                        </p:attrNameLst>
                                      </p:cBhvr>
                                      <p:tavLst>
                                        <p:tav tm="0">
                                          <p:val>
                                            <p:strVal val="#ppt_x"/>
                                          </p:val>
                                        </p:tav>
                                        <p:tav tm="100000">
                                          <p:val>
                                            <p:strVal val="#ppt_x"/>
                                          </p:val>
                                        </p:tav>
                                      </p:tavLst>
                                    </p:anim>
                                    <p:anim calcmode="lin" valueType="num">
                                      <p:cBhvr>
                                        <p:cTn id="147" dur="1000" fill="hold"/>
                                        <p:tgtEl>
                                          <p:spTgt spid="54"/>
                                        </p:tgtEl>
                                        <p:attrNameLst>
                                          <p:attrName>ppt_y</p:attrName>
                                        </p:attrNameLst>
                                      </p:cBhvr>
                                      <p:tavLst>
                                        <p:tav tm="0">
                                          <p:val>
                                            <p:strVal val="#ppt_y+.1"/>
                                          </p:val>
                                        </p:tav>
                                        <p:tav tm="100000">
                                          <p:val>
                                            <p:strVal val="#ppt_y"/>
                                          </p:val>
                                        </p:tav>
                                      </p:tavLst>
                                    </p:anim>
                                  </p:childTnLst>
                                </p:cTn>
                              </p:par>
                              <p:par>
                                <p:cTn id="148" presetID="42" presetClass="entr" presetSubtype="0" fill="hold" grpId="0" nodeType="withEffect">
                                  <p:stCondLst>
                                    <p:cond delay="0"/>
                                  </p:stCondLst>
                                  <p:childTnLst>
                                    <p:set>
                                      <p:cBhvr>
                                        <p:cTn id="149" dur="1" fill="hold">
                                          <p:stCondLst>
                                            <p:cond delay="0"/>
                                          </p:stCondLst>
                                        </p:cTn>
                                        <p:tgtEl>
                                          <p:spTgt spid="55"/>
                                        </p:tgtEl>
                                        <p:attrNameLst>
                                          <p:attrName>style.visibility</p:attrName>
                                        </p:attrNameLst>
                                      </p:cBhvr>
                                      <p:to>
                                        <p:strVal val="visible"/>
                                      </p:to>
                                    </p:set>
                                    <p:animEffect transition="in" filter="fade">
                                      <p:cBhvr>
                                        <p:cTn id="150" dur="1000"/>
                                        <p:tgtEl>
                                          <p:spTgt spid="55"/>
                                        </p:tgtEl>
                                      </p:cBhvr>
                                    </p:animEffect>
                                    <p:anim calcmode="lin" valueType="num">
                                      <p:cBhvr>
                                        <p:cTn id="151" dur="1000" fill="hold"/>
                                        <p:tgtEl>
                                          <p:spTgt spid="55"/>
                                        </p:tgtEl>
                                        <p:attrNameLst>
                                          <p:attrName>ppt_x</p:attrName>
                                        </p:attrNameLst>
                                      </p:cBhvr>
                                      <p:tavLst>
                                        <p:tav tm="0">
                                          <p:val>
                                            <p:strVal val="#ppt_x"/>
                                          </p:val>
                                        </p:tav>
                                        <p:tav tm="100000">
                                          <p:val>
                                            <p:strVal val="#ppt_x"/>
                                          </p:val>
                                        </p:tav>
                                      </p:tavLst>
                                    </p:anim>
                                    <p:anim calcmode="lin" valueType="num">
                                      <p:cBhvr>
                                        <p:cTn id="152" dur="1000" fill="hold"/>
                                        <p:tgtEl>
                                          <p:spTgt spid="55"/>
                                        </p:tgtEl>
                                        <p:attrNameLst>
                                          <p:attrName>ppt_y</p:attrName>
                                        </p:attrNameLst>
                                      </p:cBhvr>
                                      <p:tavLst>
                                        <p:tav tm="0">
                                          <p:val>
                                            <p:strVal val="#ppt_y+.1"/>
                                          </p:val>
                                        </p:tav>
                                        <p:tav tm="100000">
                                          <p:val>
                                            <p:strVal val="#ppt_y"/>
                                          </p:val>
                                        </p:tav>
                                      </p:tavLst>
                                    </p:anim>
                                  </p:childTnLst>
                                </p:cTn>
                              </p:par>
                              <p:par>
                                <p:cTn id="153" presetID="42" presetClass="entr" presetSubtype="0" fill="hold" grpId="0" nodeType="withEffect">
                                  <p:stCondLst>
                                    <p:cond delay="0"/>
                                  </p:stCondLst>
                                  <p:childTnLst>
                                    <p:set>
                                      <p:cBhvr>
                                        <p:cTn id="154" dur="1" fill="hold">
                                          <p:stCondLst>
                                            <p:cond delay="0"/>
                                          </p:stCondLst>
                                        </p:cTn>
                                        <p:tgtEl>
                                          <p:spTgt spid="82"/>
                                        </p:tgtEl>
                                        <p:attrNameLst>
                                          <p:attrName>style.visibility</p:attrName>
                                        </p:attrNameLst>
                                      </p:cBhvr>
                                      <p:to>
                                        <p:strVal val="visible"/>
                                      </p:to>
                                    </p:set>
                                    <p:animEffect transition="in" filter="fade">
                                      <p:cBhvr>
                                        <p:cTn id="155" dur="1000"/>
                                        <p:tgtEl>
                                          <p:spTgt spid="82"/>
                                        </p:tgtEl>
                                      </p:cBhvr>
                                    </p:animEffect>
                                    <p:anim calcmode="lin" valueType="num">
                                      <p:cBhvr>
                                        <p:cTn id="156" dur="1000" fill="hold"/>
                                        <p:tgtEl>
                                          <p:spTgt spid="82"/>
                                        </p:tgtEl>
                                        <p:attrNameLst>
                                          <p:attrName>ppt_x</p:attrName>
                                        </p:attrNameLst>
                                      </p:cBhvr>
                                      <p:tavLst>
                                        <p:tav tm="0">
                                          <p:val>
                                            <p:strVal val="#ppt_x"/>
                                          </p:val>
                                        </p:tav>
                                        <p:tav tm="100000">
                                          <p:val>
                                            <p:strVal val="#ppt_x"/>
                                          </p:val>
                                        </p:tav>
                                      </p:tavLst>
                                    </p:anim>
                                    <p:anim calcmode="lin" valueType="num">
                                      <p:cBhvr>
                                        <p:cTn id="157" dur="1000" fill="hold"/>
                                        <p:tgtEl>
                                          <p:spTgt spid="82"/>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83"/>
                                        </p:tgtEl>
                                        <p:attrNameLst>
                                          <p:attrName>style.visibility</p:attrName>
                                        </p:attrNameLst>
                                      </p:cBhvr>
                                      <p:to>
                                        <p:strVal val="visible"/>
                                      </p:to>
                                    </p:set>
                                    <p:animEffect transition="in" filter="fade">
                                      <p:cBhvr>
                                        <p:cTn id="160" dur="1000"/>
                                        <p:tgtEl>
                                          <p:spTgt spid="83"/>
                                        </p:tgtEl>
                                      </p:cBhvr>
                                    </p:animEffect>
                                    <p:anim calcmode="lin" valueType="num">
                                      <p:cBhvr>
                                        <p:cTn id="161" dur="1000" fill="hold"/>
                                        <p:tgtEl>
                                          <p:spTgt spid="83"/>
                                        </p:tgtEl>
                                        <p:attrNameLst>
                                          <p:attrName>ppt_x</p:attrName>
                                        </p:attrNameLst>
                                      </p:cBhvr>
                                      <p:tavLst>
                                        <p:tav tm="0">
                                          <p:val>
                                            <p:strVal val="#ppt_x"/>
                                          </p:val>
                                        </p:tav>
                                        <p:tav tm="100000">
                                          <p:val>
                                            <p:strVal val="#ppt_x"/>
                                          </p:val>
                                        </p:tav>
                                      </p:tavLst>
                                    </p:anim>
                                    <p:anim calcmode="lin" valueType="num">
                                      <p:cBhvr>
                                        <p:cTn id="162" dur="1000" fill="hold"/>
                                        <p:tgtEl>
                                          <p:spTgt spid="83"/>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84"/>
                                        </p:tgtEl>
                                        <p:attrNameLst>
                                          <p:attrName>style.visibility</p:attrName>
                                        </p:attrNameLst>
                                      </p:cBhvr>
                                      <p:to>
                                        <p:strVal val="visible"/>
                                      </p:to>
                                    </p:set>
                                    <p:animEffect transition="in" filter="fade">
                                      <p:cBhvr>
                                        <p:cTn id="165" dur="1000"/>
                                        <p:tgtEl>
                                          <p:spTgt spid="84"/>
                                        </p:tgtEl>
                                      </p:cBhvr>
                                    </p:animEffect>
                                    <p:anim calcmode="lin" valueType="num">
                                      <p:cBhvr>
                                        <p:cTn id="166" dur="1000" fill="hold"/>
                                        <p:tgtEl>
                                          <p:spTgt spid="84"/>
                                        </p:tgtEl>
                                        <p:attrNameLst>
                                          <p:attrName>ppt_x</p:attrName>
                                        </p:attrNameLst>
                                      </p:cBhvr>
                                      <p:tavLst>
                                        <p:tav tm="0">
                                          <p:val>
                                            <p:strVal val="#ppt_x"/>
                                          </p:val>
                                        </p:tav>
                                        <p:tav tm="100000">
                                          <p:val>
                                            <p:strVal val="#ppt_x"/>
                                          </p:val>
                                        </p:tav>
                                      </p:tavLst>
                                    </p:anim>
                                    <p:anim calcmode="lin" valueType="num">
                                      <p:cBhvr>
                                        <p:cTn id="167" dur="1000" fill="hold"/>
                                        <p:tgtEl>
                                          <p:spTgt spid="84"/>
                                        </p:tgtEl>
                                        <p:attrNameLst>
                                          <p:attrName>ppt_y</p:attrName>
                                        </p:attrNameLst>
                                      </p:cBhvr>
                                      <p:tavLst>
                                        <p:tav tm="0">
                                          <p:val>
                                            <p:strVal val="#ppt_y+.1"/>
                                          </p:val>
                                        </p:tav>
                                        <p:tav tm="100000">
                                          <p:val>
                                            <p:strVal val="#ppt_y"/>
                                          </p:val>
                                        </p:tav>
                                      </p:tavLst>
                                    </p:anim>
                                  </p:childTnLst>
                                </p:cTn>
                              </p:par>
                              <p:par>
                                <p:cTn id="168" presetID="42" presetClass="entr" presetSubtype="0" fill="hold" grpId="0" nodeType="withEffect">
                                  <p:stCondLst>
                                    <p:cond delay="0"/>
                                  </p:stCondLst>
                                  <p:childTnLst>
                                    <p:set>
                                      <p:cBhvr>
                                        <p:cTn id="169" dur="1" fill="hold">
                                          <p:stCondLst>
                                            <p:cond delay="0"/>
                                          </p:stCondLst>
                                        </p:cTn>
                                        <p:tgtEl>
                                          <p:spTgt spid="85"/>
                                        </p:tgtEl>
                                        <p:attrNameLst>
                                          <p:attrName>style.visibility</p:attrName>
                                        </p:attrNameLst>
                                      </p:cBhvr>
                                      <p:to>
                                        <p:strVal val="visible"/>
                                      </p:to>
                                    </p:set>
                                    <p:animEffect transition="in" filter="fade">
                                      <p:cBhvr>
                                        <p:cTn id="170" dur="1000"/>
                                        <p:tgtEl>
                                          <p:spTgt spid="85"/>
                                        </p:tgtEl>
                                      </p:cBhvr>
                                    </p:animEffect>
                                    <p:anim calcmode="lin" valueType="num">
                                      <p:cBhvr>
                                        <p:cTn id="171" dur="1000" fill="hold"/>
                                        <p:tgtEl>
                                          <p:spTgt spid="85"/>
                                        </p:tgtEl>
                                        <p:attrNameLst>
                                          <p:attrName>ppt_x</p:attrName>
                                        </p:attrNameLst>
                                      </p:cBhvr>
                                      <p:tavLst>
                                        <p:tav tm="0">
                                          <p:val>
                                            <p:strVal val="#ppt_x"/>
                                          </p:val>
                                        </p:tav>
                                        <p:tav tm="100000">
                                          <p:val>
                                            <p:strVal val="#ppt_x"/>
                                          </p:val>
                                        </p:tav>
                                      </p:tavLst>
                                    </p:anim>
                                    <p:anim calcmode="lin" valueType="num">
                                      <p:cBhvr>
                                        <p:cTn id="172" dur="1000" fill="hold"/>
                                        <p:tgtEl>
                                          <p:spTgt spid="85"/>
                                        </p:tgtEl>
                                        <p:attrNameLst>
                                          <p:attrName>ppt_y</p:attrName>
                                        </p:attrNameLst>
                                      </p:cBhvr>
                                      <p:tavLst>
                                        <p:tav tm="0">
                                          <p:val>
                                            <p:strVal val="#ppt_y+.1"/>
                                          </p:val>
                                        </p:tav>
                                        <p:tav tm="100000">
                                          <p:val>
                                            <p:strVal val="#ppt_y"/>
                                          </p:val>
                                        </p:tav>
                                      </p:tavLst>
                                    </p:anim>
                                  </p:childTnLst>
                                </p:cTn>
                              </p:par>
                              <p:par>
                                <p:cTn id="173" presetID="42" presetClass="entr" presetSubtype="0" fill="hold" grpId="0" nodeType="withEffect">
                                  <p:stCondLst>
                                    <p:cond delay="0"/>
                                  </p:stCondLst>
                                  <p:childTnLst>
                                    <p:set>
                                      <p:cBhvr>
                                        <p:cTn id="174" dur="1" fill="hold">
                                          <p:stCondLst>
                                            <p:cond delay="0"/>
                                          </p:stCondLst>
                                        </p:cTn>
                                        <p:tgtEl>
                                          <p:spTgt spid="86"/>
                                        </p:tgtEl>
                                        <p:attrNameLst>
                                          <p:attrName>style.visibility</p:attrName>
                                        </p:attrNameLst>
                                      </p:cBhvr>
                                      <p:to>
                                        <p:strVal val="visible"/>
                                      </p:to>
                                    </p:set>
                                    <p:animEffect transition="in" filter="fade">
                                      <p:cBhvr>
                                        <p:cTn id="175" dur="1000"/>
                                        <p:tgtEl>
                                          <p:spTgt spid="86"/>
                                        </p:tgtEl>
                                      </p:cBhvr>
                                    </p:animEffect>
                                    <p:anim calcmode="lin" valueType="num">
                                      <p:cBhvr>
                                        <p:cTn id="176" dur="1000" fill="hold"/>
                                        <p:tgtEl>
                                          <p:spTgt spid="86"/>
                                        </p:tgtEl>
                                        <p:attrNameLst>
                                          <p:attrName>ppt_x</p:attrName>
                                        </p:attrNameLst>
                                      </p:cBhvr>
                                      <p:tavLst>
                                        <p:tav tm="0">
                                          <p:val>
                                            <p:strVal val="#ppt_x"/>
                                          </p:val>
                                        </p:tav>
                                        <p:tav tm="100000">
                                          <p:val>
                                            <p:strVal val="#ppt_x"/>
                                          </p:val>
                                        </p:tav>
                                      </p:tavLst>
                                    </p:anim>
                                    <p:anim calcmode="lin" valueType="num">
                                      <p:cBhvr>
                                        <p:cTn id="177" dur="1000" fill="hold"/>
                                        <p:tgtEl>
                                          <p:spTgt spid="86"/>
                                        </p:tgtEl>
                                        <p:attrNameLst>
                                          <p:attrName>ppt_y</p:attrName>
                                        </p:attrNameLst>
                                      </p:cBhvr>
                                      <p:tavLst>
                                        <p:tav tm="0">
                                          <p:val>
                                            <p:strVal val="#ppt_y+.1"/>
                                          </p:val>
                                        </p:tav>
                                        <p:tav tm="100000">
                                          <p:val>
                                            <p:strVal val="#ppt_y"/>
                                          </p:val>
                                        </p:tav>
                                      </p:tavLst>
                                    </p:anim>
                                  </p:childTnLst>
                                </p:cTn>
                              </p:par>
                              <p:par>
                                <p:cTn id="178" presetID="42" presetClass="entr" presetSubtype="0" fill="hold" grpId="0" nodeType="withEffect">
                                  <p:stCondLst>
                                    <p:cond delay="0"/>
                                  </p:stCondLst>
                                  <p:childTnLst>
                                    <p:set>
                                      <p:cBhvr>
                                        <p:cTn id="179" dur="1" fill="hold">
                                          <p:stCondLst>
                                            <p:cond delay="0"/>
                                          </p:stCondLst>
                                        </p:cTn>
                                        <p:tgtEl>
                                          <p:spTgt spid="58"/>
                                        </p:tgtEl>
                                        <p:attrNameLst>
                                          <p:attrName>style.visibility</p:attrName>
                                        </p:attrNameLst>
                                      </p:cBhvr>
                                      <p:to>
                                        <p:strVal val="visible"/>
                                      </p:to>
                                    </p:set>
                                    <p:animEffect transition="in" filter="fade">
                                      <p:cBhvr>
                                        <p:cTn id="180" dur="1000"/>
                                        <p:tgtEl>
                                          <p:spTgt spid="58"/>
                                        </p:tgtEl>
                                      </p:cBhvr>
                                    </p:animEffect>
                                    <p:anim calcmode="lin" valueType="num">
                                      <p:cBhvr>
                                        <p:cTn id="181" dur="1000" fill="hold"/>
                                        <p:tgtEl>
                                          <p:spTgt spid="58"/>
                                        </p:tgtEl>
                                        <p:attrNameLst>
                                          <p:attrName>ppt_x</p:attrName>
                                        </p:attrNameLst>
                                      </p:cBhvr>
                                      <p:tavLst>
                                        <p:tav tm="0">
                                          <p:val>
                                            <p:strVal val="#ppt_x"/>
                                          </p:val>
                                        </p:tav>
                                        <p:tav tm="100000">
                                          <p:val>
                                            <p:strVal val="#ppt_x"/>
                                          </p:val>
                                        </p:tav>
                                      </p:tavLst>
                                    </p:anim>
                                    <p:anim calcmode="lin" valueType="num">
                                      <p:cBhvr>
                                        <p:cTn id="182" dur="1000" fill="hold"/>
                                        <p:tgtEl>
                                          <p:spTgt spid="58"/>
                                        </p:tgtEl>
                                        <p:attrNameLst>
                                          <p:attrName>ppt_y</p:attrName>
                                        </p:attrNameLst>
                                      </p:cBhvr>
                                      <p:tavLst>
                                        <p:tav tm="0">
                                          <p:val>
                                            <p:strVal val="#ppt_y+.1"/>
                                          </p:val>
                                        </p:tav>
                                        <p:tav tm="100000">
                                          <p:val>
                                            <p:strVal val="#ppt_y"/>
                                          </p:val>
                                        </p:tav>
                                      </p:tavLst>
                                    </p:anim>
                                  </p:childTnLst>
                                </p:cTn>
                              </p:par>
                              <p:par>
                                <p:cTn id="183" presetID="42" presetClass="entr" presetSubtype="0" fill="hold" grpId="0" nodeType="withEffect">
                                  <p:stCondLst>
                                    <p:cond delay="0"/>
                                  </p:stCondLst>
                                  <p:childTnLst>
                                    <p:set>
                                      <p:cBhvr>
                                        <p:cTn id="184" dur="1" fill="hold">
                                          <p:stCondLst>
                                            <p:cond delay="0"/>
                                          </p:stCondLst>
                                        </p:cTn>
                                        <p:tgtEl>
                                          <p:spTgt spid="60"/>
                                        </p:tgtEl>
                                        <p:attrNameLst>
                                          <p:attrName>style.visibility</p:attrName>
                                        </p:attrNameLst>
                                      </p:cBhvr>
                                      <p:to>
                                        <p:strVal val="visible"/>
                                      </p:to>
                                    </p:set>
                                    <p:animEffect transition="in" filter="fade">
                                      <p:cBhvr>
                                        <p:cTn id="185" dur="1000"/>
                                        <p:tgtEl>
                                          <p:spTgt spid="60"/>
                                        </p:tgtEl>
                                      </p:cBhvr>
                                    </p:animEffect>
                                    <p:anim calcmode="lin" valueType="num">
                                      <p:cBhvr>
                                        <p:cTn id="186" dur="1000" fill="hold"/>
                                        <p:tgtEl>
                                          <p:spTgt spid="60"/>
                                        </p:tgtEl>
                                        <p:attrNameLst>
                                          <p:attrName>ppt_x</p:attrName>
                                        </p:attrNameLst>
                                      </p:cBhvr>
                                      <p:tavLst>
                                        <p:tav tm="0">
                                          <p:val>
                                            <p:strVal val="#ppt_x"/>
                                          </p:val>
                                        </p:tav>
                                        <p:tav tm="100000">
                                          <p:val>
                                            <p:strVal val="#ppt_x"/>
                                          </p:val>
                                        </p:tav>
                                      </p:tavLst>
                                    </p:anim>
                                    <p:anim calcmode="lin" valueType="num">
                                      <p:cBhvr>
                                        <p:cTn id="187"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4" grpId="0"/>
      <p:bldP spid="35" grpId="0"/>
      <p:bldP spid="36" grpId="0"/>
      <p:bldP spid="37" grpId="0"/>
      <p:bldP spid="38" grpId="0"/>
      <p:bldP spid="39" grpId="0"/>
      <p:bldP spid="40" grpId="0"/>
      <p:bldP spid="42" grpId="0"/>
      <p:bldP spid="44" grpId="0"/>
      <p:bldP spid="46" grpId="0"/>
      <p:bldP spid="52" grpId="0"/>
      <p:bldP spid="54" grpId="0"/>
      <p:bldP spid="55" grpId="0"/>
      <p:bldP spid="82" grpId="0"/>
      <p:bldP spid="83" grpId="0"/>
      <p:bldP spid="84" grpId="0"/>
      <p:bldP spid="85" grpId="0"/>
      <p:bldP spid="86" grpId="0"/>
      <p:bldP spid="58" grpId="0"/>
      <p:bldP spid="60"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p:cNvGrpSpPr/>
          <p:nvPr/>
        </p:nvGrpSpPr>
        <p:grpSpPr>
          <a:xfrm>
            <a:off x="1029200" y="1198179"/>
            <a:ext cx="5280728" cy="5195116"/>
            <a:chOff x="1027612" y="1198179"/>
            <a:chExt cx="5280728" cy="5195116"/>
          </a:xfrm>
        </p:grpSpPr>
        <p:grpSp>
          <p:nvGrpSpPr>
            <p:cNvPr id="57" name="Group 56"/>
            <p:cNvGrpSpPr/>
            <p:nvPr/>
          </p:nvGrpSpPr>
          <p:grpSpPr>
            <a:xfrm>
              <a:off x="1027612" y="1198179"/>
              <a:ext cx="5280728" cy="5195116"/>
              <a:chOff x="3407432" y="1152319"/>
              <a:chExt cx="5373960" cy="5286836"/>
            </a:xfrm>
            <a:effectLst>
              <a:outerShdw blurRad="381000" dist="88900" dir="2700000" algn="tl" rotWithShape="0">
                <a:prstClr val="black">
                  <a:alpha val="48000"/>
                </a:prstClr>
              </a:outerShdw>
            </a:effectLst>
          </p:grpSpPr>
          <p:sp>
            <p:nvSpPr>
              <p:cNvPr id="58" name="Freeform 57"/>
              <p:cNvSpPr>
                <a:spLocks/>
              </p:cNvSpPr>
              <p:nvPr/>
            </p:nvSpPr>
            <p:spPr bwMode="auto">
              <a:xfrm>
                <a:off x="5243895" y="1152319"/>
                <a:ext cx="1676883" cy="1931347"/>
              </a:xfrm>
              <a:custGeom>
                <a:avLst/>
                <a:gdLst>
                  <a:gd name="T0" fmla="*/ 1570 w 1944"/>
                  <a:gd name="T1" fmla="*/ 0 h 2239"/>
                  <a:gd name="T2" fmla="*/ 1579 w 1944"/>
                  <a:gd name="T3" fmla="*/ 0 h 2239"/>
                  <a:gd name="T4" fmla="*/ 1594 w 1944"/>
                  <a:gd name="T5" fmla="*/ 2 h 2239"/>
                  <a:gd name="T6" fmla="*/ 1613 w 1944"/>
                  <a:gd name="T7" fmla="*/ 4 h 2239"/>
                  <a:gd name="T8" fmla="*/ 1638 w 1944"/>
                  <a:gd name="T9" fmla="*/ 6 h 2239"/>
                  <a:gd name="T10" fmla="*/ 1664 w 1944"/>
                  <a:gd name="T11" fmla="*/ 11 h 2239"/>
                  <a:gd name="T12" fmla="*/ 1692 w 1944"/>
                  <a:gd name="T13" fmla="*/ 19 h 2239"/>
                  <a:gd name="T14" fmla="*/ 1725 w 1944"/>
                  <a:gd name="T15" fmla="*/ 28 h 2239"/>
                  <a:gd name="T16" fmla="*/ 1755 w 1944"/>
                  <a:gd name="T17" fmla="*/ 40 h 2239"/>
                  <a:gd name="T18" fmla="*/ 1787 w 1944"/>
                  <a:gd name="T19" fmla="*/ 57 h 2239"/>
                  <a:gd name="T20" fmla="*/ 1817 w 1944"/>
                  <a:gd name="T21" fmla="*/ 76 h 2239"/>
                  <a:gd name="T22" fmla="*/ 1846 w 1944"/>
                  <a:gd name="T23" fmla="*/ 98 h 2239"/>
                  <a:gd name="T24" fmla="*/ 1874 w 1944"/>
                  <a:gd name="T25" fmla="*/ 125 h 2239"/>
                  <a:gd name="T26" fmla="*/ 1897 w 1944"/>
                  <a:gd name="T27" fmla="*/ 157 h 2239"/>
                  <a:gd name="T28" fmla="*/ 1917 w 1944"/>
                  <a:gd name="T29" fmla="*/ 195 h 2239"/>
                  <a:gd name="T30" fmla="*/ 1933 w 1944"/>
                  <a:gd name="T31" fmla="*/ 238 h 2239"/>
                  <a:gd name="T32" fmla="*/ 1942 w 1944"/>
                  <a:gd name="T33" fmla="*/ 285 h 2239"/>
                  <a:gd name="T34" fmla="*/ 1944 w 1944"/>
                  <a:gd name="T35" fmla="*/ 340 h 2239"/>
                  <a:gd name="T36" fmla="*/ 1944 w 1944"/>
                  <a:gd name="T37" fmla="*/ 440 h 2239"/>
                  <a:gd name="T38" fmla="*/ 1944 w 1944"/>
                  <a:gd name="T39" fmla="*/ 531 h 2239"/>
                  <a:gd name="T40" fmla="*/ 1944 w 1944"/>
                  <a:gd name="T41" fmla="*/ 612 h 2239"/>
                  <a:gd name="T42" fmla="*/ 1944 w 1944"/>
                  <a:gd name="T43" fmla="*/ 684 h 2239"/>
                  <a:gd name="T44" fmla="*/ 1944 w 1944"/>
                  <a:gd name="T45" fmla="*/ 797 h 2239"/>
                  <a:gd name="T46" fmla="*/ 1944 w 1944"/>
                  <a:gd name="T47" fmla="*/ 839 h 2239"/>
                  <a:gd name="T48" fmla="*/ 1944 w 1944"/>
                  <a:gd name="T49" fmla="*/ 869 h 2239"/>
                  <a:gd name="T50" fmla="*/ 1944 w 1944"/>
                  <a:gd name="T51" fmla="*/ 886 h 2239"/>
                  <a:gd name="T52" fmla="*/ 1944 w 1944"/>
                  <a:gd name="T53" fmla="*/ 892 h 2239"/>
                  <a:gd name="T54" fmla="*/ 1314 w 1944"/>
                  <a:gd name="T55" fmla="*/ 2231 h 2239"/>
                  <a:gd name="T56" fmla="*/ 634 w 1944"/>
                  <a:gd name="T57" fmla="*/ 2239 h 2239"/>
                  <a:gd name="T58" fmla="*/ 0 w 1944"/>
                  <a:gd name="T59" fmla="*/ 886 h 2239"/>
                  <a:gd name="T60" fmla="*/ 0 w 1944"/>
                  <a:gd name="T61" fmla="*/ 312 h 2239"/>
                  <a:gd name="T62" fmla="*/ 0 w 1944"/>
                  <a:gd name="T63" fmla="*/ 308 h 2239"/>
                  <a:gd name="T64" fmla="*/ 0 w 1944"/>
                  <a:gd name="T65" fmla="*/ 301 h 2239"/>
                  <a:gd name="T66" fmla="*/ 0 w 1944"/>
                  <a:gd name="T67" fmla="*/ 287 h 2239"/>
                  <a:gd name="T68" fmla="*/ 2 w 1944"/>
                  <a:gd name="T69" fmla="*/ 268 h 2239"/>
                  <a:gd name="T70" fmla="*/ 6 w 1944"/>
                  <a:gd name="T71" fmla="*/ 248 h 2239"/>
                  <a:gd name="T72" fmla="*/ 13 w 1944"/>
                  <a:gd name="T73" fmla="*/ 223 h 2239"/>
                  <a:gd name="T74" fmla="*/ 21 w 1944"/>
                  <a:gd name="T75" fmla="*/ 197 h 2239"/>
                  <a:gd name="T76" fmla="*/ 32 w 1944"/>
                  <a:gd name="T77" fmla="*/ 170 h 2239"/>
                  <a:gd name="T78" fmla="*/ 47 w 1944"/>
                  <a:gd name="T79" fmla="*/ 142 h 2239"/>
                  <a:gd name="T80" fmla="*/ 64 w 1944"/>
                  <a:gd name="T81" fmla="*/ 115 h 2239"/>
                  <a:gd name="T82" fmla="*/ 87 w 1944"/>
                  <a:gd name="T83" fmla="*/ 89 h 2239"/>
                  <a:gd name="T84" fmla="*/ 115 w 1944"/>
                  <a:gd name="T85" fmla="*/ 66 h 2239"/>
                  <a:gd name="T86" fmla="*/ 148 w 1944"/>
                  <a:gd name="T87" fmla="*/ 44 h 2239"/>
                  <a:gd name="T88" fmla="*/ 185 w 1944"/>
                  <a:gd name="T89" fmla="*/ 27 h 2239"/>
                  <a:gd name="T90" fmla="*/ 229 w 1944"/>
                  <a:gd name="T91" fmla="*/ 13 h 2239"/>
                  <a:gd name="T92" fmla="*/ 278 w 1944"/>
                  <a:gd name="T93" fmla="*/ 4 h 2239"/>
                  <a:gd name="T94" fmla="*/ 337 w 1944"/>
                  <a:gd name="T95" fmla="*/ 0 h 2239"/>
                  <a:gd name="T96" fmla="*/ 1566 w 1944"/>
                  <a:gd name="T97" fmla="*/ 0 h 2239"/>
                  <a:gd name="T98" fmla="*/ 1570 w 1944"/>
                  <a:gd name="T99" fmla="*/ 0 h 2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4" h="2239">
                    <a:moveTo>
                      <a:pt x="1570" y="0"/>
                    </a:moveTo>
                    <a:lnTo>
                      <a:pt x="1579" y="0"/>
                    </a:lnTo>
                    <a:lnTo>
                      <a:pt x="1594" y="2"/>
                    </a:lnTo>
                    <a:lnTo>
                      <a:pt x="1613" y="4"/>
                    </a:lnTo>
                    <a:lnTo>
                      <a:pt x="1638" y="6"/>
                    </a:lnTo>
                    <a:lnTo>
                      <a:pt x="1664" y="11"/>
                    </a:lnTo>
                    <a:lnTo>
                      <a:pt x="1692" y="19"/>
                    </a:lnTo>
                    <a:lnTo>
                      <a:pt x="1725" y="28"/>
                    </a:lnTo>
                    <a:lnTo>
                      <a:pt x="1755" y="40"/>
                    </a:lnTo>
                    <a:lnTo>
                      <a:pt x="1787" y="57"/>
                    </a:lnTo>
                    <a:lnTo>
                      <a:pt x="1817" y="76"/>
                    </a:lnTo>
                    <a:lnTo>
                      <a:pt x="1846" y="98"/>
                    </a:lnTo>
                    <a:lnTo>
                      <a:pt x="1874" y="125"/>
                    </a:lnTo>
                    <a:lnTo>
                      <a:pt x="1897" y="157"/>
                    </a:lnTo>
                    <a:lnTo>
                      <a:pt x="1917" y="195"/>
                    </a:lnTo>
                    <a:lnTo>
                      <a:pt x="1933" y="238"/>
                    </a:lnTo>
                    <a:lnTo>
                      <a:pt x="1942" y="285"/>
                    </a:lnTo>
                    <a:lnTo>
                      <a:pt x="1944" y="340"/>
                    </a:lnTo>
                    <a:lnTo>
                      <a:pt x="1944" y="440"/>
                    </a:lnTo>
                    <a:lnTo>
                      <a:pt x="1944" y="531"/>
                    </a:lnTo>
                    <a:lnTo>
                      <a:pt x="1944" y="612"/>
                    </a:lnTo>
                    <a:lnTo>
                      <a:pt x="1944" y="684"/>
                    </a:lnTo>
                    <a:lnTo>
                      <a:pt x="1944" y="797"/>
                    </a:lnTo>
                    <a:lnTo>
                      <a:pt x="1944" y="839"/>
                    </a:lnTo>
                    <a:lnTo>
                      <a:pt x="1944" y="869"/>
                    </a:lnTo>
                    <a:lnTo>
                      <a:pt x="1944" y="886"/>
                    </a:lnTo>
                    <a:lnTo>
                      <a:pt x="1944" y="892"/>
                    </a:lnTo>
                    <a:lnTo>
                      <a:pt x="1314" y="2231"/>
                    </a:lnTo>
                    <a:lnTo>
                      <a:pt x="634" y="2239"/>
                    </a:lnTo>
                    <a:lnTo>
                      <a:pt x="0" y="886"/>
                    </a:lnTo>
                    <a:lnTo>
                      <a:pt x="0" y="312"/>
                    </a:lnTo>
                    <a:lnTo>
                      <a:pt x="0" y="308"/>
                    </a:lnTo>
                    <a:lnTo>
                      <a:pt x="0" y="301"/>
                    </a:lnTo>
                    <a:lnTo>
                      <a:pt x="0" y="287"/>
                    </a:lnTo>
                    <a:lnTo>
                      <a:pt x="2" y="268"/>
                    </a:lnTo>
                    <a:lnTo>
                      <a:pt x="6" y="248"/>
                    </a:lnTo>
                    <a:lnTo>
                      <a:pt x="13" y="223"/>
                    </a:lnTo>
                    <a:lnTo>
                      <a:pt x="21" y="197"/>
                    </a:lnTo>
                    <a:lnTo>
                      <a:pt x="32" y="170"/>
                    </a:lnTo>
                    <a:lnTo>
                      <a:pt x="47" y="142"/>
                    </a:lnTo>
                    <a:lnTo>
                      <a:pt x="64" y="115"/>
                    </a:lnTo>
                    <a:lnTo>
                      <a:pt x="87" y="89"/>
                    </a:lnTo>
                    <a:lnTo>
                      <a:pt x="115" y="66"/>
                    </a:lnTo>
                    <a:lnTo>
                      <a:pt x="148" y="44"/>
                    </a:lnTo>
                    <a:lnTo>
                      <a:pt x="185" y="27"/>
                    </a:lnTo>
                    <a:lnTo>
                      <a:pt x="229" y="13"/>
                    </a:lnTo>
                    <a:lnTo>
                      <a:pt x="278" y="4"/>
                    </a:lnTo>
                    <a:lnTo>
                      <a:pt x="337" y="0"/>
                    </a:lnTo>
                    <a:lnTo>
                      <a:pt x="1566" y="0"/>
                    </a:lnTo>
                    <a:lnTo>
                      <a:pt x="1570" y="0"/>
                    </a:lnTo>
                    <a:close/>
                  </a:path>
                </a:pathLst>
              </a:custGeom>
              <a:gradFill>
                <a:gsLst>
                  <a:gs pos="0">
                    <a:schemeClr val="accent1"/>
                  </a:gs>
                  <a:gs pos="93000">
                    <a:schemeClr val="accent1">
                      <a:lumMod val="50000"/>
                    </a:schemeClr>
                  </a:gs>
                </a:gsLst>
                <a:lin ang="12000000" scaled="0"/>
              </a:gradFill>
              <a:ln w="19050">
                <a:solidFill>
                  <a:schemeClr val="accent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59" name="Freeform 58"/>
              <p:cNvSpPr>
                <a:spLocks/>
              </p:cNvSpPr>
              <p:nvPr/>
            </p:nvSpPr>
            <p:spPr bwMode="auto">
              <a:xfrm>
                <a:off x="6461014" y="1592242"/>
                <a:ext cx="2087477" cy="1996904"/>
              </a:xfrm>
              <a:custGeom>
                <a:avLst/>
                <a:gdLst>
                  <a:gd name="T0" fmla="*/ 1299 w 2420"/>
                  <a:gd name="T1" fmla="*/ 0 h 2315"/>
                  <a:gd name="T2" fmla="*/ 1342 w 2420"/>
                  <a:gd name="T3" fmla="*/ 8 h 2315"/>
                  <a:gd name="T4" fmla="*/ 1388 w 2420"/>
                  <a:gd name="T5" fmla="*/ 23 h 2315"/>
                  <a:gd name="T6" fmla="*/ 1433 w 2420"/>
                  <a:gd name="T7" fmla="*/ 47 h 2315"/>
                  <a:gd name="T8" fmla="*/ 1480 w 2420"/>
                  <a:gd name="T9" fmla="*/ 85 h 2315"/>
                  <a:gd name="T10" fmla="*/ 1528 w 2420"/>
                  <a:gd name="T11" fmla="*/ 134 h 2315"/>
                  <a:gd name="T12" fmla="*/ 2316 w 2420"/>
                  <a:gd name="T13" fmla="*/ 1077 h 2315"/>
                  <a:gd name="T14" fmla="*/ 2318 w 2420"/>
                  <a:gd name="T15" fmla="*/ 1081 h 2315"/>
                  <a:gd name="T16" fmla="*/ 2325 w 2420"/>
                  <a:gd name="T17" fmla="*/ 1090 h 2315"/>
                  <a:gd name="T18" fmla="*/ 2337 w 2420"/>
                  <a:gd name="T19" fmla="*/ 1105 h 2315"/>
                  <a:gd name="T20" fmla="*/ 2350 w 2420"/>
                  <a:gd name="T21" fmla="*/ 1126 h 2315"/>
                  <a:gd name="T22" fmla="*/ 2365 w 2420"/>
                  <a:gd name="T23" fmla="*/ 1151 h 2315"/>
                  <a:gd name="T24" fmla="*/ 2380 w 2420"/>
                  <a:gd name="T25" fmla="*/ 1179 h 2315"/>
                  <a:gd name="T26" fmla="*/ 2395 w 2420"/>
                  <a:gd name="T27" fmla="*/ 1213 h 2315"/>
                  <a:gd name="T28" fmla="*/ 2407 w 2420"/>
                  <a:gd name="T29" fmla="*/ 1249 h 2315"/>
                  <a:gd name="T30" fmla="*/ 2416 w 2420"/>
                  <a:gd name="T31" fmla="*/ 1287 h 2315"/>
                  <a:gd name="T32" fmla="*/ 2420 w 2420"/>
                  <a:gd name="T33" fmla="*/ 1328 h 2315"/>
                  <a:gd name="T34" fmla="*/ 2420 w 2420"/>
                  <a:gd name="T35" fmla="*/ 1370 h 2315"/>
                  <a:gd name="T36" fmla="*/ 2412 w 2420"/>
                  <a:gd name="T37" fmla="*/ 1413 h 2315"/>
                  <a:gd name="T38" fmla="*/ 2399 w 2420"/>
                  <a:gd name="T39" fmla="*/ 1457 h 2315"/>
                  <a:gd name="T40" fmla="*/ 2375 w 2420"/>
                  <a:gd name="T41" fmla="*/ 1500 h 2315"/>
                  <a:gd name="T42" fmla="*/ 2343 w 2420"/>
                  <a:gd name="T43" fmla="*/ 1544 h 2315"/>
                  <a:gd name="T44" fmla="*/ 2297 w 2420"/>
                  <a:gd name="T45" fmla="*/ 1587 h 2315"/>
                  <a:gd name="T46" fmla="*/ 2227 w 2420"/>
                  <a:gd name="T47" fmla="*/ 1644 h 2315"/>
                  <a:gd name="T48" fmla="*/ 2163 w 2420"/>
                  <a:gd name="T49" fmla="*/ 1699 h 2315"/>
                  <a:gd name="T50" fmla="*/ 2104 w 2420"/>
                  <a:gd name="T51" fmla="*/ 1748 h 2315"/>
                  <a:gd name="T52" fmla="*/ 2053 w 2420"/>
                  <a:gd name="T53" fmla="*/ 1791 h 2315"/>
                  <a:gd name="T54" fmla="*/ 2006 w 2420"/>
                  <a:gd name="T55" fmla="*/ 1829 h 2315"/>
                  <a:gd name="T56" fmla="*/ 1966 w 2420"/>
                  <a:gd name="T57" fmla="*/ 1863 h 2315"/>
                  <a:gd name="T58" fmla="*/ 1934 w 2420"/>
                  <a:gd name="T59" fmla="*/ 1890 h 2315"/>
                  <a:gd name="T60" fmla="*/ 1908 w 2420"/>
                  <a:gd name="T61" fmla="*/ 1912 h 2315"/>
                  <a:gd name="T62" fmla="*/ 1889 w 2420"/>
                  <a:gd name="T63" fmla="*/ 1927 h 2315"/>
                  <a:gd name="T64" fmla="*/ 1877 w 2420"/>
                  <a:gd name="T65" fmla="*/ 1937 h 2315"/>
                  <a:gd name="T66" fmla="*/ 1874 w 2420"/>
                  <a:gd name="T67" fmla="*/ 1941 h 2315"/>
                  <a:gd name="T68" fmla="*/ 440 w 2420"/>
                  <a:gd name="T69" fmla="*/ 2315 h 2315"/>
                  <a:gd name="T70" fmla="*/ 0 w 2420"/>
                  <a:gd name="T71" fmla="*/ 1797 h 2315"/>
                  <a:gd name="T72" fmla="*/ 633 w 2420"/>
                  <a:gd name="T73" fmla="*/ 444 h 2315"/>
                  <a:gd name="T74" fmla="*/ 1074 w 2420"/>
                  <a:gd name="T75" fmla="*/ 76 h 2315"/>
                  <a:gd name="T76" fmla="*/ 1078 w 2420"/>
                  <a:gd name="T77" fmla="*/ 74 h 2315"/>
                  <a:gd name="T78" fmla="*/ 1087 w 2420"/>
                  <a:gd name="T79" fmla="*/ 64 h 2315"/>
                  <a:gd name="T80" fmla="*/ 1104 w 2420"/>
                  <a:gd name="T81" fmla="*/ 55 h 2315"/>
                  <a:gd name="T82" fmla="*/ 1125 w 2420"/>
                  <a:gd name="T83" fmla="*/ 42 h 2315"/>
                  <a:gd name="T84" fmla="*/ 1151 w 2420"/>
                  <a:gd name="T85" fmla="*/ 29 h 2315"/>
                  <a:gd name="T86" fmla="*/ 1183 w 2420"/>
                  <a:gd name="T87" fmla="*/ 15 h 2315"/>
                  <a:gd name="T88" fmla="*/ 1217 w 2420"/>
                  <a:gd name="T89" fmla="*/ 6 h 2315"/>
                  <a:gd name="T90" fmla="*/ 1257 w 2420"/>
                  <a:gd name="T91" fmla="*/ 0 h 2315"/>
                  <a:gd name="T92" fmla="*/ 1299 w 2420"/>
                  <a:gd name="T93" fmla="*/ 0 h 2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20" h="2315">
                    <a:moveTo>
                      <a:pt x="1299" y="0"/>
                    </a:moveTo>
                    <a:lnTo>
                      <a:pt x="1342" y="8"/>
                    </a:lnTo>
                    <a:lnTo>
                      <a:pt x="1388" y="23"/>
                    </a:lnTo>
                    <a:lnTo>
                      <a:pt x="1433" y="47"/>
                    </a:lnTo>
                    <a:lnTo>
                      <a:pt x="1480" y="85"/>
                    </a:lnTo>
                    <a:lnTo>
                      <a:pt x="1528" y="134"/>
                    </a:lnTo>
                    <a:lnTo>
                      <a:pt x="2316" y="1077"/>
                    </a:lnTo>
                    <a:lnTo>
                      <a:pt x="2318" y="1081"/>
                    </a:lnTo>
                    <a:lnTo>
                      <a:pt x="2325" y="1090"/>
                    </a:lnTo>
                    <a:lnTo>
                      <a:pt x="2337" y="1105"/>
                    </a:lnTo>
                    <a:lnTo>
                      <a:pt x="2350" y="1126"/>
                    </a:lnTo>
                    <a:lnTo>
                      <a:pt x="2365" y="1151"/>
                    </a:lnTo>
                    <a:lnTo>
                      <a:pt x="2380" y="1179"/>
                    </a:lnTo>
                    <a:lnTo>
                      <a:pt x="2395" y="1213"/>
                    </a:lnTo>
                    <a:lnTo>
                      <a:pt x="2407" y="1249"/>
                    </a:lnTo>
                    <a:lnTo>
                      <a:pt x="2416" y="1287"/>
                    </a:lnTo>
                    <a:lnTo>
                      <a:pt x="2420" y="1328"/>
                    </a:lnTo>
                    <a:lnTo>
                      <a:pt x="2420" y="1370"/>
                    </a:lnTo>
                    <a:lnTo>
                      <a:pt x="2412" y="1413"/>
                    </a:lnTo>
                    <a:lnTo>
                      <a:pt x="2399" y="1457"/>
                    </a:lnTo>
                    <a:lnTo>
                      <a:pt x="2375" y="1500"/>
                    </a:lnTo>
                    <a:lnTo>
                      <a:pt x="2343" y="1544"/>
                    </a:lnTo>
                    <a:lnTo>
                      <a:pt x="2297" y="1587"/>
                    </a:lnTo>
                    <a:lnTo>
                      <a:pt x="2227" y="1644"/>
                    </a:lnTo>
                    <a:lnTo>
                      <a:pt x="2163" y="1699"/>
                    </a:lnTo>
                    <a:lnTo>
                      <a:pt x="2104" y="1748"/>
                    </a:lnTo>
                    <a:lnTo>
                      <a:pt x="2053" y="1791"/>
                    </a:lnTo>
                    <a:lnTo>
                      <a:pt x="2006" y="1829"/>
                    </a:lnTo>
                    <a:lnTo>
                      <a:pt x="1966" y="1863"/>
                    </a:lnTo>
                    <a:lnTo>
                      <a:pt x="1934" y="1890"/>
                    </a:lnTo>
                    <a:lnTo>
                      <a:pt x="1908" y="1912"/>
                    </a:lnTo>
                    <a:lnTo>
                      <a:pt x="1889" y="1927"/>
                    </a:lnTo>
                    <a:lnTo>
                      <a:pt x="1877" y="1937"/>
                    </a:lnTo>
                    <a:lnTo>
                      <a:pt x="1874" y="1941"/>
                    </a:lnTo>
                    <a:lnTo>
                      <a:pt x="440" y="2315"/>
                    </a:lnTo>
                    <a:lnTo>
                      <a:pt x="0" y="1797"/>
                    </a:lnTo>
                    <a:lnTo>
                      <a:pt x="633" y="444"/>
                    </a:lnTo>
                    <a:lnTo>
                      <a:pt x="1074" y="76"/>
                    </a:lnTo>
                    <a:lnTo>
                      <a:pt x="1078" y="74"/>
                    </a:lnTo>
                    <a:lnTo>
                      <a:pt x="1087" y="64"/>
                    </a:lnTo>
                    <a:lnTo>
                      <a:pt x="1104" y="55"/>
                    </a:lnTo>
                    <a:lnTo>
                      <a:pt x="1125" y="42"/>
                    </a:lnTo>
                    <a:lnTo>
                      <a:pt x="1151" y="29"/>
                    </a:lnTo>
                    <a:lnTo>
                      <a:pt x="1183" y="15"/>
                    </a:lnTo>
                    <a:lnTo>
                      <a:pt x="1217" y="6"/>
                    </a:lnTo>
                    <a:lnTo>
                      <a:pt x="1257" y="0"/>
                    </a:lnTo>
                    <a:lnTo>
                      <a:pt x="1299" y="0"/>
                    </a:lnTo>
                    <a:close/>
                  </a:path>
                </a:pathLst>
              </a:custGeom>
              <a:gradFill flip="none" rotWithShape="1">
                <a:gsLst>
                  <a:gs pos="0">
                    <a:schemeClr val="bg1"/>
                  </a:gs>
                  <a:gs pos="92000">
                    <a:schemeClr val="bg1">
                      <a:lumMod val="85000"/>
                    </a:schemeClr>
                  </a:gs>
                </a:gsLst>
                <a:lin ang="11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0" name="Freeform 59"/>
              <p:cNvSpPr>
                <a:spLocks/>
              </p:cNvSpPr>
              <p:nvPr/>
            </p:nvSpPr>
            <p:spPr bwMode="auto">
              <a:xfrm>
                <a:off x="6710304" y="3375222"/>
                <a:ext cx="2071088" cy="1745889"/>
              </a:xfrm>
              <a:custGeom>
                <a:avLst/>
                <a:gdLst>
                  <a:gd name="T0" fmla="*/ 1596 w 2401"/>
                  <a:gd name="T1" fmla="*/ 0 h 2024"/>
                  <a:gd name="T2" fmla="*/ 2156 w 2401"/>
                  <a:gd name="T3" fmla="*/ 121 h 2024"/>
                  <a:gd name="T4" fmla="*/ 2159 w 2401"/>
                  <a:gd name="T5" fmla="*/ 123 h 2024"/>
                  <a:gd name="T6" fmla="*/ 2169 w 2401"/>
                  <a:gd name="T7" fmla="*/ 125 h 2024"/>
                  <a:gd name="T8" fmla="*/ 2182 w 2401"/>
                  <a:gd name="T9" fmla="*/ 129 h 2024"/>
                  <a:gd name="T10" fmla="*/ 2199 w 2401"/>
                  <a:gd name="T11" fmla="*/ 134 h 2024"/>
                  <a:gd name="T12" fmla="*/ 2218 w 2401"/>
                  <a:gd name="T13" fmla="*/ 142 h 2024"/>
                  <a:gd name="T14" fmla="*/ 2241 w 2401"/>
                  <a:gd name="T15" fmla="*/ 153 h 2024"/>
                  <a:gd name="T16" fmla="*/ 2265 w 2401"/>
                  <a:gd name="T17" fmla="*/ 166 h 2024"/>
                  <a:gd name="T18" fmla="*/ 2288 w 2401"/>
                  <a:gd name="T19" fmla="*/ 183 h 2024"/>
                  <a:gd name="T20" fmla="*/ 2313 w 2401"/>
                  <a:gd name="T21" fmla="*/ 204 h 2024"/>
                  <a:gd name="T22" fmla="*/ 2335 w 2401"/>
                  <a:gd name="T23" fmla="*/ 227 h 2024"/>
                  <a:gd name="T24" fmla="*/ 2356 w 2401"/>
                  <a:gd name="T25" fmla="*/ 255 h 2024"/>
                  <a:gd name="T26" fmla="*/ 2373 w 2401"/>
                  <a:gd name="T27" fmla="*/ 285 h 2024"/>
                  <a:gd name="T28" fmla="*/ 2386 w 2401"/>
                  <a:gd name="T29" fmla="*/ 323 h 2024"/>
                  <a:gd name="T30" fmla="*/ 2396 w 2401"/>
                  <a:gd name="T31" fmla="*/ 363 h 2024"/>
                  <a:gd name="T32" fmla="*/ 2401 w 2401"/>
                  <a:gd name="T33" fmla="*/ 408 h 2024"/>
                  <a:gd name="T34" fmla="*/ 2400 w 2401"/>
                  <a:gd name="T35" fmla="*/ 459 h 2024"/>
                  <a:gd name="T36" fmla="*/ 2390 w 2401"/>
                  <a:gd name="T37" fmla="*/ 516 h 2024"/>
                  <a:gd name="T38" fmla="*/ 2127 w 2401"/>
                  <a:gd name="T39" fmla="*/ 1717 h 2024"/>
                  <a:gd name="T40" fmla="*/ 2127 w 2401"/>
                  <a:gd name="T41" fmla="*/ 1721 h 2024"/>
                  <a:gd name="T42" fmla="*/ 2125 w 2401"/>
                  <a:gd name="T43" fmla="*/ 1731 h 2024"/>
                  <a:gd name="T44" fmla="*/ 2120 w 2401"/>
                  <a:gd name="T45" fmla="*/ 1748 h 2024"/>
                  <a:gd name="T46" fmla="*/ 2114 w 2401"/>
                  <a:gd name="T47" fmla="*/ 1769 h 2024"/>
                  <a:gd name="T48" fmla="*/ 2105 w 2401"/>
                  <a:gd name="T49" fmla="*/ 1793 h 2024"/>
                  <a:gd name="T50" fmla="*/ 2091 w 2401"/>
                  <a:gd name="T51" fmla="*/ 1820 h 2024"/>
                  <a:gd name="T52" fmla="*/ 2078 w 2401"/>
                  <a:gd name="T53" fmla="*/ 1848 h 2024"/>
                  <a:gd name="T54" fmla="*/ 2059 w 2401"/>
                  <a:gd name="T55" fmla="*/ 1878 h 2024"/>
                  <a:gd name="T56" fmla="*/ 2038 w 2401"/>
                  <a:gd name="T57" fmla="*/ 1908 h 2024"/>
                  <a:gd name="T58" fmla="*/ 2012 w 2401"/>
                  <a:gd name="T59" fmla="*/ 1937 h 2024"/>
                  <a:gd name="T60" fmla="*/ 1984 w 2401"/>
                  <a:gd name="T61" fmla="*/ 1961 h 2024"/>
                  <a:gd name="T62" fmla="*/ 1951 w 2401"/>
                  <a:gd name="T63" fmla="*/ 1986 h 2024"/>
                  <a:gd name="T64" fmla="*/ 1914 w 2401"/>
                  <a:gd name="T65" fmla="*/ 2003 h 2024"/>
                  <a:gd name="T66" fmla="*/ 1872 w 2401"/>
                  <a:gd name="T67" fmla="*/ 2016 h 2024"/>
                  <a:gd name="T68" fmla="*/ 1825 w 2401"/>
                  <a:gd name="T69" fmla="*/ 2024 h 2024"/>
                  <a:gd name="T70" fmla="*/ 1772 w 2401"/>
                  <a:gd name="T71" fmla="*/ 2024 h 2024"/>
                  <a:gd name="T72" fmla="*/ 1715 w 2401"/>
                  <a:gd name="T73" fmla="*/ 2014 h 2024"/>
                  <a:gd name="T74" fmla="*/ 1617 w 2401"/>
                  <a:gd name="T75" fmla="*/ 1993 h 2024"/>
                  <a:gd name="T76" fmla="*/ 1528 w 2401"/>
                  <a:gd name="T77" fmla="*/ 1974 h 2024"/>
                  <a:gd name="T78" fmla="*/ 1448 w 2401"/>
                  <a:gd name="T79" fmla="*/ 1957 h 2024"/>
                  <a:gd name="T80" fmla="*/ 1378 w 2401"/>
                  <a:gd name="T81" fmla="*/ 1940 h 2024"/>
                  <a:gd name="T82" fmla="*/ 1318 w 2401"/>
                  <a:gd name="T83" fmla="*/ 1929 h 2024"/>
                  <a:gd name="T84" fmla="*/ 1267 w 2401"/>
                  <a:gd name="T85" fmla="*/ 1918 h 2024"/>
                  <a:gd name="T86" fmla="*/ 1227 w 2401"/>
                  <a:gd name="T87" fmla="*/ 1908 h 2024"/>
                  <a:gd name="T88" fmla="*/ 1199 w 2401"/>
                  <a:gd name="T89" fmla="*/ 1903 h 2024"/>
                  <a:gd name="T90" fmla="*/ 1182 w 2401"/>
                  <a:gd name="T91" fmla="*/ 1899 h 2024"/>
                  <a:gd name="T92" fmla="*/ 1174 w 2401"/>
                  <a:gd name="T93" fmla="*/ 1897 h 2024"/>
                  <a:gd name="T94" fmla="*/ 0 w 2401"/>
                  <a:gd name="T95" fmla="*/ 998 h 2024"/>
                  <a:gd name="T96" fmla="*/ 138 w 2401"/>
                  <a:gd name="T97" fmla="*/ 331 h 2024"/>
                  <a:gd name="T98" fmla="*/ 1596 w 2401"/>
                  <a:gd name="T9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01" h="2024">
                    <a:moveTo>
                      <a:pt x="1596" y="0"/>
                    </a:moveTo>
                    <a:lnTo>
                      <a:pt x="2156" y="121"/>
                    </a:lnTo>
                    <a:lnTo>
                      <a:pt x="2159" y="123"/>
                    </a:lnTo>
                    <a:lnTo>
                      <a:pt x="2169" y="125"/>
                    </a:lnTo>
                    <a:lnTo>
                      <a:pt x="2182" y="129"/>
                    </a:lnTo>
                    <a:lnTo>
                      <a:pt x="2199" y="134"/>
                    </a:lnTo>
                    <a:lnTo>
                      <a:pt x="2218" y="142"/>
                    </a:lnTo>
                    <a:lnTo>
                      <a:pt x="2241" y="153"/>
                    </a:lnTo>
                    <a:lnTo>
                      <a:pt x="2265" y="166"/>
                    </a:lnTo>
                    <a:lnTo>
                      <a:pt x="2288" y="183"/>
                    </a:lnTo>
                    <a:lnTo>
                      <a:pt x="2313" y="204"/>
                    </a:lnTo>
                    <a:lnTo>
                      <a:pt x="2335" y="227"/>
                    </a:lnTo>
                    <a:lnTo>
                      <a:pt x="2356" y="255"/>
                    </a:lnTo>
                    <a:lnTo>
                      <a:pt x="2373" y="285"/>
                    </a:lnTo>
                    <a:lnTo>
                      <a:pt x="2386" y="323"/>
                    </a:lnTo>
                    <a:lnTo>
                      <a:pt x="2396" y="363"/>
                    </a:lnTo>
                    <a:lnTo>
                      <a:pt x="2401" y="408"/>
                    </a:lnTo>
                    <a:lnTo>
                      <a:pt x="2400" y="459"/>
                    </a:lnTo>
                    <a:lnTo>
                      <a:pt x="2390" y="516"/>
                    </a:lnTo>
                    <a:lnTo>
                      <a:pt x="2127" y="1717"/>
                    </a:lnTo>
                    <a:lnTo>
                      <a:pt x="2127" y="1721"/>
                    </a:lnTo>
                    <a:lnTo>
                      <a:pt x="2125" y="1731"/>
                    </a:lnTo>
                    <a:lnTo>
                      <a:pt x="2120" y="1748"/>
                    </a:lnTo>
                    <a:lnTo>
                      <a:pt x="2114" y="1769"/>
                    </a:lnTo>
                    <a:lnTo>
                      <a:pt x="2105" y="1793"/>
                    </a:lnTo>
                    <a:lnTo>
                      <a:pt x="2091" y="1820"/>
                    </a:lnTo>
                    <a:lnTo>
                      <a:pt x="2078" y="1848"/>
                    </a:lnTo>
                    <a:lnTo>
                      <a:pt x="2059" y="1878"/>
                    </a:lnTo>
                    <a:lnTo>
                      <a:pt x="2038" y="1908"/>
                    </a:lnTo>
                    <a:lnTo>
                      <a:pt x="2012" y="1937"/>
                    </a:lnTo>
                    <a:lnTo>
                      <a:pt x="1984" y="1961"/>
                    </a:lnTo>
                    <a:lnTo>
                      <a:pt x="1951" y="1986"/>
                    </a:lnTo>
                    <a:lnTo>
                      <a:pt x="1914" y="2003"/>
                    </a:lnTo>
                    <a:lnTo>
                      <a:pt x="1872" y="2016"/>
                    </a:lnTo>
                    <a:lnTo>
                      <a:pt x="1825" y="2024"/>
                    </a:lnTo>
                    <a:lnTo>
                      <a:pt x="1772" y="2024"/>
                    </a:lnTo>
                    <a:lnTo>
                      <a:pt x="1715" y="2014"/>
                    </a:lnTo>
                    <a:lnTo>
                      <a:pt x="1617" y="1993"/>
                    </a:lnTo>
                    <a:lnTo>
                      <a:pt x="1528" y="1974"/>
                    </a:lnTo>
                    <a:lnTo>
                      <a:pt x="1448" y="1957"/>
                    </a:lnTo>
                    <a:lnTo>
                      <a:pt x="1378" y="1940"/>
                    </a:lnTo>
                    <a:lnTo>
                      <a:pt x="1318" y="1929"/>
                    </a:lnTo>
                    <a:lnTo>
                      <a:pt x="1267" y="1918"/>
                    </a:lnTo>
                    <a:lnTo>
                      <a:pt x="1227" y="1908"/>
                    </a:lnTo>
                    <a:lnTo>
                      <a:pt x="1199" y="1903"/>
                    </a:lnTo>
                    <a:lnTo>
                      <a:pt x="1182" y="1899"/>
                    </a:lnTo>
                    <a:lnTo>
                      <a:pt x="1174" y="1897"/>
                    </a:lnTo>
                    <a:lnTo>
                      <a:pt x="0" y="998"/>
                    </a:lnTo>
                    <a:lnTo>
                      <a:pt x="138" y="331"/>
                    </a:lnTo>
                    <a:lnTo>
                      <a:pt x="1596" y="0"/>
                    </a:lnTo>
                    <a:close/>
                  </a:path>
                </a:pathLst>
              </a:custGeom>
              <a:gradFill flip="none" rotWithShape="1">
                <a:gsLst>
                  <a:gs pos="0">
                    <a:schemeClr val="bg1"/>
                  </a:gs>
                  <a:gs pos="89000">
                    <a:schemeClr val="bg1">
                      <a:lumMod val="85000"/>
                    </a:schemeClr>
                  </a:gs>
                </a:gsLst>
                <a:lin ang="14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1" name="Freeform 60"/>
              <p:cNvSpPr>
                <a:spLocks/>
              </p:cNvSpPr>
              <p:nvPr/>
            </p:nvSpPr>
            <p:spPr bwMode="auto">
              <a:xfrm>
                <a:off x="6128053" y="4282672"/>
                <a:ext cx="1781257" cy="2128880"/>
              </a:xfrm>
              <a:custGeom>
                <a:avLst/>
                <a:gdLst>
                  <a:gd name="T0" fmla="*/ 607 w 2065"/>
                  <a:gd name="T1" fmla="*/ 0 h 2468"/>
                  <a:gd name="T2" fmla="*/ 1777 w 2065"/>
                  <a:gd name="T3" fmla="*/ 930 h 2468"/>
                  <a:gd name="T4" fmla="*/ 2033 w 2065"/>
                  <a:gd name="T5" fmla="*/ 1444 h 2468"/>
                  <a:gd name="T6" fmla="*/ 2033 w 2065"/>
                  <a:gd name="T7" fmla="*/ 1448 h 2468"/>
                  <a:gd name="T8" fmla="*/ 2038 w 2065"/>
                  <a:gd name="T9" fmla="*/ 1455 h 2468"/>
                  <a:gd name="T10" fmla="*/ 2044 w 2065"/>
                  <a:gd name="T11" fmla="*/ 1470 h 2468"/>
                  <a:gd name="T12" fmla="*/ 2050 w 2065"/>
                  <a:gd name="T13" fmla="*/ 1489 h 2468"/>
                  <a:gd name="T14" fmla="*/ 2055 w 2065"/>
                  <a:gd name="T15" fmla="*/ 1512 h 2468"/>
                  <a:gd name="T16" fmla="*/ 2061 w 2065"/>
                  <a:gd name="T17" fmla="*/ 1540 h 2468"/>
                  <a:gd name="T18" fmla="*/ 2065 w 2065"/>
                  <a:gd name="T19" fmla="*/ 1569 h 2468"/>
                  <a:gd name="T20" fmla="*/ 2065 w 2065"/>
                  <a:gd name="T21" fmla="*/ 1601 h 2468"/>
                  <a:gd name="T22" fmla="*/ 2063 w 2065"/>
                  <a:gd name="T23" fmla="*/ 1635 h 2468"/>
                  <a:gd name="T24" fmla="*/ 2055 w 2065"/>
                  <a:gd name="T25" fmla="*/ 1671 h 2468"/>
                  <a:gd name="T26" fmla="*/ 2042 w 2065"/>
                  <a:gd name="T27" fmla="*/ 1705 h 2468"/>
                  <a:gd name="T28" fmla="*/ 2023 w 2065"/>
                  <a:gd name="T29" fmla="*/ 1741 h 2468"/>
                  <a:gd name="T30" fmla="*/ 1999 w 2065"/>
                  <a:gd name="T31" fmla="*/ 1776 h 2468"/>
                  <a:gd name="T32" fmla="*/ 1965 w 2065"/>
                  <a:gd name="T33" fmla="*/ 1810 h 2468"/>
                  <a:gd name="T34" fmla="*/ 1921 w 2065"/>
                  <a:gd name="T35" fmla="*/ 1843 h 2468"/>
                  <a:gd name="T36" fmla="*/ 1868 w 2065"/>
                  <a:gd name="T37" fmla="*/ 1873 h 2468"/>
                  <a:gd name="T38" fmla="*/ 768 w 2065"/>
                  <a:gd name="T39" fmla="*/ 2419 h 2468"/>
                  <a:gd name="T40" fmla="*/ 764 w 2065"/>
                  <a:gd name="T41" fmla="*/ 2421 h 2468"/>
                  <a:gd name="T42" fmla="*/ 754 w 2065"/>
                  <a:gd name="T43" fmla="*/ 2424 h 2468"/>
                  <a:gd name="T44" fmla="*/ 739 w 2065"/>
                  <a:gd name="T45" fmla="*/ 2432 h 2468"/>
                  <a:gd name="T46" fmla="*/ 719 w 2065"/>
                  <a:gd name="T47" fmla="*/ 2440 h 2468"/>
                  <a:gd name="T48" fmla="*/ 694 w 2065"/>
                  <a:gd name="T49" fmla="*/ 2447 h 2468"/>
                  <a:gd name="T50" fmla="*/ 664 w 2065"/>
                  <a:gd name="T51" fmla="*/ 2455 h 2468"/>
                  <a:gd name="T52" fmla="*/ 632 w 2065"/>
                  <a:gd name="T53" fmla="*/ 2460 h 2468"/>
                  <a:gd name="T54" fmla="*/ 597 w 2065"/>
                  <a:gd name="T55" fmla="*/ 2466 h 2468"/>
                  <a:gd name="T56" fmla="*/ 562 w 2065"/>
                  <a:gd name="T57" fmla="*/ 2468 h 2468"/>
                  <a:gd name="T58" fmla="*/ 524 w 2065"/>
                  <a:gd name="T59" fmla="*/ 2466 h 2468"/>
                  <a:gd name="T60" fmla="*/ 486 w 2065"/>
                  <a:gd name="T61" fmla="*/ 2458 h 2468"/>
                  <a:gd name="T62" fmla="*/ 446 w 2065"/>
                  <a:gd name="T63" fmla="*/ 2447 h 2468"/>
                  <a:gd name="T64" fmla="*/ 408 w 2065"/>
                  <a:gd name="T65" fmla="*/ 2430 h 2468"/>
                  <a:gd name="T66" fmla="*/ 372 w 2065"/>
                  <a:gd name="T67" fmla="*/ 2406 h 2468"/>
                  <a:gd name="T68" fmla="*/ 338 w 2065"/>
                  <a:gd name="T69" fmla="*/ 2373 h 2468"/>
                  <a:gd name="T70" fmla="*/ 306 w 2065"/>
                  <a:gd name="T71" fmla="*/ 2332 h 2468"/>
                  <a:gd name="T72" fmla="*/ 276 w 2065"/>
                  <a:gd name="T73" fmla="*/ 2283 h 2468"/>
                  <a:gd name="T74" fmla="*/ 236 w 2065"/>
                  <a:gd name="T75" fmla="*/ 2201 h 2468"/>
                  <a:gd name="T76" fmla="*/ 199 w 2065"/>
                  <a:gd name="T77" fmla="*/ 2126 h 2468"/>
                  <a:gd name="T78" fmla="*/ 164 w 2065"/>
                  <a:gd name="T79" fmla="*/ 2058 h 2468"/>
                  <a:gd name="T80" fmla="*/ 134 w 2065"/>
                  <a:gd name="T81" fmla="*/ 1996 h 2468"/>
                  <a:gd name="T82" fmla="*/ 108 w 2065"/>
                  <a:gd name="T83" fmla="*/ 1943 h 2468"/>
                  <a:gd name="T84" fmla="*/ 85 w 2065"/>
                  <a:gd name="T85" fmla="*/ 1895 h 2468"/>
                  <a:gd name="T86" fmla="*/ 66 w 2065"/>
                  <a:gd name="T87" fmla="*/ 1858 h 2468"/>
                  <a:gd name="T88" fmla="*/ 51 w 2065"/>
                  <a:gd name="T89" fmla="*/ 1827 h 2468"/>
                  <a:gd name="T90" fmla="*/ 40 w 2065"/>
                  <a:gd name="T91" fmla="*/ 1805 h 2468"/>
                  <a:gd name="T92" fmla="*/ 34 w 2065"/>
                  <a:gd name="T93" fmla="*/ 1792 h 2468"/>
                  <a:gd name="T94" fmla="*/ 30 w 2065"/>
                  <a:gd name="T95" fmla="*/ 1788 h 2468"/>
                  <a:gd name="T96" fmla="*/ 0 w 2065"/>
                  <a:gd name="T97" fmla="*/ 308 h 2468"/>
                  <a:gd name="T98" fmla="*/ 607 w 2065"/>
                  <a:gd name="T99"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65" h="2468">
                    <a:moveTo>
                      <a:pt x="607" y="0"/>
                    </a:moveTo>
                    <a:lnTo>
                      <a:pt x="1777" y="930"/>
                    </a:lnTo>
                    <a:lnTo>
                      <a:pt x="2033" y="1444"/>
                    </a:lnTo>
                    <a:lnTo>
                      <a:pt x="2033" y="1448"/>
                    </a:lnTo>
                    <a:lnTo>
                      <a:pt x="2038" y="1455"/>
                    </a:lnTo>
                    <a:lnTo>
                      <a:pt x="2044" y="1470"/>
                    </a:lnTo>
                    <a:lnTo>
                      <a:pt x="2050" y="1489"/>
                    </a:lnTo>
                    <a:lnTo>
                      <a:pt x="2055" y="1512"/>
                    </a:lnTo>
                    <a:lnTo>
                      <a:pt x="2061" y="1540"/>
                    </a:lnTo>
                    <a:lnTo>
                      <a:pt x="2065" y="1569"/>
                    </a:lnTo>
                    <a:lnTo>
                      <a:pt x="2065" y="1601"/>
                    </a:lnTo>
                    <a:lnTo>
                      <a:pt x="2063" y="1635"/>
                    </a:lnTo>
                    <a:lnTo>
                      <a:pt x="2055" y="1671"/>
                    </a:lnTo>
                    <a:lnTo>
                      <a:pt x="2042" y="1705"/>
                    </a:lnTo>
                    <a:lnTo>
                      <a:pt x="2023" y="1741"/>
                    </a:lnTo>
                    <a:lnTo>
                      <a:pt x="1999" y="1776"/>
                    </a:lnTo>
                    <a:lnTo>
                      <a:pt x="1965" y="1810"/>
                    </a:lnTo>
                    <a:lnTo>
                      <a:pt x="1921" y="1843"/>
                    </a:lnTo>
                    <a:lnTo>
                      <a:pt x="1868" y="1873"/>
                    </a:lnTo>
                    <a:lnTo>
                      <a:pt x="768" y="2419"/>
                    </a:lnTo>
                    <a:lnTo>
                      <a:pt x="764" y="2421"/>
                    </a:lnTo>
                    <a:lnTo>
                      <a:pt x="754" y="2424"/>
                    </a:lnTo>
                    <a:lnTo>
                      <a:pt x="739" y="2432"/>
                    </a:lnTo>
                    <a:lnTo>
                      <a:pt x="719" y="2440"/>
                    </a:lnTo>
                    <a:lnTo>
                      <a:pt x="694" y="2447"/>
                    </a:lnTo>
                    <a:lnTo>
                      <a:pt x="664" y="2455"/>
                    </a:lnTo>
                    <a:lnTo>
                      <a:pt x="632" y="2460"/>
                    </a:lnTo>
                    <a:lnTo>
                      <a:pt x="597" y="2466"/>
                    </a:lnTo>
                    <a:lnTo>
                      <a:pt x="562" y="2468"/>
                    </a:lnTo>
                    <a:lnTo>
                      <a:pt x="524" y="2466"/>
                    </a:lnTo>
                    <a:lnTo>
                      <a:pt x="486" y="2458"/>
                    </a:lnTo>
                    <a:lnTo>
                      <a:pt x="446" y="2447"/>
                    </a:lnTo>
                    <a:lnTo>
                      <a:pt x="408" y="2430"/>
                    </a:lnTo>
                    <a:lnTo>
                      <a:pt x="372" y="2406"/>
                    </a:lnTo>
                    <a:lnTo>
                      <a:pt x="338" y="2373"/>
                    </a:lnTo>
                    <a:lnTo>
                      <a:pt x="306" y="2332"/>
                    </a:lnTo>
                    <a:lnTo>
                      <a:pt x="276" y="2283"/>
                    </a:lnTo>
                    <a:lnTo>
                      <a:pt x="236" y="2201"/>
                    </a:lnTo>
                    <a:lnTo>
                      <a:pt x="199" y="2126"/>
                    </a:lnTo>
                    <a:lnTo>
                      <a:pt x="164" y="2058"/>
                    </a:lnTo>
                    <a:lnTo>
                      <a:pt x="134" y="1996"/>
                    </a:lnTo>
                    <a:lnTo>
                      <a:pt x="108" y="1943"/>
                    </a:lnTo>
                    <a:lnTo>
                      <a:pt x="85" y="1895"/>
                    </a:lnTo>
                    <a:lnTo>
                      <a:pt x="66" y="1858"/>
                    </a:lnTo>
                    <a:lnTo>
                      <a:pt x="51" y="1827"/>
                    </a:lnTo>
                    <a:lnTo>
                      <a:pt x="40" y="1805"/>
                    </a:lnTo>
                    <a:lnTo>
                      <a:pt x="34" y="1792"/>
                    </a:lnTo>
                    <a:lnTo>
                      <a:pt x="30" y="1788"/>
                    </a:lnTo>
                    <a:lnTo>
                      <a:pt x="0" y="308"/>
                    </a:lnTo>
                    <a:lnTo>
                      <a:pt x="607" y="0"/>
                    </a:lnTo>
                    <a:close/>
                  </a:path>
                </a:pathLst>
              </a:custGeom>
              <a:gradFill flip="none" rotWithShape="1">
                <a:gsLst>
                  <a:gs pos="0">
                    <a:schemeClr val="bg1"/>
                  </a:gs>
                  <a:gs pos="89000">
                    <a:schemeClr val="bg1">
                      <a:lumMod val="85000"/>
                    </a:schemeClr>
                  </a:gs>
                </a:gsLst>
                <a:lin ang="12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2" name="Freeform 61"/>
              <p:cNvSpPr>
                <a:spLocks/>
              </p:cNvSpPr>
              <p:nvPr/>
            </p:nvSpPr>
            <p:spPr bwMode="auto">
              <a:xfrm>
                <a:off x="4296766" y="4302511"/>
                <a:ext cx="1765730" cy="2136644"/>
              </a:xfrm>
              <a:custGeom>
                <a:avLst/>
                <a:gdLst>
                  <a:gd name="T0" fmla="*/ 1433 w 2047"/>
                  <a:gd name="T1" fmla="*/ 0 h 2477"/>
                  <a:gd name="T2" fmla="*/ 2047 w 2047"/>
                  <a:gd name="T3" fmla="*/ 291 h 2477"/>
                  <a:gd name="T4" fmla="*/ 2027 w 2047"/>
                  <a:gd name="T5" fmla="*/ 1784 h 2477"/>
                  <a:gd name="T6" fmla="*/ 1777 w 2047"/>
                  <a:gd name="T7" fmla="*/ 2299 h 2477"/>
                  <a:gd name="T8" fmla="*/ 1775 w 2047"/>
                  <a:gd name="T9" fmla="*/ 2303 h 2477"/>
                  <a:gd name="T10" fmla="*/ 1769 w 2047"/>
                  <a:gd name="T11" fmla="*/ 2311 h 2477"/>
                  <a:gd name="T12" fmla="*/ 1762 w 2047"/>
                  <a:gd name="T13" fmla="*/ 2324 h 2477"/>
                  <a:gd name="T14" fmla="*/ 1750 w 2047"/>
                  <a:gd name="T15" fmla="*/ 2341 h 2477"/>
                  <a:gd name="T16" fmla="*/ 1737 w 2047"/>
                  <a:gd name="T17" fmla="*/ 2360 h 2477"/>
                  <a:gd name="T18" fmla="*/ 1718 w 2047"/>
                  <a:gd name="T19" fmla="*/ 2381 h 2477"/>
                  <a:gd name="T20" fmla="*/ 1698 w 2047"/>
                  <a:gd name="T21" fmla="*/ 2401 h 2477"/>
                  <a:gd name="T22" fmla="*/ 1673 w 2047"/>
                  <a:gd name="T23" fmla="*/ 2422 h 2477"/>
                  <a:gd name="T24" fmla="*/ 1645 w 2047"/>
                  <a:gd name="T25" fmla="*/ 2441 h 2477"/>
                  <a:gd name="T26" fmla="*/ 1612 w 2047"/>
                  <a:gd name="T27" fmla="*/ 2456 h 2477"/>
                  <a:gd name="T28" fmla="*/ 1577 w 2047"/>
                  <a:gd name="T29" fmla="*/ 2469 h 2477"/>
                  <a:gd name="T30" fmla="*/ 1537 w 2047"/>
                  <a:gd name="T31" fmla="*/ 2475 h 2477"/>
                  <a:gd name="T32" fmla="*/ 1493 w 2047"/>
                  <a:gd name="T33" fmla="*/ 2477 h 2477"/>
                  <a:gd name="T34" fmla="*/ 1444 w 2047"/>
                  <a:gd name="T35" fmla="*/ 2469 h 2477"/>
                  <a:gd name="T36" fmla="*/ 1393 w 2047"/>
                  <a:gd name="T37" fmla="*/ 2456 h 2477"/>
                  <a:gd name="T38" fmla="*/ 1336 w 2047"/>
                  <a:gd name="T39" fmla="*/ 2434 h 2477"/>
                  <a:gd name="T40" fmla="*/ 230 w 2047"/>
                  <a:gd name="T41" fmla="*/ 1897 h 2477"/>
                  <a:gd name="T42" fmla="*/ 228 w 2047"/>
                  <a:gd name="T43" fmla="*/ 1895 h 2477"/>
                  <a:gd name="T44" fmla="*/ 219 w 2047"/>
                  <a:gd name="T45" fmla="*/ 1889 h 2477"/>
                  <a:gd name="T46" fmla="*/ 204 w 2047"/>
                  <a:gd name="T47" fmla="*/ 1882 h 2477"/>
                  <a:gd name="T48" fmla="*/ 185 w 2047"/>
                  <a:gd name="T49" fmla="*/ 1871 h 2477"/>
                  <a:gd name="T50" fmla="*/ 164 w 2047"/>
                  <a:gd name="T51" fmla="*/ 1855 h 2477"/>
                  <a:gd name="T52" fmla="*/ 139 w 2047"/>
                  <a:gd name="T53" fmla="*/ 1837 h 2477"/>
                  <a:gd name="T54" fmla="*/ 115 w 2047"/>
                  <a:gd name="T55" fmla="*/ 1816 h 2477"/>
                  <a:gd name="T56" fmla="*/ 90 w 2047"/>
                  <a:gd name="T57" fmla="*/ 1791 h 2477"/>
                  <a:gd name="T58" fmla="*/ 66 w 2047"/>
                  <a:gd name="T59" fmla="*/ 1763 h 2477"/>
                  <a:gd name="T60" fmla="*/ 45 w 2047"/>
                  <a:gd name="T61" fmla="*/ 1733 h 2477"/>
                  <a:gd name="T62" fmla="*/ 26 w 2047"/>
                  <a:gd name="T63" fmla="*/ 1699 h 2477"/>
                  <a:gd name="T64" fmla="*/ 13 w 2047"/>
                  <a:gd name="T65" fmla="*/ 1661 h 2477"/>
                  <a:gd name="T66" fmla="*/ 3 w 2047"/>
                  <a:gd name="T67" fmla="*/ 1619 h 2477"/>
                  <a:gd name="T68" fmla="*/ 0 w 2047"/>
                  <a:gd name="T69" fmla="*/ 1576 h 2477"/>
                  <a:gd name="T70" fmla="*/ 5 w 2047"/>
                  <a:gd name="T71" fmla="*/ 1529 h 2477"/>
                  <a:gd name="T72" fmla="*/ 17 w 2047"/>
                  <a:gd name="T73" fmla="*/ 1479 h 2477"/>
                  <a:gd name="T74" fmla="*/ 39 w 2047"/>
                  <a:gd name="T75" fmla="*/ 1425 h 2477"/>
                  <a:gd name="T76" fmla="*/ 79 w 2047"/>
                  <a:gd name="T77" fmla="*/ 1343 h 2477"/>
                  <a:gd name="T78" fmla="*/ 115 w 2047"/>
                  <a:gd name="T79" fmla="*/ 1268 h 2477"/>
                  <a:gd name="T80" fmla="*/ 149 w 2047"/>
                  <a:gd name="T81" fmla="*/ 1200 h 2477"/>
                  <a:gd name="T82" fmla="*/ 179 w 2047"/>
                  <a:gd name="T83" fmla="*/ 1137 h 2477"/>
                  <a:gd name="T84" fmla="*/ 204 w 2047"/>
                  <a:gd name="T85" fmla="*/ 1085 h 2477"/>
                  <a:gd name="T86" fmla="*/ 226 w 2047"/>
                  <a:gd name="T87" fmla="*/ 1037 h 2477"/>
                  <a:gd name="T88" fmla="*/ 245 w 2047"/>
                  <a:gd name="T89" fmla="*/ 1000 h 2477"/>
                  <a:gd name="T90" fmla="*/ 260 w 2047"/>
                  <a:gd name="T91" fmla="*/ 967 h 2477"/>
                  <a:gd name="T92" fmla="*/ 272 w 2047"/>
                  <a:gd name="T93" fmla="*/ 947 h 2477"/>
                  <a:gd name="T94" fmla="*/ 277 w 2047"/>
                  <a:gd name="T95" fmla="*/ 933 h 2477"/>
                  <a:gd name="T96" fmla="*/ 279 w 2047"/>
                  <a:gd name="T97" fmla="*/ 928 h 2477"/>
                  <a:gd name="T98" fmla="*/ 1433 w 2047"/>
                  <a:gd name="T99" fmla="*/ 0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47" h="2477">
                    <a:moveTo>
                      <a:pt x="1433" y="0"/>
                    </a:moveTo>
                    <a:lnTo>
                      <a:pt x="2047" y="291"/>
                    </a:lnTo>
                    <a:lnTo>
                      <a:pt x="2027" y="1784"/>
                    </a:lnTo>
                    <a:lnTo>
                      <a:pt x="1777" y="2299"/>
                    </a:lnTo>
                    <a:lnTo>
                      <a:pt x="1775" y="2303"/>
                    </a:lnTo>
                    <a:lnTo>
                      <a:pt x="1769" y="2311"/>
                    </a:lnTo>
                    <a:lnTo>
                      <a:pt x="1762" y="2324"/>
                    </a:lnTo>
                    <a:lnTo>
                      <a:pt x="1750" y="2341"/>
                    </a:lnTo>
                    <a:lnTo>
                      <a:pt x="1737" y="2360"/>
                    </a:lnTo>
                    <a:lnTo>
                      <a:pt x="1718" y="2381"/>
                    </a:lnTo>
                    <a:lnTo>
                      <a:pt x="1698" y="2401"/>
                    </a:lnTo>
                    <a:lnTo>
                      <a:pt x="1673" y="2422"/>
                    </a:lnTo>
                    <a:lnTo>
                      <a:pt x="1645" y="2441"/>
                    </a:lnTo>
                    <a:lnTo>
                      <a:pt x="1612" y="2456"/>
                    </a:lnTo>
                    <a:lnTo>
                      <a:pt x="1577" y="2469"/>
                    </a:lnTo>
                    <a:lnTo>
                      <a:pt x="1537" y="2475"/>
                    </a:lnTo>
                    <a:lnTo>
                      <a:pt x="1493" y="2477"/>
                    </a:lnTo>
                    <a:lnTo>
                      <a:pt x="1444" y="2469"/>
                    </a:lnTo>
                    <a:lnTo>
                      <a:pt x="1393" y="2456"/>
                    </a:lnTo>
                    <a:lnTo>
                      <a:pt x="1336" y="2434"/>
                    </a:lnTo>
                    <a:lnTo>
                      <a:pt x="230" y="1897"/>
                    </a:lnTo>
                    <a:lnTo>
                      <a:pt x="228" y="1895"/>
                    </a:lnTo>
                    <a:lnTo>
                      <a:pt x="219" y="1889"/>
                    </a:lnTo>
                    <a:lnTo>
                      <a:pt x="204" y="1882"/>
                    </a:lnTo>
                    <a:lnTo>
                      <a:pt x="185" y="1871"/>
                    </a:lnTo>
                    <a:lnTo>
                      <a:pt x="164" y="1855"/>
                    </a:lnTo>
                    <a:lnTo>
                      <a:pt x="139" y="1837"/>
                    </a:lnTo>
                    <a:lnTo>
                      <a:pt x="115" y="1816"/>
                    </a:lnTo>
                    <a:lnTo>
                      <a:pt x="90" y="1791"/>
                    </a:lnTo>
                    <a:lnTo>
                      <a:pt x="66" y="1763"/>
                    </a:lnTo>
                    <a:lnTo>
                      <a:pt x="45" y="1733"/>
                    </a:lnTo>
                    <a:lnTo>
                      <a:pt x="26" y="1699"/>
                    </a:lnTo>
                    <a:lnTo>
                      <a:pt x="13" y="1661"/>
                    </a:lnTo>
                    <a:lnTo>
                      <a:pt x="3" y="1619"/>
                    </a:lnTo>
                    <a:lnTo>
                      <a:pt x="0" y="1576"/>
                    </a:lnTo>
                    <a:lnTo>
                      <a:pt x="5" y="1529"/>
                    </a:lnTo>
                    <a:lnTo>
                      <a:pt x="17" y="1479"/>
                    </a:lnTo>
                    <a:lnTo>
                      <a:pt x="39" y="1425"/>
                    </a:lnTo>
                    <a:lnTo>
                      <a:pt x="79" y="1343"/>
                    </a:lnTo>
                    <a:lnTo>
                      <a:pt x="115" y="1268"/>
                    </a:lnTo>
                    <a:lnTo>
                      <a:pt x="149" y="1200"/>
                    </a:lnTo>
                    <a:lnTo>
                      <a:pt x="179" y="1137"/>
                    </a:lnTo>
                    <a:lnTo>
                      <a:pt x="204" y="1085"/>
                    </a:lnTo>
                    <a:lnTo>
                      <a:pt x="226" y="1037"/>
                    </a:lnTo>
                    <a:lnTo>
                      <a:pt x="245" y="1000"/>
                    </a:lnTo>
                    <a:lnTo>
                      <a:pt x="260" y="967"/>
                    </a:lnTo>
                    <a:lnTo>
                      <a:pt x="272" y="947"/>
                    </a:lnTo>
                    <a:lnTo>
                      <a:pt x="277" y="933"/>
                    </a:lnTo>
                    <a:lnTo>
                      <a:pt x="279" y="928"/>
                    </a:lnTo>
                    <a:lnTo>
                      <a:pt x="1433" y="0"/>
                    </a:lnTo>
                    <a:close/>
                  </a:path>
                </a:pathLst>
              </a:custGeom>
              <a:gradFill flip="none" rotWithShape="1">
                <a:gsLst>
                  <a:gs pos="0">
                    <a:schemeClr val="bg1"/>
                  </a:gs>
                  <a:gs pos="91000">
                    <a:schemeClr val="bg1">
                      <a:lumMod val="85000"/>
                    </a:schemeClr>
                  </a:gs>
                </a:gsLst>
                <a:lin ang="138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3" name="Freeform 62"/>
              <p:cNvSpPr>
                <a:spLocks/>
              </p:cNvSpPr>
              <p:nvPr/>
            </p:nvSpPr>
            <p:spPr bwMode="auto">
              <a:xfrm>
                <a:off x="3407432" y="3399375"/>
                <a:ext cx="2065050" cy="1749339"/>
              </a:xfrm>
              <a:custGeom>
                <a:avLst/>
                <a:gdLst>
                  <a:gd name="T0" fmla="*/ 804 w 2394"/>
                  <a:gd name="T1" fmla="*/ 0 h 2028"/>
                  <a:gd name="T2" fmla="*/ 2246 w 2394"/>
                  <a:gd name="T3" fmla="*/ 339 h 2028"/>
                  <a:gd name="T4" fmla="*/ 2394 w 2394"/>
                  <a:gd name="T5" fmla="*/ 1002 h 2028"/>
                  <a:gd name="T6" fmla="*/ 1201 w 2394"/>
                  <a:gd name="T7" fmla="*/ 1903 h 2028"/>
                  <a:gd name="T8" fmla="*/ 639 w 2394"/>
                  <a:gd name="T9" fmla="*/ 2022 h 2028"/>
                  <a:gd name="T10" fmla="*/ 635 w 2394"/>
                  <a:gd name="T11" fmla="*/ 2022 h 2028"/>
                  <a:gd name="T12" fmla="*/ 626 w 2394"/>
                  <a:gd name="T13" fmla="*/ 2024 h 2028"/>
                  <a:gd name="T14" fmla="*/ 611 w 2394"/>
                  <a:gd name="T15" fmla="*/ 2026 h 2028"/>
                  <a:gd name="T16" fmla="*/ 592 w 2394"/>
                  <a:gd name="T17" fmla="*/ 2028 h 2028"/>
                  <a:gd name="T18" fmla="*/ 567 w 2394"/>
                  <a:gd name="T19" fmla="*/ 2028 h 2028"/>
                  <a:gd name="T20" fmla="*/ 539 w 2394"/>
                  <a:gd name="T21" fmla="*/ 2026 h 2028"/>
                  <a:gd name="T22" fmla="*/ 511 w 2394"/>
                  <a:gd name="T23" fmla="*/ 2022 h 2028"/>
                  <a:gd name="T24" fmla="*/ 478 w 2394"/>
                  <a:gd name="T25" fmla="*/ 2014 h 2028"/>
                  <a:gd name="T26" fmla="*/ 446 w 2394"/>
                  <a:gd name="T27" fmla="*/ 2005 h 2028"/>
                  <a:gd name="T28" fmla="*/ 414 w 2394"/>
                  <a:gd name="T29" fmla="*/ 1988 h 2028"/>
                  <a:gd name="T30" fmla="*/ 384 w 2394"/>
                  <a:gd name="T31" fmla="*/ 1967 h 2028"/>
                  <a:gd name="T32" fmla="*/ 354 w 2394"/>
                  <a:gd name="T33" fmla="*/ 1941 h 2028"/>
                  <a:gd name="T34" fmla="*/ 325 w 2394"/>
                  <a:gd name="T35" fmla="*/ 1907 h 2028"/>
                  <a:gd name="T36" fmla="*/ 301 w 2394"/>
                  <a:gd name="T37" fmla="*/ 1865 h 2028"/>
                  <a:gd name="T38" fmla="*/ 280 w 2394"/>
                  <a:gd name="T39" fmla="*/ 1816 h 2028"/>
                  <a:gd name="T40" fmla="*/ 265 w 2394"/>
                  <a:gd name="T41" fmla="*/ 1758 h 2028"/>
                  <a:gd name="T42" fmla="*/ 9 w 2394"/>
                  <a:gd name="T43" fmla="*/ 556 h 2028"/>
                  <a:gd name="T44" fmla="*/ 9 w 2394"/>
                  <a:gd name="T45" fmla="*/ 552 h 2028"/>
                  <a:gd name="T46" fmla="*/ 8 w 2394"/>
                  <a:gd name="T47" fmla="*/ 541 h 2028"/>
                  <a:gd name="T48" fmla="*/ 4 w 2394"/>
                  <a:gd name="T49" fmla="*/ 524 h 2028"/>
                  <a:gd name="T50" fmla="*/ 2 w 2394"/>
                  <a:gd name="T51" fmla="*/ 503 h 2028"/>
                  <a:gd name="T52" fmla="*/ 0 w 2394"/>
                  <a:gd name="T53" fmla="*/ 477 h 2028"/>
                  <a:gd name="T54" fmla="*/ 0 w 2394"/>
                  <a:gd name="T55" fmla="*/ 446 h 2028"/>
                  <a:gd name="T56" fmla="*/ 2 w 2394"/>
                  <a:gd name="T57" fmla="*/ 414 h 2028"/>
                  <a:gd name="T58" fmla="*/ 6 w 2394"/>
                  <a:gd name="T59" fmla="*/ 380 h 2028"/>
                  <a:gd name="T60" fmla="*/ 13 w 2394"/>
                  <a:gd name="T61" fmla="*/ 344 h 2028"/>
                  <a:gd name="T62" fmla="*/ 25 w 2394"/>
                  <a:gd name="T63" fmla="*/ 308 h 2028"/>
                  <a:gd name="T64" fmla="*/ 40 w 2394"/>
                  <a:gd name="T65" fmla="*/ 273 h 2028"/>
                  <a:gd name="T66" fmla="*/ 61 w 2394"/>
                  <a:gd name="T67" fmla="*/ 239 h 2028"/>
                  <a:gd name="T68" fmla="*/ 87 w 2394"/>
                  <a:gd name="T69" fmla="*/ 206 h 2028"/>
                  <a:gd name="T70" fmla="*/ 121 w 2394"/>
                  <a:gd name="T71" fmla="*/ 176 h 2028"/>
                  <a:gd name="T72" fmla="*/ 161 w 2394"/>
                  <a:gd name="T73" fmla="*/ 152 h 2028"/>
                  <a:gd name="T74" fmla="*/ 208 w 2394"/>
                  <a:gd name="T75" fmla="*/ 129 h 2028"/>
                  <a:gd name="T76" fmla="*/ 263 w 2394"/>
                  <a:gd name="T77" fmla="*/ 114 h 2028"/>
                  <a:gd name="T78" fmla="*/ 361 w 2394"/>
                  <a:gd name="T79" fmla="*/ 93 h 2028"/>
                  <a:gd name="T80" fmla="*/ 450 w 2394"/>
                  <a:gd name="T81" fmla="*/ 74 h 2028"/>
                  <a:gd name="T82" fmla="*/ 529 w 2394"/>
                  <a:gd name="T83" fmla="*/ 57 h 2028"/>
                  <a:gd name="T84" fmla="*/ 601 w 2394"/>
                  <a:gd name="T85" fmla="*/ 42 h 2028"/>
                  <a:gd name="T86" fmla="*/ 662 w 2394"/>
                  <a:gd name="T87" fmla="*/ 31 h 2028"/>
                  <a:gd name="T88" fmla="*/ 713 w 2394"/>
                  <a:gd name="T89" fmla="*/ 19 h 2028"/>
                  <a:gd name="T90" fmla="*/ 753 w 2394"/>
                  <a:gd name="T91" fmla="*/ 10 h 2028"/>
                  <a:gd name="T92" fmla="*/ 781 w 2394"/>
                  <a:gd name="T93" fmla="*/ 4 h 2028"/>
                  <a:gd name="T94" fmla="*/ 798 w 2394"/>
                  <a:gd name="T95" fmla="*/ 0 h 2028"/>
                  <a:gd name="T96" fmla="*/ 804 w 2394"/>
                  <a:gd name="T97"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4" h="2028">
                    <a:moveTo>
                      <a:pt x="804" y="0"/>
                    </a:moveTo>
                    <a:lnTo>
                      <a:pt x="2246" y="339"/>
                    </a:lnTo>
                    <a:lnTo>
                      <a:pt x="2394" y="1002"/>
                    </a:lnTo>
                    <a:lnTo>
                      <a:pt x="1201" y="1903"/>
                    </a:lnTo>
                    <a:lnTo>
                      <a:pt x="639" y="2022"/>
                    </a:lnTo>
                    <a:lnTo>
                      <a:pt x="635" y="2022"/>
                    </a:lnTo>
                    <a:lnTo>
                      <a:pt x="626" y="2024"/>
                    </a:lnTo>
                    <a:lnTo>
                      <a:pt x="611" y="2026"/>
                    </a:lnTo>
                    <a:lnTo>
                      <a:pt x="592" y="2028"/>
                    </a:lnTo>
                    <a:lnTo>
                      <a:pt x="567" y="2028"/>
                    </a:lnTo>
                    <a:lnTo>
                      <a:pt x="539" y="2026"/>
                    </a:lnTo>
                    <a:lnTo>
                      <a:pt x="511" y="2022"/>
                    </a:lnTo>
                    <a:lnTo>
                      <a:pt x="478" y="2014"/>
                    </a:lnTo>
                    <a:lnTo>
                      <a:pt x="446" y="2005"/>
                    </a:lnTo>
                    <a:lnTo>
                      <a:pt x="414" y="1988"/>
                    </a:lnTo>
                    <a:lnTo>
                      <a:pt x="384" y="1967"/>
                    </a:lnTo>
                    <a:lnTo>
                      <a:pt x="354" y="1941"/>
                    </a:lnTo>
                    <a:lnTo>
                      <a:pt x="325" y="1907"/>
                    </a:lnTo>
                    <a:lnTo>
                      <a:pt x="301" y="1865"/>
                    </a:lnTo>
                    <a:lnTo>
                      <a:pt x="280" y="1816"/>
                    </a:lnTo>
                    <a:lnTo>
                      <a:pt x="265" y="1758"/>
                    </a:lnTo>
                    <a:lnTo>
                      <a:pt x="9" y="556"/>
                    </a:lnTo>
                    <a:lnTo>
                      <a:pt x="9" y="552"/>
                    </a:lnTo>
                    <a:lnTo>
                      <a:pt x="8" y="541"/>
                    </a:lnTo>
                    <a:lnTo>
                      <a:pt x="4" y="524"/>
                    </a:lnTo>
                    <a:lnTo>
                      <a:pt x="2" y="503"/>
                    </a:lnTo>
                    <a:lnTo>
                      <a:pt x="0" y="477"/>
                    </a:lnTo>
                    <a:lnTo>
                      <a:pt x="0" y="446"/>
                    </a:lnTo>
                    <a:lnTo>
                      <a:pt x="2" y="414"/>
                    </a:lnTo>
                    <a:lnTo>
                      <a:pt x="6" y="380"/>
                    </a:lnTo>
                    <a:lnTo>
                      <a:pt x="13" y="344"/>
                    </a:lnTo>
                    <a:lnTo>
                      <a:pt x="25" y="308"/>
                    </a:lnTo>
                    <a:lnTo>
                      <a:pt x="40" y="273"/>
                    </a:lnTo>
                    <a:lnTo>
                      <a:pt x="61" y="239"/>
                    </a:lnTo>
                    <a:lnTo>
                      <a:pt x="87" y="206"/>
                    </a:lnTo>
                    <a:lnTo>
                      <a:pt x="121" y="176"/>
                    </a:lnTo>
                    <a:lnTo>
                      <a:pt x="161" y="152"/>
                    </a:lnTo>
                    <a:lnTo>
                      <a:pt x="208" y="129"/>
                    </a:lnTo>
                    <a:lnTo>
                      <a:pt x="263" y="114"/>
                    </a:lnTo>
                    <a:lnTo>
                      <a:pt x="361" y="93"/>
                    </a:lnTo>
                    <a:lnTo>
                      <a:pt x="450" y="74"/>
                    </a:lnTo>
                    <a:lnTo>
                      <a:pt x="529" y="57"/>
                    </a:lnTo>
                    <a:lnTo>
                      <a:pt x="601" y="42"/>
                    </a:lnTo>
                    <a:lnTo>
                      <a:pt x="662" y="31"/>
                    </a:lnTo>
                    <a:lnTo>
                      <a:pt x="713" y="19"/>
                    </a:lnTo>
                    <a:lnTo>
                      <a:pt x="753" y="10"/>
                    </a:lnTo>
                    <a:lnTo>
                      <a:pt x="781" y="4"/>
                    </a:lnTo>
                    <a:lnTo>
                      <a:pt x="798" y="0"/>
                    </a:lnTo>
                    <a:lnTo>
                      <a:pt x="804" y="0"/>
                    </a:lnTo>
                    <a:close/>
                  </a:path>
                </a:pathLst>
              </a:custGeom>
              <a:gradFill flip="none" rotWithShape="1">
                <a:gsLst>
                  <a:gs pos="0">
                    <a:schemeClr val="bg1"/>
                  </a:gs>
                  <a:gs pos="94000">
                    <a:schemeClr val="bg1">
                      <a:lumMod val="85000"/>
                    </a:schemeClr>
                  </a:gs>
                </a:gsLst>
                <a:lin ang="9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4" name="Freeform 63"/>
              <p:cNvSpPr>
                <a:spLocks/>
              </p:cNvSpPr>
              <p:nvPr/>
            </p:nvSpPr>
            <p:spPr bwMode="auto">
              <a:xfrm>
                <a:off x="3616180" y="1621570"/>
                <a:ext cx="2099554" cy="1984828"/>
              </a:xfrm>
              <a:custGeom>
                <a:avLst/>
                <a:gdLst>
                  <a:gd name="T0" fmla="*/ 1178 w 2434"/>
                  <a:gd name="T1" fmla="*/ 0 h 2301"/>
                  <a:gd name="T2" fmla="*/ 1227 w 2434"/>
                  <a:gd name="T3" fmla="*/ 4 h 2301"/>
                  <a:gd name="T4" fmla="*/ 1276 w 2434"/>
                  <a:gd name="T5" fmla="*/ 19 h 2301"/>
                  <a:gd name="T6" fmla="*/ 1329 w 2434"/>
                  <a:gd name="T7" fmla="*/ 44 h 2301"/>
                  <a:gd name="T8" fmla="*/ 1382 w 2434"/>
                  <a:gd name="T9" fmla="*/ 81 h 2301"/>
                  <a:gd name="T10" fmla="*/ 1452 w 2434"/>
                  <a:gd name="T11" fmla="*/ 140 h 2301"/>
                  <a:gd name="T12" fmla="*/ 1517 w 2434"/>
                  <a:gd name="T13" fmla="*/ 193 h 2301"/>
                  <a:gd name="T14" fmla="*/ 1575 w 2434"/>
                  <a:gd name="T15" fmla="*/ 242 h 2301"/>
                  <a:gd name="T16" fmla="*/ 1628 w 2434"/>
                  <a:gd name="T17" fmla="*/ 286 h 2301"/>
                  <a:gd name="T18" fmla="*/ 1673 w 2434"/>
                  <a:gd name="T19" fmla="*/ 323 h 2301"/>
                  <a:gd name="T20" fmla="*/ 1713 w 2434"/>
                  <a:gd name="T21" fmla="*/ 357 h 2301"/>
                  <a:gd name="T22" fmla="*/ 1747 w 2434"/>
                  <a:gd name="T23" fmla="*/ 384 h 2301"/>
                  <a:gd name="T24" fmla="*/ 1772 w 2434"/>
                  <a:gd name="T25" fmla="*/ 406 h 2301"/>
                  <a:gd name="T26" fmla="*/ 1791 w 2434"/>
                  <a:gd name="T27" fmla="*/ 422 h 2301"/>
                  <a:gd name="T28" fmla="*/ 1804 w 2434"/>
                  <a:gd name="T29" fmla="*/ 431 h 2301"/>
                  <a:gd name="T30" fmla="*/ 1808 w 2434"/>
                  <a:gd name="T31" fmla="*/ 435 h 2301"/>
                  <a:gd name="T32" fmla="*/ 2434 w 2434"/>
                  <a:gd name="T33" fmla="*/ 1774 h 2301"/>
                  <a:gd name="T34" fmla="*/ 2004 w 2434"/>
                  <a:gd name="T35" fmla="*/ 2301 h 2301"/>
                  <a:gd name="T36" fmla="*/ 558 w 2434"/>
                  <a:gd name="T37" fmla="*/ 1925 h 2301"/>
                  <a:gd name="T38" fmla="*/ 117 w 2434"/>
                  <a:gd name="T39" fmla="*/ 1559 h 2301"/>
                  <a:gd name="T40" fmla="*/ 113 w 2434"/>
                  <a:gd name="T41" fmla="*/ 1557 h 2301"/>
                  <a:gd name="T42" fmla="*/ 106 w 2434"/>
                  <a:gd name="T43" fmla="*/ 1549 h 2301"/>
                  <a:gd name="T44" fmla="*/ 93 w 2434"/>
                  <a:gd name="T45" fmla="*/ 1536 h 2301"/>
                  <a:gd name="T46" fmla="*/ 78 w 2434"/>
                  <a:gd name="T47" fmla="*/ 1519 h 2301"/>
                  <a:gd name="T48" fmla="*/ 62 w 2434"/>
                  <a:gd name="T49" fmla="*/ 1498 h 2301"/>
                  <a:gd name="T50" fmla="*/ 45 w 2434"/>
                  <a:gd name="T51" fmla="*/ 1474 h 2301"/>
                  <a:gd name="T52" fmla="*/ 28 w 2434"/>
                  <a:gd name="T53" fmla="*/ 1446 h 2301"/>
                  <a:gd name="T54" fmla="*/ 15 w 2434"/>
                  <a:gd name="T55" fmla="*/ 1412 h 2301"/>
                  <a:gd name="T56" fmla="*/ 6 w 2434"/>
                  <a:gd name="T57" fmla="*/ 1376 h 2301"/>
                  <a:gd name="T58" fmla="*/ 0 w 2434"/>
                  <a:gd name="T59" fmla="*/ 1338 h 2301"/>
                  <a:gd name="T60" fmla="*/ 2 w 2434"/>
                  <a:gd name="T61" fmla="*/ 1294 h 2301"/>
                  <a:gd name="T62" fmla="*/ 9 w 2434"/>
                  <a:gd name="T63" fmla="*/ 1249 h 2301"/>
                  <a:gd name="T64" fmla="*/ 27 w 2434"/>
                  <a:gd name="T65" fmla="*/ 1202 h 2301"/>
                  <a:gd name="T66" fmla="*/ 55 w 2434"/>
                  <a:gd name="T67" fmla="*/ 1153 h 2301"/>
                  <a:gd name="T68" fmla="*/ 93 w 2434"/>
                  <a:gd name="T69" fmla="*/ 1102 h 2301"/>
                  <a:gd name="T70" fmla="*/ 877 w 2434"/>
                  <a:gd name="T71" fmla="*/ 155 h 2301"/>
                  <a:gd name="T72" fmla="*/ 881 w 2434"/>
                  <a:gd name="T73" fmla="*/ 151 h 2301"/>
                  <a:gd name="T74" fmla="*/ 891 w 2434"/>
                  <a:gd name="T75" fmla="*/ 142 h 2301"/>
                  <a:gd name="T76" fmla="*/ 904 w 2434"/>
                  <a:gd name="T77" fmla="*/ 127 h 2301"/>
                  <a:gd name="T78" fmla="*/ 925 w 2434"/>
                  <a:gd name="T79" fmla="*/ 108 h 2301"/>
                  <a:gd name="T80" fmla="*/ 949 w 2434"/>
                  <a:gd name="T81" fmla="*/ 87 h 2301"/>
                  <a:gd name="T82" fmla="*/ 978 w 2434"/>
                  <a:gd name="T83" fmla="*/ 66 h 2301"/>
                  <a:gd name="T84" fmla="*/ 1012 w 2434"/>
                  <a:gd name="T85" fmla="*/ 46 h 2301"/>
                  <a:gd name="T86" fmla="*/ 1049 w 2434"/>
                  <a:gd name="T87" fmla="*/ 27 h 2301"/>
                  <a:gd name="T88" fmla="*/ 1089 w 2434"/>
                  <a:gd name="T89" fmla="*/ 12 h 2301"/>
                  <a:gd name="T90" fmla="*/ 1133 w 2434"/>
                  <a:gd name="T91" fmla="*/ 2 h 2301"/>
                  <a:gd name="T92" fmla="*/ 1178 w 2434"/>
                  <a:gd name="T93" fmla="*/ 0 h 2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34" h="2301">
                    <a:moveTo>
                      <a:pt x="1178" y="0"/>
                    </a:moveTo>
                    <a:lnTo>
                      <a:pt x="1227" y="4"/>
                    </a:lnTo>
                    <a:lnTo>
                      <a:pt x="1276" y="19"/>
                    </a:lnTo>
                    <a:lnTo>
                      <a:pt x="1329" y="44"/>
                    </a:lnTo>
                    <a:lnTo>
                      <a:pt x="1382" y="81"/>
                    </a:lnTo>
                    <a:lnTo>
                      <a:pt x="1452" y="140"/>
                    </a:lnTo>
                    <a:lnTo>
                      <a:pt x="1517" y="193"/>
                    </a:lnTo>
                    <a:lnTo>
                      <a:pt x="1575" y="242"/>
                    </a:lnTo>
                    <a:lnTo>
                      <a:pt x="1628" y="286"/>
                    </a:lnTo>
                    <a:lnTo>
                      <a:pt x="1673" y="323"/>
                    </a:lnTo>
                    <a:lnTo>
                      <a:pt x="1713" y="357"/>
                    </a:lnTo>
                    <a:lnTo>
                      <a:pt x="1747" y="384"/>
                    </a:lnTo>
                    <a:lnTo>
                      <a:pt x="1772" y="406"/>
                    </a:lnTo>
                    <a:lnTo>
                      <a:pt x="1791" y="422"/>
                    </a:lnTo>
                    <a:lnTo>
                      <a:pt x="1804" y="431"/>
                    </a:lnTo>
                    <a:lnTo>
                      <a:pt x="1808" y="435"/>
                    </a:lnTo>
                    <a:lnTo>
                      <a:pt x="2434" y="1774"/>
                    </a:lnTo>
                    <a:lnTo>
                      <a:pt x="2004" y="2301"/>
                    </a:lnTo>
                    <a:lnTo>
                      <a:pt x="558" y="1925"/>
                    </a:lnTo>
                    <a:lnTo>
                      <a:pt x="117" y="1559"/>
                    </a:lnTo>
                    <a:lnTo>
                      <a:pt x="113" y="1557"/>
                    </a:lnTo>
                    <a:lnTo>
                      <a:pt x="106" y="1549"/>
                    </a:lnTo>
                    <a:lnTo>
                      <a:pt x="93" y="1536"/>
                    </a:lnTo>
                    <a:lnTo>
                      <a:pt x="78" y="1519"/>
                    </a:lnTo>
                    <a:lnTo>
                      <a:pt x="62" y="1498"/>
                    </a:lnTo>
                    <a:lnTo>
                      <a:pt x="45" y="1474"/>
                    </a:lnTo>
                    <a:lnTo>
                      <a:pt x="28" y="1446"/>
                    </a:lnTo>
                    <a:lnTo>
                      <a:pt x="15" y="1412"/>
                    </a:lnTo>
                    <a:lnTo>
                      <a:pt x="6" y="1376"/>
                    </a:lnTo>
                    <a:lnTo>
                      <a:pt x="0" y="1338"/>
                    </a:lnTo>
                    <a:lnTo>
                      <a:pt x="2" y="1294"/>
                    </a:lnTo>
                    <a:lnTo>
                      <a:pt x="9" y="1249"/>
                    </a:lnTo>
                    <a:lnTo>
                      <a:pt x="27" y="1202"/>
                    </a:lnTo>
                    <a:lnTo>
                      <a:pt x="55" y="1153"/>
                    </a:lnTo>
                    <a:lnTo>
                      <a:pt x="93" y="1102"/>
                    </a:lnTo>
                    <a:lnTo>
                      <a:pt x="877" y="155"/>
                    </a:lnTo>
                    <a:lnTo>
                      <a:pt x="881" y="151"/>
                    </a:lnTo>
                    <a:lnTo>
                      <a:pt x="891" y="142"/>
                    </a:lnTo>
                    <a:lnTo>
                      <a:pt x="904" y="127"/>
                    </a:lnTo>
                    <a:lnTo>
                      <a:pt x="925" y="108"/>
                    </a:lnTo>
                    <a:lnTo>
                      <a:pt x="949" y="87"/>
                    </a:lnTo>
                    <a:lnTo>
                      <a:pt x="978" y="66"/>
                    </a:lnTo>
                    <a:lnTo>
                      <a:pt x="1012" y="46"/>
                    </a:lnTo>
                    <a:lnTo>
                      <a:pt x="1049" y="27"/>
                    </a:lnTo>
                    <a:lnTo>
                      <a:pt x="1089" y="12"/>
                    </a:lnTo>
                    <a:lnTo>
                      <a:pt x="1133" y="2"/>
                    </a:lnTo>
                    <a:lnTo>
                      <a:pt x="1178" y="0"/>
                    </a:lnTo>
                    <a:close/>
                  </a:path>
                </a:pathLst>
              </a:custGeom>
              <a:gradFill flip="none" rotWithShape="1">
                <a:gsLst>
                  <a:gs pos="0">
                    <a:schemeClr val="bg1"/>
                  </a:gs>
                  <a:gs pos="93000">
                    <a:schemeClr val="bg1">
                      <a:lumMod val="85000"/>
                    </a:schemeClr>
                  </a:gs>
                </a:gsLst>
                <a:lin ang="120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grpSp>
        <p:sp>
          <p:nvSpPr>
            <p:cNvPr id="65" name="Freeform 64"/>
            <p:cNvSpPr>
              <a:spLocks/>
            </p:cNvSpPr>
            <p:nvPr/>
          </p:nvSpPr>
          <p:spPr bwMode="auto">
            <a:xfrm>
              <a:off x="4035847" y="2827320"/>
              <a:ext cx="734046" cy="773037"/>
            </a:xfrm>
            <a:custGeom>
              <a:avLst/>
              <a:gdLst>
                <a:gd name="T0" fmla="*/ 344 w 866"/>
                <a:gd name="T1" fmla="*/ 0 h 912"/>
                <a:gd name="T2" fmla="*/ 371 w 866"/>
                <a:gd name="T3" fmla="*/ 5 h 912"/>
                <a:gd name="T4" fmla="*/ 395 w 866"/>
                <a:gd name="T5" fmla="*/ 18 h 912"/>
                <a:gd name="T6" fmla="*/ 416 w 866"/>
                <a:gd name="T7" fmla="*/ 37 h 912"/>
                <a:gd name="T8" fmla="*/ 842 w 866"/>
                <a:gd name="T9" fmla="*/ 547 h 912"/>
                <a:gd name="T10" fmla="*/ 857 w 866"/>
                <a:gd name="T11" fmla="*/ 572 h 912"/>
                <a:gd name="T12" fmla="*/ 864 w 866"/>
                <a:gd name="T13" fmla="*/ 598 h 912"/>
                <a:gd name="T14" fmla="*/ 866 w 866"/>
                <a:gd name="T15" fmla="*/ 625 h 912"/>
                <a:gd name="T16" fmla="*/ 861 w 866"/>
                <a:gd name="T17" fmla="*/ 651 h 912"/>
                <a:gd name="T18" fmla="*/ 847 w 866"/>
                <a:gd name="T19" fmla="*/ 676 h 912"/>
                <a:gd name="T20" fmla="*/ 828 w 866"/>
                <a:gd name="T21" fmla="*/ 697 h 912"/>
                <a:gd name="T22" fmla="*/ 600 w 866"/>
                <a:gd name="T23" fmla="*/ 887 h 912"/>
                <a:gd name="T24" fmla="*/ 577 w 866"/>
                <a:gd name="T25" fmla="*/ 903 h 912"/>
                <a:gd name="T26" fmla="*/ 550 w 866"/>
                <a:gd name="T27" fmla="*/ 910 h 912"/>
                <a:gd name="T28" fmla="*/ 522 w 866"/>
                <a:gd name="T29" fmla="*/ 912 h 912"/>
                <a:gd name="T30" fmla="*/ 496 w 866"/>
                <a:gd name="T31" fmla="*/ 906 h 912"/>
                <a:gd name="T32" fmla="*/ 471 w 866"/>
                <a:gd name="T33" fmla="*/ 893 h 912"/>
                <a:gd name="T34" fmla="*/ 450 w 866"/>
                <a:gd name="T35" fmla="*/ 874 h 912"/>
                <a:gd name="T36" fmla="*/ 25 w 866"/>
                <a:gd name="T37" fmla="*/ 364 h 912"/>
                <a:gd name="T38" fmla="*/ 10 w 866"/>
                <a:gd name="T39" fmla="*/ 340 h 912"/>
                <a:gd name="T40" fmla="*/ 2 w 866"/>
                <a:gd name="T41" fmla="*/ 313 h 912"/>
                <a:gd name="T42" fmla="*/ 0 w 866"/>
                <a:gd name="T43" fmla="*/ 287 h 912"/>
                <a:gd name="T44" fmla="*/ 6 w 866"/>
                <a:gd name="T45" fmla="*/ 260 h 912"/>
                <a:gd name="T46" fmla="*/ 19 w 866"/>
                <a:gd name="T47" fmla="*/ 236 h 912"/>
                <a:gd name="T48" fmla="*/ 38 w 866"/>
                <a:gd name="T49" fmla="*/ 215 h 912"/>
                <a:gd name="T50" fmla="*/ 267 w 866"/>
                <a:gd name="T51" fmla="*/ 24 h 912"/>
                <a:gd name="T52" fmla="*/ 291 w 866"/>
                <a:gd name="T53" fmla="*/ 9 h 912"/>
                <a:gd name="T54" fmla="*/ 318 w 866"/>
                <a:gd name="T55" fmla="*/ 1 h 912"/>
                <a:gd name="T56" fmla="*/ 344 w 866"/>
                <a:gd name="T57"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2">
                  <a:moveTo>
                    <a:pt x="344" y="0"/>
                  </a:moveTo>
                  <a:lnTo>
                    <a:pt x="371" y="5"/>
                  </a:lnTo>
                  <a:lnTo>
                    <a:pt x="395" y="18"/>
                  </a:lnTo>
                  <a:lnTo>
                    <a:pt x="416" y="37"/>
                  </a:lnTo>
                  <a:lnTo>
                    <a:pt x="842" y="547"/>
                  </a:lnTo>
                  <a:lnTo>
                    <a:pt x="857" y="572"/>
                  </a:lnTo>
                  <a:lnTo>
                    <a:pt x="864" y="598"/>
                  </a:lnTo>
                  <a:lnTo>
                    <a:pt x="866" y="625"/>
                  </a:lnTo>
                  <a:lnTo>
                    <a:pt x="861" y="651"/>
                  </a:lnTo>
                  <a:lnTo>
                    <a:pt x="847" y="676"/>
                  </a:lnTo>
                  <a:lnTo>
                    <a:pt x="828" y="697"/>
                  </a:lnTo>
                  <a:lnTo>
                    <a:pt x="600" y="887"/>
                  </a:lnTo>
                  <a:lnTo>
                    <a:pt x="577" y="903"/>
                  </a:lnTo>
                  <a:lnTo>
                    <a:pt x="550" y="910"/>
                  </a:lnTo>
                  <a:lnTo>
                    <a:pt x="522" y="912"/>
                  </a:lnTo>
                  <a:lnTo>
                    <a:pt x="496" y="906"/>
                  </a:lnTo>
                  <a:lnTo>
                    <a:pt x="471" y="893"/>
                  </a:lnTo>
                  <a:lnTo>
                    <a:pt x="450" y="874"/>
                  </a:lnTo>
                  <a:lnTo>
                    <a:pt x="25" y="364"/>
                  </a:lnTo>
                  <a:lnTo>
                    <a:pt x="10" y="340"/>
                  </a:lnTo>
                  <a:lnTo>
                    <a:pt x="2" y="313"/>
                  </a:lnTo>
                  <a:lnTo>
                    <a:pt x="0" y="287"/>
                  </a:lnTo>
                  <a:lnTo>
                    <a:pt x="6" y="260"/>
                  </a:lnTo>
                  <a:lnTo>
                    <a:pt x="19" y="236"/>
                  </a:lnTo>
                  <a:lnTo>
                    <a:pt x="38" y="215"/>
                  </a:lnTo>
                  <a:lnTo>
                    <a:pt x="267" y="24"/>
                  </a:lnTo>
                  <a:lnTo>
                    <a:pt x="291" y="9"/>
                  </a:lnTo>
                  <a:lnTo>
                    <a:pt x="318" y="1"/>
                  </a:lnTo>
                  <a:lnTo>
                    <a:pt x="344"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6" name="Freeform 65"/>
            <p:cNvSpPr>
              <a:spLocks/>
            </p:cNvSpPr>
            <p:nvPr/>
          </p:nvSpPr>
          <p:spPr bwMode="auto">
            <a:xfrm>
              <a:off x="4300307" y="3605444"/>
              <a:ext cx="545025" cy="783208"/>
            </a:xfrm>
            <a:custGeom>
              <a:avLst/>
              <a:gdLst>
                <a:gd name="T0" fmla="*/ 240 w 643"/>
                <a:gd name="T1" fmla="*/ 0 h 924"/>
                <a:gd name="T2" fmla="*/ 269 w 643"/>
                <a:gd name="T3" fmla="*/ 2 h 924"/>
                <a:gd name="T4" fmla="*/ 560 w 643"/>
                <a:gd name="T5" fmla="*/ 64 h 924"/>
                <a:gd name="T6" fmla="*/ 586 w 643"/>
                <a:gd name="T7" fmla="*/ 73 h 924"/>
                <a:gd name="T8" fmla="*/ 609 w 643"/>
                <a:gd name="T9" fmla="*/ 90 h 924"/>
                <a:gd name="T10" fmla="*/ 626 w 643"/>
                <a:gd name="T11" fmla="*/ 111 h 924"/>
                <a:gd name="T12" fmla="*/ 639 w 643"/>
                <a:gd name="T13" fmla="*/ 136 h 924"/>
                <a:gd name="T14" fmla="*/ 643 w 643"/>
                <a:gd name="T15" fmla="*/ 162 h 924"/>
                <a:gd name="T16" fmla="*/ 641 w 643"/>
                <a:gd name="T17" fmla="*/ 191 h 924"/>
                <a:gd name="T18" fmla="*/ 499 w 643"/>
                <a:gd name="T19" fmla="*/ 839 h 924"/>
                <a:gd name="T20" fmla="*/ 490 w 643"/>
                <a:gd name="T21" fmla="*/ 867 h 924"/>
                <a:gd name="T22" fmla="*/ 475 w 643"/>
                <a:gd name="T23" fmla="*/ 888 h 924"/>
                <a:gd name="T24" fmla="*/ 454 w 643"/>
                <a:gd name="T25" fmla="*/ 907 h 924"/>
                <a:gd name="T26" fmla="*/ 429 w 643"/>
                <a:gd name="T27" fmla="*/ 918 h 924"/>
                <a:gd name="T28" fmla="*/ 403 w 643"/>
                <a:gd name="T29" fmla="*/ 924 h 924"/>
                <a:gd name="T30" fmla="*/ 375 w 643"/>
                <a:gd name="T31" fmla="*/ 920 h 924"/>
                <a:gd name="T32" fmla="*/ 83 w 643"/>
                <a:gd name="T33" fmla="*/ 857 h 924"/>
                <a:gd name="T34" fmla="*/ 57 w 643"/>
                <a:gd name="T35" fmla="*/ 848 h 924"/>
                <a:gd name="T36" fmla="*/ 34 w 643"/>
                <a:gd name="T37" fmla="*/ 831 h 924"/>
                <a:gd name="T38" fmla="*/ 15 w 643"/>
                <a:gd name="T39" fmla="*/ 810 h 924"/>
                <a:gd name="T40" fmla="*/ 4 w 643"/>
                <a:gd name="T41" fmla="*/ 786 h 924"/>
                <a:gd name="T42" fmla="*/ 0 w 643"/>
                <a:gd name="T43" fmla="*/ 759 h 924"/>
                <a:gd name="T44" fmla="*/ 2 w 643"/>
                <a:gd name="T45" fmla="*/ 731 h 924"/>
                <a:gd name="T46" fmla="*/ 142 w 643"/>
                <a:gd name="T47" fmla="*/ 83 h 924"/>
                <a:gd name="T48" fmla="*/ 153 w 643"/>
                <a:gd name="T49" fmla="*/ 56 h 924"/>
                <a:gd name="T50" fmla="*/ 168 w 643"/>
                <a:gd name="T51" fmla="*/ 34 h 924"/>
                <a:gd name="T52" fmla="*/ 189 w 643"/>
                <a:gd name="T53" fmla="*/ 15 h 924"/>
                <a:gd name="T54" fmla="*/ 214 w 643"/>
                <a:gd name="T55" fmla="*/ 4 h 924"/>
                <a:gd name="T56" fmla="*/ 240 w 643"/>
                <a:gd name="T57" fmla="*/ 0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3" h="924">
                  <a:moveTo>
                    <a:pt x="240" y="0"/>
                  </a:moveTo>
                  <a:lnTo>
                    <a:pt x="269" y="2"/>
                  </a:lnTo>
                  <a:lnTo>
                    <a:pt x="560" y="64"/>
                  </a:lnTo>
                  <a:lnTo>
                    <a:pt x="586" y="73"/>
                  </a:lnTo>
                  <a:lnTo>
                    <a:pt x="609" y="90"/>
                  </a:lnTo>
                  <a:lnTo>
                    <a:pt x="626" y="111"/>
                  </a:lnTo>
                  <a:lnTo>
                    <a:pt x="639" y="136"/>
                  </a:lnTo>
                  <a:lnTo>
                    <a:pt x="643" y="162"/>
                  </a:lnTo>
                  <a:lnTo>
                    <a:pt x="641" y="191"/>
                  </a:lnTo>
                  <a:lnTo>
                    <a:pt x="499" y="839"/>
                  </a:lnTo>
                  <a:lnTo>
                    <a:pt x="490" y="867"/>
                  </a:lnTo>
                  <a:lnTo>
                    <a:pt x="475" y="888"/>
                  </a:lnTo>
                  <a:lnTo>
                    <a:pt x="454" y="907"/>
                  </a:lnTo>
                  <a:lnTo>
                    <a:pt x="429" y="918"/>
                  </a:lnTo>
                  <a:lnTo>
                    <a:pt x="403" y="924"/>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7" name="Freeform 66"/>
            <p:cNvSpPr>
              <a:spLocks/>
            </p:cNvSpPr>
            <p:nvPr/>
          </p:nvSpPr>
          <p:spPr bwMode="auto">
            <a:xfrm>
              <a:off x="3670519" y="4297109"/>
              <a:ext cx="796771" cy="655217"/>
            </a:xfrm>
            <a:custGeom>
              <a:avLst/>
              <a:gdLst>
                <a:gd name="T0" fmla="*/ 709 w 940"/>
                <a:gd name="T1" fmla="*/ 0 h 773"/>
                <a:gd name="T2" fmla="*/ 736 w 940"/>
                <a:gd name="T3" fmla="*/ 6 h 773"/>
                <a:gd name="T4" fmla="*/ 760 w 940"/>
                <a:gd name="T5" fmla="*/ 17 h 773"/>
                <a:gd name="T6" fmla="*/ 781 w 940"/>
                <a:gd name="T7" fmla="*/ 36 h 773"/>
                <a:gd name="T8" fmla="*/ 798 w 940"/>
                <a:gd name="T9" fmla="*/ 58 h 773"/>
                <a:gd name="T10" fmla="*/ 930 w 940"/>
                <a:gd name="T11" fmla="*/ 325 h 773"/>
                <a:gd name="T12" fmla="*/ 938 w 940"/>
                <a:gd name="T13" fmla="*/ 351 h 773"/>
                <a:gd name="T14" fmla="*/ 940 w 940"/>
                <a:gd name="T15" fmla="*/ 380 h 773"/>
                <a:gd name="T16" fmla="*/ 934 w 940"/>
                <a:gd name="T17" fmla="*/ 406 h 773"/>
                <a:gd name="T18" fmla="*/ 923 w 940"/>
                <a:gd name="T19" fmla="*/ 431 h 773"/>
                <a:gd name="T20" fmla="*/ 906 w 940"/>
                <a:gd name="T21" fmla="*/ 451 h 773"/>
                <a:gd name="T22" fmla="*/ 881 w 940"/>
                <a:gd name="T23" fmla="*/ 468 h 773"/>
                <a:gd name="T24" fmla="*/ 286 w 940"/>
                <a:gd name="T25" fmla="*/ 763 h 773"/>
                <a:gd name="T26" fmla="*/ 259 w 940"/>
                <a:gd name="T27" fmla="*/ 771 h 773"/>
                <a:gd name="T28" fmla="*/ 233 w 940"/>
                <a:gd name="T29" fmla="*/ 773 h 773"/>
                <a:gd name="T30" fmla="*/ 204 w 940"/>
                <a:gd name="T31" fmla="*/ 769 h 773"/>
                <a:gd name="T32" fmla="*/ 182 w 940"/>
                <a:gd name="T33" fmla="*/ 756 h 773"/>
                <a:gd name="T34" fmla="*/ 159 w 940"/>
                <a:gd name="T35" fmla="*/ 739 h 773"/>
                <a:gd name="T36" fmla="*/ 144 w 940"/>
                <a:gd name="T37" fmla="*/ 714 h 773"/>
                <a:gd name="T38" fmla="*/ 11 w 940"/>
                <a:gd name="T39" fmla="*/ 448 h 773"/>
                <a:gd name="T40" fmla="*/ 2 w 940"/>
                <a:gd name="T41" fmla="*/ 421 h 773"/>
                <a:gd name="T42" fmla="*/ 0 w 940"/>
                <a:gd name="T43" fmla="*/ 393 h 773"/>
                <a:gd name="T44" fmla="*/ 6 w 940"/>
                <a:gd name="T45" fmla="*/ 366 h 773"/>
                <a:gd name="T46" fmla="*/ 19 w 940"/>
                <a:gd name="T47" fmla="*/ 342 h 773"/>
                <a:gd name="T48" fmla="*/ 36 w 940"/>
                <a:gd name="T49" fmla="*/ 321 h 773"/>
                <a:gd name="T50" fmla="*/ 59 w 940"/>
                <a:gd name="T51" fmla="*/ 306 h 773"/>
                <a:gd name="T52" fmla="*/ 654 w 940"/>
                <a:gd name="T53" fmla="*/ 11 h 773"/>
                <a:gd name="T54" fmla="*/ 681 w 940"/>
                <a:gd name="T55" fmla="*/ 2 h 773"/>
                <a:gd name="T56" fmla="*/ 709 w 940"/>
                <a:gd name="T57" fmla="*/ 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73">
                  <a:moveTo>
                    <a:pt x="709" y="0"/>
                  </a:moveTo>
                  <a:lnTo>
                    <a:pt x="736" y="6"/>
                  </a:lnTo>
                  <a:lnTo>
                    <a:pt x="760" y="17"/>
                  </a:lnTo>
                  <a:lnTo>
                    <a:pt x="781" y="36"/>
                  </a:lnTo>
                  <a:lnTo>
                    <a:pt x="798" y="58"/>
                  </a:lnTo>
                  <a:lnTo>
                    <a:pt x="930" y="325"/>
                  </a:lnTo>
                  <a:lnTo>
                    <a:pt x="938" y="351"/>
                  </a:lnTo>
                  <a:lnTo>
                    <a:pt x="940" y="380"/>
                  </a:lnTo>
                  <a:lnTo>
                    <a:pt x="934" y="406"/>
                  </a:lnTo>
                  <a:lnTo>
                    <a:pt x="923" y="431"/>
                  </a:lnTo>
                  <a:lnTo>
                    <a:pt x="906" y="451"/>
                  </a:lnTo>
                  <a:lnTo>
                    <a:pt x="881" y="468"/>
                  </a:lnTo>
                  <a:lnTo>
                    <a:pt x="286" y="763"/>
                  </a:lnTo>
                  <a:lnTo>
                    <a:pt x="259" y="771"/>
                  </a:lnTo>
                  <a:lnTo>
                    <a:pt x="233" y="773"/>
                  </a:lnTo>
                  <a:lnTo>
                    <a:pt x="204" y="769"/>
                  </a:lnTo>
                  <a:lnTo>
                    <a:pt x="182" y="756"/>
                  </a:lnTo>
                  <a:lnTo>
                    <a:pt x="159" y="739"/>
                  </a:lnTo>
                  <a:lnTo>
                    <a:pt x="144" y="714"/>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8" name="Freeform 67"/>
            <p:cNvSpPr>
              <a:spLocks/>
            </p:cNvSpPr>
            <p:nvPr/>
          </p:nvSpPr>
          <p:spPr bwMode="auto">
            <a:xfrm>
              <a:off x="2872052" y="4313215"/>
              <a:ext cx="796771" cy="651827"/>
            </a:xfrm>
            <a:custGeom>
              <a:avLst/>
              <a:gdLst>
                <a:gd name="T0" fmla="*/ 227 w 940"/>
                <a:gd name="T1" fmla="*/ 0 h 769"/>
                <a:gd name="T2" fmla="*/ 256 w 940"/>
                <a:gd name="T3" fmla="*/ 2 h 769"/>
                <a:gd name="T4" fmla="*/ 282 w 940"/>
                <a:gd name="T5" fmla="*/ 9 h 769"/>
                <a:gd name="T6" fmla="*/ 880 w 940"/>
                <a:gd name="T7" fmla="*/ 300 h 769"/>
                <a:gd name="T8" fmla="*/ 904 w 940"/>
                <a:gd name="T9" fmla="*/ 315 h 769"/>
                <a:gd name="T10" fmla="*/ 921 w 940"/>
                <a:gd name="T11" fmla="*/ 336 h 769"/>
                <a:gd name="T12" fmla="*/ 934 w 940"/>
                <a:gd name="T13" fmla="*/ 361 h 769"/>
                <a:gd name="T14" fmla="*/ 940 w 940"/>
                <a:gd name="T15" fmla="*/ 387 h 769"/>
                <a:gd name="T16" fmla="*/ 938 w 940"/>
                <a:gd name="T17" fmla="*/ 415 h 769"/>
                <a:gd name="T18" fmla="*/ 929 w 940"/>
                <a:gd name="T19" fmla="*/ 442 h 769"/>
                <a:gd name="T20" fmla="*/ 798 w 940"/>
                <a:gd name="T21" fmla="*/ 708 h 769"/>
                <a:gd name="T22" fmla="*/ 783 w 940"/>
                <a:gd name="T23" fmla="*/ 733 h 769"/>
                <a:gd name="T24" fmla="*/ 762 w 940"/>
                <a:gd name="T25" fmla="*/ 752 h 769"/>
                <a:gd name="T26" fmla="*/ 738 w 940"/>
                <a:gd name="T27" fmla="*/ 763 h 769"/>
                <a:gd name="T28" fmla="*/ 711 w 940"/>
                <a:gd name="T29" fmla="*/ 769 h 769"/>
                <a:gd name="T30" fmla="*/ 685 w 940"/>
                <a:gd name="T31" fmla="*/ 767 h 769"/>
                <a:gd name="T32" fmla="*/ 657 w 940"/>
                <a:gd name="T33" fmla="*/ 757 h 769"/>
                <a:gd name="T34" fmla="*/ 59 w 940"/>
                <a:gd name="T35" fmla="*/ 468 h 769"/>
                <a:gd name="T36" fmla="*/ 36 w 940"/>
                <a:gd name="T37" fmla="*/ 453 h 769"/>
                <a:gd name="T38" fmla="*/ 17 w 940"/>
                <a:gd name="T39" fmla="*/ 432 h 769"/>
                <a:gd name="T40" fmla="*/ 6 w 940"/>
                <a:gd name="T41" fmla="*/ 408 h 769"/>
                <a:gd name="T42" fmla="*/ 0 w 940"/>
                <a:gd name="T43" fmla="*/ 381 h 769"/>
                <a:gd name="T44" fmla="*/ 2 w 940"/>
                <a:gd name="T45" fmla="*/ 353 h 769"/>
                <a:gd name="T46" fmla="*/ 10 w 940"/>
                <a:gd name="T47" fmla="*/ 327 h 769"/>
                <a:gd name="T48" fmla="*/ 140 w 940"/>
                <a:gd name="T49" fmla="*/ 58 h 769"/>
                <a:gd name="T50" fmla="*/ 155 w 940"/>
                <a:gd name="T51" fmla="*/ 36 h 769"/>
                <a:gd name="T52" fmla="*/ 176 w 940"/>
                <a:gd name="T53" fmla="*/ 17 h 769"/>
                <a:gd name="T54" fmla="*/ 201 w 940"/>
                <a:gd name="T55" fmla="*/ 5 h 769"/>
                <a:gd name="T56" fmla="*/ 227 w 940"/>
                <a:gd name="T57" fmla="*/ 0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69">
                  <a:moveTo>
                    <a:pt x="227" y="0"/>
                  </a:moveTo>
                  <a:lnTo>
                    <a:pt x="256" y="2"/>
                  </a:lnTo>
                  <a:lnTo>
                    <a:pt x="282" y="9"/>
                  </a:lnTo>
                  <a:lnTo>
                    <a:pt x="880" y="300"/>
                  </a:lnTo>
                  <a:lnTo>
                    <a:pt x="904" y="315"/>
                  </a:lnTo>
                  <a:lnTo>
                    <a:pt x="921" y="336"/>
                  </a:lnTo>
                  <a:lnTo>
                    <a:pt x="934" y="361"/>
                  </a:lnTo>
                  <a:lnTo>
                    <a:pt x="940" y="387"/>
                  </a:lnTo>
                  <a:lnTo>
                    <a:pt x="938" y="415"/>
                  </a:lnTo>
                  <a:lnTo>
                    <a:pt x="929" y="442"/>
                  </a:lnTo>
                  <a:lnTo>
                    <a:pt x="798" y="708"/>
                  </a:lnTo>
                  <a:lnTo>
                    <a:pt x="783" y="733"/>
                  </a:lnTo>
                  <a:lnTo>
                    <a:pt x="762" y="752"/>
                  </a:lnTo>
                  <a:lnTo>
                    <a:pt x="738" y="763"/>
                  </a:lnTo>
                  <a:lnTo>
                    <a:pt x="711" y="769"/>
                  </a:lnTo>
                  <a:lnTo>
                    <a:pt x="685" y="767"/>
                  </a:lnTo>
                  <a:lnTo>
                    <a:pt x="657" y="757"/>
                  </a:lnTo>
                  <a:lnTo>
                    <a:pt x="59" y="468"/>
                  </a:lnTo>
                  <a:lnTo>
                    <a:pt x="36" y="453"/>
                  </a:lnTo>
                  <a:lnTo>
                    <a:pt x="17" y="432"/>
                  </a:lnTo>
                  <a:lnTo>
                    <a:pt x="6" y="408"/>
                  </a:lnTo>
                  <a:lnTo>
                    <a:pt x="0" y="381"/>
                  </a:lnTo>
                  <a:lnTo>
                    <a:pt x="2" y="353"/>
                  </a:lnTo>
                  <a:lnTo>
                    <a:pt x="10" y="327"/>
                  </a:lnTo>
                  <a:lnTo>
                    <a:pt x="140" y="58"/>
                  </a:lnTo>
                  <a:lnTo>
                    <a:pt x="155" y="36"/>
                  </a:lnTo>
                  <a:lnTo>
                    <a:pt x="176" y="17"/>
                  </a:lnTo>
                  <a:lnTo>
                    <a:pt x="201" y="5"/>
                  </a:lnTo>
                  <a:lnTo>
                    <a:pt x="227"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9" name="Freeform 68"/>
            <p:cNvSpPr>
              <a:spLocks/>
            </p:cNvSpPr>
            <p:nvPr/>
          </p:nvSpPr>
          <p:spPr bwMode="auto">
            <a:xfrm>
              <a:off x="2481296" y="3635959"/>
              <a:ext cx="543330" cy="782361"/>
            </a:xfrm>
            <a:custGeom>
              <a:avLst/>
              <a:gdLst>
                <a:gd name="T0" fmla="*/ 403 w 641"/>
                <a:gd name="T1" fmla="*/ 0 h 923"/>
                <a:gd name="T2" fmla="*/ 431 w 641"/>
                <a:gd name="T3" fmla="*/ 5 h 923"/>
                <a:gd name="T4" fmla="*/ 456 w 641"/>
                <a:gd name="T5" fmla="*/ 17 h 923"/>
                <a:gd name="T6" fmla="*/ 477 w 641"/>
                <a:gd name="T7" fmla="*/ 34 h 923"/>
                <a:gd name="T8" fmla="*/ 492 w 641"/>
                <a:gd name="T9" fmla="*/ 56 h 923"/>
                <a:gd name="T10" fmla="*/ 501 w 641"/>
                <a:gd name="T11" fmla="*/ 83 h 923"/>
                <a:gd name="T12" fmla="*/ 639 w 641"/>
                <a:gd name="T13" fmla="*/ 733 h 923"/>
                <a:gd name="T14" fmla="*/ 641 w 641"/>
                <a:gd name="T15" fmla="*/ 761 h 923"/>
                <a:gd name="T16" fmla="*/ 635 w 641"/>
                <a:gd name="T17" fmla="*/ 787 h 923"/>
                <a:gd name="T18" fmla="*/ 624 w 641"/>
                <a:gd name="T19" fmla="*/ 812 h 923"/>
                <a:gd name="T20" fmla="*/ 607 w 641"/>
                <a:gd name="T21" fmla="*/ 833 h 923"/>
                <a:gd name="T22" fmla="*/ 584 w 641"/>
                <a:gd name="T23" fmla="*/ 850 h 923"/>
                <a:gd name="T24" fmla="*/ 558 w 641"/>
                <a:gd name="T25" fmla="*/ 859 h 923"/>
                <a:gd name="T26" fmla="*/ 267 w 641"/>
                <a:gd name="T27" fmla="*/ 922 h 923"/>
                <a:gd name="T28" fmla="*/ 238 w 641"/>
                <a:gd name="T29" fmla="*/ 923 h 923"/>
                <a:gd name="T30" fmla="*/ 210 w 641"/>
                <a:gd name="T31" fmla="*/ 918 h 923"/>
                <a:gd name="T32" fmla="*/ 185 w 641"/>
                <a:gd name="T33" fmla="*/ 906 h 923"/>
                <a:gd name="T34" fmla="*/ 165 w 641"/>
                <a:gd name="T35" fmla="*/ 888 h 923"/>
                <a:gd name="T36" fmla="*/ 149 w 641"/>
                <a:gd name="T37" fmla="*/ 865 h 923"/>
                <a:gd name="T38" fmla="*/ 140 w 641"/>
                <a:gd name="T39" fmla="*/ 838 h 923"/>
                <a:gd name="T40" fmla="*/ 2 w 641"/>
                <a:gd name="T41" fmla="*/ 189 h 923"/>
                <a:gd name="T42" fmla="*/ 0 w 641"/>
                <a:gd name="T43" fmla="*/ 160 h 923"/>
                <a:gd name="T44" fmla="*/ 6 w 641"/>
                <a:gd name="T45" fmla="*/ 134 h 923"/>
                <a:gd name="T46" fmla="*/ 17 w 641"/>
                <a:gd name="T47" fmla="*/ 109 h 923"/>
                <a:gd name="T48" fmla="*/ 34 w 641"/>
                <a:gd name="T49" fmla="*/ 88 h 923"/>
                <a:gd name="T50" fmla="*/ 57 w 641"/>
                <a:gd name="T51" fmla="*/ 73 h 923"/>
                <a:gd name="T52" fmla="*/ 85 w 641"/>
                <a:gd name="T53" fmla="*/ 64 h 923"/>
                <a:gd name="T54" fmla="*/ 374 w 641"/>
                <a:gd name="T55" fmla="*/ 2 h 923"/>
                <a:gd name="T56" fmla="*/ 403 w 641"/>
                <a:gd name="T57" fmla="*/ 0 h 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1" h="923">
                  <a:moveTo>
                    <a:pt x="403" y="0"/>
                  </a:moveTo>
                  <a:lnTo>
                    <a:pt x="431" y="5"/>
                  </a:lnTo>
                  <a:lnTo>
                    <a:pt x="456" y="17"/>
                  </a:lnTo>
                  <a:lnTo>
                    <a:pt x="477" y="34"/>
                  </a:lnTo>
                  <a:lnTo>
                    <a:pt x="492" y="56"/>
                  </a:lnTo>
                  <a:lnTo>
                    <a:pt x="501" y="83"/>
                  </a:lnTo>
                  <a:lnTo>
                    <a:pt x="639" y="733"/>
                  </a:lnTo>
                  <a:lnTo>
                    <a:pt x="641" y="761"/>
                  </a:lnTo>
                  <a:lnTo>
                    <a:pt x="635" y="787"/>
                  </a:lnTo>
                  <a:lnTo>
                    <a:pt x="624" y="812"/>
                  </a:lnTo>
                  <a:lnTo>
                    <a:pt x="607" y="833"/>
                  </a:lnTo>
                  <a:lnTo>
                    <a:pt x="584" y="850"/>
                  </a:lnTo>
                  <a:lnTo>
                    <a:pt x="558" y="859"/>
                  </a:lnTo>
                  <a:lnTo>
                    <a:pt x="267" y="922"/>
                  </a:lnTo>
                  <a:lnTo>
                    <a:pt x="238" y="923"/>
                  </a:lnTo>
                  <a:lnTo>
                    <a:pt x="210" y="918"/>
                  </a:lnTo>
                  <a:lnTo>
                    <a:pt x="185" y="906"/>
                  </a:lnTo>
                  <a:lnTo>
                    <a:pt x="165" y="888"/>
                  </a:lnTo>
                  <a:lnTo>
                    <a:pt x="149" y="865"/>
                  </a:lnTo>
                  <a:lnTo>
                    <a:pt x="140" y="838"/>
                  </a:lnTo>
                  <a:lnTo>
                    <a:pt x="2" y="189"/>
                  </a:lnTo>
                  <a:lnTo>
                    <a:pt x="0" y="160"/>
                  </a:lnTo>
                  <a:lnTo>
                    <a:pt x="6" y="134"/>
                  </a:lnTo>
                  <a:lnTo>
                    <a:pt x="17" y="109"/>
                  </a:lnTo>
                  <a:lnTo>
                    <a:pt x="34" y="88"/>
                  </a:lnTo>
                  <a:lnTo>
                    <a:pt x="57" y="73"/>
                  </a:lnTo>
                  <a:lnTo>
                    <a:pt x="85" y="64"/>
                  </a:lnTo>
                  <a:lnTo>
                    <a:pt x="374" y="2"/>
                  </a:lnTo>
                  <a:lnTo>
                    <a:pt x="403" y="0"/>
                  </a:lnTo>
                  <a:close/>
                </a:path>
              </a:pathLst>
            </a:custGeom>
            <a:solidFill>
              <a:schemeClr val="accent5"/>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0" name="Freeform 69"/>
            <p:cNvSpPr>
              <a:spLocks/>
            </p:cNvSpPr>
            <p:nvPr/>
          </p:nvSpPr>
          <p:spPr bwMode="auto">
            <a:xfrm>
              <a:off x="2556735" y="2844273"/>
              <a:ext cx="734046" cy="773885"/>
            </a:xfrm>
            <a:custGeom>
              <a:avLst/>
              <a:gdLst>
                <a:gd name="T0" fmla="*/ 520 w 866"/>
                <a:gd name="T1" fmla="*/ 0 h 913"/>
                <a:gd name="T2" fmla="*/ 548 w 866"/>
                <a:gd name="T3" fmla="*/ 0 h 913"/>
                <a:gd name="T4" fmla="*/ 575 w 866"/>
                <a:gd name="T5" fmla="*/ 10 h 913"/>
                <a:gd name="T6" fmla="*/ 599 w 866"/>
                <a:gd name="T7" fmla="*/ 25 h 913"/>
                <a:gd name="T8" fmla="*/ 828 w 866"/>
                <a:gd name="T9" fmla="*/ 214 h 913"/>
                <a:gd name="T10" fmla="*/ 847 w 866"/>
                <a:gd name="T11" fmla="*/ 235 h 913"/>
                <a:gd name="T12" fmla="*/ 860 w 866"/>
                <a:gd name="T13" fmla="*/ 259 h 913"/>
                <a:gd name="T14" fmla="*/ 866 w 866"/>
                <a:gd name="T15" fmla="*/ 286 h 913"/>
                <a:gd name="T16" fmla="*/ 864 w 866"/>
                <a:gd name="T17" fmla="*/ 314 h 913"/>
                <a:gd name="T18" fmla="*/ 856 w 866"/>
                <a:gd name="T19" fmla="*/ 340 h 913"/>
                <a:gd name="T20" fmla="*/ 841 w 866"/>
                <a:gd name="T21" fmla="*/ 363 h 913"/>
                <a:gd name="T22" fmla="*/ 416 w 866"/>
                <a:gd name="T23" fmla="*/ 875 h 913"/>
                <a:gd name="T24" fmla="*/ 395 w 866"/>
                <a:gd name="T25" fmla="*/ 894 h 913"/>
                <a:gd name="T26" fmla="*/ 371 w 866"/>
                <a:gd name="T27" fmla="*/ 907 h 913"/>
                <a:gd name="T28" fmla="*/ 344 w 866"/>
                <a:gd name="T29" fmla="*/ 913 h 913"/>
                <a:gd name="T30" fmla="*/ 318 w 866"/>
                <a:gd name="T31" fmla="*/ 911 h 913"/>
                <a:gd name="T32" fmla="*/ 291 w 866"/>
                <a:gd name="T33" fmla="*/ 903 h 913"/>
                <a:gd name="T34" fmla="*/ 267 w 866"/>
                <a:gd name="T35" fmla="*/ 888 h 913"/>
                <a:gd name="T36" fmla="*/ 38 w 866"/>
                <a:gd name="T37" fmla="*/ 697 h 913"/>
                <a:gd name="T38" fmla="*/ 19 w 866"/>
                <a:gd name="T39" fmla="*/ 677 h 913"/>
                <a:gd name="T40" fmla="*/ 6 w 866"/>
                <a:gd name="T41" fmla="*/ 652 h 913"/>
                <a:gd name="T42" fmla="*/ 0 w 866"/>
                <a:gd name="T43" fmla="*/ 626 h 913"/>
                <a:gd name="T44" fmla="*/ 2 w 866"/>
                <a:gd name="T45" fmla="*/ 599 h 913"/>
                <a:gd name="T46" fmla="*/ 9 w 866"/>
                <a:gd name="T47" fmla="*/ 573 h 913"/>
                <a:gd name="T48" fmla="*/ 24 w 866"/>
                <a:gd name="T49" fmla="*/ 548 h 913"/>
                <a:gd name="T50" fmla="*/ 448 w 866"/>
                <a:gd name="T51" fmla="*/ 38 h 913"/>
                <a:gd name="T52" fmla="*/ 469 w 866"/>
                <a:gd name="T53" fmla="*/ 19 h 913"/>
                <a:gd name="T54" fmla="*/ 493 w 866"/>
                <a:gd name="T55" fmla="*/ 6 h 913"/>
                <a:gd name="T56" fmla="*/ 520 w 866"/>
                <a:gd name="T57"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3">
                  <a:moveTo>
                    <a:pt x="520" y="0"/>
                  </a:moveTo>
                  <a:lnTo>
                    <a:pt x="548" y="0"/>
                  </a:lnTo>
                  <a:lnTo>
                    <a:pt x="575" y="10"/>
                  </a:lnTo>
                  <a:lnTo>
                    <a:pt x="599" y="25"/>
                  </a:lnTo>
                  <a:lnTo>
                    <a:pt x="828" y="214"/>
                  </a:lnTo>
                  <a:lnTo>
                    <a:pt x="847" y="235"/>
                  </a:lnTo>
                  <a:lnTo>
                    <a:pt x="860" y="259"/>
                  </a:lnTo>
                  <a:lnTo>
                    <a:pt x="866" y="286"/>
                  </a:lnTo>
                  <a:lnTo>
                    <a:pt x="864" y="314"/>
                  </a:lnTo>
                  <a:lnTo>
                    <a:pt x="856" y="340"/>
                  </a:lnTo>
                  <a:lnTo>
                    <a:pt x="841" y="363"/>
                  </a:lnTo>
                  <a:lnTo>
                    <a:pt x="416" y="875"/>
                  </a:lnTo>
                  <a:lnTo>
                    <a:pt x="395" y="894"/>
                  </a:lnTo>
                  <a:lnTo>
                    <a:pt x="371" y="907"/>
                  </a:lnTo>
                  <a:lnTo>
                    <a:pt x="344" y="913"/>
                  </a:lnTo>
                  <a:lnTo>
                    <a:pt x="318" y="911"/>
                  </a:lnTo>
                  <a:lnTo>
                    <a:pt x="291" y="903"/>
                  </a:lnTo>
                  <a:lnTo>
                    <a:pt x="267" y="888"/>
                  </a:lnTo>
                  <a:lnTo>
                    <a:pt x="38" y="697"/>
                  </a:lnTo>
                  <a:lnTo>
                    <a:pt x="19" y="677"/>
                  </a:lnTo>
                  <a:lnTo>
                    <a:pt x="6" y="652"/>
                  </a:lnTo>
                  <a:lnTo>
                    <a:pt x="0" y="626"/>
                  </a:lnTo>
                  <a:lnTo>
                    <a:pt x="2" y="599"/>
                  </a:lnTo>
                  <a:lnTo>
                    <a:pt x="9" y="573"/>
                  </a:lnTo>
                  <a:lnTo>
                    <a:pt x="24" y="548"/>
                  </a:lnTo>
                  <a:lnTo>
                    <a:pt x="448" y="38"/>
                  </a:lnTo>
                  <a:lnTo>
                    <a:pt x="469" y="19"/>
                  </a:lnTo>
                  <a:lnTo>
                    <a:pt x="493" y="6"/>
                  </a:lnTo>
                  <a:lnTo>
                    <a:pt x="520"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1" name="Freeform 70"/>
            <p:cNvSpPr>
              <a:spLocks/>
            </p:cNvSpPr>
            <p:nvPr/>
          </p:nvSpPr>
          <p:spPr bwMode="auto">
            <a:xfrm>
              <a:off x="3284000" y="2629823"/>
              <a:ext cx="744218" cy="432291"/>
            </a:xfrm>
            <a:custGeom>
              <a:avLst/>
              <a:gdLst>
                <a:gd name="T0" fmla="*/ 106 w 878"/>
                <a:gd name="T1" fmla="*/ 0 h 510"/>
                <a:gd name="T2" fmla="*/ 772 w 878"/>
                <a:gd name="T3" fmla="*/ 0 h 510"/>
                <a:gd name="T4" fmla="*/ 804 w 878"/>
                <a:gd name="T5" fmla="*/ 6 h 510"/>
                <a:gd name="T6" fmla="*/ 834 w 878"/>
                <a:gd name="T7" fmla="*/ 21 h 510"/>
                <a:gd name="T8" fmla="*/ 857 w 878"/>
                <a:gd name="T9" fmla="*/ 44 h 510"/>
                <a:gd name="T10" fmla="*/ 872 w 878"/>
                <a:gd name="T11" fmla="*/ 74 h 510"/>
                <a:gd name="T12" fmla="*/ 878 w 878"/>
                <a:gd name="T13" fmla="*/ 106 h 510"/>
                <a:gd name="T14" fmla="*/ 878 w 878"/>
                <a:gd name="T15" fmla="*/ 404 h 510"/>
                <a:gd name="T16" fmla="*/ 872 w 878"/>
                <a:gd name="T17" fmla="*/ 437 h 510"/>
                <a:gd name="T18" fmla="*/ 857 w 878"/>
                <a:gd name="T19" fmla="*/ 467 h 510"/>
                <a:gd name="T20" fmla="*/ 834 w 878"/>
                <a:gd name="T21" fmla="*/ 489 h 510"/>
                <a:gd name="T22" fmla="*/ 804 w 878"/>
                <a:gd name="T23" fmla="*/ 505 h 510"/>
                <a:gd name="T24" fmla="*/ 772 w 878"/>
                <a:gd name="T25" fmla="*/ 510 h 510"/>
                <a:gd name="T26" fmla="*/ 106 w 878"/>
                <a:gd name="T27" fmla="*/ 510 h 510"/>
                <a:gd name="T28" fmla="*/ 74 w 878"/>
                <a:gd name="T29" fmla="*/ 505 h 510"/>
                <a:gd name="T30" fmla="*/ 44 w 878"/>
                <a:gd name="T31" fmla="*/ 489 h 510"/>
                <a:gd name="T32" fmla="*/ 21 w 878"/>
                <a:gd name="T33" fmla="*/ 467 h 510"/>
                <a:gd name="T34" fmla="*/ 6 w 878"/>
                <a:gd name="T35" fmla="*/ 437 h 510"/>
                <a:gd name="T36" fmla="*/ 0 w 878"/>
                <a:gd name="T37" fmla="*/ 404 h 510"/>
                <a:gd name="T38" fmla="*/ 0 w 878"/>
                <a:gd name="T39" fmla="*/ 106 h 510"/>
                <a:gd name="T40" fmla="*/ 6 w 878"/>
                <a:gd name="T41" fmla="*/ 74 h 510"/>
                <a:gd name="T42" fmla="*/ 21 w 878"/>
                <a:gd name="T43" fmla="*/ 44 h 510"/>
                <a:gd name="T44" fmla="*/ 44 w 878"/>
                <a:gd name="T45" fmla="*/ 21 h 510"/>
                <a:gd name="T46" fmla="*/ 74 w 878"/>
                <a:gd name="T47" fmla="*/ 6 h 510"/>
                <a:gd name="T48" fmla="*/ 106 w 878"/>
                <a:gd name="T49"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510">
                  <a:moveTo>
                    <a:pt x="106" y="0"/>
                  </a:moveTo>
                  <a:lnTo>
                    <a:pt x="772" y="0"/>
                  </a:lnTo>
                  <a:lnTo>
                    <a:pt x="804" y="6"/>
                  </a:lnTo>
                  <a:lnTo>
                    <a:pt x="834" y="21"/>
                  </a:lnTo>
                  <a:lnTo>
                    <a:pt x="857" y="44"/>
                  </a:lnTo>
                  <a:lnTo>
                    <a:pt x="872" y="74"/>
                  </a:lnTo>
                  <a:lnTo>
                    <a:pt x="878" y="106"/>
                  </a:lnTo>
                  <a:lnTo>
                    <a:pt x="878" y="404"/>
                  </a:lnTo>
                  <a:lnTo>
                    <a:pt x="872" y="437"/>
                  </a:lnTo>
                  <a:lnTo>
                    <a:pt x="857" y="467"/>
                  </a:lnTo>
                  <a:lnTo>
                    <a:pt x="834" y="489"/>
                  </a:lnTo>
                  <a:lnTo>
                    <a:pt x="804" y="505"/>
                  </a:lnTo>
                  <a:lnTo>
                    <a:pt x="772" y="510"/>
                  </a:lnTo>
                  <a:lnTo>
                    <a:pt x="106" y="510"/>
                  </a:lnTo>
                  <a:lnTo>
                    <a:pt x="74" y="505"/>
                  </a:lnTo>
                  <a:lnTo>
                    <a:pt x="44" y="489"/>
                  </a:lnTo>
                  <a:lnTo>
                    <a:pt x="21" y="467"/>
                  </a:lnTo>
                  <a:lnTo>
                    <a:pt x="6" y="437"/>
                  </a:lnTo>
                  <a:lnTo>
                    <a:pt x="0" y="404"/>
                  </a:lnTo>
                  <a:lnTo>
                    <a:pt x="0" y="106"/>
                  </a:lnTo>
                  <a:lnTo>
                    <a:pt x="6" y="74"/>
                  </a:lnTo>
                  <a:lnTo>
                    <a:pt x="21" y="44"/>
                  </a:lnTo>
                  <a:lnTo>
                    <a:pt x="44" y="21"/>
                  </a:lnTo>
                  <a:lnTo>
                    <a:pt x="74" y="6"/>
                  </a:lnTo>
                  <a:lnTo>
                    <a:pt x="106"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2" name="Freeform 71"/>
            <p:cNvSpPr>
              <a:spLocks/>
            </p:cNvSpPr>
            <p:nvPr/>
          </p:nvSpPr>
          <p:spPr bwMode="auto">
            <a:xfrm>
              <a:off x="4035847" y="2926494"/>
              <a:ext cx="703532" cy="673865"/>
            </a:xfrm>
            <a:custGeom>
              <a:avLst/>
              <a:gdLst>
                <a:gd name="T0" fmla="*/ 155 w 830"/>
                <a:gd name="T1" fmla="*/ 0 h 795"/>
                <a:gd name="T2" fmla="*/ 136 w 830"/>
                <a:gd name="T3" fmla="*/ 20 h 795"/>
                <a:gd name="T4" fmla="*/ 125 w 830"/>
                <a:gd name="T5" fmla="*/ 45 h 795"/>
                <a:gd name="T6" fmla="*/ 119 w 830"/>
                <a:gd name="T7" fmla="*/ 71 h 795"/>
                <a:gd name="T8" fmla="*/ 121 w 830"/>
                <a:gd name="T9" fmla="*/ 98 h 795"/>
                <a:gd name="T10" fmla="*/ 129 w 830"/>
                <a:gd name="T11" fmla="*/ 124 h 795"/>
                <a:gd name="T12" fmla="*/ 144 w 830"/>
                <a:gd name="T13" fmla="*/ 149 h 795"/>
                <a:gd name="T14" fmla="*/ 569 w 830"/>
                <a:gd name="T15" fmla="*/ 657 h 795"/>
                <a:gd name="T16" fmla="*/ 590 w 830"/>
                <a:gd name="T17" fmla="*/ 678 h 795"/>
                <a:gd name="T18" fmla="*/ 615 w 830"/>
                <a:gd name="T19" fmla="*/ 689 h 795"/>
                <a:gd name="T20" fmla="*/ 641 w 830"/>
                <a:gd name="T21" fmla="*/ 695 h 795"/>
                <a:gd name="T22" fmla="*/ 668 w 830"/>
                <a:gd name="T23" fmla="*/ 695 h 795"/>
                <a:gd name="T24" fmla="*/ 694 w 830"/>
                <a:gd name="T25" fmla="*/ 687 h 795"/>
                <a:gd name="T26" fmla="*/ 719 w 830"/>
                <a:gd name="T27" fmla="*/ 672 h 795"/>
                <a:gd name="T28" fmla="*/ 830 w 830"/>
                <a:gd name="T29" fmla="*/ 578 h 795"/>
                <a:gd name="T30" fmla="*/ 828 w 830"/>
                <a:gd name="T31" fmla="*/ 580 h 795"/>
                <a:gd name="T32" fmla="*/ 600 w 830"/>
                <a:gd name="T33" fmla="*/ 770 h 795"/>
                <a:gd name="T34" fmla="*/ 577 w 830"/>
                <a:gd name="T35" fmla="*/ 786 h 795"/>
                <a:gd name="T36" fmla="*/ 550 w 830"/>
                <a:gd name="T37" fmla="*/ 793 h 795"/>
                <a:gd name="T38" fmla="*/ 522 w 830"/>
                <a:gd name="T39" fmla="*/ 795 h 795"/>
                <a:gd name="T40" fmla="*/ 496 w 830"/>
                <a:gd name="T41" fmla="*/ 789 h 795"/>
                <a:gd name="T42" fmla="*/ 471 w 830"/>
                <a:gd name="T43" fmla="*/ 776 h 795"/>
                <a:gd name="T44" fmla="*/ 450 w 830"/>
                <a:gd name="T45" fmla="*/ 757 h 795"/>
                <a:gd name="T46" fmla="*/ 25 w 830"/>
                <a:gd name="T47" fmla="*/ 247 h 795"/>
                <a:gd name="T48" fmla="*/ 10 w 830"/>
                <a:gd name="T49" fmla="*/ 223 h 795"/>
                <a:gd name="T50" fmla="*/ 2 w 830"/>
                <a:gd name="T51" fmla="*/ 196 h 795"/>
                <a:gd name="T52" fmla="*/ 0 w 830"/>
                <a:gd name="T53" fmla="*/ 170 h 795"/>
                <a:gd name="T54" fmla="*/ 6 w 830"/>
                <a:gd name="T55" fmla="*/ 143 h 795"/>
                <a:gd name="T56" fmla="*/ 19 w 830"/>
                <a:gd name="T57" fmla="*/ 119 h 795"/>
                <a:gd name="T58" fmla="*/ 38 w 830"/>
                <a:gd name="T59" fmla="*/ 98 h 795"/>
                <a:gd name="T60" fmla="*/ 155 w 830"/>
                <a:gd name="T61"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795">
                  <a:moveTo>
                    <a:pt x="155" y="0"/>
                  </a:moveTo>
                  <a:lnTo>
                    <a:pt x="136" y="20"/>
                  </a:lnTo>
                  <a:lnTo>
                    <a:pt x="125" y="45"/>
                  </a:lnTo>
                  <a:lnTo>
                    <a:pt x="119" y="71"/>
                  </a:lnTo>
                  <a:lnTo>
                    <a:pt x="121" y="98"/>
                  </a:lnTo>
                  <a:lnTo>
                    <a:pt x="129" y="124"/>
                  </a:lnTo>
                  <a:lnTo>
                    <a:pt x="144" y="149"/>
                  </a:lnTo>
                  <a:lnTo>
                    <a:pt x="569" y="657"/>
                  </a:lnTo>
                  <a:lnTo>
                    <a:pt x="590" y="678"/>
                  </a:lnTo>
                  <a:lnTo>
                    <a:pt x="615" y="689"/>
                  </a:lnTo>
                  <a:lnTo>
                    <a:pt x="641" y="695"/>
                  </a:lnTo>
                  <a:lnTo>
                    <a:pt x="668" y="695"/>
                  </a:lnTo>
                  <a:lnTo>
                    <a:pt x="694" y="687"/>
                  </a:lnTo>
                  <a:lnTo>
                    <a:pt x="719" y="672"/>
                  </a:lnTo>
                  <a:lnTo>
                    <a:pt x="830" y="578"/>
                  </a:lnTo>
                  <a:lnTo>
                    <a:pt x="828" y="580"/>
                  </a:lnTo>
                  <a:lnTo>
                    <a:pt x="600" y="770"/>
                  </a:lnTo>
                  <a:lnTo>
                    <a:pt x="577" y="786"/>
                  </a:lnTo>
                  <a:lnTo>
                    <a:pt x="550" y="793"/>
                  </a:lnTo>
                  <a:lnTo>
                    <a:pt x="522" y="795"/>
                  </a:lnTo>
                  <a:lnTo>
                    <a:pt x="496" y="789"/>
                  </a:lnTo>
                  <a:lnTo>
                    <a:pt x="471" y="776"/>
                  </a:lnTo>
                  <a:lnTo>
                    <a:pt x="450" y="757"/>
                  </a:lnTo>
                  <a:lnTo>
                    <a:pt x="25" y="247"/>
                  </a:lnTo>
                  <a:lnTo>
                    <a:pt x="10" y="223"/>
                  </a:lnTo>
                  <a:lnTo>
                    <a:pt x="2" y="196"/>
                  </a:lnTo>
                  <a:lnTo>
                    <a:pt x="0" y="170"/>
                  </a:lnTo>
                  <a:lnTo>
                    <a:pt x="6" y="143"/>
                  </a:lnTo>
                  <a:lnTo>
                    <a:pt x="19" y="119"/>
                  </a:lnTo>
                  <a:lnTo>
                    <a:pt x="38" y="98"/>
                  </a:lnTo>
                  <a:lnTo>
                    <a:pt x="155" y="0"/>
                  </a:lnTo>
                  <a:close/>
                </a:path>
              </a:pathLst>
            </a:custGeom>
            <a:solidFill>
              <a:schemeClr val="accent2">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3" name="Freeform 72"/>
            <p:cNvSpPr>
              <a:spLocks/>
            </p:cNvSpPr>
            <p:nvPr/>
          </p:nvSpPr>
          <p:spPr bwMode="auto">
            <a:xfrm>
              <a:off x="4300307" y="3605444"/>
              <a:ext cx="344985" cy="781513"/>
            </a:xfrm>
            <a:custGeom>
              <a:avLst/>
              <a:gdLst>
                <a:gd name="T0" fmla="*/ 240 w 407"/>
                <a:gd name="T1" fmla="*/ 0 h 922"/>
                <a:gd name="T2" fmla="*/ 269 w 407"/>
                <a:gd name="T3" fmla="*/ 2 h 922"/>
                <a:gd name="T4" fmla="*/ 407 w 407"/>
                <a:gd name="T5" fmla="*/ 32 h 922"/>
                <a:gd name="T6" fmla="*/ 376 w 407"/>
                <a:gd name="T7" fmla="*/ 34 h 922"/>
                <a:gd name="T8" fmla="*/ 348 w 407"/>
                <a:gd name="T9" fmla="*/ 43 h 922"/>
                <a:gd name="T10" fmla="*/ 324 w 407"/>
                <a:gd name="T11" fmla="*/ 60 h 922"/>
                <a:gd name="T12" fmla="*/ 305 w 407"/>
                <a:gd name="T13" fmla="*/ 85 h 922"/>
                <a:gd name="T14" fmla="*/ 293 w 407"/>
                <a:gd name="T15" fmla="*/ 115 h 922"/>
                <a:gd name="T16" fmla="*/ 151 w 407"/>
                <a:gd name="T17" fmla="*/ 763 h 922"/>
                <a:gd name="T18" fmla="*/ 150 w 407"/>
                <a:gd name="T19" fmla="*/ 791 h 922"/>
                <a:gd name="T20" fmla="*/ 155 w 407"/>
                <a:gd name="T21" fmla="*/ 818 h 922"/>
                <a:gd name="T22" fmla="*/ 167 w 407"/>
                <a:gd name="T23" fmla="*/ 842 h 922"/>
                <a:gd name="T24" fmla="*/ 184 w 407"/>
                <a:gd name="T25" fmla="*/ 863 h 922"/>
                <a:gd name="T26" fmla="*/ 206 w 407"/>
                <a:gd name="T27" fmla="*/ 880 h 922"/>
                <a:gd name="T28" fmla="*/ 233 w 407"/>
                <a:gd name="T29" fmla="*/ 890 h 922"/>
                <a:gd name="T30" fmla="*/ 386 w 407"/>
                <a:gd name="T31" fmla="*/ 922 h 922"/>
                <a:gd name="T32" fmla="*/ 375 w 407"/>
                <a:gd name="T33" fmla="*/ 920 h 922"/>
                <a:gd name="T34" fmla="*/ 83 w 407"/>
                <a:gd name="T35" fmla="*/ 857 h 922"/>
                <a:gd name="T36" fmla="*/ 57 w 407"/>
                <a:gd name="T37" fmla="*/ 848 h 922"/>
                <a:gd name="T38" fmla="*/ 34 w 407"/>
                <a:gd name="T39" fmla="*/ 831 h 922"/>
                <a:gd name="T40" fmla="*/ 15 w 407"/>
                <a:gd name="T41" fmla="*/ 810 h 922"/>
                <a:gd name="T42" fmla="*/ 4 w 407"/>
                <a:gd name="T43" fmla="*/ 786 h 922"/>
                <a:gd name="T44" fmla="*/ 0 w 407"/>
                <a:gd name="T45" fmla="*/ 759 h 922"/>
                <a:gd name="T46" fmla="*/ 2 w 407"/>
                <a:gd name="T47" fmla="*/ 731 h 922"/>
                <a:gd name="T48" fmla="*/ 142 w 407"/>
                <a:gd name="T49" fmla="*/ 83 h 922"/>
                <a:gd name="T50" fmla="*/ 153 w 407"/>
                <a:gd name="T51" fmla="*/ 56 h 922"/>
                <a:gd name="T52" fmla="*/ 168 w 407"/>
                <a:gd name="T53" fmla="*/ 34 h 922"/>
                <a:gd name="T54" fmla="*/ 189 w 407"/>
                <a:gd name="T55" fmla="*/ 15 h 922"/>
                <a:gd name="T56" fmla="*/ 214 w 407"/>
                <a:gd name="T57" fmla="*/ 4 h 922"/>
                <a:gd name="T58" fmla="*/ 240 w 407"/>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7" h="922">
                  <a:moveTo>
                    <a:pt x="240" y="0"/>
                  </a:moveTo>
                  <a:lnTo>
                    <a:pt x="269" y="2"/>
                  </a:lnTo>
                  <a:lnTo>
                    <a:pt x="407" y="32"/>
                  </a:lnTo>
                  <a:lnTo>
                    <a:pt x="376" y="34"/>
                  </a:lnTo>
                  <a:lnTo>
                    <a:pt x="348" y="43"/>
                  </a:lnTo>
                  <a:lnTo>
                    <a:pt x="324" y="60"/>
                  </a:lnTo>
                  <a:lnTo>
                    <a:pt x="305" y="85"/>
                  </a:lnTo>
                  <a:lnTo>
                    <a:pt x="293" y="115"/>
                  </a:lnTo>
                  <a:lnTo>
                    <a:pt x="151" y="763"/>
                  </a:lnTo>
                  <a:lnTo>
                    <a:pt x="150" y="791"/>
                  </a:lnTo>
                  <a:lnTo>
                    <a:pt x="155" y="818"/>
                  </a:lnTo>
                  <a:lnTo>
                    <a:pt x="167" y="842"/>
                  </a:lnTo>
                  <a:lnTo>
                    <a:pt x="184" y="863"/>
                  </a:lnTo>
                  <a:lnTo>
                    <a:pt x="206" y="880"/>
                  </a:lnTo>
                  <a:lnTo>
                    <a:pt x="233" y="890"/>
                  </a:lnTo>
                  <a:lnTo>
                    <a:pt x="386" y="922"/>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4" name="Freeform 73"/>
            <p:cNvSpPr>
              <a:spLocks/>
            </p:cNvSpPr>
            <p:nvPr/>
          </p:nvSpPr>
          <p:spPr bwMode="auto">
            <a:xfrm>
              <a:off x="3670519" y="4297109"/>
              <a:ext cx="789990" cy="493319"/>
            </a:xfrm>
            <a:custGeom>
              <a:avLst/>
              <a:gdLst>
                <a:gd name="T0" fmla="*/ 709 w 932"/>
                <a:gd name="T1" fmla="*/ 0 h 582"/>
                <a:gd name="T2" fmla="*/ 736 w 932"/>
                <a:gd name="T3" fmla="*/ 6 h 582"/>
                <a:gd name="T4" fmla="*/ 760 w 932"/>
                <a:gd name="T5" fmla="*/ 17 h 582"/>
                <a:gd name="T6" fmla="*/ 781 w 932"/>
                <a:gd name="T7" fmla="*/ 36 h 582"/>
                <a:gd name="T8" fmla="*/ 798 w 932"/>
                <a:gd name="T9" fmla="*/ 58 h 582"/>
                <a:gd name="T10" fmla="*/ 930 w 932"/>
                <a:gd name="T11" fmla="*/ 325 h 582"/>
                <a:gd name="T12" fmla="*/ 932 w 932"/>
                <a:gd name="T13" fmla="*/ 331 h 582"/>
                <a:gd name="T14" fmla="*/ 866 w 932"/>
                <a:gd name="T15" fmla="*/ 198 h 582"/>
                <a:gd name="T16" fmla="*/ 851 w 932"/>
                <a:gd name="T17" fmla="*/ 176 h 582"/>
                <a:gd name="T18" fmla="*/ 830 w 932"/>
                <a:gd name="T19" fmla="*/ 157 h 582"/>
                <a:gd name="T20" fmla="*/ 806 w 932"/>
                <a:gd name="T21" fmla="*/ 145 h 582"/>
                <a:gd name="T22" fmla="*/ 779 w 932"/>
                <a:gd name="T23" fmla="*/ 140 h 582"/>
                <a:gd name="T24" fmla="*/ 751 w 932"/>
                <a:gd name="T25" fmla="*/ 142 h 582"/>
                <a:gd name="T26" fmla="*/ 724 w 932"/>
                <a:gd name="T27" fmla="*/ 151 h 582"/>
                <a:gd name="T28" fmla="*/ 129 w 932"/>
                <a:gd name="T29" fmla="*/ 446 h 582"/>
                <a:gd name="T30" fmla="*/ 106 w 932"/>
                <a:gd name="T31" fmla="*/ 461 h 582"/>
                <a:gd name="T32" fmla="*/ 89 w 932"/>
                <a:gd name="T33" fmla="*/ 482 h 582"/>
                <a:gd name="T34" fmla="*/ 76 w 932"/>
                <a:gd name="T35" fmla="*/ 504 h 582"/>
                <a:gd name="T36" fmla="*/ 70 w 932"/>
                <a:gd name="T37" fmla="*/ 531 h 582"/>
                <a:gd name="T38" fmla="*/ 70 w 932"/>
                <a:gd name="T39" fmla="*/ 557 h 582"/>
                <a:gd name="T40" fmla="*/ 78 w 932"/>
                <a:gd name="T41" fmla="*/ 582 h 582"/>
                <a:gd name="T42" fmla="*/ 11 w 932"/>
                <a:gd name="T43" fmla="*/ 448 h 582"/>
                <a:gd name="T44" fmla="*/ 2 w 932"/>
                <a:gd name="T45" fmla="*/ 421 h 582"/>
                <a:gd name="T46" fmla="*/ 0 w 932"/>
                <a:gd name="T47" fmla="*/ 393 h 582"/>
                <a:gd name="T48" fmla="*/ 6 w 932"/>
                <a:gd name="T49" fmla="*/ 366 h 582"/>
                <a:gd name="T50" fmla="*/ 19 w 932"/>
                <a:gd name="T51" fmla="*/ 342 h 582"/>
                <a:gd name="T52" fmla="*/ 36 w 932"/>
                <a:gd name="T53" fmla="*/ 321 h 582"/>
                <a:gd name="T54" fmla="*/ 59 w 932"/>
                <a:gd name="T55" fmla="*/ 306 h 582"/>
                <a:gd name="T56" fmla="*/ 654 w 932"/>
                <a:gd name="T57" fmla="*/ 11 h 582"/>
                <a:gd name="T58" fmla="*/ 681 w 932"/>
                <a:gd name="T59" fmla="*/ 2 h 582"/>
                <a:gd name="T60" fmla="*/ 709 w 932"/>
                <a:gd name="T61"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2" h="582">
                  <a:moveTo>
                    <a:pt x="709" y="0"/>
                  </a:moveTo>
                  <a:lnTo>
                    <a:pt x="736" y="6"/>
                  </a:lnTo>
                  <a:lnTo>
                    <a:pt x="760" y="17"/>
                  </a:lnTo>
                  <a:lnTo>
                    <a:pt x="781" y="36"/>
                  </a:lnTo>
                  <a:lnTo>
                    <a:pt x="798" y="58"/>
                  </a:lnTo>
                  <a:lnTo>
                    <a:pt x="930" y="325"/>
                  </a:lnTo>
                  <a:lnTo>
                    <a:pt x="932" y="331"/>
                  </a:lnTo>
                  <a:lnTo>
                    <a:pt x="866" y="198"/>
                  </a:lnTo>
                  <a:lnTo>
                    <a:pt x="851" y="176"/>
                  </a:lnTo>
                  <a:lnTo>
                    <a:pt x="830" y="157"/>
                  </a:lnTo>
                  <a:lnTo>
                    <a:pt x="806" y="145"/>
                  </a:lnTo>
                  <a:lnTo>
                    <a:pt x="779" y="140"/>
                  </a:lnTo>
                  <a:lnTo>
                    <a:pt x="751" y="142"/>
                  </a:lnTo>
                  <a:lnTo>
                    <a:pt x="724" y="151"/>
                  </a:lnTo>
                  <a:lnTo>
                    <a:pt x="129" y="446"/>
                  </a:lnTo>
                  <a:lnTo>
                    <a:pt x="106" y="461"/>
                  </a:lnTo>
                  <a:lnTo>
                    <a:pt x="89" y="482"/>
                  </a:lnTo>
                  <a:lnTo>
                    <a:pt x="76" y="504"/>
                  </a:lnTo>
                  <a:lnTo>
                    <a:pt x="70" y="531"/>
                  </a:lnTo>
                  <a:lnTo>
                    <a:pt x="70" y="557"/>
                  </a:lnTo>
                  <a:lnTo>
                    <a:pt x="78" y="582"/>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5" name="Freeform 74"/>
            <p:cNvSpPr>
              <a:spLocks/>
            </p:cNvSpPr>
            <p:nvPr/>
          </p:nvSpPr>
          <p:spPr bwMode="auto">
            <a:xfrm>
              <a:off x="2934777" y="4313215"/>
              <a:ext cx="734046" cy="603511"/>
            </a:xfrm>
            <a:custGeom>
              <a:avLst/>
              <a:gdLst>
                <a:gd name="T0" fmla="*/ 153 w 866"/>
                <a:gd name="T1" fmla="*/ 0 h 712"/>
                <a:gd name="T2" fmla="*/ 182 w 866"/>
                <a:gd name="T3" fmla="*/ 2 h 712"/>
                <a:gd name="T4" fmla="*/ 208 w 866"/>
                <a:gd name="T5" fmla="*/ 9 h 712"/>
                <a:gd name="T6" fmla="*/ 806 w 866"/>
                <a:gd name="T7" fmla="*/ 300 h 712"/>
                <a:gd name="T8" fmla="*/ 830 w 866"/>
                <a:gd name="T9" fmla="*/ 315 h 712"/>
                <a:gd name="T10" fmla="*/ 847 w 866"/>
                <a:gd name="T11" fmla="*/ 336 h 712"/>
                <a:gd name="T12" fmla="*/ 860 w 866"/>
                <a:gd name="T13" fmla="*/ 361 h 712"/>
                <a:gd name="T14" fmla="*/ 866 w 866"/>
                <a:gd name="T15" fmla="*/ 387 h 712"/>
                <a:gd name="T16" fmla="*/ 864 w 866"/>
                <a:gd name="T17" fmla="*/ 415 h 712"/>
                <a:gd name="T18" fmla="*/ 855 w 866"/>
                <a:gd name="T19" fmla="*/ 442 h 712"/>
                <a:gd name="T20" fmla="*/ 724 w 866"/>
                <a:gd name="T21" fmla="*/ 708 h 712"/>
                <a:gd name="T22" fmla="*/ 724 w 866"/>
                <a:gd name="T23" fmla="*/ 712 h 712"/>
                <a:gd name="T24" fmla="*/ 789 w 866"/>
                <a:gd name="T25" fmla="*/ 580 h 712"/>
                <a:gd name="T26" fmla="*/ 796 w 866"/>
                <a:gd name="T27" fmla="*/ 553 h 712"/>
                <a:gd name="T28" fmla="*/ 798 w 866"/>
                <a:gd name="T29" fmla="*/ 525 h 712"/>
                <a:gd name="T30" fmla="*/ 792 w 866"/>
                <a:gd name="T31" fmla="*/ 499 h 712"/>
                <a:gd name="T32" fmla="*/ 781 w 866"/>
                <a:gd name="T33" fmla="*/ 474 h 712"/>
                <a:gd name="T34" fmla="*/ 762 w 866"/>
                <a:gd name="T35" fmla="*/ 453 h 712"/>
                <a:gd name="T36" fmla="*/ 739 w 866"/>
                <a:gd name="T37" fmla="*/ 438 h 712"/>
                <a:gd name="T38" fmla="*/ 142 w 866"/>
                <a:gd name="T39" fmla="*/ 147 h 712"/>
                <a:gd name="T40" fmla="*/ 115 w 866"/>
                <a:gd name="T41" fmla="*/ 140 h 712"/>
                <a:gd name="T42" fmla="*/ 87 w 866"/>
                <a:gd name="T43" fmla="*/ 138 h 712"/>
                <a:gd name="T44" fmla="*/ 63 w 866"/>
                <a:gd name="T45" fmla="*/ 143 h 712"/>
                <a:gd name="T46" fmla="*/ 38 w 866"/>
                <a:gd name="T47" fmla="*/ 155 h 712"/>
                <a:gd name="T48" fmla="*/ 17 w 866"/>
                <a:gd name="T49" fmla="*/ 172 h 712"/>
                <a:gd name="T50" fmla="*/ 0 w 866"/>
                <a:gd name="T51" fmla="*/ 194 h 712"/>
                <a:gd name="T52" fmla="*/ 66 w 866"/>
                <a:gd name="T53" fmla="*/ 58 h 712"/>
                <a:gd name="T54" fmla="*/ 81 w 866"/>
                <a:gd name="T55" fmla="*/ 36 h 712"/>
                <a:gd name="T56" fmla="*/ 102 w 866"/>
                <a:gd name="T57" fmla="*/ 17 h 712"/>
                <a:gd name="T58" fmla="*/ 127 w 866"/>
                <a:gd name="T59" fmla="*/ 5 h 712"/>
                <a:gd name="T60" fmla="*/ 153 w 866"/>
                <a:gd name="T61"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66" h="712">
                  <a:moveTo>
                    <a:pt x="153" y="0"/>
                  </a:moveTo>
                  <a:lnTo>
                    <a:pt x="182" y="2"/>
                  </a:lnTo>
                  <a:lnTo>
                    <a:pt x="208" y="9"/>
                  </a:lnTo>
                  <a:lnTo>
                    <a:pt x="806" y="300"/>
                  </a:lnTo>
                  <a:lnTo>
                    <a:pt x="830" y="315"/>
                  </a:lnTo>
                  <a:lnTo>
                    <a:pt x="847" y="336"/>
                  </a:lnTo>
                  <a:lnTo>
                    <a:pt x="860" y="361"/>
                  </a:lnTo>
                  <a:lnTo>
                    <a:pt x="866" y="387"/>
                  </a:lnTo>
                  <a:lnTo>
                    <a:pt x="864" y="415"/>
                  </a:lnTo>
                  <a:lnTo>
                    <a:pt x="855" y="442"/>
                  </a:lnTo>
                  <a:lnTo>
                    <a:pt x="724" y="708"/>
                  </a:lnTo>
                  <a:lnTo>
                    <a:pt x="724" y="712"/>
                  </a:lnTo>
                  <a:lnTo>
                    <a:pt x="789" y="580"/>
                  </a:lnTo>
                  <a:lnTo>
                    <a:pt x="796" y="553"/>
                  </a:lnTo>
                  <a:lnTo>
                    <a:pt x="798" y="525"/>
                  </a:lnTo>
                  <a:lnTo>
                    <a:pt x="792" y="499"/>
                  </a:lnTo>
                  <a:lnTo>
                    <a:pt x="781" y="474"/>
                  </a:lnTo>
                  <a:lnTo>
                    <a:pt x="762" y="453"/>
                  </a:lnTo>
                  <a:lnTo>
                    <a:pt x="739" y="438"/>
                  </a:lnTo>
                  <a:lnTo>
                    <a:pt x="142" y="147"/>
                  </a:lnTo>
                  <a:lnTo>
                    <a:pt x="115" y="140"/>
                  </a:lnTo>
                  <a:lnTo>
                    <a:pt x="87" y="138"/>
                  </a:lnTo>
                  <a:lnTo>
                    <a:pt x="63" y="143"/>
                  </a:lnTo>
                  <a:lnTo>
                    <a:pt x="38" y="155"/>
                  </a:lnTo>
                  <a:lnTo>
                    <a:pt x="17" y="172"/>
                  </a:lnTo>
                  <a:lnTo>
                    <a:pt x="0" y="194"/>
                  </a:lnTo>
                  <a:lnTo>
                    <a:pt x="66" y="58"/>
                  </a:lnTo>
                  <a:lnTo>
                    <a:pt x="81" y="36"/>
                  </a:lnTo>
                  <a:lnTo>
                    <a:pt x="102" y="17"/>
                  </a:lnTo>
                  <a:lnTo>
                    <a:pt x="127" y="5"/>
                  </a:lnTo>
                  <a:lnTo>
                    <a:pt x="153"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6" name="Freeform 75"/>
            <p:cNvSpPr>
              <a:spLocks/>
            </p:cNvSpPr>
            <p:nvPr/>
          </p:nvSpPr>
          <p:spPr bwMode="auto">
            <a:xfrm>
              <a:off x="2686422" y="3635959"/>
              <a:ext cx="338204" cy="781513"/>
            </a:xfrm>
            <a:custGeom>
              <a:avLst/>
              <a:gdLst>
                <a:gd name="T0" fmla="*/ 161 w 399"/>
                <a:gd name="T1" fmla="*/ 0 h 922"/>
                <a:gd name="T2" fmla="*/ 189 w 399"/>
                <a:gd name="T3" fmla="*/ 5 h 922"/>
                <a:gd name="T4" fmla="*/ 214 w 399"/>
                <a:gd name="T5" fmla="*/ 17 h 922"/>
                <a:gd name="T6" fmla="*/ 235 w 399"/>
                <a:gd name="T7" fmla="*/ 34 h 922"/>
                <a:gd name="T8" fmla="*/ 250 w 399"/>
                <a:gd name="T9" fmla="*/ 56 h 922"/>
                <a:gd name="T10" fmla="*/ 259 w 399"/>
                <a:gd name="T11" fmla="*/ 83 h 922"/>
                <a:gd name="T12" fmla="*/ 397 w 399"/>
                <a:gd name="T13" fmla="*/ 733 h 922"/>
                <a:gd name="T14" fmla="*/ 399 w 399"/>
                <a:gd name="T15" fmla="*/ 761 h 922"/>
                <a:gd name="T16" fmla="*/ 393 w 399"/>
                <a:gd name="T17" fmla="*/ 787 h 922"/>
                <a:gd name="T18" fmla="*/ 382 w 399"/>
                <a:gd name="T19" fmla="*/ 812 h 922"/>
                <a:gd name="T20" fmla="*/ 365 w 399"/>
                <a:gd name="T21" fmla="*/ 833 h 922"/>
                <a:gd name="T22" fmla="*/ 342 w 399"/>
                <a:gd name="T23" fmla="*/ 850 h 922"/>
                <a:gd name="T24" fmla="*/ 316 w 399"/>
                <a:gd name="T25" fmla="*/ 859 h 922"/>
                <a:gd name="T26" fmla="*/ 25 w 399"/>
                <a:gd name="T27" fmla="*/ 922 h 922"/>
                <a:gd name="T28" fmla="*/ 13 w 399"/>
                <a:gd name="T29" fmla="*/ 922 h 922"/>
                <a:gd name="T30" fmla="*/ 170 w 399"/>
                <a:gd name="T31" fmla="*/ 889 h 922"/>
                <a:gd name="T32" fmla="*/ 197 w 399"/>
                <a:gd name="T33" fmla="*/ 880 h 922"/>
                <a:gd name="T34" fmla="*/ 219 w 399"/>
                <a:gd name="T35" fmla="*/ 863 h 922"/>
                <a:gd name="T36" fmla="*/ 236 w 399"/>
                <a:gd name="T37" fmla="*/ 842 h 922"/>
                <a:gd name="T38" fmla="*/ 250 w 399"/>
                <a:gd name="T39" fmla="*/ 818 h 922"/>
                <a:gd name="T40" fmla="*/ 253 w 399"/>
                <a:gd name="T41" fmla="*/ 791 h 922"/>
                <a:gd name="T42" fmla="*/ 252 w 399"/>
                <a:gd name="T43" fmla="*/ 763 h 922"/>
                <a:gd name="T44" fmla="*/ 114 w 399"/>
                <a:gd name="T45" fmla="*/ 113 h 922"/>
                <a:gd name="T46" fmla="*/ 102 w 399"/>
                <a:gd name="T47" fmla="*/ 85 h 922"/>
                <a:gd name="T48" fmla="*/ 85 w 399"/>
                <a:gd name="T49" fmla="*/ 60 h 922"/>
                <a:gd name="T50" fmla="*/ 59 w 399"/>
                <a:gd name="T51" fmla="*/ 41 h 922"/>
                <a:gd name="T52" fmla="*/ 30 w 399"/>
                <a:gd name="T53" fmla="*/ 32 h 922"/>
                <a:gd name="T54" fmla="*/ 0 w 399"/>
                <a:gd name="T55" fmla="*/ 30 h 922"/>
                <a:gd name="T56" fmla="*/ 132 w 399"/>
                <a:gd name="T57" fmla="*/ 2 h 922"/>
                <a:gd name="T58" fmla="*/ 161 w 399"/>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9" h="922">
                  <a:moveTo>
                    <a:pt x="161" y="0"/>
                  </a:moveTo>
                  <a:lnTo>
                    <a:pt x="189" y="5"/>
                  </a:lnTo>
                  <a:lnTo>
                    <a:pt x="214" y="17"/>
                  </a:lnTo>
                  <a:lnTo>
                    <a:pt x="235" y="34"/>
                  </a:lnTo>
                  <a:lnTo>
                    <a:pt x="250" y="56"/>
                  </a:lnTo>
                  <a:lnTo>
                    <a:pt x="259" y="83"/>
                  </a:lnTo>
                  <a:lnTo>
                    <a:pt x="397" y="733"/>
                  </a:lnTo>
                  <a:lnTo>
                    <a:pt x="399" y="761"/>
                  </a:lnTo>
                  <a:lnTo>
                    <a:pt x="393" y="787"/>
                  </a:lnTo>
                  <a:lnTo>
                    <a:pt x="382" y="812"/>
                  </a:lnTo>
                  <a:lnTo>
                    <a:pt x="365" y="833"/>
                  </a:lnTo>
                  <a:lnTo>
                    <a:pt x="342" y="850"/>
                  </a:lnTo>
                  <a:lnTo>
                    <a:pt x="316" y="859"/>
                  </a:lnTo>
                  <a:lnTo>
                    <a:pt x="25" y="922"/>
                  </a:lnTo>
                  <a:lnTo>
                    <a:pt x="13" y="922"/>
                  </a:lnTo>
                  <a:lnTo>
                    <a:pt x="170" y="889"/>
                  </a:lnTo>
                  <a:lnTo>
                    <a:pt x="197" y="880"/>
                  </a:lnTo>
                  <a:lnTo>
                    <a:pt x="219" y="863"/>
                  </a:lnTo>
                  <a:lnTo>
                    <a:pt x="236" y="842"/>
                  </a:lnTo>
                  <a:lnTo>
                    <a:pt x="250" y="818"/>
                  </a:lnTo>
                  <a:lnTo>
                    <a:pt x="253" y="791"/>
                  </a:lnTo>
                  <a:lnTo>
                    <a:pt x="252" y="763"/>
                  </a:lnTo>
                  <a:lnTo>
                    <a:pt x="114" y="113"/>
                  </a:lnTo>
                  <a:lnTo>
                    <a:pt x="102" y="85"/>
                  </a:lnTo>
                  <a:lnTo>
                    <a:pt x="85" y="60"/>
                  </a:lnTo>
                  <a:lnTo>
                    <a:pt x="59" y="41"/>
                  </a:lnTo>
                  <a:lnTo>
                    <a:pt x="30" y="32"/>
                  </a:lnTo>
                  <a:lnTo>
                    <a:pt x="0" y="30"/>
                  </a:lnTo>
                  <a:lnTo>
                    <a:pt x="132" y="2"/>
                  </a:lnTo>
                  <a:lnTo>
                    <a:pt x="161" y="0"/>
                  </a:lnTo>
                  <a:close/>
                </a:path>
              </a:pathLst>
            </a:custGeom>
            <a:solidFill>
              <a:schemeClr val="accent5">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7" name="Freeform 76"/>
            <p:cNvSpPr>
              <a:spLocks/>
            </p:cNvSpPr>
            <p:nvPr/>
          </p:nvSpPr>
          <p:spPr bwMode="auto">
            <a:xfrm>
              <a:off x="2580468" y="2945141"/>
              <a:ext cx="710312" cy="673017"/>
            </a:xfrm>
            <a:custGeom>
              <a:avLst/>
              <a:gdLst>
                <a:gd name="T0" fmla="*/ 687 w 838"/>
                <a:gd name="T1" fmla="*/ 0 h 794"/>
                <a:gd name="T2" fmla="*/ 800 w 838"/>
                <a:gd name="T3" fmla="*/ 95 h 794"/>
                <a:gd name="T4" fmla="*/ 819 w 838"/>
                <a:gd name="T5" fmla="*/ 116 h 794"/>
                <a:gd name="T6" fmla="*/ 832 w 838"/>
                <a:gd name="T7" fmla="*/ 140 h 794"/>
                <a:gd name="T8" fmla="*/ 838 w 838"/>
                <a:gd name="T9" fmla="*/ 167 h 794"/>
                <a:gd name="T10" fmla="*/ 836 w 838"/>
                <a:gd name="T11" fmla="*/ 195 h 794"/>
                <a:gd name="T12" fmla="*/ 828 w 838"/>
                <a:gd name="T13" fmla="*/ 221 h 794"/>
                <a:gd name="T14" fmla="*/ 813 w 838"/>
                <a:gd name="T15" fmla="*/ 244 h 794"/>
                <a:gd name="T16" fmla="*/ 388 w 838"/>
                <a:gd name="T17" fmla="*/ 756 h 794"/>
                <a:gd name="T18" fmla="*/ 367 w 838"/>
                <a:gd name="T19" fmla="*/ 775 h 794"/>
                <a:gd name="T20" fmla="*/ 343 w 838"/>
                <a:gd name="T21" fmla="*/ 788 h 794"/>
                <a:gd name="T22" fmla="*/ 316 w 838"/>
                <a:gd name="T23" fmla="*/ 794 h 794"/>
                <a:gd name="T24" fmla="*/ 290 w 838"/>
                <a:gd name="T25" fmla="*/ 792 h 794"/>
                <a:gd name="T26" fmla="*/ 263 w 838"/>
                <a:gd name="T27" fmla="*/ 784 h 794"/>
                <a:gd name="T28" fmla="*/ 239 w 838"/>
                <a:gd name="T29" fmla="*/ 769 h 794"/>
                <a:gd name="T30" fmla="*/ 10 w 838"/>
                <a:gd name="T31" fmla="*/ 578 h 794"/>
                <a:gd name="T32" fmla="*/ 4 w 838"/>
                <a:gd name="T33" fmla="*/ 575 h 794"/>
                <a:gd name="T34" fmla="*/ 0 w 838"/>
                <a:gd name="T35" fmla="*/ 569 h 794"/>
                <a:gd name="T36" fmla="*/ 116 w 838"/>
                <a:gd name="T37" fmla="*/ 665 h 794"/>
                <a:gd name="T38" fmla="*/ 138 w 838"/>
                <a:gd name="T39" fmla="*/ 680 h 794"/>
                <a:gd name="T40" fmla="*/ 165 w 838"/>
                <a:gd name="T41" fmla="*/ 688 h 794"/>
                <a:gd name="T42" fmla="*/ 193 w 838"/>
                <a:gd name="T43" fmla="*/ 688 h 794"/>
                <a:gd name="T44" fmla="*/ 220 w 838"/>
                <a:gd name="T45" fmla="*/ 682 h 794"/>
                <a:gd name="T46" fmla="*/ 244 w 838"/>
                <a:gd name="T47" fmla="*/ 671 h 794"/>
                <a:gd name="T48" fmla="*/ 265 w 838"/>
                <a:gd name="T49" fmla="*/ 650 h 794"/>
                <a:gd name="T50" fmla="*/ 689 w 838"/>
                <a:gd name="T51" fmla="*/ 140 h 794"/>
                <a:gd name="T52" fmla="*/ 706 w 838"/>
                <a:gd name="T53" fmla="*/ 114 h 794"/>
                <a:gd name="T54" fmla="*/ 713 w 838"/>
                <a:gd name="T55" fmla="*/ 85 h 794"/>
                <a:gd name="T56" fmla="*/ 711 w 838"/>
                <a:gd name="T57" fmla="*/ 55 h 794"/>
                <a:gd name="T58" fmla="*/ 704 w 838"/>
                <a:gd name="T59" fmla="*/ 27 h 794"/>
                <a:gd name="T60" fmla="*/ 687 w 838"/>
                <a:gd name="T61"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8" h="794">
                  <a:moveTo>
                    <a:pt x="687" y="0"/>
                  </a:moveTo>
                  <a:lnTo>
                    <a:pt x="800" y="95"/>
                  </a:lnTo>
                  <a:lnTo>
                    <a:pt x="819" y="116"/>
                  </a:lnTo>
                  <a:lnTo>
                    <a:pt x="832" y="140"/>
                  </a:lnTo>
                  <a:lnTo>
                    <a:pt x="838" y="167"/>
                  </a:lnTo>
                  <a:lnTo>
                    <a:pt x="836" y="195"/>
                  </a:lnTo>
                  <a:lnTo>
                    <a:pt x="828" y="221"/>
                  </a:lnTo>
                  <a:lnTo>
                    <a:pt x="813" y="244"/>
                  </a:lnTo>
                  <a:lnTo>
                    <a:pt x="388" y="756"/>
                  </a:lnTo>
                  <a:lnTo>
                    <a:pt x="367" y="775"/>
                  </a:lnTo>
                  <a:lnTo>
                    <a:pt x="343" y="788"/>
                  </a:lnTo>
                  <a:lnTo>
                    <a:pt x="316" y="794"/>
                  </a:lnTo>
                  <a:lnTo>
                    <a:pt x="290" y="792"/>
                  </a:lnTo>
                  <a:lnTo>
                    <a:pt x="263" y="784"/>
                  </a:lnTo>
                  <a:lnTo>
                    <a:pt x="239" y="769"/>
                  </a:lnTo>
                  <a:lnTo>
                    <a:pt x="10" y="578"/>
                  </a:lnTo>
                  <a:lnTo>
                    <a:pt x="4" y="575"/>
                  </a:lnTo>
                  <a:lnTo>
                    <a:pt x="0" y="569"/>
                  </a:lnTo>
                  <a:lnTo>
                    <a:pt x="116" y="665"/>
                  </a:lnTo>
                  <a:lnTo>
                    <a:pt x="138" y="680"/>
                  </a:lnTo>
                  <a:lnTo>
                    <a:pt x="165" y="688"/>
                  </a:lnTo>
                  <a:lnTo>
                    <a:pt x="193" y="688"/>
                  </a:lnTo>
                  <a:lnTo>
                    <a:pt x="220" y="682"/>
                  </a:lnTo>
                  <a:lnTo>
                    <a:pt x="244" y="671"/>
                  </a:lnTo>
                  <a:lnTo>
                    <a:pt x="265" y="650"/>
                  </a:lnTo>
                  <a:lnTo>
                    <a:pt x="689" y="140"/>
                  </a:lnTo>
                  <a:lnTo>
                    <a:pt x="706" y="114"/>
                  </a:lnTo>
                  <a:lnTo>
                    <a:pt x="713" y="85"/>
                  </a:lnTo>
                  <a:lnTo>
                    <a:pt x="711" y="55"/>
                  </a:lnTo>
                  <a:lnTo>
                    <a:pt x="704" y="27"/>
                  </a:lnTo>
                  <a:lnTo>
                    <a:pt x="687" y="0"/>
                  </a:lnTo>
                  <a:close/>
                </a:path>
              </a:pathLst>
            </a:custGeom>
            <a:solidFill>
              <a:schemeClr val="accent6">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8" name="Freeform 77"/>
            <p:cNvSpPr>
              <a:spLocks/>
            </p:cNvSpPr>
            <p:nvPr/>
          </p:nvSpPr>
          <p:spPr bwMode="auto">
            <a:xfrm>
              <a:off x="3284000" y="2849359"/>
              <a:ext cx="744218" cy="212755"/>
            </a:xfrm>
            <a:custGeom>
              <a:avLst/>
              <a:gdLst>
                <a:gd name="T0" fmla="*/ 0 w 878"/>
                <a:gd name="T1" fmla="*/ 0 h 251"/>
                <a:gd name="T2" fmla="*/ 6 w 878"/>
                <a:gd name="T3" fmla="*/ 34 h 251"/>
                <a:gd name="T4" fmla="*/ 21 w 878"/>
                <a:gd name="T5" fmla="*/ 62 h 251"/>
                <a:gd name="T6" fmla="*/ 44 w 878"/>
                <a:gd name="T7" fmla="*/ 85 h 251"/>
                <a:gd name="T8" fmla="*/ 74 w 878"/>
                <a:gd name="T9" fmla="*/ 100 h 251"/>
                <a:gd name="T10" fmla="*/ 106 w 878"/>
                <a:gd name="T11" fmla="*/ 106 h 251"/>
                <a:gd name="T12" fmla="*/ 772 w 878"/>
                <a:gd name="T13" fmla="*/ 106 h 251"/>
                <a:gd name="T14" fmla="*/ 804 w 878"/>
                <a:gd name="T15" fmla="*/ 100 h 251"/>
                <a:gd name="T16" fmla="*/ 834 w 878"/>
                <a:gd name="T17" fmla="*/ 85 h 251"/>
                <a:gd name="T18" fmla="*/ 857 w 878"/>
                <a:gd name="T19" fmla="*/ 62 h 251"/>
                <a:gd name="T20" fmla="*/ 872 w 878"/>
                <a:gd name="T21" fmla="*/ 34 h 251"/>
                <a:gd name="T22" fmla="*/ 878 w 878"/>
                <a:gd name="T23" fmla="*/ 0 h 251"/>
                <a:gd name="T24" fmla="*/ 878 w 878"/>
                <a:gd name="T25" fmla="*/ 145 h 251"/>
                <a:gd name="T26" fmla="*/ 872 w 878"/>
                <a:gd name="T27" fmla="*/ 178 h 251"/>
                <a:gd name="T28" fmla="*/ 857 w 878"/>
                <a:gd name="T29" fmla="*/ 208 h 251"/>
                <a:gd name="T30" fmla="*/ 834 w 878"/>
                <a:gd name="T31" fmla="*/ 230 h 251"/>
                <a:gd name="T32" fmla="*/ 804 w 878"/>
                <a:gd name="T33" fmla="*/ 246 h 251"/>
                <a:gd name="T34" fmla="*/ 772 w 878"/>
                <a:gd name="T35" fmla="*/ 251 h 251"/>
                <a:gd name="T36" fmla="*/ 106 w 878"/>
                <a:gd name="T37" fmla="*/ 251 h 251"/>
                <a:gd name="T38" fmla="*/ 74 w 878"/>
                <a:gd name="T39" fmla="*/ 246 h 251"/>
                <a:gd name="T40" fmla="*/ 44 w 878"/>
                <a:gd name="T41" fmla="*/ 230 h 251"/>
                <a:gd name="T42" fmla="*/ 21 w 878"/>
                <a:gd name="T43" fmla="*/ 208 h 251"/>
                <a:gd name="T44" fmla="*/ 6 w 878"/>
                <a:gd name="T45" fmla="*/ 178 h 251"/>
                <a:gd name="T46" fmla="*/ 0 w 878"/>
                <a:gd name="T47" fmla="*/ 145 h 251"/>
                <a:gd name="T48" fmla="*/ 0 w 878"/>
                <a:gd name="T4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251">
                  <a:moveTo>
                    <a:pt x="0" y="0"/>
                  </a:moveTo>
                  <a:lnTo>
                    <a:pt x="6" y="34"/>
                  </a:lnTo>
                  <a:lnTo>
                    <a:pt x="21" y="62"/>
                  </a:lnTo>
                  <a:lnTo>
                    <a:pt x="44" y="85"/>
                  </a:lnTo>
                  <a:lnTo>
                    <a:pt x="74" y="100"/>
                  </a:lnTo>
                  <a:lnTo>
                    <a:pt x="106" y="106"/>
                  </a:lnTo>
                  <a:lnTo>
                    <a:pt x="772" y="106"/>
                  </a:lnTo>
                  <a:lnTo>
                    <a:pt x="804" y="100"/>
                  </a:lnTo>
                  <a:lnTo>
                    <a:pt x="834" y="85"/>
                  </a:lnTo>
                  <a:lnTo>
                    <a:pt x="857" y="62"/>
                  </a:lnTo>
                  <a:lnTo>
                    <a:pt x="872" y="34"/>
                  </a:lnTo>
                  <a:lnTo>
                    <a:pt x="878" y="0"/>
                  </a:lnTo>
                  <a:lnTo>
                    <a:pt x="878" y="145"/>
                  </a:lnTo>
                  <a:lnTo>
                    <a:pt x="872" y="178"/>
                  </a:lnTo>
                  <a:lnTo>
                    <a:pt x="857" y="208"/>
                  </a:lnTo>
                  <a:lnTo>
                    <a:pt x="834" y="230"/>
                  </a:lnTo>
                  <a:lnTo>
                    <a:pt x="804" y="246"/>
                  </a:lnTo>
                  <a:lnTo>
                    <a:pt x="772" y="251"/>
                  </a:lnTo>
                  <a:lnTo>
                    <a:pt x="106" y="251"/>
                  </a:lnTo>
                  <a:lnTo>
                    <a:pt x="74" y="246"/>
                  </a:lnTo>
                  <a:lnTo>
                    <a:pt x="44" y="230"/>
                  </a:lnTo>
                  <a:lnTo>
                    <a:pt x="21" y="208"/>
                  </a:lnTo>
                  <a:lnTo>
                    <a:pt x="6" y="178"/>
                  </a:lnTo>
                  <a:lnTo>
                    <a:pt x="0" y="145"/>
                  </a:lnTo>
                  <a:lnTo>
                    <a:pt x="0"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9" name="Freeform 78"/>
            <p:cNvSpPr>
              <a:spLocks/>
            </p:cNvSpPr>
            <p:nvPr/>
          </p:nvSpPr>
          <p:spPr bwMode="auto">
            <a:xfrm>
              <a:off x="2862729" y="3038380"/>
              <a:ext cx="1597781" cy="1564722"/>
            </a:xfrm>
            <a:custGeom>
              <a:avLst/>
              <a:gdLst>
                <a:gd name="T0" fmla="*/ 1261 w 1885"/>
                <a:gd name="T1" fmla="*/ 0 h 1846"/>
                <a:gd name="T2" fmla="*/ 1299 w 1885"/>
                <a:gd name="T3" fmla="*/ 4 h 1846"/>
                <a:gd name="T4" fmla="*/ 1337 w 1885"/>
                <a:gd name="T5" fmla="*/ 15 h 1846"/>
                <a:gd name="T6" fmla="*/ 1375 w 1885"/>
                <a:gd name="T7" fmla="*/ 34 h 1846"/>
                <a:gd name="T8" fmla="*/ 1409 w 1885"/>
                <a:gd name="T9" fmla="*/ 57 h 1846"/>
                <a:gd name="T10" fmla="*/ 1435 w 1885"/>
                <a:gd name="T11" fmla="*/ 81 h 1846"/>
                <a:gd name="T12" fmla="*/ 1838 w 1885"/>
                <a:gd name="T13" fmla="*/ 584 h 1846"/>
                <a:gd name="T14" fmla="*/ 1857 w 1885"/>
                <a:gd name="T15" fmla="*/ 614 h 1846"/>
                <a:gd name="T16" fmla="*/ 1872 w 1885"/>
                <a:gd name="T17" fmla="*/ 652 h 1846"/>
                <a:gd name="T18" fmla="*/ 1881 w 1885"/>
                <a:gd name="T19" fmla="*/ 693 h 1846"/>
                <a:gd name="T20" fmla="*/ 1885 w 1885"/>
                <a:gd name="T21" fmla="*/ 733 h 1846"/>
                <a:gd name="T22" fmla="*/ 1881 w 1885"/>
                <a:gd name="T23" fmla="*/ 771 h 1846"/>
                <a:gd name="T24" fmla="*/ 1740 w 1885"/>
                <a:gd name="T25" fmla="*/ 1396 h 1846"/>
                <a:gd name="T26" fmla="*/ 1726 w 1885"/>
                <a:gd name="T27" fmla="*/ 1432 h 1846"/>
                <a:gd name="T28" fmla="*/ 1708 w 1885"/>
                <a:gd name="T29" fmla="*/ 1468 h 1846"/>
                <a:gd name="T30" fmla="*/ 1681 w 1885"/>
                <a:gd name="T31" fmla="*/ 1500 h 1846"/>
                <a:gd name="T32" fmla="*/ 1651 w 1885"/>
                <a:gd name="T33" fmla="*/ 1526 h 1846"/>
                <a:gd name="T34" fmla="*/ 1621 w 1885"/>
                <a:gd name="T35" fmla="*/ 1547 h 1846"/>
                <a:gd name="T36" fmla="*/ 1042 w 1885"/>
                <a:gd name="T37" fmla="*/ 1827 h 1846"/>
                <a:gd name="T38" fmla="*/ 1006 w 1885"/>
                <a:gd name="T39" fmla="*/ 1840 h 1846"/>
                <a:gd name="T40" fmla="*/ 966 w 1885"/>
                <a:gd name="T41" fmla="*/ 1846 h 1846"/>
                <a:gd name="T42" fmla="*/ 925 w 1885"/>
                <a:gd name="T43" fmla="*/ 1846 h 1846"/>
                <a:gd name="T44" fmla="*/ 885 w 1885"/>
                <a:gd name="T45" fmla="*/ 1840 h 1846"/>
                <a:gd name="T46" fmla="*/ 851 w 1885"/>
                <a:gd name="T47" fmla="*/ 1829 h 1846"/>
                <a:gd name="T48" fmla="*/ 270 w 1885"/>
                <a:gd name="T49" fmla="*/ 1551 h 1846"/>
                <a:gd name="T50" fmla="*/ 238 w 1885"/>
                <a:gd name="T51" fmla="*/ 1532 h 1846"/>
                <a:gd name="T52" fmla="*/ 208 w 1885"/>
                <a:gd name="T53" fmla="*/ 1504 h 1846"/>
                <a:gd name="T54" fmla="*/ 182 w 1885"/>
                <a:gd name="T55" fmla="*/ 1472 h 1846"/>
                <a:gd name="T56" fmla="*/ 163 w 1885"/>
                <a:gd name="T57" fmla="*/ 1438 h 1846"/>
                <a:gd name="T58" fmla="*/ 149 w 1885"/>
                <a:gd name="T59" fmla="*/ 1402 h 1846"/>
                <a:gd name="T60" fmla="*/ 4 w 1885"/>
                <a:gd name="T61" fmla="*/ 776 h 1846"/>
                <a:gd name="T62" fmla="*/ 0 w 1885"/>
                <a:gd name="T63" fmla="*/ 739 h 1846"/>
                <a:gd name="T64" fmla="*/ 4 w 1885"/>
                <a:gd name="T65" fmla="*/ 699 h 1846"/>
                <a:gd name="T66" fmla="*/ 13 w 1885"/>
                <a:gd name="T67" fmla="*/ 657 h 1846"/>
                <a:gd name="T68" fmla="*/ 27 w 1885"/>
                <a:gd name="T69" fmla="*/ 620 h 1846"/>
                <a:gd name="T70" fmla="*/ 47 w 1885"/>
                <a:gd name="T71" fmla="*/ 589 h 1846"/>
                <a:gd name="T72" fmla="*/ 446 w 1885"/>
                <a:gd name="T73" fmla="*/ 85 h 1846"/>
                <a:gd name="T74" fmla="*/ 473 w 1885"/>
                <a:gd name="T75" fmla="*/ 58 h 1846"/>
                <a:gd name="T76" fmla="*/ 505 w 1885"/>
                <a:gd name="T77" fmla="*/ 36 h 1846"/>
                <a:gd name="T78" fmla="*/ 543 w 1885"/>
                <a:gd name="T79" fmla="*/ 19 h 1846"/>
                <a:gd name="T80" fmla="*/ 582 w 1885"/>
                <a:gd name="T81" fmla="*/ 6 h 1846"/>
                <a:gd name="T82" fmla="*/ 618 w 1885"/>
                <a:gd name="T83" fmla="*/ 2 h 1846"/>
                <a:gd name="T84" fmla="*/ 1261 w 1885"/>
                <a:gd name="T85" fmla="*/ 0 h 1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85" h="1846">
                  <a:moveTo>
                    <a:pt x="1261" y="0"/>
                  </a:moveTo>
                  <a:lnTo>
                    <a:pt x="1299" y="4"/>
                  </a:lnTo>
                  <a:lnTo>
                    <a:pt x="1337" y="15"/>
                  </a:lnTo>
                  <a:lnTo>
                    <a:pt x="1375" y="34"/>
                  </a:lnTo>
                  <a:lnTo>
                    <a:pt x="1409" y="57"/>
                  </a:lnTo>
                  <a:lnTo>
                    <a:pt x="1435" y="81"/>
                  </a:lnTo>
                  <a:lnTo>
                    <a:pt x="1838" y="584"/>
                  </a:lnTo>
                  <a:lnTo>
                    <a:pt x="1857" y="614"/>
                  </a:lnTo>
                  <a:lnTo>
                    <a:pt x="1872" y="652"/>
                  </a:lnTo>
                  <a:lnTo>
                    <a:pt x="1881" y="693"/>
                  </a:lnTo>
                  <a:lnTo>
                    <a:pt x="1885" y="733"/>
                  </a:lnTo>
                  <a:lnTo>
                    <a:pt x="1881" y="771"/>
                  </a:lnTo>
                  <a:lnTo>
                    <a:pt x="1740" y="1396"/>
                  </a:lnTo>
                  <a:lnTo>
                    <a:pt x="1726" y="1432"/>
                  </a:lnTo>
                  <a:lnTo>
                    <a:pt x="1708" y="1468"/>
                  </a:lnTo>
                  <a:lnTo>
                    <a:pt x="1681" y="1500"/>
                  </a:lnTo>
                  <a:lnTo>
                    <a:pt x="1651" y="1526"/>
                  </a:lnTo>
                  <a:lnTo>
                    <a:pt x="1621" y="1547"/>
                  </a:lnTo>
                  <a:lnTo>
                    <a:pt x="1042" y="1827"/>
                  </a:lnTo>
                  <a:lnTo>
                    <a:pt x="1006" y="1840"/>
                  </a:lnTo>
                  <a:lnTo>
                    <a:pt x="966" y="1846"/>
                  </a:lnTo>
                  <a:lnTo>
                    <a:pt x="925" y="1846"/>
                  </a:lnTo>
                  <a:lnTo>
                    <a:pt x="885" y="1840"/>
                  </a:lnTo>
                  <a:lnTo>
                    <a:pt x="851" y="1829"/>
                  </a:lnTo>
                  <a:lnTo>
                    <a:pt x="270" y="1551"/>
                  </a:lnTo>
                  <a:lnTo>
                    <a:pt x="238" y="1532"/>
                  </a:lnTo>
                  <a:lnTo>
                    <a:pt x="208" y="1504"/>
                  </a:lnTo>
                  <a:lnTo>
                    <a:pt x="182" y="1472"/>
                  </a:lnTo>
                  <a:lnTo>
                    <a:pt x="163" y="1438"/>
                  </a:lnTo>
                  <a:lnTo>
                    <a:pt x="149" y="1402"/>
                  </a:lnTo>
                  <a:lnTo>
                    <a:pt x="4" y="776"/>
                  </a:lnTo>
                  <a:lnTo>
                    <a:pt x="0" y="739"/>
                  </a:lnTo>
                  <a:lnTo>
                    <a:pt x="4" y="699"/>
                  </a:lnTo>
                  <a:lnTo>
                    <a:pt x="13" y="657"/>
                  </a:lnTo>
                  <a:lnTo>
                    <a:pt x="27" y="620"/>
                  </a:lnTo>
                  <a:lnTo>
                    <a:pt x="47" y="589"/>
                  </a:lnTo>
                  <a:lnTo>
                    <a:pt x="446" y="85"/>
                  </a:lnTo>
                  <a:lnTo>
                    <a:pt x="473" y="58"/>
                  </a:lnTo>
                  <a:lnTo>
                    <a:pt x="505" y="36"/>
                  </a:lnTo>
                  <a:lnTo>
                    <a:pt x="543" y="19"/>
                  </a:lnTo>
                  <a:lnTo>
                    <a:pt x="582" y="6"/>
                  </a:lnTo>
                  <a:lnTo>
                    <a:pt x="618" y="2"/>
                  </a:lnTo>
                  <a:lnTo>
                    <a:pt x="1261" y="0"/>
                  </a:lnTo>
                  <a:close/>
                </a:path>
              </a:pathLst>
            </a:custGeom>
            <a:gradFill flip="none" rotWithShape="1">
              <a:gsLst>
                <a:gs pos="0">
                  <a:schemeClr val="bg1"/>
                </a:gs>
                <a:gs pos="100000">
                  <a:schemeClr val="bg1">
                    <a:lumMod val="85000"/>
                  </a:schemeClr>
                </a:gs>
              </a:gsLst>
              <a:lin ang="2700000" scaled="1"/>
              <a:tileRect/>
            </a:gradFill>
            <a:ln w="0">
              <a:noFill/>
              <a:prstDash val="solid"/>
              <a:round/>
              <a:headEnd/>
              <a:tailEnd/>
            </a:ln>
            <a:effectLst>
              <a:outerShdw blurRad="190500" sx="102000" sy="102000" algn="ctr" rotWithShape="0">
                <a:prstClr val="black">
                  <a:alpha val="8000"/>
                </a:prstClr>
              </a:outerShdw>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80" name="TextBox 79"/>
            <p:cNvSpPr txBox="1"/>
            <p:nvPr/>
          </p:nvSpPr>
          <p:spPr>
            <a:xfrm>
              <a:off x="3477103" y="264445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01</a:t>
              </a:r>
              <a:endParaRPr lang="en-IN" sz="1400" b="1" dirty="0">
                <a:solidFill>
                  <a:prstClr val="white"/>
                </a:solidFill>
                <a:latin typeface="Arial" pitchFamily="34" charset="0"/>
                <a:cs typeface="Arial" pitchFamily="34" charset="0"/>
              </a:endParaRPr>
            </a:p>
          </p:txBody>
        </p:sp>
        <p:sp>
          <p:nvSpPr>
            <p:cNvPr id="81" name="TextBox 80"/>
            <p:cNvSpPr txBox="1"/>
            <p:nvPr/>
          </p:nvSpPr>
          <p:spPr>
            <a:xfrm rot="2937415">
              <a:off x="4250494" y="3028069"/>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02</a:t>
              </a:r>
              <a:endParaRPr lang="en-IN" sz="1400" b="1" dirty="0">
                <a:solidFill>
                  <a:prstClr val="white"/>
                </a:solidFill>
                <a:latin typeface="Arial" pitchFamily="34" charset="0"/>
                <a:cs typeface="Arial" pitchFamily="34" charset="0"/>
              </a:endParaRPr>
            </a:p>
          </p:txBody>
        </p:sp>
        <p:sp>
          <p:nvSpPr>
            <p:cNvPr id="82" name="TextBox 81"/>
            <p:cNvSpPr txBox="1"/>
            <p:nvPr/>
          </p:nvSpPr>
          <p:spPr>
            <a:xfrm rot="16949909">
              <a:off x="4433397" y="385845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03</a:t>
              </a:r>
              <a:endParaRPr lang="en-IN" sz="1400" b="1" dirty="0">
                <a:solidFill>
                  <a:prstClr val="white"/>
                </a:solidFill>
                <a:latin typeface="Arial" pitchFamily="34" charset="0"/>
                <a:cs typeface="Arial" pitchFamily="34" charset="0"/>
              </a:endParaRPr>
            </a:p>
          </p:txBody>
        </p:sp>
        <p:sp>
          <p:nvSpPr>
            <p:cNvPr id="83" name="TextBox 82"/>
            <p:cNvSpPr txBox="1"/>
            <p:nvPr/>
          </p:nvSpPr>
          <p:spPr>
            <a:xfrm rot="20026711">
              <a:off x="3893510" y="4523470"/>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04</a:t>
              </a:r>
              <a:endParaRPr lang="en-IN" sz="1400" b="1" dirty="0">
                <a:solidFill>
                  <a:prstClr val="white"/>
                </a:solidFill>
                <a:latin typeface="Arial" pitchFamily="34" charset="0"/>
                <a:cs typeface="Arial" pitchFamily="34" charset="0"/>
              </a:endParaRPr>
            </a:p>
          </p:txBody>
        </p:sp>
        <p:sp>
          <p:nvSpPr>
            <p:cNvPr id="84" name="TextBox 83"/>
            <p:cNvSpPr txBox="1"/>
            <p:nvPr/>
          </p:nvSpPr>
          <p:spPr>
            <a:xfrm rot="1465680">
              <a:off x="3051154" y="452901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05</a:t>
              </a:r>
              <a:endParaRPr lang="en-IN" sz="1400" b="1" dirty="0">
                <a:solidFill>
                  <a:prstClr val="white"/>
                </a:solidFill>
                <a:latin typeface="Arial" pitchFamily="34" charset="0"/>
                <a:cs typeface="Arial" pitchFamily="34" charset="0"/>
              </a:endParaRPr>
            </a:p>
          </p:txBody>
        </p:sp>
        <p:sp>
          <p:nvSpPr>
            <p:cNvPr id="85" name="TextBox 84"/>
            <p:cNvSpPr txBox="1"/>
            <p:nvPr/>
          </p:nvSpPr>
          <p:spPr>
            <a:xfrm rot="15511203">
              <a:off x="2513598" y="389170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06</a:t>
              </a:r>
              <a:endParaRPr lang="en-IN" sz="1400" b="1" dirty="0">
                <a:solidFill>
                  <a:prstClr val="white"/>
                </a:solidFill>
                <a:latin typeface="Arial" pitchFamily="34" charset="0"/>
                <a:cs typeface="Arial" pitchFamily="34" charset="0"/>
              </a:endParaRPr>
            </a:p>
          </p:txBody>
        </p:sp>
        <p:sp>
          <p:nvSpPr>
            <p:cNvPr id="86" name="TextBox 85"/>
            <p:cNvSpPr txBox="1"/>
            <p:nvPr/>
          </p:nvSpPr>
          <p:spPr>
            <a:xfrm rot="18533137">
              <a:off x="2696481" y="303272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07</a:t>
              </a:r>
              <a:endParaRPr lang="en-IN" sz="1400" b="1" dirty="0">
                <a:solidFill>
                  <a:prstClr val="white"/>
                </a:solidFill>
                <a:latin typeface="Arial" pitchFamily="34" charset="0"/>
                <a:cs typeface="Arial" pitchFamily="34" charset="0"/>
              </a:endParaRPr>
            </a:p>
          </p:txBody>
        </p:sp>
      </p:grpSp>
      <p:sp>
        <p:nvSpPr>
          <p:cNvPr id="101" name="Rounded Rectangle 100"/>
          <p:cNvSpPr/>
          <p:nvPr/>
        </p:nvSpPr>
        <p:spPr>
          <a:xfrm>
            <a:off x="6986066" y="1706119"/>
            <a:ext cx="4104456" cy="4687176"/>
          </a:xfrm>
          <a:prstGeom prst="roundRect">
            <a:avLst>
              <a:gd name="adj" fmla="val 779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dirty="0">
              <a:solidFill>
                <a:prstClr val="white"/>
              </a:solidFill>
              <a:latin typeface="Calibri"/>
            </a:endParaRPr>
          </a:p>
        </p:txBody>
      </p:sp>
      <p:sp>
        <p:nvSpPr>
          <p:cNvPr id="102" name="Oval 101"/>
          <p:cNvSpPr/>
          <p:nvPr/>
        </p:nvSpPr>
        <p:spPr>
          <a:xfrm>
            <a:off x="8197708" y="859299"/>
            <a:ext cx="1681172" cy="1681172"/>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r>
              <a:rPr lang="en-IN" sz="4000" b="1" dirty="0">
                <a:solidFill>
                  <a:prstClr val="white"/>
                </a:solidFill>
                <a:latin typeface="Arial" pitchFamily="34" charset="0"/>
                <a:cs typeface="Arial" pitchFamily="34" charset="0"/>
              </a:rPr>
              <a:t>01</a:t>
            </a:r>
          </a:p>
        </p:txBody>
      </p:sp>
      <p:sp>
        <p:nvSpPr>
          <p:cNvPr id="105" name="TextBox 104"/>
          <p:cNvSpPr txBox="1"/>
          <p:nvPr/>
        </p:nvSpPr>
        <p:spPr>
          <a:xfrm>
            <a:off x="7573652" y="2529988"/>
            <a:ext cx="3076830" cy="400110"/>
          </a:xfrm>
          <a:prstGeom prst="rect">
            <a:avLst/>
          </a:prstGeom>
          <a:noFill/>
        </p:spPr>
        <p:txBody>
          <a:bodyPr wrap="square" rtlCol="0" anchor="b">
            <a:spAutoFit/>
          </a:bodyPr>
          <a:lstStyle/>
          <a:p>
            <a:pPr algn="ctr" defTabSz="1218987"/>
            <a:r>
              <a:rPr lang="en-GB" sz="2000" b="1" dirty="0">
                <a:solidFill>
                  <a:prstClr val="black">
                    <a:lumMod val="75000"/>
                    <a:lumOff val="25000"/>
                  </a:prstClr>
                </a:solidFill>
                <a:latin typeface="Arial" pitchFamily="34" charset="0"/>
                <a:cs typeface="Arial" pitchFamily="34" charset="0"/>
              </a:rPr>
              <a:t>Rule-Based System</a:t>
            </a:r>
          </a:p>
        </p:txBody>
      </p:sp>
      <p:sp>
        <p:nvSpPr>
          <p:cNvPr id="151" name="TextBox 150">
            <a:extLst>
              <a:ext uri="{FF2B5EF4-FFF2-40B4-BE49-F238E27FC236}">
                <a16:creationId xmlns:a16="http://schemas.microsoft.com/office/drawing/2014/main" id="{4F762614-764A-450A-B02C-5AC51BEF6378}"/>
              </a:ext>
            </a:extLst>
          </p:cNvPr>
          <p:cNvSpPr txBox="1"/>
          <p:nvPr/>
        </p:nvSpPr>
        <p:spPr>
          <a:xfrm>
            <a:off x="3018794" y="1023469"/>
            <a:ext cx="1416177" cy="954107"/>
          </a:xfrm>
          <a:prstGeom prst="rect">
            <a:avLst/>
          </a:prstGeom>
          <a:noFill/>
        </p:spPr>
        <p:txBody>
          <a:bodyPr wrap="square" rtlCol="0" anchor="b">
            <a:spAutoFit/>
          </a:bodyPr>
          <a:lstStyle/>
          <a:p>
            <a:pPr algn="ctr" defTabSz="1218987"/>
            <a:r>
              <a:rPr lang="en-IN" sz="1400" b="1" dirty="0">
                <a:solidFill>
                  <a:schemeClr val="bg1"/>
                </a:solidFill>
                <a:latin typeface="Arial" panose="020B0604020202020204" pitchFamily="34" charset="0"/>
                <a:cs typeface="Arial" pitchFamily="34" charset="0"/>
              </a:rPr>
              <a:t>•	Rule-Based Systems</a:t>
            </a:r>
          </a:p>
        </p:txBody>
      </p:sp>
      <p:sp>
        <p:nvSpPr>
          <p:cNvPr id="152" name="TextBox 151">
            <a:extLst>
              <a:ext uri="{FF2B5EF4-FFF2-40B4-BE49-F238E27FC236}">
                <a16:creationId xmlns:a16="http://schemas.microsoft.com/office/drawing/2014/main" id="{CF3FEEA3-1749-40CB-B30D-0F8FEDDFEC16}"/>
              </a:ext>
            </a:extLst>
          </p:cNvPr>
          <p:cNvSpPr txBox="1"/>
          <p:nvPr/>
        </p:nvSpPr>
        <p:spPr>
          <a:xfrm>
            <a:off x="4313633" y="2226546"/>
            <a:ext cx="1659954" cy="523220"/>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Logistic Regression</a:t>
            </a:r>
          </a:p>
        </p:txBody>
      </p:sp>
      <p:sp>
        <p:nvSpPr>
          <p:cNvPr id="153" name="TextBox 152">
            <a:extLst>
              <a:ext uri="{FF2B5EF4-FFF2-40B4-BE49-F238E27FC236}">
                <a16:creationId xmlns:a16="http://schemas.microsoft.com/office/drawing/2014/main" id="{0CBF963C-2C89-4DB7-AE2A-F4C1FA930B12}"/>
              </a:ext>
            </a:extLst>
          </p:cNvPr>
          <p:cNvSpPr txBox="1"/>
          <p:nvPr/>
        </p:nvSpPr>
        <p:spPr>
          <a:xfrm>
            <a:off x="4679772" y="4056380"/>
            <a:ext cx="1644397"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Neural Networks </a:t>
            </a:r>
          </a:p>
        </p:txBody>
      </p:sp>
      <p:sp>
        <p:nvSpPr>
          <p:cNvPr id="155" name="TextBox 154">
            <a:extLst>
              <a:ext uri="{FF2B5EF4-FFF2-40B4-BE49-F238E27FC236}">
                <a16:creationId xmlns:a16="http://schemas.microsoft.com/office/drawing/2014/main" id="{A768CFFD-7B52-46D0-89F1-8623A428839C}"/>
              </a:ext>
            </a:extLst>
          </p:cNvPr>
          <p:cNvSpPr txBox="1"/>
          <p:nvPr/>
        </p:nvSpPr>
        <p:spPr>
          <a:xfrm>
            <a:off x="1414601" y="2545449"/>
            <a:ext cx="1615569" cy="307777"/>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Deep Learning</a:t>
            </a:r>
          </a:p>
        </p:txBody>
      </p:sp>
      <p:sp>
        <p:nvSpPr>
          <p:cNvPr id="156" name="TextBox 155">
            <a:extLst>
              <a:ext uri="{FF2B5EF4-FFF2-40B4-BE49-F238E27FC236}">
                <a16:creationId xmlns:a16="http://schemas.microsoft.com/office/drawing/2014/main" id="{C26BA1C1-61B9-468C-B808-5F79BAF35FFC}"/>
              </a:ext>
            </a:extLst>
          </p:cNvPr>
          <p:cNvSpPr txBox="1"/>
          <p:nvPr/>
        </p:nvSpPr>
        <p:spPr>
          <a:xfrm>
            <a:off x="2248986" y="5366738"/>
            <a:ext cx="1297126" cy="523220"/>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Anomaly Detection</a:t>
            </a:r>
          </a:p>
        </p:txBody>
      </p:sp>
      <p:sp>
        <p:nvSpPr>
          <p:cNvPr id="157" name="TextBox 156">
            <a:extLst>
              <a:ext uri="{FF2B5EF4-FFF2-40B4-BE49-F238E27FC236}">
                <a16:creationId xmlns:a16="http://schemas.microsoft.com/office/drawing/2014/main" id="{D6DD15D8-54BF-4DA7-A4B0-E64BC3EFEB46}"/>
              </a:ext>
            </a:extLst>
          </p:cNvPr>
          <p:cNvSpPr txBox="1"/>
          <p:nvPr/>
        </p:nvSpPr>
        <p:spPr>
          <a:xfrm>
            <a:off x="3690464" y="5349377"/>
            <a:ext cx="1597780"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Clustering</a:t>
            </a:r>
          </a:p>
        </p:txBody>
      </p:sp>
      <p:sp>
        <p:nvSpPr>
          <p:cNvPr id="2" name="TextBox 1">
            <a:extLst>
              <a:ext uri="{FF2B5EF4-FFF2-40B4-BE49-F238E27FC236}">
                <a16:creationId xmlns:a16="http://schemas.microsoft.com/office/drawing/2014/main" id="{8BE4E067-9966-48D0-96FE-8FE77995EFD1}"/>
              </a:ext>
            </a:extLst>
          </p:cNvPr>
          <p:cNvSpPr txBox="1"/>
          <p:nvPr/>
        </p:nvSpPr>
        <p:spPr>
          <a:xfrm>
            <a:off x="7092080" y="3827080"/>
            <a:ext cx="3813657" cy="276999"/>
          </a:xfrm>
          <a:prstGeom prst="rect">
            <a:avLst/>
          </a:prstGeom>
          <a:noFill/>
        </p:spPr>
        <p:txBody>
          <a:bodyPr wrap="square" rtlCol="0">
            <a:spAutoFit/>
          </a:bodyPr>
          <a:lstStyle/>
          <a:p>
            <a:endParaRPr lang="en-PK" sz="1200" dirty="0"/>
          </a:p>
        </p:txBody>
      </p:sp>
      <p:sp>
        <p:nvSpPr>
          <p:cNvPr id="5" name="TextBox 4">
            <a:extLst>
              <a:ext uri="{FF2B5EF4-FFF2-40B4-BE49-F238E27FC236}">
                <a16:creationId xmlns:a16="http://schemas.microsoft.com/office/drawing/2014/main" id="{91BB631D-6795-4D82-B79D-0F9EF0972A9F}"/>
              </a:ext>
            </a:extLst>
          </p:cNvPr>
          <p:cNvSpPr txBox="1"/>
          <p:nvPr/>
        </p:nvSpPr>
        <p:spPr>
          <a:xfrm>
            <a:off x="7184571" y="3136713"/>
            <a:ext cx="3721166" cy="2585323"/>
          </a:xfrm>
          <a:prstGeom prst="rect">
            <a:avLst/>
          </a:prstGeom>
          <a:noFill/>
        </p:spPr>
        <p:txBody>
          <a:bodyPr wrap="square" rtlCol="0">
            <a:spAutoFit/>
          </a:bodyPr>
          <a:lstStyle/>
          <a:p>
            <a:r>
              <a:rPr lang="en-US" dirty="0"/>
              <a:t>A rule-based system is a computer system in which domain-specific knowledge is represented in the form of rules and general-purpose reasoning is used to solve problems in the domain.</a:t>
            </a:r>
          </a:p>
          <a:p>
            <a:r>
              <a:rPr lang="en-US" dirty="0"/>
              <a:t>Example: Blocking transactions over a certain amount from new IP addresses or locations</a:t>
            </a:r>
            <a:endParaRPr lang="en-PK" dirty="0"/>
          </a:p>
        </p:txBody>
      </p:sp>
      <p:pic>
        <p:nvPicPr>
          <p:cNvPr id="49" name="Picture 48">
            <a:extLst>
              <a:ext uri="{FF2B5EF4-FFF2-40B4-BE49-F238E27FC236}">
                <a16:creationId xmlns:a16="http://schemas.microsoft.com/office/drawing/2014/main" id="{3C52CD59-D234-4ED9-AC52-0C9655646CC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
        <p:nvSpPr>
          <p:cNvPr id="50" name="Title 1">
            <a:extLst>
              <a:ext uri="{FF2B5EF4-FFF2-40B4-BE49-F238E27FC236}">
                <a16:creationId xmlns:a16="http://schemas.microsoft.com/office/drawing/2014/main" id="{8FBCF263-EC07-41CC-9491-10DB862F5484}"/>
              </a:ext>
            </a:extLst>
          </p:cNvPr>
          <p:cNvSpPr>
            <a:spLocks noGrp="1"/>
          </p:cNvSpPr>
          <p:nvPr>
            <p:ph type="title"/>
          </p:nvPr>
        </p:nvSpPr>
        <p:spPr>
          <a:xfrm>
            <a:off x="69012" y="14494"/>
            <a:ext cx="9592574" cy="711081"/>
          </a:xfrm>
          <a:solidFill>
            <a:srgbClr val="0361AE"/>
          </a:solidFill>
        </p:spPr>
        <p:txBody>
          <a:bodyPr/>
          <a:lstStyle/>
          <a:p>
            <a:r>
              <a:rPr lang="en-IN" sz="2400" dirty="0">
                <a:solidFill>
                  <a:schemeClr val="bg1"/>
                </a:solidFill>
                <a:latin typeface="Arial" panose="020B0604020202020204" pitchFamily="34" charset="0"/>
                <a:cs typeface="Arial" panose="020B0604020202020204" pitchFamily="34" charset="0"/>
              </a:rPr>
              <a:t>Detection Techniques</a:t>
            </a:r>
          </a:p>
        </p:txBody>
      </p:sp>
      <p:sp>
        <p:nvSpPr>
          <p:cNvPr id="52" name="TextBox 51">
            <a:extLst>
              <a:ext uri="{FF2B5EF4-FFF2-40B4-BE49-F238E27FC236}">
                <a16:creationId xmlns:a16="http://schemas.microsoft.com/office/drawing/2014/main" id="{A0579FEB-A0C4-4C59-8123-67828C006573}"/>
              </a:ext>
            </a:extLst>
          </p:cNvPr>
          <p:cNvSpPr txBox="1"/>
          <p:nvPr/>
        </p:nvSpPr>
        <p:spPr>
          <a:xfrm>
            <a:off x="1040396" y="4046627"/>
            <a:ext cx="1620977" cy="492443"/>
          </a:xfrm>
          <a:prstGeom prst="rect">
            <a:avLst/>
          </a:prstGeom>
          <a:noFill/>
        </p:spPr>
        <p:txBody>
          <a:bodyPr wrap="square" rtlCol="0" anchor="b">
            <a:spAutoFit/>
          </a:bodyPr>
          <a:lstStyle/>
          <a:p>
            <a:pPr algn="ctr" defTabSz="1218987"/>
            <a:r>
              <a:rPr lang="en-US" sz="1300" b="1" dirty="0">
                <a:solidFill>
                  <a:schemeClr val="bg1"/>
                </a:solidFill>
                <a:latin typeface="Arial" panose="020B0604020202020204" pitchFamily="34" charset="0"/>
                <a:cs typeface="Arial" pitchFamily="34" charset="0"/>
              </a:rPr>
              <a:t>Gradient Boosting</a:t>
            </a:r>
          </a:p>
        </p:txBody>
      </p:sp>
    </p:spTree>
    <p:extLst>
      <p:ext uri="{BB962C8B-B14F-4D97-AF65-F5344CB8AC3E}">
        <p14:creationId xmlns:p14="http://schemas.microsoft.com/office/powerpoint/2010/main" val="68891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p:cNvGrpSpPr/>
          <p:nvPr/>
        </p:nvGrpSpPr>
        <p:grpSpPr>
          <a:xfrm>
            <a:off x="1029200" y="1198179"/>
            <a:ext cx="5280728" cy="5195116"/>
            <a:chOff x="1027612" y="1198179"/>
            <a:chExt cx="5280728" cy="5195116"/>
          </a:xfrm>
        </p:grpSpPr>
        <p:grpSp>
          <p:nvGrpSpPr>
            <p:cNvPr id="57" name="Group 56"/>
            <p:cNvGrpSpPr/>
            <p:nvPr/>
          </p:nvGrpSpPr>
          <p:grpSpPr>
            <a:xfrm>
              <a:off x="1027612" y="1198179"/>
              <a:ext cx="5280728" cy="5195116"/>
              <a:chOff x="3407432" y="1152319"/>
              <a:chExt cx="5373960" cy="5286836"/>
            </a:xfrm>
            <a:effectLst>
              <a:outerShdw blurRad="381000" dist="88900" dir="2700000" algn="tl" rotWithShape="0">
                <a:prstClr val="black">
                  <a:alpha val="48000"/>
                </a:prstClr>
              </a:outerShdw>
            </a:effectLst>
          </p:grpSpPr>
          <p:sp>
            <p:nvSpPr>
              <p:cNvPr id="58" name="Freeform 57"/>
              <p:cNvSpPr>
                <a:spLocks/>
              </p:cNvSpPr>
              <p:nvPr/>
            </p:nvSpPr>
            <p:spPr bwMode="auto">
              <a:xfrm>
                <a:off x="5243895" y="1152319"/>
                <a:ext cx="1676883" cy="1931347"/>
              </a:xfrm>
              <a:custGeom>
                <a:avLst/>
                <a:gdLst>
                  <a:gd name="T0" fmla="*/ 1570 w 1944"/>
                  <a:gd name="T1" fmla="*/ 0 h 2239"/>
                  <a:gd name="T2" fmla="*/ 1579 w 1944"/>
                  <a:gd name="T3" fmla="*/ 0 h 2239"/>
                  <a:gd name="T4" fmla="*/ 1594 w 1944"/>
                  <a:gd name="T5" fmla="*/ 2 h 2239"/>
                  <a:gd name="T6" fmla="*/ 1613 w 1944"/>
                  <a:gd name="T7" fmla="*/ 4 h 2239"/>
                  <a:gd name="T8" fmla="*/ 1638 w 1944"/>
                  <a:gd name="T9" fmla="*/ 6 h 2239"/>
                  <a:gd name="T10" fmla="*/ 1664 w 1944"/>
                  <a:gd name="T11" fmla="*/ 11 h 2239"/>
                  <a:gd name="T12" fmla="*/ 1692 w 1944"/>
                  <a:gd name="T13" fmla="*/ 19 h 2239"/>
                  <a:gd name="T14" fmla="*/ 1725 w 1944"/>
                  <a:gd name="T15" fmla="*/ 28 h 2239"/>
                  <a:gd name="T16" fmla="*/ 1755 w 1944"/>
                  <a:gd name="T17" fmla="*/ 40 h 2239"/>
                  <a:gd name="T18" fmla="*/ 1787 w 1944"/>
                  <a:gd name="T19" fmla="*/ 57 h 2239"/>
                  <a:gd name="T20" fmla="*/ 1817 w 1944"/>
                  <a:gd name="T21" fmla="*/ 76 h 2239"/>
                  <a:gd name="T22" fmla="*/ 1846 w 1944"/>
                  <a:gd name="T23" fmla="*/ 98 h 2239"/>
                  <a:gd name="T24" fmla="*/ 1874 w 1944"/>
                  <a:gd name="T25" fmla="*/ 125 h 2239"/>
                  <a:gd name="T26" fmla="*/ 1897 w 1944"/>
                  <a:gd name="T27" fmla="*/ 157 h 2239"/>
                  <a:gd name="T28" fmla="*/ 1917 w 1944"/>
                  <a:gd name="T29" fmla="*/ 195 h 2239"/>
                  <a:gd name="T30" fmla="*/ 1933 w 1944"/>
                  <a:gd name="T31" fmla="*/ 238 h 2239"/>
                  <a:gd name="T32" fmla="*/ 1942 w 1944"/>
                  <a:gd name="T33" fmla="*/ 285 h 2239"/>
                  <a:gd name="T34" fmla="*/ 1944 w 1944"/>
                  <a:gd name="T35" fmla="*/ 340 h 2239"/>
                  <a:gd name="T36" fmla="*/ 1944 w 1944"/>
                  <a:gd name="T37" fmla="*/ 440 h 2239"/>
                  <a:gd name="T38" fmla="*/ 1944 w 1944"/>
                  <a:gd name="T39" fmla="*/ 531 h 2239"/>
                  <a:gd name="T40" fmla="*/ 1944 w 1944"/>
                  <a:gd name="T41" fmla="*/ 612 h 2239"/>
                  <a:gd name="T42" fmla="*/ 1944 w 1944"/>
                  <a:gd name="T43" fmla="*/ 684 h 2239"/>
                  <a:gd name="T44" fmla="*/ 1944 w 1944"/>
                  <a:gd name="T45" fmla="*/ 797 h 2239"/>
                  <a:gd name="T46" fmla="*/ 1944 w 1944"/>
                  <a:gd name="T47" fmla="*/ 839 h 2239"/>
                  <a:gd name="T48" fmla="*/ 1944 w 1944"/>
                  <a:gd name="T49" fmla="*/ 869 h 2239"/>
                  <a:gd name="T50" fmla="*/ 1944 w 1944"/>
                  <a:gd name="T51" fmla="*/ 886 h 2239"/>
                  <a:gd name="T52" fmla="*/ 1944 w 1944"/>
                  <a:gd name="T53" fmla="*/ 892 h 2239"/>
                  <a:gd name="T54" fmla="*/ 1314 w 1944"/>
                  <a:gd name="T55" fmla="*/ 2231 h 2239"/>
                  <a:gd name="T56" fmla="*/ 634 w 1944"/>
                  <a:gd name="T57" fmla="*/ 2239 h 2239"/>
                  <a:gd name="T58" fmla="*/ 0 w 1944"/>
                  <a:gd name="T59" fmla="*/ 886 h 2239"/>
                  <a:gd name="T60" fmla="*/ 0 w 1944"/>
                  <a:gd name="T61" fmla="*/ 312 h 2239"/>
                  <a:gd name="T62" fmla="*/ 0 w 1944"/>
                  <a:gd name="T63" fmla="*/ 308 h 2239"/>
                  <a:gd name="T64" fmla="*/ 0 w 1944"/>
                  <a:gd name="T65" fmla="*/ 301 h 2239"/>
                  <a:gd name="T66" fmla="*/ 0 w 1944"/>
                  <a:gd name="T67" fmla="*/ 287 h 2239"/>
                  <a:gd name="T68" fmla="*/ 2 w 1944"/>
                  <a:gd name="T69" fmla="*/ 268 h 2239"/>
                  <a:gd name="T70" fmla="*/ 6 w 1944"/>
                  <a:gd name="T71" fmla="*/ 248 h 2239"/>
                  <a:gd name="T72" fmla="*/ 13 w 1944"/>
                  <a:gd name="T73" fmla="*/ 223 h 2239"/>
                  <a:gd name="T74" fmla="*/ 21 w 1944"/>
                  <a:gd name="T75" fmla="*/ 197 h 2239"/>
                  <a:gd name="T76" fmla="*/ 32 w 1944"/>
                  <a:gd name="T77" fmla="*/ 170 h 2239"/>
                  <a:gd name="T78" fmla="*/ 47 w 1944"/>
                  <a:gd name="T79" fmla="*/ 142 h 2239"/>
                  <a:gd name="T80" fmla="*/ 64 w 1944"/>
                  <a:gd name="T81" fmla="*/ 115 h 2239"/>
                  <a:gd name="T82" fmla="*/ 87 w 1944"/>
                  <a:gd name="T83" fmla="*/ 89 h 2239"/>
                  <a:gd name="T84" fmla="*/ 115 w 1944"/>
                  <a:gd name="T85" fmla="*/ 66 h 2239"/>
                  <a:gd name="T86" fmla="*/ 148 w 1944"/>
                  <a:gd name="T87" fmla="*/ 44 h 2239"/>
                  <a:gd name="T88" fmla="*/ 185 w 1944"/>
                  <a:gd name="T89" fmla="*/ 27 h 2239"/>
                  <a:gd name="T90" fmla="*/ 229 w 1944"/>
                  <a:gd name="T91" fmla="*/ 13 h 2239"/>
                  <a:gd name="T92" fmla="*/ 278 w 1944"/>
                  <a:gd name="T93" fmla="*/ 4 h 2239"/>
                  <a:gd name="T94" fmla="*/ 337 w 1944"/>
                  <a:gd name="T95" fmla="*/ 0 h 2239"/>
                  <a:gd name="T96" fmla="*/ 1566 w 1944"/>
                  <a:gd name="T97" fmla="*/ 0 h 2239"/>
                  <a:gd name="T98" fmla="*/ 1570 w 1944"/>
                  <a:gd name="T99" fmla="*/ 0 h 2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4" h="2239">
                    <a:moveTo>
                      <a:pt x="1570" y="0"/>
                    </a:moveTo>
                    <a:lnTo>
                      <a:pt x="1579" y="0"/>
                    </a:lnTo>
                    <a:lnTo>
                      <a:pt x="1594" y="2"/>
                    </a:lnTo>
                    <a:lnTo>
                      <a:pt x="1613" y="4"/>
                    </a:lnTo>
                    <a:lnTo>
                      <a:pt x="1638" y="6"/>
                    </a:lnTo>
                    <a:lnTo>
                      <a:pt x="1664" y="11"/>
                    </a:lnTo>
                    <a:lnTo>
                      <a:pt x="1692" y="19"/>
                    </a:lnTo>
                    <a:lnTo>
                      <a:pt x="1725" y="28"/>
                    </a:lnTo>
                    <a:lnTo>
                      <a:pt x="1755" y="40"/>
                    </a:lnTo>
                    <a:lnTo>
                      <a:pt x="1787" y="57"/>
                    </a:lnTo>
                    <a:lnTo>
                      <a:pt x="1817" y="76"/>
                    </a:lnTo>
                    <a:lnTo>
                      <a:pt x="1846" y="98"/>
                    </a:lnTo>
                    <a:lnTo>
                      <a:pt x="1874" y="125"/>
                    </a:lnTo>
                    <a:lnTo>
                      <a:pt x="1897" y="157"/>
                    </a:lnTo>
                    <a:lnTo>
                      <a:pt x="1917" y="195"/>
                    </a:lnTo>
                    <a:lnTo>
                      <a:pt x="1933" y="238"/>
                    </a:lnTo>
                    <a:lnTo>
                      <a:pt x="1942" y="285"/>
                    </a:lnTo>
                    <a:lnTo>
                      <a:pt x="1944" y="340"/>
                    </a:lnTo>
                    <a:lnTo>
                      <a:pt x="1944" y="440"/>
                    </a:lnTo>
                    <a:lnTo>
                      <a:pt x="1944" y="531"/>
                    </a:lnTo>
                    <a:lnTo>
                      <a:pt x="1944" y="612"/>
                    </a:lnTo>
                    <a:lnTo>
                      <a:pt x="1944" y="684"/>
                    </a:lnTo>
                    <a:lnTo>
                      <a:pt x="1944" y="797"/>
                    </a:lnTo>
                    <a:lnTo>
                      <a:pt x="1944" y="839"/>
                    </a:lnTo>
                    <a:lnTo>
                      <a:pt x="1944" y="869"/>
                    </a:lnTo>
                    <a:lnTo>
                      <a:pt x="1944" y="886"/>
                    </a:lnTo>
                    <a:lnTo>
                      <a:pt x="1944" y="892"/>
                    </a:lnTo>
                    <a:lnTo>
                      <a:pt x="1314" y="2231"/>
                    </a:lnTo>
                    <a:lnTo>
                      <a:pt x="634" y="2239"/>
                    </a:lnTo>
                    <a:lnTo>
                      <a:pt x="0" y="886"/>
                    </a:lnTo>
                    <a:lnTo>
                      <a:pt x="0" y="312"/>
                    </a:lnTo>
                    <a:lnTo>
                      <a:pt x="0" y="308"/>
                    </a:lnTo>
                    <a:lnTo>
                      <a:pt x="0" y="301"/>
                    </a:lnTo>
                    <a:lnTo>
                      <a:pt x="0" y="287"/>
                    </a:lnTo>
                    <a:lnTo>
                      <a:pt x="2" y="268"/>
                    </a:lnTo>
                    <a:lnTo>
                      <a:pt x="6" y="248"/>
                    </a:lnTo>
                    <a:lnTo>
                      <a:pt x="13" y="223"/>
                    </a:lnTo>
                    <a:lnTo>
                      <a:pt x="21" y="197"/>
                    </a:lnTo>
                    <a:lnTo>
                      <a:pt x="32" y="170"/>
                    </a:lnTo>
                    <a:lnTo>
                      <a:pt x="47" y="142"/>
                    </a:lnTo>
                    <a:lnTo>
                      <a:pt x="64" y="115"/>
                    </a:lnTo>
                    <a:lnTo>
                      <a:pt x="87" y="89"/>
                    </a:lnTo>
                    <a:lnTo>
                      <a:pt x="115" y="66"/>
                    </a:lnTo>
                    <a:lnTo>
                      <a:pt x="148" y="44"/>
                    </a:lnTo>
                    <a:lnTo>
                      <a:pt x="185" y="27"/>
                    </a:lnTo>
                    <a:lnTo>
                      <a:pt x="229" y="13"/>
                    </a:lnTo>
                    <a:lnTo>
                      <a:pt x="278" y="4"/>
                    </a:lnTo>
                    <a:lnTo>
                      <a:pt x="337" y="0"/>
                    </a:lnTo>
                    <a:lnTo>
                      <a:pt x="1566" y="0"/>
                    </a:lnTo>
                    <a:lnTo>
                      <a:pt x="1570" y="0"/>
                    </a:lnTo>
                    <a:close/>
                  </a:path>
                </a:pathLst>
              </a:custGeom>
              <a:gradFill flip="none" rotWithShape="1">
                <a:gsLst>
                  <a:gs pos="0">
                    <a:schemeClr val="bg1"/>
                  </a:gs>
                  <a:gs pos="83000">
                    <a:schemeClr val="bg1">
                      <a:lumMod val="85000"/>
                    </a:schemeClr>
                  </a:gs>
                </a:gsLst>
                <a:lin ang="8100000" scaled="1"/>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59" name="Freeform 58"/>
              <p:cNvSpPr>
                <a:spLocks/>
              </p:cNvSpPr>
              <p:nvPr/>
            </p:nvSpPr>
            <p:spPr bwMode="auto">
              <a:xfrm>
                <a:off x="6461014" y="1592242"/>
                <a:ext cx="2087477" cy="1996904"/>
              </a:xfrm>
              <a:custGeom>
                <a:avLst/>
                <a:gdLst>
                  <a:gd name="T0" fmla="*/ 1299 w 2420"/>
                  <a:gd name="T1" fmla="*/ 0 h 2315"/>
                  <a:gd name="T2" fmla="*/ 1342 w 2420"/>
                  <a:gd name="T3" fmla="*/ 8 h 2315"/>
                  <a:gd name="T4" fmla="*/ 1388 w 2420"/>
                  <a:gd name="T5" fmla="*/ 23 h 2315"/>
                  <a:gd name="T6" fmla="*/ 1433 w 2420"/>
                  <a:gd name="T7" fmla="*/ 47 h 2315"/>
                  <a:gd name="T8" fmla="*/ 1480 w 2420"/>
                  <a:gd name="T9" fmla="*/ 85 h 2315"/>
                  <a:gd name="T10" fmla="*/ 1528 w 2420"/>
                  <a:gd name="T11" fmla="*/ 134 h 2315"/>
                  <a:gd name="T12" fmla="*/ 2316 w 2420"/>
                  <a:gd name="T13" fmla="*/ 1077 h 2315"/>
                  <a:gd name="T14" fmla="*/ 2318 w 2420"/>
                  <a:gd name="T15" fmla="*/ 1081 h 2315"/>
                  <a:gd name="T16" fmla="*/ 2325 w 2420"/>
                  <a:gd name="T17" fmla="*/ 1090 h 2315"/>
                  <a:gd name="T18" fmla="*/ 2337 w 2420"/>
                  <a:gd name="T19" fmla="*/ 1105 h 2315"/>
                  <a:gd name="T20" fmla="*/ 2350 w 2420"/>
                  <a:gd name="T21" fmla="*/ 1126 h 2315"/>
                  <a:gd name="T22" fmla="*/ 2365 w 2420"/>
                  <a:gd name="T23" fmla="*/ 1151 h 2315"/>
                  <a:gd name="T24" fmla="*/ 2380 w 2420"/>
                  <a:gd name="T25" fmla="*/ 1179 h 2315"/>
                  <a:gd name="T26" fmla="*/ 2395 w 2420"/>
                  <a:gd name="T27" fmla="*/ 1213 h 2315"/>
                  <a:gd name="T28" fmla="*/ 2407 w 2420"/>
                  <a:gd name="T29" fmla="*/ 1249 h 2315"/>
                  <a:gd name="T30" fmla="*/ 2416 w 2420"/>
                  <a:gd name="T31" fmla="*/ 1287 h 2315"/>
                  <a:gd name="T32" fmla="*/ 2420 w 2420"/>
                  <a:gd name="T33" fmla="*/ 1328 h 2315"/>
                  <a:gd name="T34" fmla="*/ 2420 w 2420"/>
                  <a:gd name="T35" fmla="*/ 1370 h 2315"/>
                  <a:gd name="T36" fmla="*/ 2412 w 2420"/>
                  <a:gd name="T37" fmla="*/ 1413 h 2315"/>
                  <a:gd name="T38" fmla="*/ 2399 w 2420"/>
                  <a:gd name="T39" fmla="*/ 1457 h 2315"/>
                  <a:gd name="T40" fmla="*/ 2375 w 2420"/>
                  <a:gd name="T41" fmla="*/ 1500 h 2315"/>
                  <a:gd name="T42" fmla="*/ 2343 w 2420"/>
                  <a:gd name="T43" fmla="*/ 1544 h 2315"/>
                  <a:gd name="T44" fmla="*/ 2297 w 2420"/>
                  <a:gd name="T45" fmla="*/ 1587 h 2315"/>
                  <a:gd name="T46" fmla="*/ 2227 w 2420"/>
                  <a:gd name="T47" fmla="*/ 1644 h 2315"/>
                  <a:gd name="T48" fmla="*/ 2163 w 2420"/>
                  <a:gd name="T49" fmla="*/ 1699 h 2315"/>
                  <a:gd name="T50" fmla="*/ 2104 w 2420"/>
                  <a:gd name="T51" fmla="*/ 1748 h 2315"/>
                  <a:gd name="T52" fmla="*/ 2053 w 2420"/>
                  <a:gd name="T53" fmla="*/ 1791 h 2315"/>
                  <a:gd name="T54" fmla="*/ 2006 w 2420"/>
                  <a:gd name="T55" fmla="*/ 1829 h 2315"/>
                  <a:gd name="T56" fmla="*/ 1966 w 2420"/>
                  <a:gd name="T57" fmla="*/ 1863 h 2315"/>
                  <a:gd name="T58" fmla="*/ 1934 w 2420"/>
                  <a:gd name="T59" fmla="*/ 1890 h 2315"/>
                  <a:gd name="T60" fmla="*/ 1908 w 2420"/>
                  <a:gd name="T61" fmla="*/ 1912 h 2315"/>
                  <a:gd name="T62" fmla="*/ 1889 w 2420"/>
                  <a:gd name="T63" fmla="*/ 1927 h 2315"/>
                  <a:gd name="T64" fmla="*/ 1877 w 2420"/>
                  <a:gd name="T65" fmla="*/ 1937 h 2315"/>
                  <a:gd name="T66" fmla="*/ 1874 w 2420"/>
                  <a:gd name="T67" fmla="*/ 1941 h 2315"/>
                  <a:gd name="T68" fmla="*/ 440 w 2420"/>
                  <a:gd name="T69" fmla="*/ 2315 h 2315"/>
                  <a:gd name="T70" fmla="*/ 0 w 2420"/>
                  <a:gd name="T71" fmla="*/ 1797 h 2315"/>
                  <a:gd name="T72" fmla="*/ 633 w 2420"/>
                  <a:gd name="T73" fmla="*/ 444 h 2315"/>
                  <a:gd name="T74" fmla="*/ 1074 w 2420"/>
                  <a:gd name="T75" fmla="*/ 76 h 2315"/>
                  <a:gd name="T76" fmla="*/ 1078 w 2420"/>
                  <a:gd name="T77" fmla="*/ 74 h 2315"/>
                  <a:gd name="T78" fmla="*/ 1087 w 2420"/>
                  <a:gd name="T79" fmla="*/ 64 h 2315"/>
                  <a:gd name="T80" fmla="*/ 1104 w 2420"/>
                  <a:gd name="T81" fmla="*/ 55 h 2315"/>
                  <a:gd name="T82" fmla="*/ 1125 w 2420"/>
                  <a:gd name="T83" fmla="*/ 42 h 2315"/>
                  <a:gd name="T84" fmla="*/ 1151 w 2420"/>
                  <a:gd name="T85" fmla="*/ 29 h 2315"/>
                  <a:gd name="T86" fmla="*/ 1183 w 2420"/>
                  <a:gd name="T87" fmla="*/ 15 h 2315"/>
                  <a:gd name="T88" fmla="*/ 1217 w 2420"/>
                  <a:gd name="T89" fmla="*/ 6 h 2315"/>
                  <a:gd name="T90" fmla="*/ 1257 w 2420"/>
                  <a:gd name="T91" fmla="*/ 0 h 2315"/>
                  <a:gd name="T92" fmla="*/ 1299 w 2420"/>
                  <a:gd name="T93" fmla="*/ 0 h 2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20" h="2315">
                    <a:moveTo>
                      <a:pt x="1299" y="0"/>
                    </a:moveTo>
                    <a:lnTo>
                      <a:pt x="1342" y="8"/>
                    </a:lnTo>
                    <a:lnTo>
                      <a:pt x="1388" y="23"/>
                    </a:lnTo>
                    <a:lnTo>
                      <a:pt x="1433" y="47"/>
                    </a:lnTo>
                    <a:lnTo>
                      <a:pt x="1480" y="85"/>
                    </a:lnTo>
                    <a:lnTo>
                      <a:pt x="1528" y="134"/>
                    </a:lnTo>
                    <a:lnTo>
                      <a:pt x="2316" y="1077"/>
                    </a:lnTo>
                    <a:lnTo>
                      <a:pt x="2318" y="1081"/>
                    </a:lnTo>
                    <a:lnTo>
                      <a:pt x="2325" y="1090"/>
                    </a:lnTo>
                    <a:lnTo>
                      <a:pt x="2337" y="1105"/>
                    </a:lnTo>
                    <a:lnTo>
                      <a:pt x="2350" y="1126"/>
                    </a:lnTo>
                    <a:lnTo>
                      <a:pt x="2365" y="1151"/>
                    </a:lnTo>
                    <a:lnTo>
                      <a:pt x="2380" y="1179"/>
                    </a:lnTo>
                    <a:lnTo>
                      <a:pt x="2395" y="1213"/>
                    </a:lnTo>
                    <a:lnTo>
                      <a:pt x="2407" y="1249"/>
                    </a:lnTo>
                    <a:lnTo>
                      <a:pt x="2416" y="1287"/>
                    </a:lnTo>
                    <a:lnTo>
                      <a:pt x="2420" y="1328"/>
                    </a:lnTo>
                    <a:lnTo>
                      <a:pt x="2420" y="1370"/>
                    </a:lnTo>
                    <a:lnTo>
                      <a:pt x="2412" y="1413"/>
                    </a:lnTo>
                    <a:lnTo>
                      <a:pt x="2399" y="1457"/>
                    </a:lnTo>
                    <a:lnTo>
                      <a:pt x="2375" y="1500"/>
                    </a:lnTo>
                    <a:lnTo>
                      <a:pt x="2343" y="1544"/>
                    </a:lnTo>
                    <a:lnTo>
                      <a:pt x="2297" y="1587"/>
                    </a:lnTo>
                    <a:lnTo>
                      <a:pt x="2227" y="1644"/>
                    </a:lnTo>
                    <a:lnTo>
                      <a:pt x="2163" y="1699"/>
                    </a:lnTo>
                    <a:lnTo>
                      <a:pt x="2104" y="1748"/>
                    </a:lnTo>
                    <a:lnTo>
                      <a:pt x="2053" y="1791"/>
                    </a:lnTo>
                    <a:lnTo>
                      <a:pt x="2006" y="1829"/>
                    </a:lnTo>
                    <a:lnTo>
                      <a:pt x="1966" y="1863"/>
                    </a:lnTo>
                    <a:lnTo>
                      <a:pt x="1934" y="1890"/>
                    </a:lnTo>
                    <a:lnTo>
                      <a:pt x="1908" y="1912"/>
                    </a:lnTo>
                    <a:lnTo>
                      <a:pt x="1889" y="1927"/>
                    </a:lnTo>
                    <a:lnTo>
                      <a:pt x="1877" y="1937"/>
                    </a:lnTo>
                    <a:lnTo>
                      <a:pt x="1874" y="1941"/>
                    </a:lnTo>
                    <a:lnTo>
                      <a:pt x="440" y="2315"/>
                    </a:lnTo>
                    <a:lnTo>
                      <a:pt x="0" y="1797"/>
                    </a:lnTo>
                    <a:lnTo>
                      <a:pt x="633" y="444"/>
                    </a:lnTo>
                    <a:lnTo>
                      <a:pt x="1074" y="76"/>
                    </a:lnTo>
                    <a:lnTo>
                      <a:pt x="1078" y="74"/>
                    </a:lnTo>
                    <a:lnTo>
                      <a:pt x="1087" y="64"/>
                    </a:lnTo>
                    <a:lnTo>
                      <a:pt x="1104" y="55"/>
                    </a:lnTo>
                    <a:lnTo>
                      <a:pt x="1125" y="42"/>
                    </a:lnTo>
                    <a:lnTo>
                      <a:pt x="1151" y="29"/>
                    </a:lnTo>
                    <a:lnTo>
                      <a:pt x="1183" y="15"/>
                    </a:lnTo>
                    <a:lnTo>
                      <a:pt x="1217" y="6"/>
                    </a:lnTo>
                    <a:lnTo>
                      <a:pt x="1257" y="0"/>
                    </a:lnTo>
                    <a:lnTo>
                      <a:pt x="1299" y="0"/>
                    </a:lnTo>
                    <a:close/>
                  </a:path>
                </a:pathLst>
              </a:custGeom>
              <a:gradFill flip="none" rotWithShape="1">
                <a:gsLst>
                  <a:gs pos="0">
                    <a:schemeClr val="accent2"/>
                  </a:gs>
                  <a:gs pos="92000">
                    <a:schemeClr val="accent2">
                      <a:lumMod val="75000"/>
                    </a:schemeClr>
                  </a:gs>
                </a:gsLst>
                <a:lin ang="11400000" scaled="0"/>
                <a:tileRect/>
              </a:gradFill>
              <a:ln w="19050">
                <a:solidFill>
                  <a:schemeClr val="accent2"/>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0" name="Freeform 59"/>
              <p:cNvSpPr>
                <a:spLocks/>
              </p:cNvSpPr>
              <p:nvPr/>
            </p:nvSpPr>
            <p:spPr bwMode="auto">
              <a:xfrm>
                <a:off x="6710304" y="3375222"/>
                <a:ext cx="2071088" cy="1745889"/>
              </a:xfrm>
              <a:custGeom>
                <a:avLst/>
                <a:gdLst>
                  <a:gd name="T0" fmla="*/ 1596 w 2401"/>
                  <a:gd name="T1" fmla="*/ 0 h 2024"/>
                  <a:gd name="T2" fmla="*/ 2156 w 2401"/>
                  <a:gd name="T3" fmla="*/ 121 h 2024"/>
                  <a:gd name="T4" fmla="*/ 2159 w 2401"/>
                  <a:gd name="T5" fmla="*/ 123 h 2024"/>
                  <a:gd name="T6" fmla="*/ 2169 w 2401"/>
                  <a:gd name="T7" fmla="*/ 125 h 2024"/>
                  <a:gd name="T8" fmla="*/ 2182 w 2401"/>
                  <a:gd name="T9" fmla="*/ 129 h 2024"/>
                  <a:gd name="T10" fmla="*/ 2199 w 2401"/>
                  <a:gd name="T11" fmla="*/ 134 h 2024"/>
                  <a:gd name="T12" fmla="*/ 2218 w 2401"/>
                  <a:gd name="T13" fmla="*/ 142 h 2024"/>
                  <a:gd name="T14" fmla="*/ 2241 w 2401"/>
                  <a:gd name="T15" fmla="*/ 153 h 2024"/>
                  <a:gd name="T16" fmla="*/ 2265 w 2401"/>
                  <a:gd name="T17" fmla="*/ 166 h 2024"/>
                  <a:gd name="T18" fmla="*/ 2288 w 2401"/>
                  <a:gd name="T19" fmla="*/ 183 h 2024"/>
                  <a:gd name="T20" fmla="*/ 2313 w 2401"/>
                  <a:gd name="T21" fmla="*/ 204 h 2024"/>
                  <a:gd name="T22" fmla="*/ 2335 w 2401"/>
                  <a:gd name="T23" fmla="*/ 227 h 2024"/>
                  <a:gd name="T24" fmla="*/ 2356 w 2401"/>
                  <a:gd name="T25" fmla="*/ 255 h 2024"/>
                  <a:gd name="T26" fmla="*/ 2373 w 2401"/>
                  <a:gd name="T27" fmla="*/ 285 h 2024"/>
                  <a:gd name="T28" fmla="*/ 2386 w 2401"/>
                  <a:gd name="T29" fmla="*/ 323 h 2024"/>
                  <a:gd name="T30" fmla="*/ 2396 w 2401"/>
                  <a:gd name="T31" fmla="*/ 363 h 2024"/>
                  <a:gd name="T32" fmla="*/ 2401 w 2401"/>
                  <a:gd name="T33" fmla="*/ 408 h 2024"/>
                  <a:gd name="T34" fmla="*/ 2400 w 2401"/>
                  <a:gd name="T35" fmla="*/ 459 h 2024"/>
                  <a:gd name="T36" fmla="*/ 2390 w 2401"/>
                  <a:gd name="T37" fmla="*/ 516 h 2024"/>
                  <a:gd name="T38" fmla="*/ 2127 w 2401"/>
                  <a:gd name="T39" fmla="*/ 1717 h 2024"/>
                  <a:gd name="T40" fmla="*/ 2127 w 2401"/>
                  <a:gd name="T41" fmla="*/ 1721 h 2024"/>
                  <a:gd name="T42" fmla="*/ 2125 w 2401"/>
                  <a:gd name="T43" fmla="*/ 1731 h 2024"/>
                  <a:gd name="T44" fmla="*/ 2120 w 2401"/>
                  <a:gd name="T45" fmla="*/ 1748 h 2024"/>
                  <a:gd name="T46" fmla="*/ 2114 w 2401"/>
                  <a:gd name="T47" fmla="*/ 1769 h 2024"/>
                  <a:gd name="T48" fmla="*/ 2105 w 2401"/>
                  <a:gd name="T49" fmla="*/ 1793 h 2024"/>
                  <a:gd name="T50" fmla="*/ 2091 w 2401"/>
                  <a:gd name="T51" fmla="*/ 1820 h 2024"/>
                  <a:gd name="T52" fmla="*/ 2078 w 2401"/>
                  <a:gd name="T53" fmla="*/ 1848 h 2024"/>
                  <a:gd name="T54" fmla="*/ 2059 w 2401"/>
                  <a:gd name="T55" fmla="*/ 1878 h 2024"/>
                  <a:gd name="T56" fmla="*/ 2038 w 2401"/>
                  <a:gd name="T57" fmla="*/ 1908 h 2024"/>
                  <a:gd name="T58" fmla="*/ 2012 w 2401"/>
                  <a:gd name="T59" fmla="*/ 1937 h 2024"/>
                  <a:gd name="T60" fmla="*/ 1984 w 2401"/>
                  <a:gd name="T61" fmla="*/ 1961 h 2024"/>
                  <a:gd name="T62" fmla="*/ 1951 w 2401"/>
                  <a:gd name="T63" fmla="*/ 1986 h 2024"/>
                  <a:gd name="T64" fmla="*/ 1914 w 2401"/>
                  <a:gd name="T65" fmla="*/ 2003 h 2024"/>
                  <a:gd name="T66" fmla="*/ 1872 w 2401"/>
                  <a:gd name="T67" fmla="*/ 2016 h 2024"/>
                  <a:gd name="T68" fmla="*/ 1825 w 2401"/>
                  <a:gd name="T69" fmla="*/ 2024 h 2024"/>
                  <a:gd name="T70" fmla="*/ 1772 w 2401"/>
                  <a:gd name="T71" fmla="*/ 2024 h 2024"/>
                  <a:gd name="T72" fmla="*/ 1715 w 2401"/>
                  <a:gd name="T73" fmla="*/ 2014 h 2024"/>
                  <a:gd name="T74" fmla="*/ 1617 w 2401"/>
                  <a:gd name="T75" fmla="*/ 1993 h 2024"/>
                  <a:gd name="T76" fmla="*/ 1528 w 2401"/>
                  <a:gd name="T77" fmla="*/ 1974 h 2024"/>
                  <a:gd name="T78" fmla="*/ 1448 w 2401"/>
                  <a:gd name="T79" fmla="*/ 1957 h 2024"/>
                  <a:gd name="T80" fmla="*/ 1378 w 2401"/>
                  <a:gd name="T81" fmla="*/ 1940 h 2024"/>
                  <a:gd name="T82" fmla="*/ 1318 w 2401"/>
                  <a:gd name="T83" fmla="*/ 1929 h 2024"/>
                  <a:gd name="T84" fmla="*/ 1267 w 2401"/>
                  <a:gd name="T85" fmla="*/ 1918 h 2024"/>
                  <a:gd name="T86" fmla="*/ 1227 w 2401"/>
                  <a:gd name="T87" fmla="*/ 1908 h 2024"/>
                  <a:gd name="T88" fmla="*/ 1199 w 2401"/>
                  <a:gd name="T89" fmla="*/ 1903 h 2024"/>
                  <a:gd name="T90" fmla="*/ 1182 w 2401"/>
                  <a:gd name="T91" fmla="*/ 1899 h 2024"/>
                  <a:gd name="T92" fmla="*/ 1174 w 2401"/>
                  <a:gd name="T93" fmla="*/ 1897 h 2024"/>
                  <a:gd name="T94" fmla="*/ 0 w 2401"/>
                  <a:gd name="T95" fmla="*/ 998 h 2024"/>
                  <a:gd name="T96" fmla="*/ 138 w 2401"/>
                  <a:gd name="T97" fmla="*/ 331 h 2024"/>
                  <a:gd name="T98" fmla="*/ 1596 w 2401"/>
                  <a:gd name="T9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01" h="2024">
                    <a:moveTo>
                      <a:pt x="1596" y="0"/>
                    </a:moveTo>
                    <a:lnTo>
                      <a:pt x="2156" y="121"/>
                    </a:lnTo>
                    <a:lnTo>
                      <a:pt x="2159" y="123"/>
                    </a:lnTo>
                    <a:lnTo>
                      <a:pt x="2169" y="125"/>
                    </a:lnTo>
                    <a:lnTo>
                      <a:pt x="2182" y="129"/>
                    </a:lnTo>
                    <a:lnTo>
                      <a:pt x="2199" y="134"/>
                    </a:lnTo>
                    <a:lnTo>
                      <a:pt x="2218" y="142"/>
                    </a:lnTo>
                    <a:lnTo>
                      <a:pt x="2241" y="153"/>
                    </a:lnTo>
                    <a:lnTo>
                      <a:pt x="2265" y="166"/>
                    </a:lnTo>
                    <a:lnTo>
                      <a:pt x="2288" y="183"/>
                    </a:lnTo>
                    <a:lnTo>
                      <a:pt x="2313" y="204"/>
                    </a:lnTo>
                    <a:lnTo>
                      <a:pt x="2335" y="227"/>
                    </a:lnTo>
                    <a:lnTo>
                      <a:pt x="2356" y="255"/>
                    </a:lnTo>
                    <a:lnTo>
                      <a:pt x="2373" y="285"/>
                    </a:lnTo>
                    <a:lnTo>
                      <a:pt x="2386" y="323"/>
                    </a:lnTo>
                    <a:lnTo>
                      <a:pt x="2396" y="363"/>
                    </a:lnTo>
                    <a:lnTo>
                      <a:pt x="2401" y="408"/>
                    </a:lnTo>
                    <a:lnTo>
                      <a:pt x="2400" y="459"/>
                    </a:lnTo>
                    <a:lnTo>
                      <a:pt x="2390" y="516"/>
                    </a:lnTo>
                    <a:lnTo>
                      <a:pt x="2127" y="1717"/>
                    </a:lnTo>
                    <a:lnTo>
                      <a:pt x="2127" y="1721"/>
                    </a:lnTo>
                    <a:lnTo>
                      <a:pt x="2125" y="1731"/>
                    </a:lnTo>
                    <a:lnTo>
                      <a:pt x="2120" y="1748"/>
                    </a:lnTo>
                    <a:lnTo>
                      <a:pt x="2114" y="1769"/>
                    </a:lnTo>
                    <a:lnTo>
                      <a:pt x="2105" y="1793"/>
                    </a:lnTo>
                    <a:lnTo>
                      <a:pt x="2091" y="1820"/>
                    </a:lnTo>
                    <a:lnTo>
                      <a:pt x="2078" y="1848"/>
                    </a:lnTo>
                    <a:lnTo>
                      <a:pt x="2059" y="1878"/>
                    </a:lnTo>
                    <a:lnTo>
                      <a:pt x="2038" y="1908"/>
                    </a:lnTo>
                    <a:lnTo>
                      <a:pt x="2012" y="1937"/>
                    </a:lnTo>
                    <a:lnTo>
                      <a:pt x="1984" y="1961"/>
                    </a:lnTo>
                    <a:lnTo>
                      <a:pt x="1951" y="1986"/>
                    </a:lnTo>
                    <a:lnTo>
                      <a:pt x="1914" y="2003"/>
                    </a:lnTo>
                    <a:lnTo>
                      <a:pt x="1872" y="2016"/>
                    </a:lnTo>
                    <a:lnTo>
                      <a:pt x="1825" y="2024"/>
                    </a:lnTo>
                    <a:lnTo>
                      <a:pt x="1772" y="2024"/>
                    </a:lnTo>
                    <a:lnTo>
                      <a:pt x="1715" y="2014"/>
                    </a:lnTo>
                    <a:lnTo>
                      <a:pt x="1617" y="1993"/>
                    </a:lnTo>
                    <a:lnTo>
                      <a:pt x="1528" y="1974"/>
                    </a:lnTo>
                    <a:lnTo>
                      <a:pt x="1448" y="1957"/>
                    </a:lnTo>
                    <a:lnTo>
                      <a:pt x="1378" y="1940"/>
                    </a:lnTo>
                    <a:lnTo>
                      <a:pt x="1318" y="1929"/>
                    </a:lnTo>
                    <a:lnTo>
                      <a:pt x="1267" y="1918"/>
                    </a:lnTo>
                    <a:lnTo>
                      <a:pt x="1227" y="1908"/>
                    </a:lnTo>
                    <a:lnTo>
                      <a:pt x="1199" y="1903"/>
                    </a:lnTo>
                    <a:lnTo>
                      <a:pt x="1182" y="1899"/>
                    </a:lnTo>
                    <a:lnTo>
                      <a:pt x="1174" y="1897"/>
                    </a:lnTo>
                    <a:lnTo>
                      <a:pt x="0" y="998"/>
                    </a:lnTo>
                    <a:lnTo>
                      <a:pt x="138" y="331"/>
                    </a:lnTo>
                    <a:lnTo>
                      <a:pt x="1596" y="0"/>
                    </a:lnTo>
                    <a:close/>
                  </a:path>
                </a:pathLst>
              </a:custGeom>
              <a:gradFill flip="none" rotWithShape="1">
                <a:gsLst>
                  <a:gs pos="0">
                    <a:schemeClr val="bg1"/>
                  </a:gs>
                  <a:gs pos="89000">
                    <a:schemeClr val="bg1">
                      <a:lumMod val="85000"/>
                    </a:schemeClr>
                  </a:gs>
                </a:gsLst>
                <a:lin ang="14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1" name="Freeform 60"/>
              <p:cNvSpPr>
                <a:spLocks/>
              </p:cNvSpPr>
              <p:nvPr/>
            </p:nvSpPr>
            <p:spPr bwMode="auto">
              <a:xfrm>
                <a:off x="6128053" y="4282672"/>
                <a:ext cx="1781257" cy="2128880"/>
              </a:xfrm>
              <a:custGeom>
                <a:avLst/>
                <a:gdLst>
                  <a:gd name="T0" fmla="*/ 607 w 2065"/>
                  <a:gd name="T1" fmla="*/ 0 h 2468"/>
                  <a:gd name="T2" fmla="*/ 1777 w 2065"/>
                  <a:gd name="T3" fmla="*/ 930 h 2468"/>
                  <a:gd name="T4" fmla="*/ 2033 w 2065"/>
                  <a:gd name="T5" fmla="*/ 1444 h 2468"/>
                  <a:gd name="T6" fmla="*/ 2033 w 2065"/>
                  <a:gd name="T7" fmla="*/ 1448 h 2468"/>
                  <a:gd name="T8" fmla="*/ 2038 w 2065"/>
                  <a:gd name="T9" fmla="*/ 1455 h 2468"/>
                  <a:gd name="T10" fmla="*/ 2044 w 2065"/>
                  <a:gd name="T11" fmla="*/ 1470 h 2468"/>
                  <a:gd name="T12" fmla="*/ 2050 w 2065"/>
                  <a:gd name="T13" fmla="*/ 1489 h 2468"/>
                  <a:gd name="T14" fmla="*/ 2055 w 2065"/>
                  <a:gd name="T15" fmla="*/ 1512 h 2468"/>
                  <a:gd name="T16" fmla="*/ 2061 w 2065"/>
                  <a:gd name="T17" fmla="*/ 1540 h 2468"/>
                  <a:gd name="T18" fmla="*/ 2065 w 2065"/>
                  <a:gd name="T19" fmla="*/ 1569 h 2468"/>
                  <a:gd name="T20" fmla="*/ 2065 w 2065"/>
                  <a:gd name="T21" fmla="*/ 1601 h 2468"/>
                  <a:gd name="T22" fmla="*/ 2063 w 2065"/>
                  <a:gd name="T23" fmla="*/ 1635 h 2468"/>
                  <a:gd name="T24" fmla="*/ 2055 w 2065"/>
                  <a:gd name="T25" fmla="*/ 1671 h 2468"/>
                  <a:gd name="T26" fmla="*/ 2042 w 2065"/>
                  <a:gd name="T27" fmla="*/ 1705 h 2468"/>
                  <a:gd name="T28" fmla="*/ 2023 w 2065"/>
                  <a:gd name="T29" fmla="*/ 1741 h 2468"/>
                  <a:gd name="T30" fmla="*/ 1999 w 2065"/>
                  <a:gd name="T31" fmla="*/ 1776 h 2468"/>
                  <a:gd name="T32" fmla="*/ 1965 w 2065"/>
                  <a:gd name="T33" fmla="*/ 1810 h 2468"/>
                  <a:gd name="T34" fmla="*/ 1921 w 2065"/>
                  <a:gd name="T35" fmla="*/ 1843 h 2468"/>
                  <a:gd name="T36" fmla="*/ 1868 w 2065"/>
                  <a:gd name="T37" fmla="*/ 1873 h 2468"/>
                  <a:gd name="T38" fmla="*/ 768 w 2065"/>
                  <a:gd name="T39" fmla="*/ 2419 h 2468"/>
                  <a:gd name="T40" fmla="*/ 764 w 2065"/>
                  <a:gd name="T41" fmla="*/ 2421 h 2468"/>
                  <a:gd name="T42" fmla="*/ 754 w 2065"/>
                  <a:gd name="T43" fmla="*/ 2424 h 2468"/>
                  <a:gd name="T44" fmla="*/ 739 w 2065"/>
                  <a:gd name="T45" fmla="*/ 2432 h 2468"/>
                  <a:gd name="T46" fmla="*/ 719 w 2065"/>
                  <a:gd name="T47" fmla="*/ 2440 h 2468"/>
                  <a:gd name="T48" fmla="*/ 694 w 2065"/>
                  <a:gd name="T49" fmla="*/ 2447 h 2468"/>
                  <a:gd name="T50" fmla="*/ 664 w 2065"/>
                  <a:gd name="T51" fmla="*/ 2455 h 2468"/>
                  <a:gd name="T52" fmla="*/ 632 w 2065"/>
                  <a:gd name="T53" fmla="*/ 2460 h 2468"/>
                  <a:gd name="T54" fmla="*/ 597 w 2065"/>
                  <a:gd name="T55" fmla="*/ 2466 h 2468"/>
                  <a:gd name="T56" fmla="*/ 562 w 2065"/>
                  <a:gd name="T57" fmla="*/ 2468 h 2468"/>
                  <a:gd name="T58" fmla="*/ 524 w 2065"/>
                  <a:gd name="T59" fmla="*/ 2466 h 2468"/>
                  <a:gd name="T60" fmla="*/ 486 w 2065"/>
                  <a:gd name="T61" fmla="*/ 2458 h 2468"/>
                  <a:gd name="T62" fmla="*/ 446 w 2065"/>
                  <a:gd name="T63" fmla="*/ 2447 h 2468"/>
                  <a:gd name="T64" fmla="*/ 408 w 2065"/>
                  <a:gd name="T65" fmla="*/ 2430 h 2468"/>
                  <a:gd name="T66" fmla="*/ 372 w 2065"/>
                  <a:gd name="T67" fmla="*/ 2406 h 2468"/>
                  <a:gd name="T68" fmla="*/ 338 w 2065"/>
                  <a:gd name="T69" fmla="*/ 2373 h 2468"/>
                  <a:gd name="T70" fmla="*/ 306 w 2065"/>
                  <a:gd name="T71" fmla="*/ 2332 h 2468"/>
                  <a:gd name="T72" fmla="*/ 276 w 2065"/>
                  <a:gd name="T73" fmla="*/ 2283 h 2468"/>
                  <a:gd name="T74" fmla="*/ 236 w 2065"/>
                  <a:gd name="T75" fmla="*/ 2201 h 2468"/>
                  <a:gd name="T76" fmla="*/ 199 w 2065"/>
                  <a:gd name="T77" fmla="*/ 2126 h 2468"/>
                  <a:gd name="T78" fmla="*/ 164 w 2065"/>
                  <a:gd name="T79" fmla="*/ 2058 h 2468"/>
                  <a:gd name="T80" fmla="*/ 134 w 2065"/>
                  <a:gd name="T81" fmla="*/ 1996 h 2468"/>
                  <a:gd name="T82" fmla="*/ 108 w 2065"/>
                  <a:gd name="T83" fmla="*/ 1943 h 2468"/>
                  <a:gd name="T84" fmla="*/ 85 w 2065"/>
                  <a:gd name="T85" fmla="*/ 1895 h 2468"/>
                  <a:gd name="T86" fmla="*/ 66 w 2065"/>
                  <a:gd name="T87" fmla="*/ 1858 h 2468"/>
                  <a:gd name="T88" fmla="*/ 51 w 2065"/>
                  <a:gd name="T89" fmla="*/ 1827 h 2468"/>
                  <a:gd name="T90" fmla="*/ 40 w 2065"/>
                  <a:gd name="T91" fmla="*/ 1805 h 2468"/>
                  <a:gd name="T92" fmla="*/ 34 w 2065"/>
                  <a:gd name="T93" fmla="*/ 1792 h 2468"/>
                  <a:gd name="T94" fmla="*/ 30 w 2065"/>
                  <a:gd name="T95" fmla="*/ 1788 h 2468"/>
                  <a:gd name="T96" fmla="*/ 0 w 2065"/>
                  <a:gd name="T97" fmla="*/ 308 h 2468"/>
                  <a:gd name="T98" fmla="*/ 607 w 2065"/>
                  <a:gd name="T99"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65" h="2468">
                    <a:moveTo>
                      <a:pt x="607" y="0"/>
                    </a:moveTo>
                    <a:lnTo>
                      <a:pt x="1777" y="930"/>
                    </a:lnTo>
                    <a:lnTo>
                      <a:pt x="2033" y="1444"/>
                    </a:lnTo>
                    <a:lnTo>
                      <a:pt x="2033" y="1448"/>
                    </a:lnTo>
                    <a:lnTo>
                      <a:pt x="2038" y="1455"/>
                    </a:lnTo>
                    <a:lnTo>
                      <a:pt x="2044" y="1470"/>
                    </a:lnTo>
                    <a:lnTo>
                      <a:pt x="2050" y="1489"/>
                    </a:lnTo>
                    <a:lnTo>
                      <a:pt x="2055" y="1512"/>
                    </a:lnTo>
                    <a:lnTo>
                      <a:pt x="2061" y="1540"/>
                    </a:lnTo>
                    <a:lnTo>
                      <a:pt x="2065" y="1569"/>
                    </a:lnTo>
                    <a:lnTo>
                      <a:pt x="2065" y="1601"/>
                    </a:lnTo>
                    <a:lnTo>
                      <a:pt x="2063" y="1635"/>
                    </a:lnTo>
                    <a:lnTo>
                      <a:pt x="2055" y="1671"/>
                    </a:lnTo>
                    <a:lnTo>
                      <a:pt x="2042" y="1705"/>
                    </a:lnTo>
                    <a:lnTo>
                      <a:pt x="2023" y="1741"/>
                    </a:lnTo>
                    <a:lnTo>
                      <a:pt x="1999" y="1776"/>
                    </a:lnTo>
                    <a:lnTo>
                      <a:pt x="1965" y="1810"/>
                    </a:lnTo>
                    <a:lnTo>
                      <a:pt x="1921" y="1843"/>
                    </a:lnTo>
                    <a:lnTo>
                      <a:pt x="1868" y="1873"/>
                    </a:lnTo>
                    <a:lnTo>
                      <a:pt x="768" y="2419"/>
                    </a:lnTo>
                    <a:lnTo>
                      <a:pt x="764" y="2421"/>
                    </a:lnTo>
                    <a:lnTo>
                      <a:pt x="754" y="2424"/>
                    </a:lnTo>
                    <a:lnTo>
                      <a:pt x="739" y="2432"/>
                    </a:lnTo>
                    <a:lnTo>
                      <a:pt x="719" y="2440"/>
                    </a:lnTo>
                    <a:lnTo>
                      <a:pt x="694" y="2447"/>
                    </a:lnTo>
                    <a:lnTo>
                      <a:pt x="664" y="2455"/>
                    </a:lnTo>
                    <a:lnTo>
                      <a:pt x="632" y="2460"/>
                    </a:lnTo>
                    <a:lnTo>
                      <a:pt x="597" y="2466"/>
                    </a:lnTo>
                    <a:lnTo>
                      <a:pt x="562" y="2468"/>
                    </a:lnTo>
                    <a:lnTo>
                      <a:pt x="524" y="2466"/>
                    </a:lnTo>
                    <a:lnTo>
                      <a:pt x="486" y="2458"/>
                    </a:lnTo>
                    <a:lnTo>
                      <a:pt x="446" y="2447"/>
                    </a:lnTo>
                    <a:lnTo>
                      <a:pt x="408" y="2430"/>
                    </a:lnTo>
                    <a:lnTo>
                      <a:pt x="372" y="2406"/>
                    </a:lnTo>
                    <a:lnTo>
                      <a:pt x="338" y="2373"/>
                    </a:lnTo>
                    <a:lnTo>
                      <a:pt x="306" y="2332"/>
                    </a:lnTo>
                    <a:lnTo>
                      <a:pt x="276" y="2283"/>
                    </a:lnTo>
                    <a:lnTo>
                      <a:pt x="236" y="2201"/>
                    </a:lnTo>
                    <a:lnTo>
                      <a:pt x="199" y="2126"/>
                    </a:lnTo>
                    <a:lnTo>
                      <a:pt x="164" y="2058"/>
                    </a:lnTo>
                    <a:lnTo>
                      <a:pt x="134" y="1996"/>
                    </a:lnTo>
                    <a:lnTo>
                      <a:pt x="108" y="1943"/>
                    </a:lnTo>
                    <a:lnTo>
                      <a:pt x="85" y="1895"/>
                    </a:lnTo>
                    <a:lnTo>
                      <a:pt x="66" y="1858"/>
                    </a:lnTo>
                    <a:lnTo>
                      <a:pt x="51" y="1827"/>
                    </a:lnTo>
                    <a:lnTo>
                      <a:pt x="40" y="1805"/>
                    </a:lnTo>
                    <a:lnTo>
                      <a:pt x="34" y="1792"/>
                    </a:lnTo>
                    <a:lnTo>
                      <a:pt x="30" y="1788"/>
                    </a:lnTo>
                    <a:lnTo>
                      <a:pt x="0" y="308"/>
                    </a:lnTo>
                    <a:lnTo>
                      <a:pt x="607" y="0"/>
                    </a:lnTo>
                    <a:close/>
                  </a:path>
                </a:pathLst>
              </a:custGeom>
              <a:gradFill flip="none" rotWithShape="1">
                <a:gsLst>
                  <a:gs pos="0">
                    <a:schemeClr val="bg1"/>
                  </a:gs>
                  <a:gs pos="89000">
                    <a:schemeClr val="bg1">
                      <a:lumMod val="85000"/>
                    </a:schemeClr>
                  </a:gs>
                </a:gsLst>
                <a:lin ang="12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2" name="Freeform 61"/>
              <p:cNvSpPr>
                <a:spLocks/>
              </p:cNvSpPr>
              <p:nvPr/>
            </p:nvSpPr>
            <p:spPr bwMode="auto">
              <a:xfrm>
                <a:off x="4296766" y="4302511"/>
                <a:ext cx="1765730" cy="2136644"/>
              </a:xfrm>
              <a:custGeom>
                <a:avLst/>
                <a:gdLst>
                  <a:gd name="T0" fmla="*/ 1433 w 2047"/>
                  <a:gd name="T1" fmla="*/ 0 h 2477"/>
                  <a:gd name="T2" fmla="*/ 2047 w 2047"/>
                  <a:gd name="T3" fmla="*/ 291 h 2477"/>
                  <a:gd name="T4" fmla="*/ 2027 w 2047"/>
                  <a:gd name="T5" fmla="*/ 1784 h 2477"/>
                  <a:gd name="T6" fmla="*/ 1777 w 2047"/>
                  <a:gd name="T7" fmla="*/ 2299 h 2477"/>
                  <a:gd name="T8" fmla="*/ 1775 w 2047"/>
                  <a:gd name="T9" fmla="*/ 2303 h 2477"/>
                  <a:gd name="T10" fmla="*/ 1769 w 2047"/>
                  <a:gd name="T11" fmla="*/ 2311 h 2477"/>
                  <a:gd name="T12" fmla="*/ 1762 w 2047"/>
                  <a:gd name="T13" fmla="*/ 2324 h 2477"/>
                  <a:gd name="T14" fmla="*/ 1750 w 2047"/>
                  <a:gd name="T15" fmla="*/ 2341 h 2477"/>
                  <a:gd name="T16" fmla="*/ 1737 w 2047"/>
                  <a:gd name="T17" fmla="*/ 2360 h 2477"/>
                  <a:gd name="T18" fmla="*/ 1718 w 2047"/>
                  <a:gd name="T19" fmla="*/ 2381 h 2477"/>
                  <a:gd name="T20" fmla="*/ 1698 w 2047"/>
                  <a:gd name="T21" fmla="*/ 2401 h 2477"/>
                  <a:gd name="T22" fmla="*/ 1673 w 2047"/>
                  <a:gd name="T23" fmla="*/ 2422 h 2477"/>
                  <a:gd name="T24" fmla="*/ 1645 w 2047"/>
                  <a:gd name="T25" fmla="*/ 2441 h 2477"/>
                  <a:gd name="T26" fmla="*/ 1612 w 2047"/>
                  <a:gd name="T27" fmla="*/ 2456 h 2477"/>
                  <a:gd name="T28" fmla="*/ 1577 w 2047"/>
                  <a:gd name="T29" fmla="*/ 2469 h 2477"/>
                  <a:gd name="T30" fmla="*/ 1537 w 2047"/>
                  <a:gd name="T31" fmla="*/ 2475 h 2477"/>
                  <a:gd name="T32" fmla="*/ 1493 w 2047"/>
                  <a:gd name="T33" fmla="*/ 2477 h 2477"/>
                  <a:gd name="T34" fmla="*/ 1444 w 2047"/>
                  <a:gd name="T35" fmla="*/ 2469 h 2477"/>
                  <a:gd name="T36" fmla="*/ 1393 w 2047"/>
                  <a:gd name="T37" fmla="*/ 2456 h 2477"/>
                  <a:gd name="T38" fmla="*/ 1336 w 2047"/>
                  <a:gd name="T39" fmla="*/ 2434 h 2477"/>
                  <a:gd name="T40" fmla="*/ 230 w 2047"/>
                  <a:gd name="T41" fmla="*/ 1897 h 2477"/>
                  <a:gd name="T42" fmla="*/ 228 w 2047"/>
                  <a:gd name="T43" fmla="*/ 1895 h 2477"/>
                  <a:gd name="T44" fmla="*/ 219 w 2047"/>
                  <a:gd name="T45" fmla="*/ 1889 h 2477"/>
                  <a:gd name="T46" fmla="*/ 204 w 2047"/>
                  <a:gd name="T47" fmla="*/ 1882 h 2477"/>
                  <a:gd name="T48" fmla="*/ 185 w 2047"/>
                  <a:gd name="T49" fmla="*/ 1871 h 2477"/>
                  <a:gd name="T50" fmla="*/ 164 w 2047"/>
                  <a:gd name="T51" fmla="*/ 1855 h 2477"/>
                  <a:gd name="T52" fmla="*/ 139 w 2047"/>
                  <a:gd name="T53" fmla="*/ 1837 h 2477"/>
                  <a:gd name="T54" fmla="*/ 115 w 2047"/>
                  <a:gd name="T55" fmla="*/ 1816 h 2477"/>
                  <a:gd name="T56" fmla="*/ 90 w 2047"/>
                  <a:gd name="T57" fmla="*/ 1791 h 2477"/>
                  <a:gd name="T58" fmla="*/ 66 w 2047"/>
                  <a:gd name="T59" fmla="*/ 1763 h 2477"/>
                  <a:gd name="T60" fmla="*/ 45 w 2047"/>
                  <a:gd name="T61" fmla="*/ 1733 h 2477"/>
                  <a:gd name="T62" fmla="*/ 26 w 2047"/>
                  <a:gd name="T63" fmla="*/ 1699 h 2477"/>
                  <a:gd name="T64" fmla="*/ 13 w 2047"/>
                  <a:gd name="T65" fmla="*/ 1661 h 2477"/>
                  <a:gd name="T66" fmla="*/ 3 w 2047"/>
                  <a:gd name="T67" fmla="*/ 1619 h 2477"/>
                  <a:gd name="T68" fmla="*/ 0 w 2047"/>
                  <a:gd name="T69" fmla="*/ 1576 h 2477"/>
                  <a:gd name="T70" fmla="*/ 5 w 2047"/>
                  <a:gd name="T71" fmla="*/ 1529 h 2477"/>
                  <a:gd name="T72" fmla="*/ 17 w 2047"/>
                  <a:gd name="T73" fmla="*/ 1479 h 2477"/>
                  <a:gd name="T74" fmla="*/ 39 w 2047"/>
                  <a:gd name="T75" fmla="*/ 1425 h 2477"/>
                  <a:gd name="T76" fmla="*/ 79 w 2047"/>
                  <a:gd name="T77" fmla="*/ 1343 h 2477"/>
                  <a:gd name="T78" fmla="*/ 115 w 2047"/>
                  <a:gd name="T79" fmla="*/ 1268 h 2477"/>
                  <a:gd name="T80" fmla="*/ 149 w 2047"/>
                  <a:gd name="T81" fmla="*/ 1200 h 2477"/>
                  <a:gd name="T82" fmla="*/ 179 w 2047"/>
                  <a:gd name="T83" fmla="*/ 1137 h 2477"/>
                  <a:gd name="T84" fmla="*/ 204 w 2047"/>
                  <a:gd name="T85" fmla="*/ 1085 h 2477"/>
                  <a:gd name="T86" fmla="*/ 226 w 2047"/>
                  <a:gd name="T87" fmla="*/ 1037 h 2477"/>
                  <a:gd name="T88" fmla="*/ 245 w 2047"/>
                  <a:gd name="T89" fmla="*/ 1000 h 2477"/>
                  <a:gd name="T90" fmla="*/ 260 w 2047"/>
                  <a:gd name="T91" fmla="*/ 967 h 2477"/>
                  <a:gd name="T92" fmla="*/ 272 w 2047"/>
                  <a:gd name="T93" fmla="*/ 947 h 2477"/>
                  <a:gd name="T94" fmla="*/ 277 w 2047"/>
                  <a:gd name="T95" fmla="*/ 933 h 2477"/>
                  <a:gd name="T96" fmla="*/ 279 w 2047"/>
                  <a:gd name="T97" fmla="*/ 928 h 2477"/>
                  <a:gd name="T98" fmla="*/ 1433 w 2047"/>
                  <a:gd name="T99" fmla="*/ 0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47" h="2477">
                    <a:moveTo>
                      <a:pt x="1433" y="0"/>
                    </a:moveTo>
                    <a:lnTo>
                      <a:pt x="2047" y="291"/>
                    </a:lnTo>
                    <a:lnTo>
                      <a:pt x="2027" y="1784"/>
                    </a:lnTo>
                    <a:lnTo>
                      <a:pt x="1777" y="2299"/>
                    </a:lnTo>
                    <a:lnTo>
                      <a:pt x="1775" y="2303"/>
                    </a:lnTo>
                    <a:lnTo>
                      <a:pt x="1769" y="2311"/>
                    </a:lnTo>
                    <a:lnTo>
                      <a:pt x="1762" y="2324"/>
                    </a:lnTo>
                    <a:lnTo>
                      <a:pt x="1750" y="2341"/>
                    </a:lnTo>
                    <a:lnTo>
                      <a:pt x="1737" y="2360"/>
                    </a:lnTo>
                    <a:lnTo>
                      <a:pt x="1718" y="2381"/>
                    </a:lnTo>
                    <a:lnTo>
                      <a:pt x="1698" y="2401"/>
                    </a:lnTo>
                    <a:lnTo>
                      <a:pt x="1673" y="2422"/>
                    </a:lnTo>
                    <a:lnTo>
                      <a:pt x="1645" y="2441"/>
                    </a:lnTo>
                    <a:lnTo>
                      <a:pt x="1612" y="2456"/>
                    </a:lnTo>
                    <a:lnTo>
                      <a:pt x="1577" y="2469"/>
                    </a:lnTo>
                    <a:lnTo>
                      <a:pt x="1537" y="2475"/>
                    </a:lnTo>
                    <a:lnTo>
                      <a:pt x="1493" y="2477"/>
                    </a:lnTo>
                    <a:lnTo>
                      <a:pt x="1444" y="2469"/>
                    </a:lnTo>
                    <a:lnTo>
                      <a:pt x="1393" y="2456"/>
                    </a:lnTo>
                    <a:lnTo>
                      <a:pt x="1336" y="2434"/>
                    </a:lnTo>
                    <a:lnTo>
                      <a:pt x="230" y="1897"/>
                    </a:lnTo>
                    <a:lnTo>
                      <a:pt x="228" y="1895"/>
                    </a:lnTo>
                    <a:lnTo>
                      <a:pt x="219" y="1889"/>
                    </a:lnTo>
                    <a:lnTo>
                      <a:pt x="204" y="1882"/>
                    </a:lnTo>
                    <a:lnTo>
                      <a:pt x="185" y="1871"/>
                    </a:lnTo>
                    <a:lnTo>
                      <a:pt x="164" y="1855"/>
                    </a:lnTo>
                    <a:lnTo>
                      <a:pt x="139" y="1837"/>
                    </a:lnTo>
                    <a:lnTo>
                      <a:pt x="115" y="1816"/>
                    </a:lnTo>
                    <a:lnTo>
                      <a:pt x="90" y="1791"/>
                    </a:lnTo>
                    <a:lnTo>
                      <a:pt x="66" y="1763"/>
                    </a:lnTo>
                    <a:lnTo>
                      <a:pt x="45" y="1733"/>
                    </a:lnTo>
                    <a:lnTo>
                      <a:pt x="26" y="1699"/>
                    </a:lnTo>
                    <a:lnTo>
                      <a:pt x="13" y="1661"/>
                    </a:lnTo>
                    <a:lnTo>
                      <a:pt x="3" y="1619"/>
                    </a:lnTo>
                    <a:lnTo>
                      <a:pt x="0" y="1576"/>
                    </a:lnTo>
                    <a:lnTo>
                      <a:pt x="5" y="1529"/>
                    </a:lnTo>
                    <a:lnTo>
                      <a:pt x="17" y="1479"/>
                    </a:lnTo>
                    <a:lnTo>
                      <a:pt x="39" y="1425"/>
                    </a:lnTo>
                    <a:lnTo>
                      <a:pt x="79" y="1343"/>
                    </a:lnTo>
                    <a:lnTo>
                      <a:pt x="115" y="1268"/>
                    </a:lnTo>
                    <a:lnTo>
                      <a:pt x="149" y="1200"/>
                    </a:lnTo>
                    <a:lnTo>
                      <a:pt x="179" y="1137"/>
                    </a:lnTo>
                    <a:lnTo>
                      <a:pt x="204" y="1085"/>
                    </a:lnTo>
                    <a:lnTo>
                      <a:pt x="226" y="1037"/>
                    </a:lnTo>
                    <a:lnTo>
                      <a:pt x="245" y="1000"/>
                    </a:lnTo>
                    <a:lnTo>
                      <a:pt x="260" y="967"/>
                    </a:lnTo>
                    <a:lnTo>
                      <a:pt x="272" y="947"/>
                    </a:lnTo>
                    <a:lnTo>
                      <a:pt x="277" y="933"/>
                    </a:lnTo>
                    <a:lnTo>
                      <a:pt x="279" y="928"/>
                    </a:lnTo>
                    <a:lnTo>
                      <a:pt x="1433" y="0"/>
                    </a:lnTo>
                    <a:close/>
                  </a:path>
                </a:pathLst>
              </a:custGeom>
              <a:gradFill flip="none" rotWithShape="1">
                <a:gsLst>
                  <a:gs pos="0">
                    <a:schemeClr val="bg1"/>
                  </a:gs>
                  <a:gs pos="91000">
                    <a:schemeClr val="bg1">
                      <a:lumMod val="85000"/>
                    </a:schemeClr>
                  </a:gs>
                </a:gsLst>
                <a:lin ang="138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3" name="Freeform 62"/>
              <p:cNvSpPr>
                <a:spLocks/>
              </p:cNvSpPr>
              <p:nvPr/>
            </p:nvSpPr>
            <p:spPr bwMode="auto">
              <a:xfrm>
                <a:off x="3407432" y="3399375"/>
                <a:ext cx="2065050" cy="1749339"/>
              </a:xfrm>
              <a:custGeom>
                <a:avLst/>
                <a:gdLst>
                  <a:gd name="T0" fmla="*/ 804 w 2394"/>
                  <a:gd name="T1" fmla="*/ 0 h 2028"/>
                  <a:gd name="T2" fmla="*/ 2246 w 2394"/>
                  <a:gd name="T3" fmla="*/ 339 h 2028"/>
                  <a:gd name="T4" fmla="*/ 2394 w 2394"/>
                  <a:gd name="T5" fmla="*/ 1002 h 2028"/>
                  <a:gd name="T6" fmla="*/ 1201 w 2394"/>
                  <a:gd name="T7" fmla="*/ 1903 h 2028"/>
                  <a:gd name="T8" fmla="*/ 639 w 2394"/>
                  <a:gd name="T9" fmla="*/ 2022 h 2028"/>
                  <a:gd name="T10" fmla="*/ 635 w 2394"/>
                  <a:gd name="T11" fmla="*/ 2022 h 2028"/>
                  <a:gd name="T12" fmla="*/ 626 w 2394"/>
                  <a:gd name="T13" fmla="*/ 2024 h 2028"/>
                  <a:gd name="T14" fmla="*/ 611 w 2394"/>
                  <a:gd name="T15" fmla="*/ 2026 h 2028"/>
                  <a:gd name="T16" fmla="*/ 592 w 2394"/>
                  <a:gd name="T17" fmla="*/ 2028 h 2028"/>
                  <a:gd name="T18" fmla="*/ 567 w 2394"/>
                  <a:gd name="T19" fmla="*/ 2028 h 2028"/>
                  <a:gd name="T20" fmla="*/ 539 w 2394"/>
                  <a:gd name="T21" fmla="*/ 2026 h 2028"/>
                  <a:gd name="T22" fmla="*/ 511 w 2394"/>
                  <a:gd name="T23" fmla="*/ 2022 h 2028"/>
                  <a:gd name="T24" fmla="*/ 478 w 2394"/>
                  <a:gd name="T25" fmla="*/ 2014 h 2028"/>
                  <a:gd name="T26" fmla="*/ 446 w 2394"/>
                  <a:gd name="T27" fmla="*/ 2005 h 2028"/>
                  <a:gd name="T28" fmla="*/ 414 w 2394"/>
                  <a:gd name="T29" fmla="*/ 1988 h 2028"/>
                  <a:gd name="T30" fmla="*/ 384 w 2394"/>
                  <a:gd name="T31" fmla="*/ 1967 h 2028"/>
                  <a:gd name="T32" fmla="*/ 354 w 2394"/>
                  <a:gd name="T33" fmla="*/ 1941 h 2028"/>
                  <a:gd name="T34" fmla="*/ 325 w 2394"/>
                  <a:gd name="T35" fmla="*/ 1907 h 2028"/>
                  <a:gd name="T36" fmla="*/ 301 w 2394"/>
                  <a:gd name="T37" fmla="*/ 1865 h 2028"/>
                  <a:gd name="T38" fmla="*/ 280 w 2394"/>
                  <a:gd name="T39" fmla="*/ 1816 h 2028"/>
                  <a:gd name="T40" fmla="*/ 265 w 2394"/>
                  <a:gd name="T41" fmla="*/ 1758 h 2028"/>
                  <a:gd name="T42" fmla="*/ 9 w 2394"/>
                  <a:gd name="T43" fmla="*/ 556 h 2028"/>
                  <a:gd name="T44" fmla="*/ 9 w 2394"/>
                  <a:gd name="T45" fmla="*/ 552 h 2028"/>
                  <a:gd name="T46" fmla="*/ 8 w 2394"/>
                  <a:gd name="T47" fmla="*/ 541 h 2028"/>
                  <a:gd name="T48" fmla="*/ 4 w 2394"/>
                  <a:gd name="T49" fmla="*/ 524 h 2028"/>
                  <a:gd name="T50" fmla="*/ 2 w 2394"/>
                  <a:gd name="T51" fmla="*/ 503 h 2028"/>
                  <a:gd name="T52" fmla="*/ 0 w 2394"/>
                  <a:gd name="T53" fmla="*/ 477 h 2028"/>
                  <a:gd name="T54" fmla="*/ 0 w 2394"/>
                  <a:gd name="T55" fmla="*/ 446 h 2028"/>
                  <a:gd name="T56" fmla="*/ 2 w 2394"/>
                  <a:gd name="T57" fmla="*/ 414 h 2028"/>
                  <a:gd name="T58" fmla="*/ 6 w 2394"/>
                  <a:gd name="T59" fmla="*/ 380 h 2028"/>
                  <a:gd name="T60" fmla="*/ 13 w 2394"/>
                  <a:gd name="T61" fmla="*/ 344 h 2028"/>
                  <a:gd name="T62" fmla="*/ 25 w 2394"/>
                  <a:gd name="T63" fmla="*/ 308 h 2028"/>
                  <a:gd name="T64" fmla="*/ 40 w 2394"/>
                  <a:gd name="T65" fmla="*/ 273 h 2028"/>
                  <a:gd name="T66" fmla="*/ 61 w 2394"/>
                  <a:gd name="T67" fmla="*/ 239 h 2028"/>
                  <a:gd name="T68" fmla="*/ 87 w 2394"/>
                  <a:gd name="T69" fmla="*/ 206 h 2028"/>
                  <a:gd name="T70" fmla="*/ 121 w 2394"/>
                  <a:gd name="T71" fmla="*/ 176 h 2028"/>
                  <a:gd name="T72" fmla="*/ 161 w 2394"/>
                  <a:gd name="T73" fmla="*/ 152 h 2028"/>
                  <a:gd name="T74" fmla="*/ 208 w 2394"/>
                  <a:gd name="T75" fmla="*/ 129 h 2028"/>
                  <a:gd name="T76" fmla="*/ 263 w 2394"/>
                  <a:gd name="T77" fmla="*/ 114 h 2028"/>
                  <a:gd name="T78" fmla="*/ 361 w 2394"/>
                  <a:gd name="T79" fmla="*/ 93 h 2028"/>
                  <a:gd name="T80" fmla="*/ 450 w 2394"/>
                  <a:gd name="T81" fmla="*/ 74 h 2028"/>
                  <a:gd name="T82" fmla="*/ 529 w 2394"/>
                  <a:gd name="T83" fmla="*/ 57 h 2028"/>
                  <a:gd name="T84" fmla="*/ 601 w 2394"/>
                  <a:gd name="T85" fmla="*/ 42 h 2028"/>
                  <a:gd name="T86" fmla="*/ 662 w 2394"/>
                  <a:gd name="T87" fmla="*/ 31 h 2028"/>
                  <a:gd name="T88" fmla="*/ 713 w 2394"/>
                  <a:gd name="T89" fmla="*/ 19 h 2028"/>
                  <a:gd name="T90" fmla="*/ 753 w 2394"/>
                  <a:gd name="T91" fmla="*/ 10 h 2028"/>
                  <a:gd name="T92" fmla="*/ 781 w 2394"/>
                  <a:gd name="T93" fmla="*/ 4 h 2028"/>
                  <a:gd name="T94" fmla="*/ 798 w 2394"/>
                  <a:gd name="T95" fmla="*/ 0 h 2028"/>
                  <a:gd name="T96" fmla="*/ 804 w 2394"/>
                  <a:gd name="T97"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4" h="2028">
                    <a:moveTo>
                      <a:pt x="804" y="0"/>
                    </a:moveTo>
                    <a:lnTo>
                      <a:pt x="2246" y="339"/>
                    </a:lnTo>
                    <a:lnTo>
                      <a:pt x="2394" y="1002"/>
                    </a:lnTo>
                    <a:lnTo>
                      <a:pt x="1201" y="1903"/>
                    </a:lnTo>
                    <a:lnTo>
                      <a:pt x="639" y="2022"/>
                    </a:lnTo>
                    <a:lnTo>
                      <a:pt x="635" y="2022"/>
                    </a:lnTo>
                    <a:lnTo>
                      <a:pt x="626" y="2024"/>
                    </a:lnTo>
                    <a:lnTo>
                      <a:pt x="611" y="2026"/>
                    </a:lnTo>
                    <a:lnTo>
                      <a:pt x="592" y="2028"/>
                    </a:lnTo>
                    <a:lnTo>
                      <a:pt x="567" y="2028"/>
                    </a:lnTo>
                    <a:lnTo>
                      <a:pt x="539" y="2026"/>
                    </a:lnTo>
                    <a:lnTo>
                      <a:pt x="511" y="2022"/>
                    </a:lnTo>
                    <a:lnTo>
                      <a:pt x="478" y="2014"/>
                    </a:lnTo>
                    <a:lnTo>
                      <a:pt x="446" y="2005"/>
                    </a:lnTo>
                    <a:lnTo>
                      <a:pt x="414" y="1988"/>
                    </a:lnTo>
                    <a:lnTo>
                      <a:pt x="384" y="1967"/>
                    </a:lnTo>
                    <a:lnTo>
                      <a:pt x="354" y="1941"/>
                    </a:lnTo>
                    <a:lnTo>
                      <a:pt x="325" y="1907"/>
                    </a:lnTo>
                    <a:lnTo>
                      <a:pt x="301" y="1865"/>
                    </a:lnTo>
                    <a:lnTo>
                      <a:pt x="280" y="1816"/>
                    </a:lnTo>
                    <a:lnTo>
                      <a:pt x="265" y="1758"/>
                    </a:lnTo>
                    <a:lnTo>
                      <a:pt x="9" y="556"/>
                    </a:lnTo>
                    <a:lnTo>
                      <a:pt x="9" y="552"/>
                    </a:lnTo>
                    <a:lnTo>
                      <a:pt x="8" y="541"/>
                    </a:lnTo>
                    <a:lnTo>
                      <a:pt x="4" y="524"/>
                    </a:lnTo>
                    <a:lnTo>
                      <a:pt x="2" y="503"/>
                    </a:lnTo>
                    <a:lnTo>
                      <a:pt x="0" y="477"/>
                    </a:lnTo>
                    <a:lnTo>
                      <a:pt x="0" y="446"/>
                    </a:lnTo>
                    <a:lnTo>
                      <a:pt x="2" y="414"/>
                    </a:lnTo>
                    <a:lnTo>
                      <a:pt x="6" y="380"/>
                    </a:lnTo>
                    <a:lnTo>
                      <a:pt x="13" y="344"/>
                    </a:lnTo>
                    <a:lnTo>
                      <a:pt x="25" y="308"/>
                    </a:lnTo>
                    <a:lnTo>
                      <a:pt x="40" y="273"/>
                    </a:lnTo>
                    <a:lnTo>
                      <a:pt x="61" y="239"/>
                    </a:lnTo>
                    <a:lnTo>
                      <a:pt x="87" y="206"/>
                    </a:lnTo>
                    <a:lnTo>
                      <a:pt x="121" y="176"/>
                    </a:lnTo>
                    <a:lnTo>
                      <a:pt x="161" y="152"/>
                    </a:lnTo>
                    <a:lnTo>
                      <a:pt x="208" y="129"/>
                    </a:lnTo>
                    <a:lnTo>
                      <a:pt x="263" y="114"/>
                    </a:lnTo>
                    <a:lnTo>
                      <a:pt x="361" y="93"/>
                    </a:lnTo>
                    <a:lnTo>
                      <a:pt x="450" y="74"/>
                    </a:lnTo>
                    <a:lnTo>
                      <a:pt x="529" y="57"/>
                    </a:lnTo>
                    <a:lnTo>
                      <a:pt x="601" y="42"/>
                    </a:lnTo>
                    <a:lnTo>
                      <a:pt x="662" y="31"/>
                    </a:lnTo>
                    <a:lnTo>
                      <a:pt x="713" y="19"/>
                    </a:lnTo>
                    <a:lnTo>
                      <a:pt x="753" y="10"/>
                    </a:lnTo>
                    <a:lnTo>
                      <a:pt x="781" y="4"/>
                    </a:lnTo>
                    <a:lnTo>
                      <a:pt x="798" y="0"/>
                    </a:lnTo>
                    <a:lnTo>
                      <a:pt x="804" y="0"/>
                    </a:lnTo>
                    <a:close/>
                  </a:path>
                </a:pathLst>
              </a:custGeom>
              <a:gradFill flip="none" rotWithShape="1">
                <a:gsLst>
                  <a:gs pos="0">
                    <a:schemeClr val="bg1"/>
                  </a:gs>
                  <a:gs pos="94000">
                    <a:schemeClr val="bg1">
                      <a:lumMod val="85000"/>
                    </a:schemeClr>
                  </a:gs>
                </a:gsLst>
                <a:lin ang="9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4" name="Freeform 63"/>
              <p:cNvSpPr>
                <a:spLocks/>
              </p:cNvSpPr>
              <p:nvPr/>
            </p:nvSpPr>
            <p:spPr bwMode="auto">
              <a:xfrm>
                <a:off x="3616180" y="1621570"/>
                <a:ext cx="2099554" cy="1984828"/>
              </a:xfrm>
              <a:custGeom>
                <a:avLst/>
                <a:gdLst>
                  <a:gd name="T0" fmla="*/ 1178 w 2434"/>
                  <a:gd name="T1" fmla="*/ 0 h 2301"/>
                  <a:gd name="T2" fmla="*/ 1227 w 2434"/>
                  <a:gd name="T3" fmla="*/ 4 h 2301"/>
                  <a:gd name="T4" fmla="*/ 1276 w 2434"/>
                  <a:gd name="T5" fmla="*/ 19 h 2301"/>
                  <a:gd name="T6" fmla="*/ 1329 w 2434"/>
                  <a:gd name="T7" fmla="*/ 44 h 2301"/>
                  <a:gd name="T8" fmla="*/ 1382 w 2434"/>
                  <a:gd name="T9" fmla="*/ 81 h 2301"/>
                  <a:gd name="T10" fmla="*/ 1452 w 2434"/>
                  <a:gd name="T11" fmla="*/ 140 h 2301"/>
                  <a:gd name="T12" fmla="*/ 1517 w 2434"/>
                  <a:gd name="T13" fmla="*/ 193 h 2301"/>
                  <a:gd name="T14" fmla="*/ 1575 w 2434"/>
                  <a:gd name="T15" fmla="*/ 242 h 2301"/>
                  <a:gd name="T16" fmla="*/ 1628 w 2434"/>
                  <a:gd name="T17" fmla="*/ 286 h 2301"/>
                  <a:gd name="T18" fmla="*/ 1673 w 2434"/>
                  <a:gd name="T19" fmla="*/ 323 h 2301"/>
                  <a:gd name="T20" fmla="*/ 1713 w 2434"/>
                  <a:gd name="T21" fmla="*/ 357 h 2301"/>
                  <a:gd name="T22" fmla="*/ 1747 w 2434"/>
                  <a:gd name="T23" fmla="*/ 384 h 2301"/>
                  <a:gd name="T24" fmla="*/ 1772 w 2434"/>
                  <a:gd name="T25" fmla="*/ 406 h 2301"/>
                  <a:gd name="T26" fmla="*/ 1791 w 2434"/>
                  <a:gd name="T27" fmla="*/ 422 h 2301"/>
                  <a:gd name="T28" fmla="*/ 1804 w 2434"/>
                  <a:gd name="T29" fmla="*/ 431 h 2301"/>
                  <a:gd name="T30" fmla="*/ 1808 w 2434"/>
                  <a:gd name="T31" fmla="*/ 435 h 2301"/>
                  <a:gd name="T32" fmla="*/ 2434 w 2434"/>
                  <a:gd name="T33" fmla="*/ 1774 h 2301"/>
                  <a:gd name="T34" fmla="*/ 2004 w 2434"/>
                  <a:gd name="T35" fmla="*/ 2301 h 2301"/>
                  <a:gd name="T36" fmla="*/ 558 w 2434"/>
                  <a:gd name="T37" fmla="*/ 1925 h 2301"/>
                  <a:gd name="T38" fmla="*/ 117 w 2434"/>
                  <a:gd name="T39" fmla="*/ 1559 h 2301"/>
                  <a:gd name="T40" fmla="*/ 113 w 2434"/>
                  <a:gd name="T41" fmla="*/ 1557 h 2301"/>
                  <a:gd name="T42" fmla="*/ 106 w 2434"/>
                  <a:gd name="T43" fmla="*/ 1549 h 2301"/>
                  <a:gd name="T44" fmla="*/ 93 w 2434"/>
                  <a:gd name="T45" fmla="*/ 1536 h 2301"/>
                  <a:gd name="T46" fmla="*/ 78 w 2434"/>
                  <a:gd name="T47" fmla="*/ 1519 h 2301"/>
                  <a:gd name="T48" fmla="*/ 62 w 2434"/>
                  <a:gd name="T49" fmla="*/ 1498 h 2301"/>
                  <a:gd name="T50" fmla="*/ 45 w 2434"/>
                  <a:gd name="T51" fmla="*/ 1474 h 2301"/>
                  <a:gd name="T52" fmla="*/ 28 w 2434"/>
                  <a:gd name="T53" fmla="*/ 1446 h 2301"/>
                  <a:gd name="T54" fmla="*/ 15 w 2434"/>
                  <a:gd name="T55" fmla="*/ 1412 h 2301"/>
                  <a:gd name="T56" fmla="*/ 6 w 2434"/>
                  <a:gd name="T57" fmla="*/ 1376 h 2301"/>
                  <a:gd name="T58" fmla="*/ 0 w 2434"/>
                  <a:gd name="T59" fmla="*/ 1338 h 2301"/>
                  <a:gd name="T60" fmla="*/ 2 w 2434"/>
                  <a:gd name="T61" fmla="*/ 1294 h 2301"/>
                  <a:gd name="T62" fmla="*/ 9 w 2434"/>
                  <a:gd name="T63" fmla="*/ 1249 h 2301"/>
                  <a:gd name="T64" fmla="*/ 27 w 2434"/>
                  <a:gd name="T65" fmla="*/ 1202 h 2301"/>
                  <a:gd name="T66" fmla="*/ 55 w 2434"/>
                  <a:gd name="T67" fmla="*/ 1153 h 2301"/>
                  <a:gd name="T68" fmla="*/ 93 w 2434"/>
                  <a:gd name="T69" fmla="*/ 1102 h 2301"/>
                  <a:gd name="T70" fmla="*/ 877 w 2434"/>
                  <a:gd name="T71" fmla="*/ 155 h 2301"/>
                  <a:gd name="T72" fmla="*/ 881 w 2434"/>
                  <a:gd name="T73" fmla="*/ 151 h 2301"/>
                  <a:gd name="T74" fmla="*/ 891 w 2434"/>
                  <a:gd name="T75" fmla="*/ 142 h 2301"/>
                  <a:gd name="T76" fmla="*/ 904 w 2434"/>
                  <a:gd name="T77" fmla="*/ 127 h 2301"/>
                  <a:gd name="T78" fmla="*/ 925 w 2434"/>
                  <a:gd name="T79" fmla="*/ 108 h 2301"/>
                  <a:gd name="T80" fmla="*/ 949 w 2434"/>
                  <a:gd name="T81" fmla="*/ 87 h 2301"/>
                  <a:gd name="T82" fmla="*/ 978 w 2434"/>
                  <a:gd name="T83" fmla="*/ 66 h 2301"/>
                  <a:gd name="T84" fmla="*/ 1012 w 2434"/>
                  <a:gd name="T85" fmla="*/ 46 h 2301"/>
                  <a:gd name="T86" fmla="*/ 1049 w 2434"/>
                  <a:gd name="T87" fmla="*/ 27 h 2301"/>
                  <a:gd name="T88" fmla="*/ 1089 w 2434"/>
                  <a:gd name="T89" fmla="*/ 12 h 2301"/>
                  <a:gd name="T90" fmla="*/ 1133 w 2434"/>
                  <a:gd name="T91" fmla="*/ 2 h 2301"/>
                  <a:gd name="T92" fmla="*/ 1178 w 2434"/>
                  <a:gd name="T93" fmla="*/ 0 h 2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34" h="2301">
                    <a:moveTo>
                      <a:pt x="1178" y="0"/>
                    </a:moveTo>
                    <a:lnTo>
                      <a:pt x="1227" y="4"/>
                    </a:lnTo>
                    <a:lnTo>
                      <a:pt x="1276" y="19"/>
                    </a:lnTo>
                    <a:lnTo>
                      <a:pt x="1329" y="44"/>
                    </a:lnTo>
                    <a:lnTo>
                      <a:pt x="1382" y="81"/>
                    </a:lnTo>
                    <a:lnTo>
                      <a:pt x="1452" y="140"/>
                    </a:lnTo>
                    <a:lnTo>
                      <a:pt x="1517" y="193"/>
                    </a:lnTo>
                    <a:lnTo>
                      <a:pt x="1575" y="242"/>
                    </a:lnTo>
                    <a:lnTo>
                      <a:pt x="1628" y="286"/>
                    </a:lnTo>
                    <a:lnTo>
                      <a:pt x="1673" y="323"/>
                    </a:lnTo>
                    <a:lnTo>
                      <a:pt x="1713" y="357"/>
                    </a:lnTo>
                    <a:lnTo>
                      <a:pt x="1747" y="384"/>
                    </a:lnTo>
                    <a:lnTo>
                      <a:pt x="1772" y="406"/>
                    </a:lnTo>
                    <a:lnTo>
                      <a:pt x="1791" y="422"/>
                    </a:lnTo>
                    <a:lnTo>
                      <a:pt x="1804" y="431"/>
                    </a:lnTo>
                    <a:lnTo>
                      <a:pt x="1808" y="435"/>
                    </a:lnTo>
                    <a:lnTo>
                      <a:pt x="2434" y="1774"/>
                    </a:lnTo>
                    <a:lnTo>
                      <a:pt x="2004" y="2301"/>
                    </a:lnTo>
                    <a:lnTo>
                      <a:pt x="558" y="1925"/>
                    </a:lnTo>
                    <a:lnTo>
                      <a:pt x="117" y="1559"/>
                    </a:lnTo>
                    <a:lnTo>
                      <a:pt x="113" y="1557"/>
                    </a:lnTo>
                    <a:lnTo>
                      <a:pt x="106" y="1549"/>
                    </a:lnTo>
                    <a:lnTo>
                      <a:pt x="93" y="1536"/>
                    </a:lnTo>
                    <a:lnTo>
                      <a:pt x="78" y="1519"/>
                    </a:lnTo>
                    <a:lnTo>
                      <a:pt x="62" y="1498"/>
                    </a:lnTo>
                    <a:lnTo>
                      <a:pt x="45" y="1474"/>
                    </a:lnTo>
                    <a:lnTo>
                      <a:pt x="28" y="1446"/>
                    </a:lnTo>
                    <a:lnTo>
                      <a:pt x="15" y="1412"/>
                    </a:lnTo>
                    <a:lnTo>
                      <a:pt x="6" y="1376"/>
                    </a:lnTo>
                    <a:lnTo>
                      <a:pt x="0" y="1338"/>
                    </a:lnTo>
                    <a:lnTo>
                      <a:pt x="2" y="1294"/>
                    </a:lnTo>
                    <a:lnTo>
                      <a:pt x="9" y="1249"/>
                    </a:lnTo>
                    <a:lnTo>
                      <a:pt x="27" y="1202"/>
                    </a:lnTo>
                    <a:lnTo>
                      <a:pt x="55" y="1153"/>
                    </a:lnTo>
                    <a:lnTo>
                      <a:pt x="93" y="1102"/>
                    </a:lnTo>
                    <a:lnTo>
                      <a:pt x="877" y="155"/>
                    </a:lnTo>
                    <a:lnTo>
                      <a:pt x="881" y="151"/>
                    </a:lnTo>
                    <a:lnTo>
                      <a:pt x="891" y="142"/>
                    </a:lnTo>
                    <a:lnTo>
                      <a:pt x="904" y="127"/>
                    </a:lnTo>
                    <a:lnTo>
                      <a:pt x="925" y="108"/>
                    </a:lnTo>
                    <a:lnTo>
                      <a:pt x="949" y="87"/>
                    </a:lnTo>
                    <a:lnTo>
                      <a:pt x="978" y="66"/>
                    </a:lnTo>
                    <a:lnTo>
                      <a:pt x="1012" y="46"/>
                    </a:lnTo>
                    <a:lnTo>
                      <a:pt x="1049" y="27"/>
                    </a:lnTo>
                    <a:lnTo>
                      <a:pt x="1089" y="12"/>
                    </a:lnTo>
                    <a:lnTo>
                      <a:pt x="1133" y="2"/>
                    </a:lnTo>
                    <a:lnTo>
                      <a:pt x="1178" y="0"/>
                    </a:lnTo>
                    <a:close/>
                  </a:path>
                </a:pathLst>
              </a:custGeom>
              <a:gradFill flip="none" rotWithShape="1">
                <a:gsLst>
                  <a:gs pos="0">
                    <a:schemeClr val="bg1"/>
                  </a:gs>
                  <a:gs pos="93000">
                    <a:schemeClr val="bg1">
                      <a:lumMod val="85000"/>
                    </a:schemeClr>
                  </a:gs>
                </a:gsLst>
                <a:lin ang="120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grpSp>
        <p:sp>
          <p:nvSpPr>
            <p:cNvPr id="65" name="Freeform 64"/>
            <p:cNvSpPr>
              <a:spLocks/>
            </p:cNvSpPr>
            <p:nvPr/>
          </p:nvSpPr>
          <p:spPr bwMode="auto">
            <a:xfrm>
              <a:off x="4035847" y="2827320"/>
              <a:ext cx="734046" cy="773037"/>
            </a:xfrm>
            <a:custGeom>
              <a:avLst/>
              <a:gdLst>
                <a:gd name="T0" fmla="*/ 344 w 866"/>
                <a:gd name="T1" fmla="*/ 0 h 912"/>
                <a:gd name="T2" fmla="*/ 371 w 866"/>
                <a:gd name="T3" fmla="*/ 5 h 912"/>
                <a:gd name="T4" fmla="*/ 395 w 866"/>
                <a:gd name="T5" fmla="*/ 18 h 912"/>
                <a:gd name="T6" fmla="*/ 416 w 866"/>
                <a:gd name="T7" fmla="*/ 37 h 912"/>
                <a:gd name="T8" fmla="*/ 842 w 866"/>
                <a:gd name="T9" fmla="*/ 547 h 912"/>
                <a:gd name="T10" fmla="*/ 857 w 866"/>
                <a:gd name="T11" fmla="*/ 572 h 912"/>
                <a:gd name="T12" fmla="*/ 864 w 866"/>
                <a:gd name="T13" fmla="*/ 598 h 912"/>
                <a:gd name="T14" fmla="*/ 866 w 866"/>
                <a:gd name="T15" fmla="*/ 625 h 912"/>
                <a:gd name="T16" fmla="*/ 861 w 866"/>
                <a:gd name="T17" fmla="*/ 651 h 912"/>
                <a:gd name="T18" fmla="*/ 847 w 866"/>
                <a:gd name="T19" fmla="*/ 676 h 912"/>
                <a:gd name="T20" fmla="*/ 828 w 866"/>
                <a:gd name="T21" fmla="*/ 697 h 912"/>
                <a:gd name="T22" fmla="*/ 600 w 866"/>
                <a:gd name="T23" fmla="*/ 887 h 912"/>
                <a:gd name="T24" fmla="*/ 577 w 866"/>
                <a:gd name="T25" fmla="*/ 903 h 912"/>
                <a:gd name="T26" fmla="*/ 550 w 866"/>
                <a:gd name="T27" fmla="*/ 910 h 912"/>
                <a:gd name="T28" fmla="*/ 522 w 866"/>
                <a:gd name="T29" fmla="*/ 912 h 912"/>
                <a:gd name="T30" fmla="*/ 496 w 866"/>
                <a:gd name="T31" fmla="*/ 906 h 912"/>
                <a:gd name="T32" fmla="*/ 471 w 866"/>
                <a:gd name="T33" fmla="*/ 893 h 912"/>
                <a:gd name="T34" fmla="*/ 450 w 866"/>
                <a:gd name="T35" fmla="*/ 874 h 912"/>
                <a:gd name="T36" fmla="*/ 25 w 866"/>
                <a:gd name="T37" fmla="*/ 364 h 912"/>
                <a:gd name="T38" fmla="*/ 10 w 866"/>
                <a:gd name="T39" fmla="*/ 340 h 912"/>
                <a:gd name="T40" fmla="*/ 2 w 866"/>
                <a:gd name="T41" fmla="*/ 313 h 912"/>
                <a:gd name="T42" fmla="*/ 0 w 866"/>
                <a:gd name="T43" fmla="*/ 287 h 912"/>
                <a:gd name="T44" fmla="*/ 6 w 866"/>
                <a:gd name="T45" fmla="*/ 260 h 912"/>
                <a:gd name="T46" fmla="*/ 19 w 866"/>
                <a:gd name="T47" fmla="*/ 236 h 912"/>
                <a:gd name="T48" fmla="*/ 38 w 866"/>
                <a:gd name="T49" fmla="*/ 215 h 912"/>
                <a:gd name="T50" fmla="*/ 267 w 866"/>
                <a:gd name="T51" fmla="*/ 24 h 912"/>
                <a:gd name="T52" fmla="*/ 291 w 866"/>
                <a:gd name="T53" fmla="*/ 9 h 912"/>
                <a:gd name="T54" fmla="*/ 318 w 866"/>
                <a:gd name="T55" fmla="*/ 1 h 912"/>
                <a:gd name="T56" fmla="*/ 344 w 866"/>
                <a:gd name="T57"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2">
                  <a:moveTo>
                    <a:pt x="344" y="0"/>
                  </a:moveTo>
                  <a:lnTo>
                    <a:pt x="371" y="5"/>
                  </a:lnTo>
                  <a:lnTo>
                    <a:pt x="395" y="18"/>
                  </a:lnTo>
                  <a:lnTo>
                    <a:pt x="416" y="37"/>
                  </a:lnTo>
                  <a:lnTo>
                    <a:pt x="842" y="547"/>
                  </a:lnTo>
                  <a:lnTo>
                    <a:pt x="857" y="572"/>
                  </a:lnTo>
                  <a:lnTo>
                    <a:pt x="864" y="598"/>
                  </a:lnTo>
                  <a:lnTo>
                    <a:pt x="866" y="625"/>
                  </a:lnTo>
                  <a:lnTo>
                    <a:pt x="861" y="651"/>
                  </a:lnTo>
                  <a:lnTo>
                    <a:pt x="847" y="676"/>
                  </a:lnTo>
                  <a:lnTo>
                    <a:pt x="828" y="697"/>
                  </a:lnTo>
                  <a:lnTo>
                    <a:pt x="600" y="887"/>
                  </a:lnTo>
                  <a:lnTo>
                    <a:pt x="577" y="903"/>
                  </a:lnTo>
                  <a:lnTo>
                    <a:pt x="550" y="910"/>
                  </a:lnTo>
                  <a:lnTo>
                    <a:pt x="522" y="912"/>
                  </a:lnTo>
                  <a:lnTo>
                    <a:pt x="496" y="906"/>
                  </a:lnTo>
                  <a:lnTo>
                    <a:pt x="471" y="893"/>
                  </a:lnTo>
                  <a:lnTo>
                    <a:pt x="450" y="874"/>
                  </a:lnTo>
                  <a:lnTo>
                    <a:pt x="25" y="364"/>
                  </a:lnTo>
                  <a:lnTo>
                    <a:pt x="10" y="340"/>
                  </a:lnTo>
                  <a:lnTo>
                    <a:pt x="2" y="313"/>
                  </a:lnTo>
                  <a:lnTo>
                    <a:pt x="0" y="287"/>
                  </a:lnTo>
                  <a:lnTo>
                    <a:pt x="6" y="260"/>
                  </a:lnTo>
                  <a:lnTo>
                    <a:pt x="19" y="236"/>
                  </a:lnTo>
                  <a:lnTo>
                    <a:pt x="38" y="215"/>
                  </a:lnTo>
                  <a:lnTo>
                    <a:pt x="267" y="24"/>
                  </a:lnTo>
                  <a:lnTo>
                    <a:pt x="291" y="9"/>
                  </a:lnTo>
                  <a:lnTo>
                    <a:pt x="318" y="1"/>
                  </a:lnTo>
                  <a:lnTo>
                    <a:pt x="344"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6" name="Freeform 65"/>
            <p:cNvSpPr>
              <a:spLocks/>
            </p:cNvSpPr>
            <p:nvPr/>
          </p:nvSpPr>
          <p:spPr bwMode="auto">
            <a:xfrm>
              <a:off x="4300307" y="3605444"/>
              <a:ext cx="545025" cy="783208"/>
            </a:xfrm>
            <a:custGeom>
              <a:avLst/>
              <a:gdLst>
                <a:gd name="T0" fmla="*/ 240 w 643"/>
                <a:gd name="T1" fmla="*/ 0 h 924"/>
                <a:gd name="T2" fmla="*/ 269 w 643"/>
                <a:gd name="T3" fmla="*/ 2 h 924"/>
                <a:gd name="T4" fmla="*/ 560 w 643"/>
                <a:gd name="T5" fmla="*/ 64 h 924"/>
                <a:gd name="T6" fmla="*/ 586 w 643"/>
                <a:gd name="T7" fmla="*/ 73 h 924"/>
                <a:gd name="T8" fmla="*/ 609 w 643"/>
                <a:gd name="T9" fmla="*/ 90 h 924"/>
                <a:gd name="T10" fmla="*/ 626 w 643"/>
                <a:gd name="T11" fmla="*/ 111 h 924"/>
                <a:gd name="T12" fmla="*/ 639 w 643"/>
                <a:gd name="T13" fmla="*/ 136 h 924"/>
                <a:gd name="T14" fmla="*/ 643 w 643"/>
                <a:gd name="T15" fmla="*/ 162 h 924"/>
                <a:gd name="T16" fmla="*/ 641 w 643"/>
                <a:gd name="T17" fmla="*/ 191 h 924"/>
                <a:gd name="T18" fmla="*/ 499 w 643"/>
                <a:gd name="T19" fmla="*/ 839 h 924"/>
                <a:gd name="T20" fmla="*/ 490 w 643"/>
                <a:gd name="T21" fmla="*/ 867 h 924"/>
                <a:gd name="T22" fmla="*/ 475 w 643"/>
                <a:gd name="T23" fmla="*/ 888 h 924"/>
                <a:gd name="T24" fmla="*/ 454 w 643"/>
                <a:gd name="T25" fmla="*/ 907 h 924"/>
                <a:gd name="T26" fmla="*/ 429 w 643"/>
                <a:gd name="T27" fmla="*/ 918 h 924"/>
                <a:gd name="T28" fmla="*/ 403 w 643"/>
                <a:gd name="T29" fmla="*/ 924 h 924"/>
                <a:gd name="T30" fmla="*/ 375 w 643"/>
                <a:gd name="T31" fmla="*/ 920 h 924"/>
                <a:gd name="T32" fmla="*/ 83 w 643"/>
                <a:gd name="T33" fmla="*/ 857 h 924"/>
                <a:gd name="T34" fmla="*/ 57 w 643"/>
                <a:gd name="T35" fmla="*/ 848 h 924"/>
                <a:gd name="T36" fmla="*/ 34 w 643"/>
                <a:gd name="T37" fmla="*/ 831 h 924"/>
                <a:gd name="T38" fmla="*/ 15 w 643"/>
                <a:gd name="T39" fmla="*/ 810 h 924"/>
                <a:gd name="T40" fmla="*/ 4 w 643"/>
                <a:gd name="T41" fmla="*/ 786 h 924"/>
                <a:gd name="T42" fmla="*/ 0 w 643"/>
                <a:gd name="T43" fmla="*/ 759 h 924"/>
                <a:gd name="T44" fmla="*/ 2 w 643"/>
                <a:gd name="T45" fmla="*/ 731 h 924"/>
                <a:gd name="T46" fmla="*/ 142 w 643"/>
                <a:gd name="T47" fmla="*/ 83 h 924"/>
                <a:gd name="T48" fmla="*/ 153 w 643"/>
                <a:gd name="T49" fmla="*/ 56 h 924"/>
                <a:gd name="T50" fmla="*/ 168 w 643"/>
                <a:gd name="T51" fmla="*/ 34 h 924"/>
                <a:gd name="T52" fmla="*/ 189 w 643"/>
                <a:gd name="T53" fmla="*/ 15 h 924"/>
                <a:gd name="T54" fmla="*/ 214 w 643"/>
                <a:gd name="T55" fmla="*/ 4 h 924"/>
                <a:gd name="T56" fmla="*/ 240 w 643"/>
                <a:gd name="T57" fmla="*/ 0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3" h="924">
                  <a:moveTo>
                    <a:pt x="240" y="0"/>
                  </a:moveTo>
                  <a:lnTo>
                    <a:pt x="269" y="2"/>
                  </a:lnTo>
                  <a:lnTo>
                    <a:pt x="560" y="64"/>
                  </a:lnTo>
                  <a:lnTo>
                    <a:pt x="586" y="73"/>
                  </a:lnTo>
                  <a:lnTo>
                    <a:pt x="609" y="90"/>
                  </a:lnTo>
                  <a:lnTo>
                    <a:pt x="626" y="111"/>
                  </a:lnTo>
                  <a:lnTo>
                    <a:pt x="639" y="136"/>
                  </a:lnTo>
                  <a:lnTo>
                    <a:pt x="643" y="162"/>
                  </a:lnTo>
                  <a:lnTo>
                    <a:pt x="641" y="191"/>
                  </a:lnTo>
                  <a:lnTo>
                    <a:pt x="499" y="839"/>
                  </a:lnTo>
                  <a:lnTo>
                    <a:pt x="490" y="867"/>
                  </a:lnTo>
                  <a:lnTo>
                    <a:pt x="475" y="888"/>
                  </a:lnTo>
                  <a:lnTo>
                    <a:pt x="454" y="907"/>
                  </a:lnTo>
                  <a:lnTo>
                    <a:pt x="429" y="918"/>
                  </a:lnTo>
                  <a:lnTo>
                    <a:pt x="403" y="924"/>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7" name="Freeform 66"/>
            <p:cNvSpPr>
              <a:spLocks/>
            </p:cNvSpPr>
            <p:nvPr/>
          </p:nvSpPr>
          <p:spPr bwMode="auto">
            <a:xfrm>
              <a:off x="3670519" y="4297109"/>
              <a:ext cx="796771" cy="655217"/>
            </a:xfrm>
            <a:custGeom>
              <a:avLst/>
              <a:gdLst>
                <a:gd name="T0" fmla="*/ 709 w 940"/>
                <a:gd name="T1" fmla="*/ 0 h 773"/>
                <a:gd name="T2" fmla="*/ 736 w 940"/>
                <a:gd name="T3" fmla="*/ 6 h 773"/>
                <a:gd name="T4" fmla="*/ 760 w 940"/>
                <a:gd name="T5" fmla="*/ 17 h 773"/>
                <a:gd name="T6" fmla="*/ 781 w 940"/>
                <a:gd name="T7" fmla="*/ 36 h 773"/>
                <a:gd name="T8" fmla="*/ 798 w 940"/>
                <a:gd name="T9" fmla="*/ 58 h 773"/>
                <a:gd name="T10" fmla="*/ 930 w 940"/>
                <a:gd name="T11" fmla="*/ 325 h 773"/>
                <a:gd name="T12" fmla="*/ 938 w 940"/>
                <a:gd name="T13" fmla="*/ 351 h 773"/>
                <a:gd name="T14" fmla="*/ 940 w 940"/>
                <a:gd name="T15" fmla="*/ 380 h 773"/>
                <a:gd name="T16" fmla="*/ 934 w 940"/>
                <a:gd name="T17" fmla="*/ 406 h 773"/>
                <a:gd name="T18" fmla="*/ 923 w 940"/>
                <a:gd name="T19" fmla="*/ 431 h 773"/>
                <a:gd name="T20" fmla="*/ 906 w 940"/>
                <a:gd name="T21" fmla="*/ 451 h 773"/>
                <a:gd name="T22" fmla="*/ 881 w 940"/>
                <a:gd name="T23" fmla="*/ 468 h 773"/>
                <a:gd name="T24" fmla="*/ 286 w 940"/>
                <a:gd name="T25" fmla="*/ 763 h 773"/>
                <a:gd name="T26" fmla="*/ 259 w 940"/>
                <a:gd name="T27" fmla="*/ 771 h 773"/>
                <a:gd name="T28" fmla="*/ 233 w 940"/>
                <a:gd name="T29" fmla="*/ 773 h 773"/>
                <a:gd name="T30" fmla="*/ 204 w 940"/>
                <a:gd name="T31" fmla="*/ 769 h 773"/>
                <a:gd name="T32" fmla="*/ 182 w 940"/>
                <a:gd name="T33" fmla="*/ 756 h 773"/>
                <a:gd name="T34" fmla="*/ 159 w 940"/>
                <a:gd name="T35" fmla="*/ 739 h 773"/>
                <a:gd name="T36" fmla="*/ 144 w 940"/>
                <a:gd name="T37" fmla="*/ 714 h 773"/>
                <a:gd name="T38" fmla="*/ 11 w 940"/>
                <a:gd name="T39" fmla="*/ 448 h 773"/>
                <a:gd name="T40" fmla="*/ 2 w 940"/>
                <a:gd name="T41" fmla="*/ 421 h 773"/>
                <a:gd name="T42" fmla="*/ 0 w 940"/>
                <a:gd name="T43" fmla="*/ 393 h 773"/>
                <a:gd name="T44" fmla="*/ 6 w 940"/>
                <a:gd name="T45" fmla="*/ 366 h 773"/>
                <a:gd name="T46" fmla="*/ 19 w 940"/>
                <a:gd name="T47" fmla="*/ 342 h 773"/>
                <a:gd name="T48" fmla="*/ 36 w 940"/>
                <a:gd name="T49" fmla="*/ 321 h 773"/>
                <a:gd name="T50" fmla="*/ 59 w 940"/>
                <a:gd name="T51" fmla="*/ 306 h 773"/>
                <a:gd name="T52" fmla="*/ 654 w 940"/>
                <a:gd name="T53" fmla="*/ 11 h 773"/>
                <a:gd name="T54" fmla="*/ 681 w 940"/>
                <a:gd name="T55" fmla="*/ 2 h 773"/>
                <a:gd name="T56" fmla="*/ 709 w 940"/>
                <a:gd name="T57" fmla="*/ 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73">
                  <a:moveTo>
                    <a:pt x="709" y="0"/>
                  </a:moveTo>
                  <a:lnTo>
                    <a:pt x="736" y="6"/>
                  </a:lnTo>
                  <a:lnTo>
                    <a:pt x="760" y="17"/>
                  </a:lnTo>
                  <a:lnTo>
                    <a:pt x="781" y="36"/>
                  </a:lnTo>
                  <a:lnTo>
                    <a:pt x="798" y="58"/>
                  </a:lnTo>
                  <a:lnTo>
                    <a:pt x="930" y="325"/>
                  </a:lnTo>
                  <a:lnTo>
                    <a:pt x="938" y="351"/>
                  </a:lnTo>
                  <a:lnTo>
                    <a:pt x="940" y="380"/>
                  </a:lnTo>
                  <a:lnTo>
                    <a:pt x="934" y="406"/>
                  </a:lnTo>
                  <a:lnTo>
                    <a:pt x="923" y="431"/>
                  </a:lnTo>
                  <a:lnTo>
                    <a:pt x="906" y="451"/>
                  </a:lnTo>
                  <a:lnTo>
                    <a:pt x="881" y="468"/>
                  </a:lnTo>
                  <a:lnTo>
                    <a:pt x="286" y="763"/>
                  </a:lnTo>
                  <a:lnTo>
                    <a:pt x="259" y="771"/>
                  </a:lnTo>
                  <a:lnTo>
                    <a:pt x="233" y="773"/>
                  </a:lnTo>
                  <a:lnTo>
                    <a:pt x="204" y="769"/>
                  </a:lnTo>
                  <a:lnTo>
                    <a:pt x="182" y="756"/>
                  </a:lnTo>
                  <a:lnTo>
                    <a:pt x="159" y="739"/>
                  </a:lnTo>
                  <a:lnTo>
                    <a:pt x="144" y="714"/>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8" name="Freeform 67"/>
            <p:cNvSpPr>
              <a:spLocks/>
            </p:cNvSpPr>
            <p:nvPr/>
          </p:nvSpPr>
          <p:spPr bwMode="auto">
            <a:xfrm>
              <a:off x="2872052" y="4313215"/>
              <a:ext cx="796771" cy="651827"/>
            </a:xfrm>
            <a:custGeom>
              <a:avLst/>
              <a:gdLst>
                <a:gd name="T0" fmla="*/ 227 w 940"/>
                <a:gd name="T1" fmla="*/ 0 h 769"/>
                <a:gd name="T2" fmla="*/ 256 w 940"/>
                <a:gd name="T3" fmla="*/ 2 h 769"/>
                <a:gd name="T4" fmla="*/ 282 w 940"/>
                <a:gd name="T5" fmla="*/ 9 h 769"/>
                <a:gd name="T6" fmla="*/ 880 w 940"/>
                <a:gd name="T7" fmla="*/ 300 h 769"/>
                <a:gd name="T8" fmla="*/ 904 w 940"/>
                <a:gd name="T9" fmla="*/ 315 h 769"/>
                <a:gd name="T10" fmla="*/ 921 w 940"/>
                <a:gd name="T11" fmla="*/ 336 h 769"/>
                <a:gd name="T12" fmla="*/ 934 w 940"/>
                <a:gd name="T13" fmla="*/ 361 h 769"/>
                <a:gd name="T14" fmla="*/ 940 w 940"/>
                <a:gd name="T15" fmla="*/ 387 h 769"/>
                <a:gd name="T16" fmla="*/ 938 w 940"/>
                <a:gd name="T17" fmla="*/ 415 h 769"/>
                <a:gd name="T18" fmla="*/ 929 w 940"/>
                <a:gd name="T19" fmla="*/ 442 h 769"/>
                <a:gd name="T20" fmla="*/ 798 w 940"/>
                <a:gd name="T21" fmla="*/ 708 h 769"/>
                <a:gd name="T22" fmla="*/ 783 w 940"/>
                <a:gd name="T23" fmla="*/ 733 h 769"/>
                <a:gd name="T24" fmla="*/ 762 w 940"/>
                <a:gd name="T25" fmla="*/ 752 h 769"/>
                <a:gd name="T26" fmla="*/ 738 w 940"/>
                <a:gd name="T27" fmla="*/ 763 h 769"/>
                <a:gd name="T28" fmla="*/ 711 w 940"/>
                <a:gd name="T29" fmla="*/ 769 h 769"/>
                <a:gd name="T30" fmla="*/ 685 w 940"/>
                <a:gd name="T31" fmla="*/ 767 h 769"/>
                <a:gd name="T32" fmla="*/ 657 w 940"/>
                <a:gd name="T33" fmla="*/ 757 h 769"/>
                <a:gd name="T34" fmla="*/ 59 w 940"/>
                <a:gd name="T35" fmla="*/ 468 h 769"/>
                <a:gd name="T36" fmla="*/ 36 w 940"/>
                <a:gd name="T37" fmla="*/ 453 h 769"/>
                <a:gd name="T38" fmla="*/ 17 w 940"/>
                <a:gd name="T39" fmla="*/ 432 h 769"/>
                <a:gd name="T40" fmla="*/ 6 w 940"/>
                <a:gd name="T41" fmla="*/ 408 h 769"/>
                <a:gd name="T42" fmla="*/ 0 w 940"/>
                <a:gd name="T43" fmla="*/ 381 h 769"/>
                <a:gd name="T44" fmla="*/ 2 w 940"/>
                <a:gd name="T45" fmla="*/ 353 h 769"/>
                <a:gd name="T46" fmla="*/ 10 w 940"/>
                <a:gd name="T47" fmla="*/ 327 h 769"/>
                <a:gd name="T48" fmla="*/ 140 w 940"/>
                <a:gd name="T49" fmla="*/ 58 h 769"/>
                <a:gd name="T50" fmla="*/ 155 w 940"/>
                <a:gd name="T51" fmla="*/ 36 h 769"/>
                <a:gd name="T52" fmla="*/ 176 w 940"/>
                <a:gd name="T53" fmla="*/ 17 h 769"/>
                <a:gd name="T54" fmla="*/ 201 w 940"/>
                <a:gd name="T55" fmla="*/ 5 h 769"/>
                <a:gd name="T56" fmla="*/ 227 w 940"/>
                <a:gd name="T57" fmla="*/ 0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69">
                  <a:moveTo>
                    <a:pt x="227" y="0"/>
                  </a:moveTo>
                  <a:lnTo>
                    <a:pt x="256" y="2"/>
                  </a:lnTo>
                  <a:lnTo>
                    <a:pt x="282" y="9"/>
                  </a:lnTo>
                  <a:lnTo>
                    <a:pt x="880" y="300"/>
                  </a:lnTo>
                  <a:lnTo>
                    <a:pt x="904" y="315"/>
                  </a:lnTo>
                  <a:lnTo>
                    <a:pt x="921" y="336"/>
                  </a:lnTo>
                  <a:lnTo>
                    <a:pt x="934" y="361"/>
                  </a:lnTo>
                  <a:lnTo>
                    <a:pt x="940" y="387"/>
                  </a:lnTo>
                  <a:lnTo>
                    <a:pt x="938" y="415"/>
                  </a:lnTo>
                  <a:lnTo>
                    <a:pt x="929" y="442"/>
                  </a:lnTo>
                  <a:lnTo>
                    <a:pt x="798" y="708"/>
                  </a:lnTo>
                  <a:lnTo>
                    <a:pt x="783" y="733"/>
                  </a:lnTo>
                  <a:lnTo>
                    <a:pt x="762" y="752"/>
                  </a:lnTo>
                  <a:lnTo>
                    <a:pt x="738" y="763"/>
                  </a:lnTo>
                  <a:lnTo>
                    <a:pt x="711" y="769"/>
                  </a:lnTo>
                  <a:lnTo>
                    <a:pt x="685" y="767"/>
                  </a:lnTo>
                  <a:lnTo>
                    <a:pt x="657" y="757"/>
                  </a:lnTo>
                  <a:lnTo>
                    <a:pt x="59" y="468"/>
                  </a:lnTo>
                  <a:lnTo>
                    <a:pt x="36" y="453"/>
                  </a:lnTo>
                  <a:lnTo>
                    <a:pt x="17" y="432"/>
                  </a:lnTo>
                  <a:lnTo>
                    <a:pt x="6" y="408"/>
                  </a:lnTo>
                  <a:lnTo>
                    <a:pt x="0" y="381"/>
                  </a:lnTo>
                  <a:lnTo>
                    <a:pt x="2" y="353"/>
                  </a:lnTo>
                  <a:lnTo>
                    <a:pt x="10" y="327"/>
                  </a:lnTo>
                  <a:lnTo>
                    <a:pt x="140" y="58"/>
                  </a:lnTo>
                  <a:lnTo>
                    <a:pt x="155" y="36"/>
                  </a:lnTo>
                  <a:lnTo>
                    <a:pt x="176" y="17"/>
                  </a:lnTo>
                  <a:lnTo>
                    <a:pt x="201" y="5"/>
                  </a:lnTo>
                  <a:lnTo>
                    <a:pt x="227"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9" name="Freeform 68"/>
            <p:cNvSpPr>
              <a:spLocks/>
            </p:cNvSpPr>
            <p:nvPr/>
          </p:nvSpPr>
          <p:spPr bwMode="auto">
            <a:xfrm>
              <a:off x="2481296" y="3635959"/>
              <a:ext cx="543330" cy="782361"/>
            </a:xfrm>
            <a:custGeom>
              <a:avLst/>
              <a:gdLst>
                <a:gd name="T0" fmla="*/ 403 w 641"/>
                <a:gd name="T1" fmla="*/ 0 h 923"/>
                <a:gd name="T2" fmla="*/ 431 w 641"/>
                <a:gd name="T3" fmla="*/ 5 h 923"/>
                <a:gd name="T4" fmla="*/ 456 w 641"/>
                <a:gd name="T5" fmla="*/ 17 h 923"/>
                <a:gd name="T6" fmla="*/ 477 w 641"/>
                <a:gd name="T7" fmla="*/ 34 h 923"/>
                <a:gd name="T8" fmla="*/ 492 w 641"/>
                <a:gd name="T9" fmla="*/ 56 h 923"/>
                <a:gd name="T10" fmla="*/ 501 w 641"/>
                <a:gd name="T11" fmla="*/ 83 h 923"/>
                <a:gd name="T12" fmla="*/ 639 w 641"/>
                <a:gd name="T13" fmla="*/ 733 h 923"/>
                <a:gd name="T14" fmla="*/ 641 w 641"/>
                <a:gd name="T15" fmla="*/ 761 h 923"/>
                <a:gd name="T16" fmla="*/ 635 w 641"/>
                <a:gd name="T17" fmla="*/ 787 h 923"/>
                <a:gd name="T18" fmla="*/ 624 w 641"/>
                <a:gd name="T19" fmla="*/ 812 h 923"/>
                <a:gd name="T20" fmla="*/ 607 w 641"/>
                <a:gd name="T21" fmla="*/ 833 h 923"/>
                <a:gd name="T22" fmla="*/ 584 w 641"/>
                <a:gd name="T23" fmla="*/ 850 h 923"/>
                <a:gd name="T24" fmla="*/ 558 w 641"/>
                <a:gd name="T25" fmla="*/ 859 h 923"/>
                <a:gd name="T26" fmla="*/ 267 w 641"/>
                <a:gd name="T27" fmla="*/ 922 h 923"/>
                <a:gd name="T28" fmla="*/ 238 w 641"/>
                <a:gd name="T29" fmla="*/ 923 h 923"/>
                <a:gd name="T30" fmla="*/ 210 w 641"/>
                <a:gd name="T31" fmla="*/ 918 h 923"/>
                <a:gd name="T32" fmla="*/ 185 w 641"/>
                <a:gd name="T33" fmla="*/ 906 h 923"/>
                <a:gd name="T34" fmla="*/ 165 w 641"/>
                <a:gd name="T35" fmla="*/ 888 h 923"/>
                <a:gd name="T36" fmla="*/ 149 w 641"/>
                <a:gd name="T37" fmla="*/ 865 h 923"/>
                <a:gd name="T38" fmla="*/ 140 w 641"/>
                <a:gd name="T39" fmla="*/ 838 h 923"/>
                <a:gd name="T40" fmla="*/ 2 w 641"/>
                <a:gd name="T41" fmla="*/ 189 h 923"/>
                <a:gd name="T42" fmla="*/ 0 w 641"/>
                <a:gd name="T43" fmla="*/ 160 h 923"/>
                <a:gd name="T44" fmla="*/ 6 w 641"/>
                <a:gd name="T45" fmla="*/ 134 h 923"/>
                <a:gd name="T46" fmla="*/ 17 w 641"/>
                <a:gd name="T47" fmla="*/ 109 h 923"/>
                <a:gd name="T48" fmla="*/ 34 w 641"/>
                <a:gd name="T49" fmla="*/ 88 h 923"/>
                <a:gd name="T50" fmla="*/ 57 w 641"/>
                <a:gd name="T51" fmla="*/ 73 h 923"/>
                <a:gd name="T52" fmla="*/ 85 w 641"/>
                <a:gd name="T53" fmla="*/ 64 h 923"/>
                <a:gd name="T54" fmla="*/ 374 w 641"/>
                <a:gd name="T55" fmla="*/ 2 h 923"/>
                <a:gd name="T56" fmla="*/ 403 w 641"/>
                <a:gd name="T57" fmla="*/ 0 h 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1" h="923">
                  <a:moveTo>
                    <a:pt x="403" y="0"/>
                  </a:moveTo>
                  <a:lnTo>
                    <a:pt x="431" y="5"/>
                  </a:lnTo>
                  <a:lnTo>
                    <a:pt x="456" y="17"/>
                  </a:lnTo>
                  <a:lnTo>
                    <a:pt x="477" y="34"/>
                  </a:lnTo>
                  <a:lnTo>
                    <a:pt x="492" y="56"/>
                  </a:lnTo>
                  <a:lnTo>
                    <a:pt x="501" y="83"/>
                  </a:lnTo>
                  <a:lnTo>
                    <a:pt x="639" y="733"/>
                  </a:lnTo>
                  <a:lnTo>
                    <a:pt x="641" y="761"/>
                  </a:lnTo>
                  <a:lnTo>
                    <a:pt x="635" y="787"/>
                  </a:lnTo>
                  <a:lnTo>
                    <a:pt x="624" y="812"/>
                  </a:lnTo>
                  <a:lnTo>
                    <a:pt x="607" y="833"/>
                  </a:lnTo>
                  <a:lnTo>
                    <a:pt x="584" y="850"/>
                  </a:lnTo>
                  <a:lnTo>
                    <a:pt x="558" y="859"/>
                  </a:lnTo>
                  <a:lnTo>
                    <a:pt x="267" y="922"/>
                  </a:lnTo>
                  <a:lnTo>
                    <a:pt x="238" y="923"/>
                  </a:lnTo>
                  <a:lnTo>
                    <a:pt x="210" y="918"/>
                  </a:lnTo>
                  <a:lnTo>
                    <a:pt x="185" y="906"/>
                  </a:lnTo>
                  <a:lnTo>
                    <a:pt x="165" y="888"/>
                  </a:lnTo>
                  <a:lnTo>
                    <a:pt x="149" y="865"/>
                  </a:lnTo>
                  <a:lnTo>
                    <a:pt x="140" y="838"/>
                  </a:lnTo>
                  <a:lnTo>
                    <a:pt x="2" y="189"/>
                  </a:lnTo>
                  <a:lnTo>
                    <a:pt x="0" y="160"/>
                  </a:lnTo>
                  <a:lnTo>
                    <a:pt x="6" y="134"/>
                  </a:lnTo>
                  <a:lnTo>
                    <a:pt x="17" y="109"/>
                  </a:lnTo>
                  <a:lnTo>
                    <a:pt x="34" y="88"/>
                  </a:lnTo>
                  <a:lnTo>
                    <a:pt x="57" y="73"/>
                  </a:lnTo>
                  <a:lnTo>
                    <a:pt x="85" y="64"/>
                  </a:lnTo>
                  <a:lnTo>
                    <a:pt x="374" y="2"/>
                  </a:lnTo>
                  <a:lnTo>
                    <a:pt x="403" y="0"/>
                  </a:lnTo>
                  <a:close/>
                </a:path>
              </a:pathLst>
            </a:custGeom>
            <a:solidFill>
              <a:schemeClr val="accent5"/>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0" name="Freeform 69"/>
            <p:cNvSpPr>
              <a:spLocks/>
            </p:cNvSpPr>
            <p:nvPr/>
          </p:nvSpPr>
          <p:spPr bwMode="auto">
            <a:xfrm>
              <a:off x="2556735" y="2844273"/>
              <a:ext cx="734046" cy="773885"/>
            </a:xfrm>
            <a:custGeom>
              <a:avLst/>
              <a:gdLst>
                <a:gd name="T0" fmla="*/ 520 w 866"/>
                <a:gd name="T1" fmla="*/ 0 h 913"/>
                <a:gd name="T2" fmla="*/ 548 w 866"/>
                <a:gd name="T3" fmla="*/ 0 h 913"/>
                <a:gd name="T4" fmla="*/ 575 w 866"/>
                <a:gd name="T5" fmla="*/ 10 h 913"/>
                <a:gd name="T6" fmla="*/ 599 w 866"/>
                <a:gd name="T7" fmla="*/ 25 h 913"/>
                <a:gd name="T8" fmla="*/ 828 w 866"/>
                <a:gd name="T9" fmla="*/ 214 h 913"/>
                <a:gd name="T10" fmla="*/ 847 w 866"/>
                <a:gd name="T11" fmla="*/ 235 h 913"/>
                <a:gd name="T12" fmla="*/ 860 w 866"/>
                <a:gd name="T13" fmla="*/ 259 h 913"/>
                <a:gd name="T14" fmla="*/ 866 w 866"/>
                <a:gd name="T15" fmla="*/ 286 h 913"/>
                <a:gd name="T16" fmla="*/ 864 w 866"/>
                <a:gd name="T17" fmla="*/ 314 h 913"/>
                <a:gd name="T18" fmla="*/ 856 w 866"/>
                <a:gd name="T19" fmla="*/ 340 h 913"/>
                <a:gd name="T20" fmla="*/ 841 w 866"/>
                <a:gd name="T21" fmla="*/ 363 h 913"/>
                <a:gd name="T22" fmla="*/ 416 w 866"/>
                <a:gd name="T23" fmla="*/ 875 h 913"/>
                <a:gd name="T24" fmla="*/ 395 w 866"/>
                <a:gd name="T25" fmla="*/ 894 h 913"/>
                <a:gd name="T26" fmla="*/ 371 w 866"/>
                <a:gd name="T27" fmla="*/ 907 h 913"/>
                <a:gd name="T28" fmla="*/ 344 w 866"/>
                <a:gd name="T29" fmla="*/ 913 h 913"/>
                <a:gd name="T30" fmla="*/ 318 w 866"/>
                <a:gd name="T31" fmla="*/ 911 h 913"/>
                <a:gd name="T32" fmla="*/ 291 w 866"/>
                <a:gd name="T33" fmla="*/ 903 h 913"/>
                <a:gd name="T34" fmla="*/ 267 w 866"/>
                <a:gd name="T35" fmla="*/ 888 h 913"/>
                <a:gd name="T36" fmla="*/ 38 w 866"/>
                <a:gd name="T37" fmla="*/ 697 h 913"/>
                <a:gd name="T38" fmla="*/ 19 w 866"/>
                <a:gd name="T39" fmla="*/ 677 h 913"/>
                <a:gd name="T40" fmla="*/ 6 w 866"/>
                <a:gd name="T41" fmla="*/ 652 h 913"/>
                <a:gd name="T42" fmla="*/ 0 w 866"/>
                <a:gd name="T43" fmla="*/ 626 h 913"/>
                <a:gd name="T44" fmla="*/ 2 w 866"/>
                <a:gd name="T45" fmla="*/ 599 h 913"/>
                <a:gd name="T46" fmla="*/ 9 w 866"/>
                <a:gd name="T47" fmla="*/ 573 h 913"/>
                <a:gd name="T48" fmla="*/ 24 w 866"/>
                <a:gd name="T49" fmla="*/ 548 h 913"/>
                <a:gd name="T50" fmla="*/ 448 w 866"/>
                <a:gd name="T51" fmla="*/ 38 h 913"/>
                <a:gd name="T52" fmla="*/ 469 w 866"/>
                <a:gd name="T53" fmla="*/ 19 h 913"/>
                <a:gd name="T54" fmla="*/ 493 w 866"/>
                <a:gd name="T55" fmla="*/ 6 h 913"/>
                <a:gd name="T56" fmla="*/ 520 w 866"/>
                <a:gd name="T57"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3">
                  <a:moveTo>
                    <a:pt x="520" y="0"/>
                  </a:moveTo>
                  <a:lnTo>
                    <a:pt x="548" y="0"/>
                  </a:lnTo>
                  <a:lnTo>
                    <a:pt x="575" y="10"/>
                  </a:lnTo>
                  <a:lnTo>
                    <a:pt x="599" y="25"/>
                  </a:lnTo>
                  <a:lnTo>
                    <a:pt x="828" y="214"/>
                  </a:lnTo>
                  <a:lnTo>
                    <a:pt x="847" y="235"/>
                  </a:lnTo>
                  <a:lnTo>
                    <a:pt x="860" y="259"/>
                  </a:lnTo>
                  <a:lnTo>
                    <a:pt x="866" y="286"/>
                  </a:lnTo>
                  <a:lnTo>
                    <a:pt x="864" y="314"/>
                  </a:lnTo>
                  <a:lnTo>
                    <a:pt x="856" y="340"/>
                  </a:lnTo>
                  <a:lnTo>
                    <a:pt x="841" y="363"/>
                  </a:lnTo>
                  <a:lnTo>
                    <a:pt x="416" y="875"/>
                  </a:lnTo>
                  <a:lnTo>
                    <a:pt x="395" y="894"/>
                  </a:lnTo>
                  <a:lnTo>
                    <a:pt x="371" y="907"/>
                  </a:lnTo>
                  <a:lnTo>
                    <a:pt x="344" y="913"/>
                  </a:lnTo>
                  <a:lnTo>
                    <a:pt x="318" y="911"/>
                  </a:lnTo>
                  <a:lnTo>
                    <a:pt x="291" y="903"/>
                  </a:lnTo>
                  <a:lnTo>
                    <a:pt x="267" y="888"/>
                  </a:lnTo>
                  <a:lnTo>
                    <a:pt x="38" y="697"/>
                  </a:lnTo>
                  <a:lnTo>
                    <a:pt x="19" y="677"/>
                  </a:lnTo>
                  <a:lnTo>
                    <a:pt x="6" y="652"/>
                  </a:lnTo>
                  <a:lnTo>
                    <a:pt x="0" y="626"/>
                  </a:lnTo>
                  <a:lnTo>
                    <a:pt x="2" y="599"/>
                  </a:lnTo>
                  <a:lnTo>
                    <a:pt x="9" y="573"/>
                  </a:lnTo>
                  <a:lnTo>
                    <a:pt x="24" y="548"/>
                  </a:lnTo>
                  <a:lnTo>
                    <a:pt x="448" y="38"/>
                  </a:lnTo>
                  <a:lnTo>
                    <a:pt x="469" y="19"/>
                  </a:lnTo>
                  <a:lnTo>
                    <a:pt x="493" y="6"/>
                  </a:lnTo>
                  <a:lnTo>
                    <a:pt x="520"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1" name="Freeform 70"/>
            <p:cNvSpPr>
              <a:spLocks/>
            </p:cNvSpPr>
            <p:nvPr/>
          </p:nvSpPr>
          <p:spPr bwMode="auto">
            <a:xfrm>
              <a:off x="3284000" y="2629823"/>
              <a:ext cx="744218" cy="432291"/>
            </a:xfrm>
            <a:custGeom>
              <a:avLst/>
              <a:gdLst>
                <a:gd name="T0" fmla="*/ 106 w 878"/>
                <a:gd name="T1" fmla="*/ 0 h 510"/>
                <a:gd name="T2" fmla="*/ 772 w 878"/>
                <a:gd name="T3" fmla="*/ 0 h 510"/>
                <a:gd name="T4" fmla="*/ 804 w 878"/>
                <a:gd name="T5" fmla="*/ 6 h 510"/>
                <a:gd name="T6" fmla="*/ 834 w 878"/>
                <a:gd name="T7" fmla="*/ 21 h 510"/>
                <a:gd name="T8" fmla="*/ 857 w 878"/>
                <a:gd name="T9" fmla="*/ 44 h 510"/>
                <a:gd name="T10" fmla="*/ 872 w 878"/>
                <a:gd name="T11" fmla="*/ 74 h 510"/>
                <a:gd name="T12" fmla="*/ 878 w 878"/>
                <a:gd name="T13" fmla="*/ 106 h 510"/>
                <a:gd name="T14" fmla="*/ 878 w 878"/>
                <a:gd name="T15" fmla="*/ 404 h 510"/>
                <a:gd name="T16" fmla="*/ 872 w 878"/>
                <a:gd name="T17" fmla="*/ 437 h 510"/>
                <a:gd name="T18" fmla="*/ 857 w 878"/>
                <a:gd name="T19" fmla="*/ 467 h 510"/>
                <a:gd name="T20" fmla="*/ 834 w 878"/>
                <a:gd name="T21" fmla="*/ 489 h 510"/>
                <a:gd name="T22" fmla="*/ 804 w 878"/>
                <a:gd name="T23" fmla="*/ 505 h 510"/>
                <a:gd name="T24" fmla="*/ 772 w 878"/>
                <a:gd name="T25" fmla="*/ 510 h 510"/>
                <a:gd name="T26" fmla="*/ 106 w 878"/>
                <a:gd name="T27" fmla="*/ 510 h 510"/>
                <a:gd name="T28" fmla="*/ 74 w 878"/>
                <a:gd name="T29" fmla="*/ 505 h 510"/>
                <a:gd name="T30" fmla="*/ 44 w 878"/>
                <a:gd name="T31" fmla="*/ 489 h 510"/>
                <a:gd name="T32" fmla="*/ 21 w 878"/>
                <a:gd name="T33" fmla="*/ 467 h 510"/>
                <a:gd name="T34" fmla="*/ 6 w 878"/>
                <a:gd name="T35" fmla="*/ 437 h 510"/>
                <a:gd name="T36" fmla="*/ 0 w 878"/>
                <a:gd name="T37" fmla="*/ 404 h 510"/>
                <a:gd name="T38" fmla="*/ 0 w 878"/>
                <a:gd name="T39" fmla="*/ 106 h 510"/>
                <a:gd name="T40" fmla="*/ 6 w 878"/>
                <a:gd name="T41" fmla="*/ 74 h 510"/>
                <a:gd name="T42" fmla="*/ 21 w 878"/>
                <a:gd name="T43" fmla="*/ 44 h 510"/>
                <a:gd name="T44" fmla="*/ 44 w 878"/>
                <a:gd name="T45" fmla="*/ 21 h 510"/>
                <a:gd name="T46" fmla="*/ 74 w 878"/>
                <a:gd name="T47" fmla="*/ 6 h 510"/>
                <a:gd name="T48" fmla="*/ 106 w 878"/>
                <a:gd name="T49"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510">
                  <a:moveTo>
                    <a:pt x="106" y="0"/>
                  </a:moveTo>
                  <a:lnTo>
                    <a:pt x="772" y="0"/>
                  </a:lnTo>
                  <a:lnTo>
                    <a:pt x="804" y="6"/>
                  </a:lnTo>
                  <a:lnTo>
                    <a:pt x="834" y="21"/>
                  </a:lnTo>
                  <a:lnTo>
                    <a:pt x="857" y="44"/>
                  </a:lnTo>
                  <a:lnTo>
                    <a:pt x="872" y="74"/>
                  </a:lnTo>
                  <a:lnTo>
                    <a:pt x="878" y="106"/>
                  </a:lnTo>
                  <a:lnTo>
                    <a:pt x="878" y="404"/>
                  </a:lnTo>
                  <a:lnTo>
                    <a:pt x="872" y="437"/>
                  </a:lnTo>
                  <a:lnTo>
                    <a:pt x="857" y="467"/>
                  </a:lnTo>
                  <a:lnTo>
                    <a:pt x="834" y="489"/>
                  </a:lnTo>
                  <a:lnTo>
                    <a:pt x="804" y="505"/>
                  </a:lnTo>
                  <a:lnTo>
                    <a:pt x="772" y="510"/>
                  </a:lnTo>
                  <a:lnTo>
                    <a:pt x="106" y="510"/>
                  </a:lnTo>
                  <a:lnTo>
                    <a:pt x="74" y="505"/>
                  </a:lnTo>
                  <a:lnTo>
                    <a:pt x="44" y="489"/>
                  </a:lnTo>
                  <a:lnTo>
                    <a:pt x="21" y="467"/>
                  </a:lnTo>
                  <a:lnTo>
                    <a:pt x="6" y="437"/>
                  </a:lnTo>
                  <a:lnTo>
                    <a:pt x="0" y="404"/>
                  </a:lnTo>
                  <a:lnTo>
                    <a:pt x="0" y="106"/>
                  </a:lnTo>
                  <a:lnTo>
                    <a:pt x="6" y="74"/>
                  </a:lnTo>
                  <a:lnTo>
                    <a:pt x="21" y="44"/>
                  </a:lnTo>
                  <a:lnTo>
                    <a:pt x="44" y="21"/>
                  </a:lnTo>
                  <a:lnTo>
                    <a:pt x="74" y="6"/>
                  </a:lnTo>
                  <a:lnTo>
                    <a:pt x="106"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2" name="Freeform 71"/>
            <p:cNvSpPr>
              <a:spLocks/>
            </p:cNvSpPr>
            <p:nvPr/>
          </p:nvSpPr>
          <p:spPr bwMode="auto">
            <a:xfrm>
              <a:off x="4035847" y="2926494"/>
              <a:ext cx="703532" cy="673865"/>
            </a:xfrm>
            <a:custGeom>
              <a:avLst/>
              <a:gdLst>
                <a:gd name="T0" fmla="*/ 155 w 830"/>
                <a:gd name="T1" fmla="*/ 0 h 795"/>
                <a:gd name="T2" fmla="*/ 136 w 830"/>
                <a:gd name="T3" fmla="*/ 20 h 795"/>
                <a:gd name="T4" fmla="*/ 125 w 830"/>
                <a:gd name="T5" fmla="*/ 45 h 795"/>
                <a:gd name="T6" fmla="*/ 119 w 830"/>
                <a:gd name="T7" fmla="*/ 71 h 795"/>
                <a:gd name="T8" fmla="*/ 121 w 830"/>
                <a:gd name="T9" fmla="*/ 98 h 795"/>
                <a:gd name="T10" fmla="*/ 129 w 830"/>
                <a:gd name="T11" fmla="*/ 124 h 795"/>
                <a:gd name="T12" fmla="*/ 144 w 830"/>
                <a:gd name="T13" fmla="*/ 149 h 795"/>
                <a:gd name="T14" fmla="*/ 569 w 830"/>
                <a:gd name="T15" fmla="*/ 657 h 795"/>
                <a:gd name="T16" fmla="*/ 590 w 830"/>
                <a:gd name="T17" fmla="*/ 678 h 795"/>
                <a:gd name="T18" fmla="*/ 615 w 830"/>
                <a:gd name="T19" fmla="*/ 689 h 795"/>
                <a:gd name="T20" fmla="*/ 641 w 830"/>
                <a:gd name="T21" fmla="*/ 695 h 795"/>
                <a:gd name="T22" fmla="*/ 668 w 830"/>
                <a:gd name="T23" fmla="*/ 695 h 795"/>
                <a:gd name="T24" fmla="*/ 694 w 830"/>
                <a:gd name="T25" fmla="*/ 687 h 795"/>
                <a:gd name="T26" fmla="*/ 719 w 830"/>
                <a:gd name="T27" fmla="*/ 672 h 795"/>
                <a:gd name="T28" fmla="*/ 830 w 830"/>
                <a:gd name="T29" fmla="*/ 578 h 795"/>
                <a:gd name="T30" fmla="*/ 828 w 830"/>
                <a:gd name="T31" fmla="*/ 580 h 795"/>
                <a:gd name="T32" fmla="*/ 600 w 830"/>
                <a:gd name="T33" fmla="*/ 770 h 795"/>
                <a:gd name="T34" fmla="*/ 577 w 830"/>
                <a:gd name="T35" fmla="*/ 786 h 795"/>
                <a:gd name="T36" fmla="*/ 550 w 830"/>
                <a:gd name="T37" fmla="*/ 793 h 795"/>
                <a:gd name="T38" fmla="*/ 522 w 830"/>
                <a:gd name="T39" fmla="*/ 795 h 795"/>
                <a:gd name="T40" fmla="*/ 496 w 830"/>
                <a:gd name="T41" fmla="*/ 789 h 795"/>
                <a:gd name="T42" fmla="*/ 471 w 830"/>
                <a:gd name="T43" fmla="*/ 776 h 795"/>
                <a:gd name="T44" fmla="*/ 450 w 830"/>
                <a:gd name="T45" fmla="*/ 757 h 795"/>
                <a:gd name="T46" fmla="*/ 25 w 830"/>
                <a:gd name="T47" fmla="*/ 247 h 795"/>
                <a:gd name="T48" fmla="*/ 10 w 830"/>
                <a:gd name="T49" fmla="*/ 223 h 795"/>
                <a:gd name="T50" fmla="*/ 2 w 830"/>
                <a:gd name="T51" fmla="*/ 196 h 795"/>
                <a:gd name="T52" fmla="*/ 0 w 830"/>
                <a:gd name="T53" fmla="*/ 170 h 795"/>
                <a:gd name="T54" fmla="*/ 6 w 830"/>
                <a:gd name="T55" fmla="*/ 143 h 795"/>
                <a:gd name="T56" fmla="*/ 19 w 830"/>
                <a:gd name="T57" fmla="*/ 119 h 795"/>
                <a:gd name="T58" fmla="*/ 38 w 830"/>
                <a:gd name="T59" fmla="*/ 98 h 795"/>
                <a:gd name="T60" fmla="*/ 155 w 830"/>
                <a:gd name="T61"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795">
                  <a:moveTo>
                    <a:pt x="155" y="0"/>
                  </a:moveTo>
                  <a:lnTo>
                    <a:pt x="136" y="20"/>
                  </a:lnTo>
                  <a:lnTo>
                    <a:pt x="125" y="45"/>
                  </a:lnTo>
                  <a:lnTo>
                    <a:pt x="119" y="71"/>
                  </a:lnTo>
                  <a:lnTo>
                    <a:pt x="121" y="98"/>
                  </a:lnTo>
                  <a:lnTo>
                    <a:pt x="129" y="124"/>
                  </a:lnTo>
                  <a:lnTo>
                    <a:pt x="144" y="149"/>
                  </a:lnTo>
                  <a:lnTo>
                    <a:pt x="569" y="657"/>
                  </a:lnTo>
                  <a:lnTo>
                    <a:pt x="590" y="678"/>
                  </a:lnTo>
                  <a:lnTo>
                    <a:pt x="615" y="689"/>
                  </a:lnTo>
                  <a:lnTo>
                    <a:pt x="641" y="695"/>
                  </a:lnTo>
                  <a:lnTo>
                    <a:pt x="668" y="695"/>
                  </a:lnTo>
                  <a:lnTo>
                    <a:pt x="694" y="687"/>
                  </a:lnTo>
                  <a:lnTo>
                    <a:pt x="719" y="672"/>
                  </a:lnTo>
                  <a:lnTo>
                    <a:pt x="830" y="578"/>
                  </a:lnTo>
                  <a:lnTo>
                    <a:pt x="828" y="580"/>
                  </a:lnTo>
                  <a:lnTo>
                    <a:pt x="600" y="770"/>
                  </a:lnTo>
                  <a:lnTo>
                    <a:pt x="577" y="786"/>
                  </a:lnTo>
                  <a:lnTo>
                    <a:pt x="550" y="793"/>
                  </a:lnTo>
                  <a:lnTo>
                    <a:pt x="522" y="795"/>
                  </a:lnTo>
                  <a:lnTo>
                    <a:pt x="496" y="789"/>
                  </a:lnTo>
                  <a:lnTo>
                    <a:pt x="471" y="776"/>
                  </a:lnTo>
                  <a:lnTo>
                    <a:pt x="450" y="757"/>
                  </a:lnTo>
                  <a:lnTo>
                    <a:pt x="25" y="247"/>
                  </a:lnTo>
                  <a:lnTo>
                    <a:pt x="10" y="223"/>
                  </a:lnTo>
                  <a:lnTo>
                    <a:pt x="2" y="196"/>
                  </a:lnTo>
                  <a:lnTo>
                    <a:pt x="0" y="170"/>
                  </a:lnTo>
                  <a:lnTo>
                    <a:pt x="6" y="143"/>
                  </a:lnTo>
                  <a:lnTo>
                    <a:pt x="19" y="119"/>
                  </a:lnTo>
                  <a:lnTo>
                    <a:pt x="38" y="98"/>
                  </a:lnTo>
                  <a:lnTo>
                    <a:pt x="155" y="0"/>
                  </a:lnTo>
                  <a:close/>
                </a:path>
              </a:pathLst>
            </a:custGeom>
            <a:solidFill>
              <a:schemeClr val="accent2">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3" name="Freeform 72"/>
            <p:cNvSpPr>
              <a:spLocks/>
            </p:cNvSpPr>
            <p:nvPr/>
          </p:nvSpPr>
          <p:spPr bwMode="auto">
            <a:xfrm>
              <a:off x="4300307" y="3605444"/>
              <a:ext cx="344985" cy="781513"/>
            </a:xfrm>
            <a:custGeom>
              <a:avLst/>
              <a:gdLst>
                <a:gd name="T0" fmla="*/ 240 w 407"/>
                <a:gd name="T1" fmla="*/ 0 h 922"/>
                <a:gd name="T2" fmla="*/ 269 w 407"/>
                <a:gd name="T3" fmla="*/ 2 h 922"/>
                <a:gd name="T4" fmla="*/ 407 w 407"/>
                <a:gd name="T5" fmla="*/ 32 h 922"/>
                <a:gd name="T6" fmla="*/ 376 w 407"/>
                <a:gd name="T7" fmla="*/ 34 h 922"/>
                <a:gd name="T8" fmla="*/ 348 w 407"/>
                <a:gd name="T9" fmla="*/ 43 h 922"/>
                <a:gd name="T10" fmla="*/ 324 w 407"/>
                <a:gd name="T11" fmla="*/ 60 h 922"/>
                <a:gd name="T12" fmla="*/ 305 w 407"/>
                <a:gd name="T13" fmla="*/ 85 h 922"/>
                <a:gd name="T14" fmla="*/ 293 w 407"/>
                <a:gd name="T15" fmla="*/ 115 h 922"/>
                <a:gd name="T16" fmla="*/ 151 w 407"/>
                <a:gd name="T17" fmla="*/ 763 h 922"/>
                <a:gd name="T18" fmla="*/ 150 w 407"/>
                <a:gd name="T19" fmla="*/ 791 h 922"/>
                <a:gd name="T20" fmla="*/ 155 w 407"/>
                <a:gd name="T21" fmla="*/ 818 h 922"/>
                <a:gd name="T22" fmla="*/ 167 w 407"/>
                <a:gd name="T23" fmla="*/ 842 h 922"/>
                <a:gd name="T24" fmla="*/ 184 w 407"/>
                <a:gd name="T25" fmla="*/ 863 h 922"/>
                <a:gd name="T26" fmla="*/ 206 w 407"/>
                <a:gd name="T27" fmla="*/ 880 h 922"/>
                <a:gd name="T28" fmla="*/ 233 w 407"/>
                <a:gd name="T29" fmla="*/ 890 h 922"/>
                <a:gd name="T30" fmla="*/ 386 w 407"/>
                <a:gd name="T31" fmla="*/ 922 h 922"/>
                <a:gd name="T32" fmla="*/ 375 w 407"/>
                <a:gd name="T33" fmla="*/ 920 h 922"/>
                <a:gd name="T34" fmla="*/ 83 w 407"/>
                <a:gd name="T35" fmla="*/ 857 h 922"/>
                <a:gd name="T36" fmla="*/ 57 w 407"/>
                <a:gd name="T37" fmla="*/ 848 h 922"/>
                <a:gd name="T38" fmla="*/ 34 w 407"/>
                <a:gd name="T39" fmla="*/ 831 h 922"/>
                <a:gd name="T40" fmla="*/ 15 w 407"/>
                <a:gd name="T41" fmla="*/ 810 h 922"/>
                <a:gd name="T42" fmla="*/ 4 w 407"/>
                <a:gd name="T43" fmla="*/ 786 h 922"/>
                <a:gd name="T44" fmla="*/ 0 w 407"/>
                <a:gd name="T45" fmla="*/ 759 h 922"/>
                <a:gd name="T46" fmla="*/ 2 w 407"/>
                <a:gd name="T47" fmla="*/ 731 h 922"/>
                <a:gd name="T48" fmla="*/ 142 w 407"/>
                <a:gd name="T49" fmla="*/ 83 h 922"/>
                <a:gd name="T50" fmla="*/ 153 w 407"/>
                <a:gd name="T51" fmla="*/ 56 h 922"/>
                <a:gd name="T52" fmla="*/ 168 w 407"/>
                <a:gd name="T53" fmla="*/ 34 h 922"/>
                <a:gd name="T54" fmla="*/ 189 w 407"/>
                <a:gd name="T55" fmla="*/ 15 h 922"/>
                <a:gd name="T56" fmla="*/ 214 w 407"/>
                <a:gd name="T57" fmla="*/ 4 h 922"/>
                <a:gd name="T58" fmla="*/ 240 w 407"/>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7" h="922">
                  <a:moveTo>
                    <a:pt x="240" y="0"/>
                  </a:moveTo>
                  <a:lnTo>
                    <a:pt x="269" y="2"/>
                  </a:lnTo>
                  <a:lnTo>
                    <a:pt x="407" y="32"/>
                  </a:lnTo>
                  <a:lnTo>
                    <a:pt x="376" y="34"/>
                  </a:lnTo>
                  <a:lnTo>
                    <a:pt x="348" y="43"/>
                  </a:lnTo>
                  <a:lnTo>
                    <a:pt x="324" y="60"/>
                  </a:lnTo>
                  <a:lnTo>
                    <a:pt x="305" y="85"/>
                  </a:lnTo>
                  <a:lnTo>
                    <a:pt x="293" y="115"/>
                  </a:lnTo>
                  <a:lnTo>
                    <a:pt x="151" y="763"/>
                  </a:lnTo>
                  <a:lnTo>
                    <a:pt x="150" y="791"/>
                  </a:lnTo>
                  <a:lnTo>
                    <a:pt x="155" y="818"/>
                  </a:lnTo>
                  <a:lnTo>
                    <a:pt x="167" y="842"/>
                  </a:lnTo>
                  <a:lnTo>
                    <a:pt x="184" y="863"/>
                  </a:lnTo>
                  <a:lnTo>
                    <a:pt x="206" y="880"/>
                  </a:lnTo>
                  <a:lnTo>
                    <a:pt x="233" y="890"/>
                  </a:lnTo>
                  <a:lnTo>
                    <a:pt x="386" y="922"/>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4" name="Freeform 73"/>
            <p:cNvSpPr>
              <a:spLocks/>
            </p:cNvSpPr>
            <p:nvPr/>
          </p:nvSpPr>
          <p:spPr bwMode="auto">
            <a:xfrm>
              <a:off x="3670519" y="4297109"/>
              <a:ext cx="789990" cy="493319"/>
            </a:xfrm>
            <a:custGeom>
              <a:avLst/>
              <a:gdLst>
                <a:gd name="T0" fmla="*/ 709 w 932"/>
                <a:gd name="T1" fmla="*/ 0 h 582"/>
                <a:gd name="T2" fmla="*/ 736 w 932"/>
                <a:gd name="T3" fmla="*/ 6 h 582"/>
                <a:gd name="T4" fmla="*/ 760 w 932"/>
                <a:gd name="T5" fmla="*/ 17 h 582"/>
                <a:gd name="T6" fmla="*/ 781 w 932"/>
                <a:gd name="T7" fmla="*/ 36 h 582"/>
                <a:gd name="T8" fmla="*/ 798 w 932"/>
                <a:gd name="T9" fmla="*/ 58 h 582"/>
                <a:gd name="T10" fmla="*/ 930 w 932"/>
                <a:gd name="T11" fmla="*/ 325 h 582"/>
                <a:gd name="T12" fmla="*/ 932 w 932"/>
                <a:gd name="T13" fmla="*/ 331 h 582"/>
                <a:gd name="T14" fmla="*/ 866 w 932"/>
                <a:gd name="T15" fmla="*/ 198 h 582"/>
                <a:gd name="T16" fmla="*/ 851 w 932"/>
                <a:gd name="T17" fmla="*/ 176 h 582"/>
                <a:gd name="T18" fmla="*/ 830 w 932"/>
                <a:gd name="T19" fmla="*/ 157 h 582"/>
                <a:gd name="T20" fmla="*/ 806 w 932"/>
                <a:gd name="T21" fmla="*/ 145 h 582"/>
                <a:gd name="T22" fmla="*/ 779 w 932"/>
                <a:gd name="T23" fmla="*/ 140 h 582"/>
                <a:gd name="T24" fmla="*/ 751 w 932"/>
                <a:gd name="T25" fmla="*/ 142 h 582"/>
                <a:gd name="T26" fmla="*/ 724 w 932"/>
                <a:gd name="T27" fmla="*/ 151 h 582"/>
                <a:gd name="T28" fmla="*/ 129 w 932"/>
                <a:gd name="T29" fmla="*/ 446 h 582"/>
                <a:gd name="T30" fmla="*/ 106 w 932"/>
                <a:gd name="T31" fmla="*/ 461 h 582"/>
                <a:gd name="T32" fmla="*/ 89 w 932"/>
                <a:gd name="T33" fmla="*/ 482 h 582"/>
                <a:gd name="T34" fmla="*/ 76 w 932"/>
                <a:gd name="T35" fmla="*/ 504 h 582"/>
                <a:gd name="T36" fmla="*/ 70 w 932"/>
                <a:gd name="T37" fmla="*/ 531 h 582"/>
                <a:gd name="T38" fmla="*/ 70 w 932"/>
                <a:gd name="T39" fmla="*/ 557 h 582"/>
                <a:gd name="T40" fmla="*/ 78 w 932"/>
                <a:gd name="T41" fmla="*/ 582 h 582"/>
                <a:gd name="T42" fmla="*/ 11 w 932"/>
                <a:gd name="T43" fmla="*/ 448 h 582"/>
                <a:gd name="T44" fmla="*/ 2 w 932"/>
                <a:gd name="T45" fmla="*/ 421 h 582"/>
                <a:gd name="T46" fmla="*/ 0 w 932"/>
                <a:gd name="T47" fmla="*/ 393 h 582"/>
                <a:gd name="T48" fmla="*/ 6 w 932"/>
                <a:gd name="T49" fmla="*/ 366 h 582"/>
                <a:gd name="T50" fmla="*/ 19 w 932"/>
                <a:gd name="T51" fmla="*/ 342 h 582"/>
                <a:gd name="T52" fmla="*/ 36 w 932"/>
                <a:gd name="T53" fmla="*/ 321 h 582"/>
                <a:gd name="T54" fmla="*/ 59 w 932"/>
                <a:gd name="T55" fmla="*/ 306 h 582"/>
                <a:gd name="T56" fmla="*/ 654 w 932"/>
                <a:gd name="T57" fmla="*/ 11 h 582"/>
                <a:gd name="T58" fmla="*/ 681 w 932"/>
                <a:gd name="T59" fmla="*/ 2 h 582"/>
                <a:gd name="T60" fmla="*/ 709 w 932"/>
                <a:gd name="T61"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2" h="582">
                  <a:moveTo>
                    <a:pt x="709" y="0"/>
                  </a:moveTo>
                  <a:lnTo>
                    <a:pt x="736" y="6"/>
                  </a:lnTo>
                  <a:lnTo>
                    <a:pt x="760" y="17"/>
                  </a:lnTo>
                  <a:lnTo>
                    <a:pt x="781" y="36"/>
                  </a:lnTo>
                  <a:lnTo>
                    <a:pt x="798" y="58"/>
                  </a:lnTo>
                  <a:lnTo>
                    <a:pt x="930" y="325"/>
                  </a:lnTo>
                  <a:lnTo>
                    <a:pt x="932" y="331"/>
                  </a:lnTo>
                  <a:lnTo>
                    <a:pt x="866" y="198"/>
                  </a:lnTo>
                  <a:lnTo>
                    <a:pt x="851" y="176"/>
                  </a:lnTo>
                  <a:lnTo>
                    <a:pt x="830" y="157"/>
                  </a:lnTo>
                  <a:lnTo>
                    <a:pt x="806" y="145"/>
                  </a:lnTo>
                  <a:lnTo>
                    <a:pt x="779" y="140"/>
                  </a:lnTo>
                  <a:lnTo>
                    <a:pt x="751" y="142"/>
                  </a:lnTo>
                  <a:lnTo>
                    <a:pt x="724" y="151"/>
                  </a:lnTo>
                  <a:lnTo>
                    <a:pt x="129" y="446"/>
                  </a:lnTo>
                  <a:lnTo>
                    <a:pt x="106" y="461"/>
                  </a:lnTo>
                  <a:lnTo>
                    <a:pt x="89" y="482"/>
                  </a:lnTo>
                  <a:lnTo>
                    <a:pt x="76" y="504"/>
                  </a:lnTo>
                  <a:lnTo>
                    <a:pt x="70" y="531"/>
                  </a:lnTo>
                  <a:lnTo>
                    <a:pt x="70" y="557"/>
                  </a:lnTo>
                  <a:lnTo>
                    <a:pt x="78" y="582"/>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5" name="Freeform 74"/>
            <p:cNvSpPr>
              <a:spLocks/>
            </p:cNvSpPr>
            <p:nvPr/>
          </p:nvSpPr>
          <p:spPr bwMode="auto">
            <a:xfrm>
              <a:off x="2934777" y="4313215"/>
              <a:ext cx="734046" cy="603511"/>
            </a:xfrm>
            <a:custGeom>
              <a:avLst/>
              <a:gdLst>
                <a:gd name="T0" fmla="*/ 153 w 866"/>
                <a:gd name="T1" fmla="*/ 0 h 712"/>
                <a:gd name="T2" fmla="*/ 182 w 866"/>
                <a:gd name="T3" fmla="*/ 2 h 712"/>
                <a:gd name="T4" fmla="*/ 208 w 866"/>
                <a:gd name="T5" fmla="*/ 9 h 712"/>
                <a:gd name="T6" fmla="*/ 806 w 866"/>
                <a:gd name="T7" fmla="*/ 300 h 712"/>
                <a:gd name="T8" fmla="*/ 830 w 866"/>
                <a:gd name="T9" fmla="*/ 315 h 712"/>
                <a:gd name="T10" fmla="*/ 847 w 866"/>
                <a:gd name="T11" fmla="*/ 336 h 712"/>
                <a:gd name="T12" fmla="*/ 860 w 866"/>
                <a:gd name="T13" fmla="*/ 361 h 712"/>
                <a:gd name="T14" fmla="*/ 866 w 866"/>
                <a:gd name="T15" fmla="*/ 387 h 712"/>
                <a:gd name="T16" fmla="*/ 864 w 866"/>
                <a:gd name="T17" fmla="*/ 415 h 712"/>
                <a:gd name="T18" fmla="*/ 855 w 866"/>
                <a:gd name="T19" fmla="*/ 442 h 712"/>
                <a:gd name="T20" fmla="*/ 724 w 866"/>
                <a:gd name="T21" fmla="*/ 708 h 712"/>
                <a:gd name="T22" fmla="*/ 724 w 866"/>
                <a:gd name="T23" fmla="*/ 712 h 712"/>
                <a:gd name="T24" fmla="*/ 789 w 866"/>
                <a:gd name="T25" fmla="*/ 580 h 712"/>
                <a:gd name="T26" fmla="*/ 796 w 866"/>
                <a:gd name="T27" fmla="*/ 553 h 712"/>
                <a:gd name="T28" fmla="*/ 798 w 866"/>
                <a:gd name="T29" fmla="*/ 525 h 712"/>
                <a:gd name="T30" fmla="*/ 792 w 866"/>
                <a:gd name="T31" fmla="*/ 499 h 712"/>
                <a:gd name="T32" fmla="*/ 781 w 866"/>
                <a:gd name="T33" fmla="*/ 474 h 712"/>
                <a:gd name="T34" fmla="*/ 762 w 866"/>
                <a:gd name="T35" fmla="*/ 453 h 712"/>
                <a:gd name="T36" fmla="*/ 739 w 866"/>
                <a:gd name="T37" fmla="*/ 438 h 712"/>
                <a:gd name="T38" fmla="*/ 142 w 866"/>
                <a:gd name="T39" fmla="*/ 147 h 712"/>
                <a:gd name="T40" fmla="*/ 115 w 866"/>
                <a:gd name="T41" fmla="*/ 140 h 712"/>
                <a:gd name="T42" fmla="*/ 87 w 866"/>
                <a:gd name="T43" fmla="*/ 138 h 712"/>
                <a:gd name="T44" fmla="*/ 63 w 866"/>
                <a:gd name="T45" fmla="*/ 143 h 712"/>
                <a:gd name="T46" fmla="*/ 38 w 866"/>
                <a:gd name="T47" fmla="*/ 155 h 712"/>
                <a:gd name="T48" fmla="*/ 17 w 866"/>
                <a:gd name="T49" fmla="*/ 172 h 712"/>
                <a:gd name="T50" fmla="*/ 0 w 866"/>
                <a:gd name="T51" fmla="*/ 194 h 712"/>
                <a:gd name="T52" fmla="*/ 66 w 866"/>
                <a:gd name="T53" fmla="*/ 58 h 712"/>
                <a:gd name="T54" fmla="*/ 81 w 866"/>
                <a:gd name="T55" fmla="*/ 36 h 712"/>
                <a:gd name="T56" fmla="*/ 102 w 866"/>
                <a:gd name="T57" fmla="*/ 17 h 712"/>
                <a:gd name="T58" fmla="*/ 127 w 866"/>
                <a:gd name="T59" fmla="*/ 5 h 712"/>
                <a:gd name="T60" fmla="*/ 153 w 866"/>
                <a:gd name="T61"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66" h="712">
                  <a:moveTo>
                    <a:pt x="153" y="0"/>
                  </a:moveTo>
                  <a:lnTo>
                    <a:pt x="182" y="2"/>
                  </a:lnTo>
                  <a:lnTo>
                    <a:pt x="208" y="9"/>
                  </a:lnTo>
                  <a:lnTo>
                    <a:pt x="806" y="300"/>
                  </a:lnTo>
                  <a:lnTo>
                    <a:pt x="830" y="315"/>
                  </a:lnTo>
                  <a:lnTo>
                    <a:pt x="847" y="336"/>
                  </a:lnTo>
                  <a:lnTo>
                    <a:pt x="860" y="361"/>
                  </a:lnTo>
                  <a:lnTo>
                    <a:pt x="866" y="387"/>
                  </a:lnTo>
                  <a:lnTo>
                    <a:pt x="864" y="415"/>
                  </a:lnTo>
                  <a:lnTo>
                    <a:pt x="855" y="442"/>
                  </a:lnTo>
                  <a:lnTo>
                    <a:pt x="724" y="708"/>
                  </a:lnTo>
                  <a:lnTo>
                    <a:pt x="724" y="712"/>
                  </a:lnTo>
                  <a:lnTo>
                    <a:pt x="789" y="580"/>
                  </a:lnTo>
                  <a:lnTo>
                    <a:pt x="796" y="553"/>
                  </a:lnTo>
                  <a:lnTo>
                    <a:pt x="798" y="525"/>
                  </a:lnTo>
                  <a:lnTo>
                    <a:pt x="792" y="499"/>
                  </a:lnTo>
                  <a:lnTo>
                    <a:pt x="781" y="474"/>
                  </a:lnTo>
                  <a:lnTo>
                    <a:pt x="762" y="453"/>
                  </a:lnTo>
                  <a:lnTo>
                    <a:pt x="739" y="438"/>
                  </a:lnTo>
                  <a:lnTo>
                    <a:pt x="142" y="147"/>
                  </a:lnTo>
                  <a:lnTo>
                    <a:pt x="115" y="140"/>
                  </a:lnTo>
                  <a:lnTo>
                    <a:pt x="87" y="138"/>
                  </a:lnTo>
                  <a:lnTo>
                    <a:pt x="63" y="143"/>
                  </a:lnTo>
                  <a:lnTo>
                    <a:pt x="38" y="155"/>
                  </a:lnTo>
                  <a:lnTo>
                    <a:pt x="17" y="172"/>
                  </a:lnTo>
                  <a:lnTo>
                    <a:pt x="0" y="194"/>
                  </a:lnTo>
                  <a:lnTo>
                    <a:pt x="66" y="58"/>
                  </a:lnTo>
                  <a:lnTo>
                    <a:pt x="81" y="36"/>
                  </a:lnTo>
                  <a:lnTo>
                    <a:pt x="102" y="17"/>
                  </a:lnTo>
                  <a:lnTo>
                    <a:pt x="127" y="5"/>
                  </a:lnTo>
                  <a:lnTo>
                    <a:pt x="153"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6" name="Freeform 75"/>
            <p:cNvSpPr>
              <a:spLocks/>
            </p:cNvSpPr>
            <p:nvPr/>
          </p:nvSpPr>
          <p:spPr bwMode="auto">
            <a:xfrm>
              <a:off x="2686422" y="3635959"/>
              <a:ext cx="338204" cy="781513"/>
            </a:xfrm>
            <a:custGeom>
              <a:avLst/>
              <a:gdLst>
                <a:gd name="T0" fmla="*/ 161 w 399"/>
                <a:gd name="T1" fmla="*/ 0 h 922"/>
                <a:gd name="T2" fmla="*/ 189 w 399"/>
                <a:gd name="T3" fmla="*/ 5 h 922"/>
                <a:gd name="T4" fmla="*/ 214 w 399"/>
                <a:gd name="T5" fmla="*/ 17 h 922"/>
                <a:gd name="T6" fmla="*/ 235 w 399"/>
                <a:gd name="T7" fmla="*/ 34 h 922"/>
                <a:gd name="T8" fmla="*/ 250 w 399"/>
                <a:gd name="T9" fmla="*/ 56 h 922"/>
                <a:gd name="T10" fmla="*/ 259 w 399"/>
                <a:gd name="T11" fmla="*/ 83 h 922"/>
                <a:gd name="T12" fmla="*/ 397 w 399"/>
                <a:gd name="T13" fmla="*/ 733 h 922"/>
                <a:gd name="T14" fmla="*/ 399 w 399"/>
                <a:gd name="T15" fmla="*/ 761 h 922"/>
                <a:gd name="T16" fmla="*/ 393 w 399"/>
                <a:gd name="T17" fmla="*/ 787 h 922"/>
                <a:gd name="T18" fmla="*/ 382 w 399"/>
                <a:gd name="T19" fmla="*/ 812 h 922"/>
                <a:gd name="T20" fmla="*/ 365 w 399"/>
                <a:gd name="T21" fmla="*/ 833 h 922"/>
                <a:gd name="T22" fmla="*/ 342 w 399"/>
                <a:gd name="T23" fmla="*/ 850 h 922"/>
                <a:gd name="T24" fmla="*/ 316 w 399"/>
                <a:gd name="T25" fmla="*/ 859 h 922"/>
                <a:gd name="T26" fmla="*/ 25 w 399"/>
                <a:gd name="T27" fmla="*/ 922 h 922"/>
                <a:gd name="T28" fmla="*/ 13 w 399"/>
                <a:gd name="T29" fmla="*/ 922 h 922"/>
                <a:gd name="T30" fmla="*/ 170 w 399"/>
                <a:gd name="T31" fmla="*/ 889 h 922"/>
                <a:gd name="T32" fmla="*/ 197 w 399"/>
                <a:gd name="T33" fmla="*/ 880 h 922"/>
                <a:gd name="T34" fmla="*/ 219 w 399"/>
                <a:gd name="T35" fmla="*/ 863 h 922"/>
                <a:gd name="T36" fmla="*/ 236 w 399"/>
                <a:gd name="T37" fmla="*/ 842 h 922"/>
                <a:gd name="T38" fmla="*/ 250 w 399"/>
                <a:gd name="T39" fmla="*/ 818 h 922"/>
                <a:gd name="T40" fmla="*/ 253 w 399"/>
                <a:gd name="T41" fmla="*/ 791 h 922"/>
                <a:gd name="T42" fmla="*/ 252 w 399"/>
                <a:gd name="T43" fmla="*/ 763 h 922"/>
                <a:gd name="T44" fmla="*/ 114 w 399"/>
                <a:gd name="T45" fmla="*/ 113 h 922"/>
                <a:gd name="T46" fmla="*/ 102 w 399"/>
                <a:gd name="T47" fmla="*/ 85 h 922"/>
                <a:gd name="T48" fmla="*/ 85 w 399"/>
                <a:gd name="T49" fmla="*/ 60 h 922"/>
                <a:gd name="T50" fmla="*/ 59 w 399"/>
                <a:gd name="T51" fmla="*/ 41 h 922"/>
                <a:gd name="T52" fmla="*/ 30 w 399"/>
                <a:gd name="T53" fmla="*/ 32 h 922"/>
                <a:gd name="T54" fmla="*/ 0 w 399"/>
                <a:gd name="T55" fmla="*/ 30 h 922"/>
                <a:gd name="T56" fmla="*/ 132 w 399"/>
                <a:gd name="T57" fmla="*/ 2 h 922"/>
                <a:gd name="T58" fmla="*/ 161 w 399"/>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9" h="922">
                  <a:moveTo>
                    <a:pt x="161" y="0"/>
                  </a:moveTo>
                  <a:lnTo>
                    <a:pt x="189" y="5"/>
                  </a:lnTo>
                  <a:lnTo>
                    <a:pt x="214" y="17"/>
                  </a:lnTo>
                  <a:lnTo>
                    <a:pt x="235" y="34"/>
                  </a:lnTo>
                  <a:lnTo>
                    <a:pt x="250" y="56"/>
                  </a:lnTo>
                  <a:lnTo>
                    <a:pt x="259" y="83"/>
                  </a:lnTo>
                  <a:lnTo>
                    <a:pt x="397" y="733"/>
                  </a:lnTo>
                  <a:lnTo>
                    <a:pt x="399" y="761"/>
                  </a:lnTo>
                  <a:lnTo>
                    <a:pt x="393" y="787"/>
                  </a:lnTo>
                  <a:lnTo>
                    <a:pt x="382" y="812"/>
                  </a:lnTo>
                  <a:lnTo>
                    <a:pt x="365" y="833"/>
                  </a:lnTo>
                  <a:lnTo>
                    <a:pt x="342" y="850"/>
                  </a:lnTo>
                  <a:lnTo>
                    <a:pt x="316" y="859"/>
                  </a:lnTo>
                  <a:lnTo>
                    <a:pt x="25" y="922"/>
                  </a:lnTo>
                  <a:lnTo>
                    <a:pt x="13" y="922"/>
                  </a:lnTo>
                  <a:lnTo>
                    <a:pt x="170" y="889"/>
                  </a:lnTo>
                  <a:lnTo>
                    <a:pt x="197" y="880"/>
                  </a:lnTo>
                  <a:lnTo>
                    <a:pt x="219" y="863"/>
                  </a:lnTo>
                  <a:lnTo>
                    <a:pt x="236" y="842"/>
                  </a:lnTo>
                  <a:lnTo>
                    <a:pt x="250" y="818"/>
                  </a:lnTo>
                  <a:lnTo>
                    <a:pt x="253" y="791"/>
                  </a:lnTo>
                  <a:lnTo>
                    <a:pt x="252" y="763"/>
                  </a:lnTo>
                  <a:lnTo>
                    <a:pt x="114" y="113"/>
                  </a:lnTo>
                  <a:lnTo>
                    <a:pt x="102" y="85"/>
                  </a:lnTo>
                  <a:lnTo>
                    <a:pt x="85" y="60"/>
                  </a:lnTo>
                  <a:lnTo>
                    <a:pt x="59" y="41"/>
                  </a:lnTo>
                  <a:lnTo>
                    <a:pt x="30" y="32"/>
                  </a:lnTo>
                  <a:lnTo>
                    <a:pt x="0" y="30"/>
                  </a:lnTo>
                  <a:lnTo>
                    <a:pt x="132" y="2"/>
                  </a:lnTo>
                  <a:lnTo>
                    <a:pt x="161" y="0"/>
                  </a:lnTo>
                  <a:close/>
                </a:path>
              </a:pathLst>
            </a:custGeom>
            <a:solidFill>
              <a:schemeClr val="accent5">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7" name="Freeform 76"/>
            <p:cNvSpPr>
              <a:spLocks/>
            </p:cNvSpPr>
            <p:nvPr/>
          </p:nvSpPr>
          <p:spPr bwMode="auto">
            <a:xfrm>
              <a:off x="2580468" y="2945141"/>
              <a:ext cx="710312" cy="673017"/>
            </a:xfrm>
            <a:custGeom>
              <a:avLst/>
              <a:gdLst>
                <a:gd name="T0" fmla="*/ 687 w 838"/>
                <a:gd name="T1" fmla="*/ 0 h 794"/>
                <a:gd name="T2" fmla="*/ 800 w 838"/>
                <a:gd name="T3" fmla="*/ 95 h 794"/>
                <a:gd name="T4" fmla="*/ 819 w 838"/>
                <a:gd name="T5" fmla="*/ 116 h 794"/>
                <a:gd name="T6" fmla="*/ 832 w 838"/>
                <a:gd name="T7" fmla="*/ 140 h 794"/>
                <a:gd name="T8" fmla="*/ 838 w 838"/>
                <a:gd name="T9" fmla="*/ 167 h 794"/>
                <a:gd name="T10" fmla="*/ 836 w 838"/>
                <a:gd name="T11" fmla="*/ 195 h 794"/>
                <a:gd name="T12" fmla="*/ 828 w 838"/>
                <a:gd name="T13" fmla="*/ 221 h 794"/>
                <a:gd name="T14" fmla="*/ 813 w 838"/>
                <a:gd name="T15" fmla="*/ 244 h 794"/>
                <a:gd name="T16" fmla="*/ 388 w 838"/>
                <a:gd name="T17" fmla="*/ 756 h 794"/>
                <a:gd name="T18" fmla="*/ 367 w 838"/>
                <a:gd name="T19" fmla="*/ 775 h 794"/>
                <a:gd name="T20" fmla="*/ 343 w 838"/>
                <a:gd name="T21" fmla="*/ 788 h 794"/>
                <a:gd name="T22" fmla="*/ 316 w 838"/>
                <a:gd name="T23" fmla="*/ 794 h 794"/>
                <a:gd name="T24" fmla="*/ 290 w 838"/>
                <a:gd name="T25" fmla="*/ 792 h 794"/>
                <a:gd name="T26" fmla="*/ 263 w 838"/>
                <a:gd name="T27" fmla="*/ 784 h 794"/>
                <a:gd name="T28" fmla="*/ 239 w 838"/>
                <a:gd name="T29" fmla="*/ 769 h 794"/>
                <a:gd name="T30" fmla="*/ 10 w 838"/>
                <a:gd name="T31" fmla="*/ 578 h 794"/>
                <a:gd name="T32" fmla="*/ 4 w 838"/>
                <a:gd name="T33" fmla="*/ 575 h 794"/>
                <a:gd name="T34" fmla="*/ 0 w 838"/>
                <a:gd name="T35" fmla="*/ 569 h 794"/>
                <a:gd name="T36" fmla="*/ 116 w 838"/>
                <a:gd name="T37" fmla="*/ 665 h 794"/>
                <a:gd name="T38" fmla="*/ 138 w 838"/>
                <a:gd name="T39" fmla="*/ 680 h 794"/>
                <a:gd name="T40" fmla="*/ 165 w 838"/>
                <a:gd name="T41" fmla="*/ 688 h 794"/>
                <a:gd name="T42" fmla="*/ 193 w 838"/>
                <a:gd name="T43" fmla="*/ 688 h 794"/>
                <a:gd name="T44" fmla="*/ 220 w 838"/>
                <a:gd name="T45" fmla="*/ 682 h 794"/>
                <a:gd name="T46" fmla="*/ 244 w 838"/>
                <a:gd name="T47" fmla="*/ 671 h 794"/>
                <a:gd name="T48" fmla="*/ 265 w 838"/>
                <a:gd name="T49" fmla="*/ 650 h 794"/>
                <a:gd name="T50" fmla="*/ 689 w 838"/>
                <a:gd name="T51" fmla="*/ 140 h 794"/>
                <a:gd name="T52" fmla="*/ 706 w 838"/>
                <a:gd name="T53" fmla="*/ 114 h 794"/>
                <a:gd name="T54" fmla="*/ 713 w 838"/>
                <a:gd name="T55" fmla="*/ 85 h 794"/>
                <a:gd name="T56" fmla="*/ 711 w 838"/>
                <a:gd name="T57" fmla="*/ 55 h 794"/>
                <a:gd name="T58" fmla="*/ 704 w 838"/>
                <a:gd name="T59" fmla="*/ 27 h 794"/>
                <a:gd name="T60" fmla="*/ 687 w 838"/>
                <a:gd name="T61"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8" h="794">
                  <a:moveTo>
                    <a:pt x="687" y="0"/>
                  </a:moveTo>
                  <a:lnTo>
                    <a:pt x="800" y="95"/>
                  </a:lnTo>
                  <a:lnTo>
                    <a:pt x="819" y="116"/>
                  </a:lnTo>
                  <a:lnTo>
                    <a:pt x="832" y="140"/>
                  </a:lnTo>
                  <a:lnTo>
                    <a:pt x="838" y="167"/>
                  </a:lnTo>
                  <a:lnTo>
                    <a:pt x="836" y="195"/>
                  </a:lnTo>
                  <a:lnTo>
                    <a:pt x="828" y="221"/>
                  </a:lnTo>
                  <a:lnTo>
                    <a:pt x="813" y="244"/>
                  </a:lnTo>
                  <a:lnTo>
                    <a:pt x="388" y="756"/>
                  </a:lnTo>
                  <a:lnTo>
                    <a:pt x="367" y="775"/>
                  </a:lnTo>
                  <a:lnTo>
                    <a:pt x="343" y="788"/>
                  </a:lnTo>
                  <a:lnTo>
                    <a:pt x="316" y="794"/>
                  </a:lnTo>
                  <a:lnTo>
                    <a:pt x="290" y="792"/>
                  </a:lnTo>
                  <a:lnTo>
                    <a:pt x="263" y="784"/>
                  </a:lnTo>
                  <a:lnTo>
                    <a:pt x="239" y="769"/>
                  </a:lnTo>
                  <a:lnTo>
                    <a:pt x="10" y="578"/>
                  </a:lnTo>
                  <a:lnTo>
                    <a:pt x="4" y="575"/>
                  </a:lnTo>
                  <a:lnTo>
                    <a:pt x="0" y="569"/>
                  </a:lnTo>
                  <a:lnTo>
                    <a:pt x="116" y="665"/>
                  </a:lnTo>
                  <a:lnTo>
                    <a:pt x="138" y="680"/>
                  </a:lnTo>
                  <a:lnTo>
                    <a:pt x="165" y="688"/>
                  </a:lnTo>
                  <a:lnTo>
                    <a:pt x="193" y="688"/>
                  </a:lnTo>
                  <a:lnTo>
                    <a:pt x="220" y="682"/>
                  </a:lnTo>
                  <a:lnTo>
                    <a:pt x="244" y="671"/>
                  </a:lnTo>
                  <a:lnTo>
                    <a:pt x="265" y="650"/>
                  </a:lnTo>
                  <a:lnTo>
                    <a:pt x="689" y="140"/>
                  </a:lnTo>
                  <a:lnTo>
                    <a:pt x="706" y="114"/>
                  </a:lnTo>
                  <a:lnTo>
                    <a:pt x="713" y="85"/>
                  </a:lnTo>
                  <a:lnTo>
                    <a:pt x="711" y="55"/>
                  </a:lnTo>
                  <a:lnTo>
                    <a:pt x="704" y="27"/>
                  </a:lnTo>
                  <a:lnTo>
                    <a:pt x="687" y="0"/>
                  </a:lnTo>
                  <a:close/>
                </a:path>
              </a:pathLst>
            </a:custGeom>
            <a:solidFill>
              <a:schemeClr val="accent6">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8" name="Freeform 77"/>
            <p:cNvSpPr>
              <a:spLocks/>
            </p:cNvSpPr>
            <p:nvPr/>
          </p:nvSpPr>
          <p:spPr bwMode="auto">
            <a:xfrm>
              <a:off x="3284000" y="2849359"/>
              <a:ext cx="744218" cy="212755"/>
            </a:xfrm>
            <a:custGeom>
              <a:avLst/>
              <a:gdLst>
                <a:gd name="T0" fmla="*/ 0 w 878"/>
                <a:gd name="T1" fmla="*/ 0 h 251"/>
                <a:gd name="T2" fmla="*/ 6 w 878"/>
                <a:gd name="T3" fmla="*/ 34 h 251"/>
                <a:gd name="T4" fmla="*/ 21 w 878"/>
                <a:gd name="T5" fmla="*/ 62 h 251"/>
                <a:gd name="T6" fmla="*/ 44 w 878"/>
                <a:gd name="T7" fmla="*/ 85 h 251"/>
                <a:gd name="T8" fmla="*/ 74 w 878"/>
                <a:gd name="T9" fmla="*/ 100 h 251"/>
                <a:gd name="T10" fmla="*/ 106 w 878"/>
                <a:gd name="T11" fmla="*/ 106 h 251"/>
                <a:gd name="T12" fmla="*/ 772 w 878"/>
                <a:gd name="T13" fmla="*/ 106 h 251"/>
                <a:gd name="T14" fmla="*/ 804 w 878"/>
                <a:gd name="T15" fmla="*/ 100 h 251"/>
                <a:gd name="T16" fmla="*/ 834 w 878"/>
                <a:gd name="T17" fmla="*/ 85 h 251"/>
                <a:gd name="T18" fmla="*/ 857 w 878"/>
                <a:gd name="T19" fmla="*/ 62 h 251"/>
                <a:gd name="T20" fmla="*/ 872 w 878"/>
                <a:gd name="T21" fmla="*/ 34 h 251"/>
                <a:gd name="T22" fmla="*/ 878 w 878"/>
                <a:gd name="T23" fmla="*/ 0 h 251"/>
                <a:gd name="T24" fmla="*/ 878 w 878"/>
                <a:gd name="T25" fmla="*/ 145 h 251"/>
                <a:gd name="T26" fmla="*/ 872 w 878"/>
                <a:gd name="T27" fmla="*/ 178 h 251"/>
                <a:gd name="T28" fmla="*/ 857 w 878"/>
                <a:gd name="T29" fmla="*/ 208 h 251"/>
                <a:gd name="T30" fmla="*/ 834 w 878"/>
                <a:gd name="T31" fmla="*/ 230 h 251"/>
                <a:gd name="T32" fmla="*/ 804 w 878"/>
                <a:gd name="T33" fmla="*/ 246 h 251"/>
                <a:gd name="T34" fmla="*/ 772 w 878"/>
                <a:gd name="T35" fmla="*/ 251 h 251"/>
                <a:gd name="T36" fmla="*/ 106 w 878"/>
                <a:gd name="T37" fmla="*/ 251 h 251"/>
                <a:gd name="T38" fmla="*/ 74 w 878"/>
                <a:gd name="T39" fmla="*/ 246 h 251"/>
                <a:gd name="T40" fmla="*/ 44 w 878"/>
                <a:gd name="T41" fmla="*/ 230 h 251"/>
                <a:gd name="T42" fmla="*/ 21 w 878"/>
                <a:gd name="T43" fmla="*/ 208 h 251"/>
                <a:gd name="T44" fmla="*/ 6 w 878"/>
                <a:gd name="T45" fmla="*/ 178 h 251"/>
                <a:gd name="T46" fmla="*/ 0 w 878"/>
                <a:gd name="T47" fmla="*/ 145 h 251"/>
                <a:gd name="T48" fmla="*/ 0 w 878"/>
                <a:gd name="T4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251">
                  <a:moveTo>
                    <a:pt x="0" y="0"/>
                  </a:moveTo>
                  <a:lnTo>
                    <a:pt x="6" y="34"/>
                  </a:lnTo>
                  <a:lnTo>
                    <a:pt x="21" y="62"/>
                  </a:lnTo>
                  <a:lnTo>
                    <a:pt x="44" y="85"/>
                  </a:lnTo>
                  <a:lnTo>
                    <a:pt x="74" y="100"/>
                  </a:lnTo>
                  <a:lnTo>
                    <a:pt x="106" y="106"/>
                  </a:lnTo>
                  <a:lnTo>
                    <a:pt x="772" y="106"/>
                  </a:lnTo>
                  <a:lnTo>
                    <a:pt x="804" y="100"/>
                  </a:lnTo>
                  <a:lnTo>
                    <a:pt x="834" y="85"/>
                  </a:lnTo>
                  <a:lnTo>
                    <a:pt x="857" y="62"/>
                  </a:lnTo>
                  <a:lnTo>
                    <a:pt x="872" y="34"/>
                  </a:lnTo>
                  <a:lnTo>
                    <a:pt x="878" y="0"/>
                  </a:lnTo>
                  <a:lnTo>
                    <a:pt x="878" y="145"/>
                  </a:lnTo>
                  <a:lnTo>
                    <a:pt x="872" y="178"/>
                  </a:lnTo>
                  <a:lnTo>
                    <a:pt x="857" y="208"/>
                  </a:lnTo>
                  <a:lnTo>
                    <a:pt x="834" y="230"/>
                  </a:lnTo>
                  <a:lnTo>
                    <a:pt x="804" y="246"/>
                  </a:lnTo>
                  <a:lnTo>
                    <a:pt x="772" y="251"/>
                  </a:lnTo>
                  <a:lnTo>
                    <a:pt x="106" y="251"/>
                  </a:lnTo>
                  <a:lnTo>
                    <a:pt x="74" y="246"/>
                  </a:lnTo>
                  <a:lnTo>
                    <a:pt x="44" y="230"/>
                  </a:lnTo>
                  <a:lnTo>
                    <a:pt x="21" y="208"/>
                  </a:lnTo>
                  <a:lnTo>
                    <a:pt x="6" y="178"/>
                  </a:lnTo>
                  <a:lnTo>
                    <a:pt x="0" y="145"/>
                  </a:lnTo>
                  <a:lnTo>
                    <a:pt x="0"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9" name="Freeform 78"/>
            <p:cNvSpPr>
              <a:spLocks/>
            </p:cNvSpPr>
            <p:nvPr/>
          </p:nvSpPr>
          <p:spPr bwMode="auto">
            <a:xfrm>
              <a:off x="2862729" y="3038380"/>
              <a:ext cx="1597781" cy="1564722"/>
            </a:xfrm>
            <a:custGeom>
              <a:avLst/>
              <a:gdLst>
                <a:gd name="T0" fmla="*/ 1261 w 1885"/>
                <a:gd name="T1" fmla="*/ 0 h 1846"/>
                <a:gd name="T2" fmla="*/ 1299 w 1885"/>
                <a:gd name="T3" fmla="*/ 4 h 1846"/>
                <a:gd name="T4" fmla="*/ 1337 w 1885"/>
                <a:gd name="T5" fmla="*/ 15 h 1846"/>
                <a:gd name="T6" fmla="*/ 1375 w 1885"/>
                <a:gd name="T7" fmla="*/ 34 h 1846"/>
                <a:gd name="T8" fmla="*/ 1409 w 1885"/>
                <a:gd name="T9" fmla="*/ 57 h 1846"/>
                <a:gd name="T10" fmla="*/ 1435 w 1885"/>
                <a:gd name="T11" fmla="*/ 81 h 1846"/>
                <a:gd name="T12" fmla="*/ 1838 w 1885"/>
                <a:gd name="T13" fmla="*/ 584 h 1846"/>
                <a:gd name="T14" fmla="*/ 1857 w 1885"/>
                <a:gd name="T15" fmla="*/ 614 h 1846"/>
                <a:gd name="T16" fmla="*/ 1872 w 1885"/>
                <a:gd name="T17" fmla="*/ 652 h 1846"/>
                <a:gd name="T18" fmla="*/ 1881 w 1885"/>
                <a:gd name="T19" fmla="*/ 693 h 1846"/>
                <a:gd name="T20" fmla="*/ 1885 w 1885"/>
                <a:gd name="T21" fmla="*/ 733 h 1846"/>
                <a:gd name="T22" fmla="*/ 1881 w 1885"/>
                <a:gd name="T23" fmla="*/ 771 h 1846"/>
                <a:gd name="T24" fmla="*/ 1740 w 1885"/>
                <a:gd name="T25" fmla="*/ 1396 h 1846"/>
                <a:gd name="T26" fmla="*/ 1726 w 1885"/>
                <a:gd name="T27" fmla="*/ 1432 h 1846"/>
                <a:gd name="T28" fmla="*/ 1708 w 1885"/>
                <a:gd name="T29" fmla="*/ 1468 h 1846"/>
                <a:gd name="T30" fmla="*/ 1681 w 1885"/>
                <a:gd name="T31" fmla="*/ 1500 h 1846"/>
                <a:gd name="T32" fmla="*/ 1651 w 1885"/>
                <a:gd name="T33" fmla="*/ 1526 h 1846"/>
                <a:gd name="T34" fmla="*/ 1621 w 1885"/>
                <a:gd name="T35" fmla="*/ 1547 h 1846"/>
                <a:gd name="T36" fmla="*/ 1042 w 1885"/>
                <a:gd name="T37" fmla="*/ 1827 h 1846"/>
                <a:gd name="T38" fmla="*/ 1006 w 1885"/>
                <a:gd name="T39" fmla="*/ 1840 h 1846"/>
                <a:gd name="T40" fmla="*/ 966 w 1885"/>
                <a:gd name="T41" fmla="*/ 1846 h 1846"/>
                <a:gd name="T42" fmla="*/ 925 w 1885"/>
                <a:gd name="T43" fmla="*/ 1846 h 1846"/>
                <a:gd name="T44" fmla="*/ 885 w 1885"/>
                <a:gd name="T45" fmla="*/ 1840 h 1846"/>
                <a:gd name="T46" fmla="*/ 851 w 1885"/>
                <a:gd name="T47" fmla="*/ 1829 h 1846"/>
                <a:gd name="T48" fmla="*/ 270 w 1885"/>
                <a:gd name="T49" fmla="*/ 1551 h 1846"/>
                <a:gd name="T50" fmla="*/ 238 w 1885"/>
                <a:gd name="T51" fmla="*/ 1532 h 1846"/>
                <a:gd name="T52" fmla="*/ 208 w 1885"/>
                <a:gd name="T53" fmla="*/ 1504 h 1846"/>
                <a:gd name="T54" fmla="*/ 182 w 1885"/>
                <a:gd name="T55" fmla="*/ 1472 h 1846"/>
                <a:gd name="T56" fmla="*/ 163 w 1885"/>
                <a:gd name="T57" fmla="*/ 1438 h 1846"/>
                <a:gd name="T58" fmla="*/ 149 w 1885"/>
                <a:gd name="T59" fmla="*/ 1402 h 1846"/>
                <a:gd name="T60" fmla="*/ 4 w 1885"/>
                <a:gd name="T61" fmla="*/ 776 h 1846"/>
                <a:gd name="T62" fmla="*/ 0 w 1885"/>
                <a:gd name="T63" fmla="*/ 739 h 1846"/>
                <a:gd name="T64" fmla="*/ 4 w 1885"/>
                <a:gd name="T65" fmla="*/ 699 h 1846"/>
                <a:gd name="T66" fmla="*/ 13 w 1885"/>
                <a:gd name="T67" fmla="*/ 657 h 1846"/>
                <a:gd name="T68" fmla="*/ 27 w 1885"/>
                <a:gd name="T69" fmla="*/ 620 h 1846"/>
                <a:gd name="T70" fmla="*/ 47 w 1885"/>
                <a:gd name="T71" fmla="*/ 589 h 1846"/>
                <a:gd name="T72" fmla="*/ 446 w 1885"/>
                <a:gd name="T73" fmla="*/ 85 h 1846"/>
                <a:gd name="T74" fmla="*/ 473 w 1885"/>
                <a:gd name="T75" fmla="*/ 58 h 1846"/>
                <a:gd name="T76" fmla="*/ 505 w 1885"/>
                <a:gd name="T77" fmla="*/ 36 h 1846"/>
                <a:gd name="T78" fmla="*/ 543 w 1885"/>
                <a:gd name="T79" fmla="*/ 19 h 1846"/>
                <a:gd name="T80" fmla="*/ 582 w 1885"/>
                <a:gd name="T81" fmla="*/ 6 h 1846"/>
                <a:gd name="T82" fmla="*/ 618 w 1885"/>
                <a:gd name="T83" fmla="*/ 2 h 1846"/>
                <a:gd name="T84" fmla="*/ 1261 w 1885"/>
                <a:gd name="T85" fmla="*/ 0 h 1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85" h="1846">
                  <a:moveTo>
                    <a:pt x="1261" y="0"/>
                  </a:moveTo>
                  <a:lnTo>
                    <a:pt x="1299" y="4"/>
                  </a:lnTo>
                  <a:lnTo>
                    <a:pt x="1337" y="15"/>
                  </a:lnTo>
                  <a:lnTo>
                    <a:pt x="1375" y="34"/>
                  </a:lnTo>
                  <a:lnTo>
                    <a:pt x="1409" y="57"/>
                  </a:lnTo>
                  <a:lnTo>
                    <a:pt x="1435" y="81"/>
                  </a:lnTo>
                  <a:lnTo>
                    <a:pt x="1838" y="584"/>
                  </a:lnTo>
                  <a:lnTo>
                    <a:pt x="1857" y="614"/>
                  </a:lnTo>
                  <a:lnTo>
                    <a:pt x="1872" y="652"/>
                  </a:lnTo>
                  <a:lnTo>
                    <a:pt x="1881" y="693"/>
                  </a:lnTo>
                  <a:lnTo>
                    <a:pt x="1885" y="733"/>
                  </a:lnTo>
                  <a:lnTo>
                    <a:pt x="1881" y="771"/>
                  </a:lnTo>
                  <a:lnTo>
                    <a:pt x="1740" y="1396"/>
                  </a:lnTo>
                  <a:lnTo>
                    <a:pt x="1726" y="1432"/>
                  </a:lnTo>
                  <a:lnTo>
                    <a:pt x="1708" y="1468"/>
                  </a:lnTo>
                  <a:lnTo>
                    <a:pt x="1681" y="1500"/>
                  </a:lnTo>
                  <a:lnTo>
                    <a:pt x="1651" y="1526"/>
                  </a:lnTo>
                  <a:lnTo>
                    <a:pt x="1621" y="1547"/>
                  </a:lnTo>
                  <a:lnTo>
                    <a:pt x="1042" y="1827"/>
                  </a:lnTo>
                  <a:lnTo>
                    <a:pt x="1006" y="1840"/>
                  </a:lnTo>
                  <a:lnTo>
                    <a:pt x="966" y="1846"/>
                  </a:lnTo>
                  <a:lnTo>
                    <a:pt x="925" y="1846"/>
                  </a:lnTo>
                  <a:lnTo>
                    <a:pt x="885" y="1840"/>
                  </a:lnTo>
                  <a:lnTo>
                    <a:pt x="851" y="1829"/>
                  </a:lnTo>
                  <a:lnTo>
                    <a:pt x="270" y="1551"/>
                  </a:lnTo>
                  <a:lnTo>
                    <a:pt x="238" y="1532"/>
                  </a:lnTo>
                  <a:lnTo>
                    <a:pt x="208" y="1504"/>
                  </a:lnTo>
                  <a:lnTo>
                    <a:pt x="182" y="1472"/>
                  </a:lnTo>
                  <a:lnTo>
                    <a:pt x="163" y="1438"/>
                  </a:lnTo>
                  <a:lnTo>
                    <a:pt x="149" y="1402"/>
                  </a:lnTo>
                  <a:lnTo>
                    <a:pt x="4" y="776"/>
                  </a:lnTo>
                  <a:lnTo>
                    <a:pt x="0" y="739"/>
                  </a:lnTo>
                  <a:lnTo>
                    <a:pt x="4" y="699"/>
                  </a:lnTo>
                  <a:lnTo>
                    <a:pt x="13" y="657"/>
                  </a:lnTo>
                  <a:lnTo>
                    <a:pt x="27" y="620"/>
                  </a:lnTo>
                  <a:lnTo>
                    <a:pt x="47" y="589"/>
                  </a:lnTo>
                  <a:lnTo>
                    <a:pt x="446" y="85"/>
                  </a:lnTo>
                  <a:lnTo>
                    <a:pt x="473" y="58"/>
                  </a:lnTo>
                  <a:lnTo>
                    <a:pt x="505" y="36"/>
                  </a:lnTo>
                  <a:lnTo>
                    <a:pt x="543" y="19"/>
                  </a:lnTo>
                  <a:lnTo>
                    <a:pt x="582" y="6"/>
                  </a:lnTo>
                  <a:lnTo>
                    <a:pt x="618" y="2"/>
                  </a:lnTo>
                  <a:lnTo>
                    <a:pt x="1261" y="0"/>
                  </a:lnTo>
                  <a:close/>
                </a:path>
              </a:pathLst>
            </a:custGeom>
            <a:gradFill flip="none" rotWithShape="1">
              <a:gsLst>
                <a:gs pos="0">
                  <a:schemeClr val="bg1"/>
                </a:gs>
                <a:gs pos="100000">
                  <a:schemeClr val="bg1">
                    <a:lumMod val="85000"/>
                  </a:schemeClr>
                </a:gs>
              </a:gsLst>
              <a:lin ang="2700000" scaled="1"/>
              <a:tileRect/>
            </a:gradFill>
            <a:ln w="0">
              <a:noFill/>
              <a:prstDash val="solid"/>
              <a:round/>
              <a:headEnd/>
              <a:tailEnd/>
            </a:ln>
            <a:effectLst>
              <a:outerShdw blurRad="190500" sx="102000" sy="102000" algn="ctr" rotWithShape="0">
                <a:prstClr val="black">
                  <a:alpha val="8000"/>
                </a:prstClr>
              </a:outerShdw>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80" name="TextBox 79"/>
            <p:cNvSpPr txBox="1"/>
            <p:nvPr/>
          </p:nvSpPr>
          <p:spPr>
            <a:xfrm>
              <a:off x="3477103" y="264445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01</a:t>
              </a:r>
              <a:endParaRPr lang="en-IN" sz="1400" b="1" dirty="0">
                <a:solidFill>
                  <a:prstClr val="white"/>
                </a:solidFill>
                <a:latin typeface="Arial" pitchFamily="34" charset="0"/>
                <a:cs typeface="Arial" pitchFamily="34" charset="0"/>
              </a:endParaRPr>
            </a:p>
          </p:txBody>
        </p:sp>
        <p:sp>
          <p:nvSpPr>
            <p:cNvPr id="81" name="TextBox 80"/>
            <p:cNvSpPr txBox="1"/>
            <p:nvPr/>
          </p:nvSpPr>
          <p:spPr>
            <a:xfrm rot="2937415">
              <a:off x="4250494" y="3028069"/>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02</a:t>
              </a:r>
              <a:endParaRPr lang="en-IN" sz="1400" b="1" dirty="0">
                <a:solidFill>
                  <a:prstClr val="white"/>
                </a:solidFill>
                <a:latin typeface="Arial" pitchFamily="34" charset="0"/>
                <a:cs typeface="Arial" pitchFamily="34" charset="0"/>
              </a:endParaRPr>
            </a:p>
          </p:txBody>
        </p:sp>
        <p:sp>
          <p:nvSpPr>
            <p:cNvPr id="82" name="TextBox 81"/>
            <p:cNvSpPr txBox="1"/>
            <p:nvPr/>
          </p:nvSpPr>
          <p:spPr>
            <a:xfrm rot="16949909">
              <a:off x="4433397" y="385845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03</a:t>
              </a:r>
              <a:endParaRPr lang="en-IN" sz="1400" b="1" dirty="0">
                <a:solidFill>
                  <a:prstClr val="white"/>
                </a:solidFill>
                <a:latin typeface="Arial" pitchFamily="34" charset="0"/>
                <a:cs typeface="Arial" pitchFamily="34" charset="0"/>
              </a:endParaRPr>
            </a:p>
          </p:txBody>
        </p:sp>
        <p:sp>
          <p:nvSpPr>
            <p:cNvPr id="83" name="TextBox 82"/>
            <p:cNvSpPr txBox="1"/>
            <p:nvPr/>
          </p:nvSpPr>
          <p:spPr>
            <a:xfrm rot="20026711">
              <a:off x="3893510" y="4523470"/>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04</a:t>
              </a:r>
              <a:endParaRPr lang="en-IN" sz="1400" b="1" dirty="0">
                <a:solidFill>
                  <a:prstClr val="white"/>
                </a:solidFill>
                <a:latin typeface="Arial" pitchFamily="34" charset="0"/>
                <a:cs typeface="Arial" pitchFamily="34" charset="0"/>
              </a:endParaRPr>
            </a:p>
          </p:txBody>
        </p:sp>
        <p:sp>
          <p:nvSpPr>
            <p:cNvPr id="84" name="TextBox 83"/>
            <p:cNvSpPr txBox="1"/>
            <p:nvPr/>
          </p:nvSpPr>
          <p:spPr>
            <a:xfrm rot="1465680">
              <a:off x="3051154" y="452901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05</a:t>
              </a:r>
              <a:endParaRPr lang="en-IN" sz="1400" b="1" dirty="0">
                <a:solidFill>
                  <a:prstClr val="white"/>
                </a:solidFill>
                <a:latin typeface="Arial" pitchFamily="34" charset="0"/>
                <a:cs typeface="Arial" pitchFamily="34" charset="0"/>
              </a:endParaRPr>
            </a:p>
          </p:txBody>
        </p:sp>
        <p:sp>
          <p:nvSpPr>
            <p:cNvPr id="85" name="TextBox 84"/>
            <p:cNvSpPr txBox="1"/>
            <p:nvPr/>
          </p:nvSpPr>
          <p:spPr>
            <a:xfrm rot="15308915">
              <a:off x="2513598" y="389170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06</a:t>
              </a:r>
              <a:endParaRPr lang="en-IN" sz="1400" b="1" dirty="0">
                <a:solidFill>
                  <a:prstClr val="white"/>
                </a:solidFill>
                <a:latin typeface="Arial" pitchFamily="34" charset="0"/>
                <a:cs typeface="Arial" pitchFamily="34" charset="0"/>
              </a:endParaRPr>
            </a:p>
          </p:txBody>
        </p:sp>
        <p:sp>
          <p:nvSpPr>
            <p:cNvPr id="86" name="TextBox 85"/>
            <p:cNvSpPr txBox="1"/>
            <p:nvPr/>
          </p:nvSpPr>
          <p:spPr>
            <a:xfrm rot="18533137">
              <a:off x="2696481" y="303272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07</a:t>
              </a:r>
              <a:endParaRPr lang="en-IN" sz="1400" b="1" dirty="0">
                <a:solidFill>
                  <a:prstClr val="white"/>
                </a:solidFill>
                <a:latin typeface="Arial" pitchFamily="34" charset="0"/>
                <a:cs typeface="Arial" pitchFamily="34" charset="0"/>
              </a:endParaRPr>
            </a:p>
          </p:txBody>
        </p:sp>
      </p:grpSp>
      <p:sp>
        <p:nvSpPr>
          <p:cNvPr id="101" name="Rounded Rectangle 100"/>
          <p:cNvSpPr/>
          <p:nvPr/>
        </p:nvSpPr>
        <p:spPr>
          <a:xfrm>
            <a:off x="6986066" y="1679486"/>
            <a:ext cx="4104456" cy="4237750"/>
          </a:xfrm>
          <a:prstGeom prst="roundRect">
            <a:avLst>
              <a:gd name="adj" fmla="val 779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dirty="0">
              <a:solidFill>
                <a:prstClr val="white"/>
              </a:solidFill>
              <a:latin typeface="Calibri"/>
            </a:endParaRPr>
          </a:p>
        </p:txBody>
      </p:sp>
      <p:sp>
        <p:nvSpPr>
          <p:cNvPr id="102" name="Oval 101"/>
          <p:cNvSpPr/>
          <p:nvPr/>
        </p:nvSpPr>
        <p:spPr>
          <a:xfrm>
            <a:off x="8197708" y="832666"/>
            <a:ext cx="1681172" cy="1681172"/>
          </a:xfrm>
          <a:prstGeom prst="ellips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r>
              <a:rPr lang="en-IN" sz="4000" b="1" dirty="0">
                <a:solidFill>
                  <a:prstClr val="white"/>
                </a:solidFill>
                <a:latin typeface="Arial" pitchFamily="34" charset="0"/>
                <a:cs typeface="Arial" pitchFamily="34" charset="0"/>
              </a:rPr>
              <a:t>02</a:t>
            </a:r>
          </a:p>
        </p:txBody>
      </p:sp>
      <p:sp>
        <p:nvSpPr>
          <p:cNvPr id="117" name="TextBox 116">
            <a:extLst>
              <a:ext uri="{FF2B5EF4-FFF2-40B4-BE49-F238E27FC236}">
                <a16:creationId xmlns:a16="http://schemas.microsoft.com/office/drawing/2014/main" id="{4DFC829C-7FD6-467A-B411-331AB0C89E36}"/>
              </a:ext>
            </a:extLst>
          </p:cNvPr>
          <p:cNvSpPr txBox="1"/>
          <p:nvPr/>
        </p:nvSpPr>
        <p:spPr>
          <a:xfrm>
            <a:off x="7449575" y="2408821"/>
            <a:ext cx="3076830" cy="400110"/>
          </a:xfrm>
          <a:prstGeom prst="rect">
            <a:avLst/>
          </a:prstGeom>
          <a:noFill/>
        </p:spPr>
        <p:txBody>
          <a:bodyPr wrap="square" rtlCol="0" anchor="b">
            <a:spAutoFit/>
          </a:bodyPr>
          <a:lstStyle/>
          <a:p>
            <a:pPr algn="ctr" defTabSz="1218987"/>
            <a:r>
              <a:rPr lang="en-GB" sz="2000" b="1" dirty="0">
                <a:solidFill>
                  <a:prstClr val="black">
                    <a:lumMod val="75000"/>
                    <a:lumOff val="25000"/>
                  </a:prstClr>
                </a:solidFill>
                <a:latin typeface="Arial" pitchFamily="34" charset="0"/>
                <a:cs typeface="Arial" pitchFamily="34" charset="0"/>
              </a:rPr>
              <a:t>Logistic Regression</a:t>
            </a:r>
          </a:p>
        </p:txBody>
      </p:sp>
      <p:sp>
        <p:nvSpPr>
          <p:cNvPr id="2" name="TextBox 1">
            <a:extLst>
              <a:ext uri="{FF2B5EF4-FFF2-40B4-BE49-F238E27FC236}">
                <a16:creationId xmlns:a16="http://schemas.microsoft.com/office/drawing/2014/main" id="{61D36087-8A44-4F63-A9B4-C6ED0EAA60B9}"/>
              </a:ext>
            </a:extLst>
          </p:cNvPr>
          <p:cNvSpPr txBox="1"/>
          <p:nvPr/>
        </p:nvSpPr>
        <p:spPr>
          <a:xfrm>
            <a:off x="7057748" y="2829248"/>
            <a:ext cx="3968318" cy="2585323"/>
          </a:xfrm>
          <a:prstGeom prst="rect">
            <a:avLst/>
          </a:prstGeom>
          <a:noFill/>
        </p:spPr>
        <p:txBody>
          <a:bodyPr wrap="square" rtlCol="0">
            <a:spAutoFit/>
          </a:bodyPr>
          <a:lstStyle/>
          <a:p>
            <a:pPr marL="285750" indent="-285750">
              <a:buFont typeface="Arial" panose="020B0604020202020204" pitchFamily="34" charset="0"/>
              <a:buChar char="•"/>
            </a:pPr>
            <a:r>
              <a:rPr lang="en-US" dirty="0"/>
              <a:t>Logistic regression is a supervised machine learning algorithm that accomplishes binary classification tasks by predicting the probability of an outcome, event, or observation. The model delivers a binary or dichotomous outcome limited to two possible outcomes: yes/no, 0/1, or true/false.</a:t>
            </a:r>
            <a:endParaRPr lang="en-PK" dirty="0"/>
          </a:p>
        </p:txBody>
      </p:sp>
      <p:pic>
        <p:nvPicPr>
          <p:cNvPr id="47" name="Picture 46">
            <a:extLst>
              <a:ext uri="{FF2B5EF4-FFF2-40B4-BE49-F238E27FC236}">
                <a16:creationId xmlns:a16="http://schemas.microsoft.com/office/drawing/2014/main" id="{4039FF34-841C-4B39-8E5F-96343BE8F0B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
        <p:nvSpPr>
          <p:cNvPr id="51" name="Title 1">
            <a:extLst>
              <a:ext uri="{FF2B5EF4-FFF2-40B4-BE49-F238E27FC236}">
                <a16:creationId xmlns:a16="http://schemas.microsoft.com/office/drawing/2014/main" id="{73024A4B-F1CD-43F9-BEE9-19C2F77E05EB}"/>
              </a:ext>
            </a:extLst>
          </p:cNvPr>
          <p:cNvSpPr txBox="1">
            <a:spLocks/>
          </p:cNvSpPr>
          <p:nvPr/>
        </p:nvSpPr>
        <p:spPr>
          <a:xfrm>
            <a:off x="69012" y="14494"/>
            <a:ext cx="9592574" cy="711081"/>
          </a:xfrm>
          <a:prstGeom prst="rect">
            <a:avLst/>
          </a:prstGeom>
          <a:solidFill>
            <a:srgbClr val="0361AE"/>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a:solidFill>
                  <a:schemeClr val="bg1"/>
                </a:solidFill>
                <a:latin typeface="Arial" panose="020B0604020202020204" pitchFamily="34" charset="0"/>
                <a:cs typeface="Arial" panose="020B0604020202020204" pitchFamily="34" charset="0"/>
              </a:rPr>
              <a:t>Detection Techniques</a:t>
            </a:r>
            <a:endParaRPr lang="en-IN" sz="2400" dirty="0">
              <a:solidFill>
                <a:schemeClr val="bg1"/>
              </a:solidFill>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49461701-3963-42AB-8583-C1471B74F2E3}"/>
              </a:ext>
            </a:extLst>
          </p:cNvPr>
          <p:cNvSpPr txBox="1"/>
          <p:nvPr/>
        </p:nvSpPr>
        <p:spPr>
          <a:xfrm>
            <a:off x="3018794" y="1023469"/>
            <a:ext cx="1416177" cy="954107"/>
          </a:xfrm>
          <a:prstGeom prst="rect">
            <a:avLst/>
          </a:prstGeom>
          <a:noFill/>
        </p:spPr>
        <p:txBody>
          <a:bodyPr wrap="square" rtlCol="0" anchor="b">
            <a:spAutoFit/>
          </a:bodyPr>
          <a:lstStyle/>
          <a:p>
            <a:pPr algn="ctr" defTabSz="1218987"/>
            <a:r>
              <a:rPr lang="en-IN" sz="1400" b="1" dirty="0">
                <a:solidFill>
                  <a:schemeClr val="bg1"/>
                </a:solidFill>
                <a:latin typeface="Arial" panose="020B0604020202020204" pitchFamily="34" charset="0"/>
                <a:cs typeface="Arial" pitchFamily="34" charset="0"/>
              </a:rPr>
              <a:t>•	Rule-Based Systems</a:t>
            </a:r>
          </a:p>
        </p:txBody>
      </p:sp>
      <p:sp>
        <p:nvSpPr>
          <p:cNvPr id="53" name="TextBox 52">
            <a:extLst>
              <a:ext uri="{FF2B5EF4-FFF2-40B4-BE49-F238E27FC236}">
                <a16:creationId xmlns:a16="http://schemas.microsoft.com/office/drawing/2014/main" id="{8236F86B-D07F-44AA-A769-484CA94733AD}"/>
              </a:ext>
            </a:extLst>
          </p:cNvPr>
          <p:cNvSpPr txBox="1"/>
          <p:nvPr/>
        </p:nvSpPr>
        <p:spPr>
          <a:xfrm>
            <a:off x="4313633" y="2226546"/>
            <a:ext cx="1659954" cy="523220"/>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Logistic Regression</a:t>
            </a:r>
          </a:p>
        </p:txBody>
      </p:sp>
      <p:sp>
        <p:nvSpPr>
          <p:cNvPr id="54" name="TextBox 53">
            <a:extLst>
              <a:ext uri="{FF2B5EF4-FFF2-40B4-BE49-F238E27FC236}">
                <a16:creationId xmlns:a16="http://schemas.microsoft.com/office/drawing/2014/main" id="{B80472D9-027F-4058-8E7E-E9C67A2C8B4B}"/>
              </a:ext>
            </a:extLst>
          </p:cNvPr>
          <p:cNvSpPr txBox="1"/>
          <p:nvPr/>
        </p:nvSpPr>
        <p:spPr>
          <a:xfrm>
            <a:off x="4679772" y="4056380"/>
            <a:ext cx="1644397"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Neural Networks </a:t>
            </a:r>
          </a:p>
        </p:txBody>
      </p:sp>
      <p:sp>
        <p:nvSpPr>
          <p:cNvPr id="56" name="TextBox 55">
            <a:extLst>
              <a:ext uri="{FF2B5EF4-FFF2-40B4-BE49-F238E27FC236}">
                <a16:creationId xmlns:a16="http://schemas.microsoft.com/office/drawing/2014/main" id="{45EE37DC-3F2B-448B-AC16-22C4F7F51E36}"/>
              </a:ext>
            </a:extLst>
          </p:cNvPr>
          <p:cNvSpPr txBox="1"/>
          <p:nvPr/>
        </p:nvSpPr>
        <p:spPr>
          <a:xfrm>
            <a:off x="1414601" y="2545449"/>
            <a:ext cx="1615569" cy="307777"/>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Deep Learning</a:t>
            </a:r>
          </a:p>
        </p:txBody>
      </p:sp>
      <p:sp>
        <p:nvSpPr>
          <p:cNvPr id="87" name="TextBox 86">
            <a:extLst>
              <a:ext uri="{FF2B5EF4-FFF2-40B4-BE49-F238E27FC236}">
                <a16:creationId xmlns:a16="http://schemas.microsoft.com/office/drawing/2014/main" id="{837F3F1F-451B-4557-BCFF-E1340616A56E}"/>
              </a:ext>
            </a:extLst>
          </p:cNvPr>
          <p:cNvSpPr txBox="1"/>
          <p:nvPr/>
        </p:nvSpPr>
        <p:spPr>
          <a:xfrm>
            <a:off x="2248986" y="5366738"/>
            <a:ext cx="1297126" cy="523220"/>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Anomaly Detection</a:t>
            </a:r>
          </a:p>
        </p:txBody>
      </p:sp>
      <p:sp>
        <p:nvSpPr>
          <p:cNvPr id="88" name="TextBox 87">
            <a:extLst>
              <a:ext uri="{FF2B5EF4-FFF2-40B4-BE49-F238E27FC236}">
                <a16:creationId xmlns:a16="http://schemas.microsoft.com/office/drawing/2014/main" id="{97DBB672-3930-4B2C-90B5-A314B4F3B5E8}"/>
              </a:ext>
            </a:extLst>
          </p:cNvPr>
          <p:cNvSpPr txBox="1"/>
          <p:nvPr/>
        </p:nvSpPr>
        <p:spPr>
          <a:xfrm>
            <a:off x="3690464" y="5349377"/>
            <a:ext cx="1597780"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Clustering</a:t>
            </a:r>
          </a:p>
        </p:txBody>
      </p:sp>
      <p:sp>
        <p:nvSpPr>
          <p:cNvPr id="97" name="TextBox 96">
            <a:extLst>
              <a:ext uri="{FF2B5EF4-FFF2-40B4-BE49-F238E27FC236}">
                <a16:creationId xmlns:a16="http://schemas.microsoft.com/office/drawing/2014/main" id="{ACD3B12A-B2CD-43A7-A9BC-0A04AD7D3D7B}"/>
              </a:ext>
            </a:extLst>
          </p:cNvPr>
          <p:cNvSpPr txBox="1"/>
          <p:nvPr/>
        </p:nvSpPr>
        <p:spPr>
          <a:xfrm>
            <a:off x="1040396" y="4046627"/>
            <a:ext cx="1620977" cy="492443"/>
          </a:xfrm>
          <a:prstGeom prst="rect">
            <a:avLst/>
          </a:prstGeom>
          <a:noFill/>
        </p:spPr>
        <p:txBody>
          <a:bodyPr wrap="square" rtlCol="0" anchor="b">
            <a:spAutoFit/>
          </a:bodyPr>
          <a:lstStyle/>
          <a:p>
            <a:pPr algn="ctr" defTabSz="1218987"/>
            <a:r>
              <a:rPr lang="en-US" sz="1300" b="1" dirty="0">
                <a:solidFill>
                  <a:schemeClr val="bg1"/>
                </a:solidFill>
                <a:latin typeface="Arial" panose="020B0604020202020204" pitchFamily="34" charset="0"/>
                <a:cs typeface="Arial" pitchFamily="34" charset="0"/>
              </a:rPr>
              <a:t>Gradient Boosting</a:t>
            </a:r>
          </a:p>
        </p:txBody>
      </p:sp>
    </p:spTree>
    <p:extLst>
      <p:ext uri="{BB962C8B-B14F-4D97-AF65-F5344CB8AC3E}">
        <p14:creationId xmlns:p14="http://schemas.microsoft.com/office/powerpoint/2010/main" val="1481771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p:cNvGrpSpPr/>
          <p:nvPr/>
        </p:nvGrpSpPr>
        <p:grpSpPr>
          <a:xfrm>
            <a:off x="1029200" y="1198179"/>
            <a:ext cx="5280728" cy="5195116"/>
            <a:chOff x="1027612" y="1198179"/>
            <a:chExt cx="5280728" cy="5195116"/>
          </a:xfrm>
        </p:grpSpPr>
        <p:grpSp>
          <p:nvGrpSpPr>
            <p:cNvPr id="57" name="Group 56"/>
            <p:cNvGrpSpPr/>
            <p:nvPr/>
          </p:nvGrpSpPr>
          <p:grpSpPr>
            <a:xfrm>
              <a:off x="1027612" y="1198179"/>
              <a:ext cx="5280728" cy="5195116"/>
              <a:chOff x="3407432" y="1152319"/>
              <a:chExt cx="5373960" cy="5286836"/>
            </a:xfrm>
            <a:effectLst>
              <a:outerShdw blurRad="381000" dist="88900" dir="2700000" algn="tl" rotWithShape="0">
                <a:prstClr val="black">
                  <a:alpha val="48000"/>
                </a:prstClr>
              </a:outerShdw>
            </a:effectLst>
          </p:grpSpPr>
          <p:sp>
            <p:nvSpPr>
              <p:cNvPr id="58" name="Freeform 57"/>
              <p:cNvSpPr>
                <a:spLocks/>
              </p:cNvSpPr>
              <p:nvPr/>
            </p:nvSpPr>
            <p:spPr bwMode="auto">
              <a:xfrm>
                <a:off x="5243895" y="1152319"/>
                <a:ext cx="1676883" cy="1931347"/>
              </a:xfrm>
              <a:custGeom>
                <a:avLst/>
                <a:gdLst>
                  <a:gd name="T0" fmla="*/ 1570 w 1944"/>
                  <a:gd name="T1" fmla="*/ 0 h 2239"/>
                  <a:gd name="T2" fmla="*/ 1579 w 1944"/>
                  <a:gd name="T3" fmla="*/ 0 h 2239"/>
                  <a:gd name="T4" fmla="*/ 1594 w 1944"/>
                  <a:gd name="T5" fmla="*/ 2 h 2239"/>
                  <a:gd name="T6" fmla="*/ 1613 w 1944"/>
                  <a:gd name="T7" fmla="*/ 4 h 2239"/>
                  <a:gd name="T8" fmla="*/ 1638 w 1944"/>
                  <a:gd name="T9" fmla="*/ 6 h 2239"/>
                  <a:gd name="T10" fmla="*/ 1664 w 1944"/>
                  <a:gd name="T11" fmla="*/ 11 h 2239"/>
                  <a:gd name="T12" fmla="*/ 1692 w 1944"/>
                  <a:gd name="T13" fmla="*/ 19 h 2239"/>
                  <a:gd name="T14" fmla="*/ 1725 w 1944"/>
                  <a:gd name="T15" fmla="*/ 28 h 2239"/>
                  <a:gd name="T16" fmla="*/ 1755 w 1944"/>
                  <a:gd name="T17" fmla="*/ 40 h 2239"/>
                  <a:gd name="T18" fmla="*/ 1787 w 1944"/>
                  <a:gd name="T19" fmla="*/ 57 h 2239"/>
                  <a:gd name="T20" fmla="*/ 1817 w 1944"/>
                  <a:gd name="T21" fmla="*/ 76 h 2239"/>
                  <a:gd name="T22" fmla="*/ 1846 w 1944"/>
                  <a:gd name="T23" fmla="*/ 98 h 2239"/>
                  <a:gd name="T24" fmla="*/ 1874 w 1944"/>
                  <a:gd name="T25" fmla="*/ 125 h 2239"/>
                  <a:gd name="T26" fmla="*/ 1897 w 1944"/>
                  <a:gd name="T27" fmla="*/ 157 h 2239"/>
                  <a:gd name="T28" fmla="*/ 1917 w 1944"/>
                  <a:gd name="T29" fmla="*/ 195 h 2239"/>
                  <a:gd name="T30" fmla="*/ 1933 w 1944"/>
                  <a:gd name="T31" fmla="*/ 238 h 2239"/>
                  <a:gd name="T32" fmla="*/ 1942 w 1944"/>
                  <a:gd name="T33" fmla="*/ 285 h 2239"/>
                  <a:gd name="T34" fmla="*/ 1944 w 1944"/>
                  <a:gd name="T35" fmla="*/ 340 h 2239"/>
                  <a:gd name="T36" fmla="*/ 1944 w 1944"/>
                  <a:gd name="T37" fmla="*/ 440 h 2239"/>
                  <a:gd name="T38" fmla="*/ 1944 w 1944"/>
                  <a:gd name="T39" fmla="*/ 531 h 2239"/>
                  <a:gd name="T40" fmla="*/ 1944 w 1944"/>
                  <a:gd name="T41" fmla="*/ 612 h 2239"/>
                  <a:gd name="T42" fmla="*/ 1944 w 1944"/>
                  <a:gd name="T43" fmla="*/ 684 h 2239"/>
                  <a:gd name="T44" fmla="*/ 1944 w 1944"/>
                  <a:gd name="T45" fmla="*/ 797 h 2239"/>
                  <a:gd name="T46" fmla="*/ 1944 w 1944"/>
                  <a:gd name="T47" fmla="*/ 839 h 2239"/>
                  <a:gd name="T48" fmla="*/ 1944 w 1944"/>
                  <a:gd name="T49" fmla="*/ 869 h 2239"/>
                  <a:gd name="T50" fmla="*/ 1944 w 1944"/>
                  <a:gd name="T51" fmla="*/ 886 h 2239"/>
                  <a:gd name="T52" fmla="*/ 1944 w 1944"/>
                  <a:gd name="T53" fmla="*/ 892 h 2239"/>
                  <a:gd name="T54" fmla="*/ 1314 w 1944"/>
                  <a:gd name="T55" fmla="*/ 2231 h 2239"/>
                  <a:gd name="T56" fmla="*/ 634 w 1944"/>
                  <a:gd name="T57" fmla="*/ 2239 h 2239"/>
                  <a:gd name="T58" fmla="*/ 0 w 1944"/>
                  <a:gd name="T59" fmla="*/ 886 h 2239"/>
                  <a:gd name="T60" fmla="*/ 0 w 1944"/>
                  <a:gd name="T61" fmla="*/ 312 h 2239"/>
                  <a:gd name="T62" fmla="*/ 0 w 1944"/>
                  <a:gd name="T63" fmla="*/ 308 h 2239"/>
                  <a:gd name="T64" fmla="*/ 0 w 1944"/>
                  <a:gd name="T65" fmla="*/ 301 h 2239"/>
                  <a:gd name="T66" fmla="*/ 0 w 1944"/>
                  <a:gd name="T67" fmla="*/ 287 h 2239"/>
                  <a:gd name="T68" fmla="*/ 2 w 1944"/>
                  <a:gd name="T69" fmla="*/ 268 h 2239"/>
                  <a:gd name="T70" fmla="*/ 6 w 1944"/>
                  <a:gd name="T71" fmla="*/ 248 h 2239"/>
                  <a:gd name="T72" fmla="*/ 13 w 1944"/>
                  <a:gd name="T73" fmla="*/ 223 h 2239"/>
                  <a:gd name="T74" fmla="*/ 21 w 1944"/>
                  <a:gd name="T75" fmla="*/ 197 h 2239"/>
                  <a:gd name="T76" fmla="*/ 32 w 1944"/>
                  <a:gd name="T77" fmla="*/ 170 h 2239"/>
                  <a:gd name="T78" fmla="*/ 47 w 1944"/>
                  <a:gd name="T79" fmla="*/ 142 h 2239"/>
                  <a:gd name="T80" fmla="*/ 64 w 1944"/>
                  <a:gd name="T81" fmla="*/ 115 h 2239"/>
                  <a:gd name="T82" fmla="*/ 87 w 1944"/>
                  <a:gd name="T83" fmla="*/ 89 h 2239"/>
                  <a:gd name="T84" fmla="*/ 115 w 1944"/>
                  <a:gd name="T85" fmla="*/ 66 h 2239"/>
                  <a:gd name="T86" fmla="*/ 148 w 1944"/>
                  <a:gd name="T87" fmla="*/ 44 h 2239"/>
                  <a:gd name="T88" fmla="*/ 185 w 1944"/>
                  <a:gd name="T89" fmla="*/ 27 h 2239"/>
                  <a:gd name="T90" fmla="*/ 229 w 1944"/>
                  <a:gd name="T91" fmla="*/ 13 h 2239"/>
                  <a:gd name="T92" fmla="*/ 278 w 1944"/>
                  <a:gd name="T93" fmla="*/ 4 h 2239"/>
                  <a:gd name="T94" fmla="*/ 337 w 1944"/>
                  <a:gd name="T95" fmla="*/ 0 h 2239"/>
                  <a:gd name="T96" fmla="*/ 1566 w 1944"/>
                  <a:gd name="T97" fmla="*/ 0 h 2239"/>
                  <a:gd name="T98" fmla="*/ 1570 w 1944"/>
                  <a:gd name="T99" fmla="*/ 0 h 2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4" h="2239">
                    <a:moveTo>
                      <a:pt x="1570" y="0"/>
                    </a:moveTo>
                    <a:lnTo>
                      <a:pt x="1579" y="0"/>
                    </a:lnTo>
                    <a:lnTo>
                      <a:pt x="1594" y="2"/>
                    </a:lnTo>
                    <a:lnTo>
                      <a:pt x="1613" y="4"/>
                    </a:lnTo>
                    <a:lnTo>
                      <a:pt x="1638" y="6"/>
                    </a:lnTo>
                    <a:lnTo>
                      <a:pt x="1664" y="11"/>
                    </a:lnTo>
                    <a:lnTo>
                      <a:pt x="1692" y="19"/>
                    </a:lnTo>
                    <a:lnTo>
                      <a:pt x="1725" y="28"/>
                    </a:lnTo>
                    <a:lnTo>
                      <a:pt x="1755" y="40"/>
                    </a:lnTo>
                    <a:lnTo>
                      <a:pt x="1787" y="57"/>
                    </a:lnTo>
                    <a:lnTo>
                      <a:pt x="1817" y="76"/>
                    </a:lnTo>
                    <a:lnTo>
                      <a:pt x="1846" y="98"/>
                    </a:lnTo>
                    <a:lnTo>
                      <a:pt x="1874" y="125"/>
                    </a:lnTo>
                    <a:lnTo>
                      <a:pt x="1897" y="157"/>
                    </a:lnTo>
                    <a:lnTo>
                      <a:pt x="1917" y="195"/>
                    </a:lnTo>
                    <a:lnTo>
                      <a:pt x="1933" y="238"/>
                    </a:lnTo>
                    <a:lnTo>
                      <a:pt x="1942" y="285"/>
                    </a:lnTo>
                    <a:lnTo>
                      <a:pt x="1944" y="340"/>
                    </a:lnTo>
                    <a:lnTo>
                      <a:pt x="1944" y="440"/>
                    </a:lnTo>
                    <a:lnTo>
                      <a:pt x="1944" y="531"/>
                    </a:lnTo>
                    <a:lnTo>
                      <a:pt x="1944" y="612"/>
                    </a:lnTo>
                    <a:lnTo>
                      <a:pt x="1944" y="684"/>
                    </a:lnTo>
                    <a:lnTo>
                      <a:pt x="1944" y="797"/>
                    </a:lnTo>
                    <a:lnTo>
                      <a:pt x="1944" y="839"/>
                    </a:lnTo>
                    <a:lnTo>
                      <a:pt x="1944" y="869"/>
                    </a:lnTo>
                    <a:lnTo>
                      <a:pt x="1944" y="886"/>
                    </a:lnTo>
                    <a:lnTo>
                      <a:pt x="1944" y="892"/>
                    </a:lnTo>
                    <a:lnTo>
                      <a:pt x="1314" y="2231"/>
                    </a:lnTo>
                    <a:lnTo>
                      <a:pt x="634" y="2239"/>
                    </a:lnTo>
                    <a:lnTo>
                      <a:pt x="0" y="886"/>
                    </a:lnTo>
                    <a:lnTo>
                      <a:pt x="0" y="312"/>
                    </a:lnTo>
                    <a:lnTo>
                      <a:pt x="0" y="308"/>
                    </a:lnTo>
                    <a:lnTo>
                      <a:pt x="0" y="301"/>
                    </a:lnTo>
                    <a:lnTo>
                      <a:pt x="0" y="287"/>
                    </a:lnTo>
                    <a:lnTo>
                      <a:pt x="2" y="268"/>
                    </a:lnTo>
                    <a:lnTo>
                      <a:pt x="6" y="248"/>
                    </a:lnTo>
                    <a:lnTo>
                      <a:pt x="13" y="223"/>
                    </a:lnTo>
                    <a:lnTo>
                      <a:pt x="21" y="197"/>
                    </a:lnTo>
                    <a:lnTo>
                      <a:pt x="32" y="170"/>
                    </a:lnTo>
                    <a:lnTo>
                      <a:pt x="47" y="142"/>
                    </a:lnTo>
                    <a:lnTo>
                      <a:pt x="64" y="115"/>
                    </a:lnTo>
                    <a:lnTo>
                      <a:pt x="87" y="89"/>
                    </a:lnTo>
                    <a:lnTo>
                      <a:pt x="115" y="66"/>
                    </a:lnTo>
                    <a:lnTo>
                      <a:pt x="148" y="44"/>
                    </a:lnTo>
                    <a:lnTo>
                      <a:pt x="185" y="27"/>
                    </a:lnTo>
                    <a:lnTo>
                      <a:pt x="229" y="13"/>
                    </a:lnTo>
                    <a:lnTo>
                      <a:pt x="278" y="4"/>
                    </a:lnTo>
                    <a:lnTo>
                      <a:pt x="337" y="0"/>
                    </a:lnTo>
                    <a:lnTo>
                      <a:pt x="1566" y="0"/>
                    </a:lnTo>
                    <a:lnTo>
                      <a:pt x="1570" y="0"/>
                    </a:lnTo>
                    <a:close/>
                  </a:path>
                </a:pathLst>
              </a:custGeom>
              <a:gradFill flip="none" rotWithShape="1">
                <a:gsLst>
                  <a:gs pos="0">
                    <a:schemeClr val="bg1"/>
                  </a:gs>
                  <a:gs pos="83000">
                    <a:schemeClr val="bg1">
                      <a:lumMod val="85000"/>
                    </a:schemeClr>
                  </a:gs>
                </a:gsLst>
                <a:lin ang="8100000" scaled="1"/>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59" name="Freeform 58"/>
              <p:cNvSpPr>
                <a:spLocks/>
              </p:cNvSpPr>
              <p:nvPr/>
            </p:nvSpPr>
            <p:spPr bwMode="auto">
              <a:xfrm>
                <a:off x="6461014" y="1592242"/>
                <a:ext cx="2087477" cy="1996904"/>
              </a:xfrm>
              <a:custGeom>
                <a:avLst/>
                <a:gdLst>
                  <a:gd name="T0" fmla="*/ 1299 w 2420"/>
                  <a:gd name="T1" fmla="*/ 0 h 2315"/>
                  <a:gd name="T2" fmla="*/ 1342 w 2420"/>
                  <a:gd name="T3" fmla="*/ 8 h 2315"/>
                  <a:gd name="T4" fmla="*/ 1388 w 2420"/>
                  <a:gd name="T5" fmla="*/ 23 h 2315"/>
                  <a:gd name="T6" fmla="*/ 1433 w 2420"/>
                  <a:gd name="T7" fmla="*/ 47 h 2315"/>
                  <a:gd name="T8" fmla="*/ 1480 w 2420"/>
                  <a:gd name="T9" fmla="*/ 85 h 2315"/>
                  <a:gd name="T10" fmla="*/ 1528 w 2420"/>
                  <a:gd name="T11" fmla="*/ 134 h 2315"/>
                  <a:gd name="T12" fmla="*/ 2316 w 2420"/>
                  <a:gd name="T13" fmla="*/ 1077 h 2315"/>
                  <a:gd name="T14" fmla="*/ 2318 w 2420"/>
                  <a:gd name="T15" fmla="*/ 1081 h 2315"/>
                  <a:gd name="T16" fmla="*/ 2325 w 2420"/>
                  <a:gd name="T17" fmla="*/ 1090 h 2315"/>
                  <a:gd name="T18" fmla="*/ 2337 w 2420"/>
                  <a:gd name="T19" fmla="*/ 1105 h 2315"/>
                  <a:gd name="T20" fmla="*/ 2350 w 2420"/>
                  <a:gd name="T21" fmla="*/ 1126 h 2315"/>
                  <a:gd name="T22" fmla="*/ 2365 w 2420"/>
                  <a:gd name="T23" fmla="*/ 1151 h 2315"/>
                  <a:gd name="T24" fmla="*/ 2380 w 2420"/>
                  <a:gd name="T25" fmla="*/ 1179 h 2315"/>
                  <a:gd name="T26" fmla="*/ 2395 w 2420"/>
                  <a:gd name="T27" fmla="*/ 1213 h 2315"/>
                  <a:gd name="T28" fmla="*/ 2407 w 2420"/>
                  <a:gd name="T29" fmla="*/ 1249 h 2315"/>
                  <a:gd name="T30" fmla="*/ 2416 w 2420"/>
                  <a:gd name="T31" fmla="*/ 1287 h 2315"/>
                  <a:gd name="T32" fmla="*/ 2420 w 2420"/>
                  <a:gd name="T33" fmla="*/ 1328 h 2315"/>
                  <a:gd name="T34" fmla="*/ 2420 w 2420"/>
                  <a:gd name="T35" fmla="*/ 1370 h 2315"/>
                  <a:gd name="T36" fmla="*/ 2412 w 2420"/>
                  <a:gd name="T37" fmla="*/ 1413 h 2315"/>
                  <a:gd name="T38" fmla="*/ 2399 w 2420"/>
                  <a:gd name="T39" fmla="*/ 1457 h 2315"/>
                  <a:gd name="T40" fmla="*/ 2375 w 2420"/>
                  <a:gd name="T41" fmla="*/ 1500 h 2315"/>
                  <a:gd name="T42" fmla="*/ 2343 w 2420"/>
                  <a:gd name="T43" fmla="*/ 1544 h 2315"/>
                  <a:gd name="T44" fmla="*/ 2297 w 2420"/>
                  <a:gd name="T45" fmla="*/ 1587 h 2315"/>
                  <a:gd name="T46" fmla="*/ 2227 w 2420"/>
                  <a:gd name="T47" fmla="*/ 1644 h 2315"/>
                  <a:gd name="T48" fmla="*/ 2163 w 2420"/>
                  <a:gd name="T49" fmla="*/ 1699 h 2315"/>
                  <a:gd name="T50" fmla="*/ 2104 w 2420"/>
                  <a:gd name="T51" fmla="*/ 1748 h 2315"/>
                  <a:gd name="T52" fmla="*/ 2053 w 2420"/>
                  <a:gd name="T53" fmla="*/ 1791 h 2315"/>
                  <a:gd name="T54" fmla="*/ 2006 w 2420"/>
                  <a:gd name="T55" fmla="*/ 1829 h 2315"/>
                  <a:gd name="T56" fmla="*/ 1966 w 2420"/>
                  <a:gd name="T57" fmla="*/ 1863 h 2315"/>
                  <a:gd name="T58" fmla="*/ 1934 w 2420"/>
                  <a:gd name="T59" fmla="*/ 1890 h 2315"/>
                  <a:gd name="T60" fmla="*/ 1908 w 2420"/>
                  <a:gd name="T61" fmla="*/ 1912 h 2315"/>
                  <a:gd name="T62" fmla="*/ 1889 w 2420"/>
                  <a:gd name="T63" fmla="*/ 1927 h 2315"/>
                  <a:gd name="T64" fmla="*/ 1877 w 2420"/>
                  <a:gd name="T65" fmla="*/ 1937 h 2315"/>
                  <a:gd name="T66" fmla="*/ 1874 w 2420"/>
                  <a:gd name="T67" fmla="*/ 1941 h 2315"/>
                  <a:gd name="T68" fmla="*/ 440 w 2420"/>
                  <a:gd name="T69" fmla="*/ 2315 h 2315"/>
                  <a:gd name="T70" fmla="*/ 0 w 2420"/>
                  <a:gd name="T71" fmla="*/ 1797 h 2315"/>
                  <a:gd name="T72" fmla="*/ 633 w 2420"/>
                  <a:gd name="T73" fmla="*/ 444 h 2315"/>
                  <a:gd name="T74" fmla="*/ 1074 w 2420"/>
                  <a:gd name="T75" fmla="*/ 76 h 2315"/>
                  <a:gd name="T76" fmla="*/ 1078 w 2420"/>
                  <a:gd name="T77" fmla="*/ 74 h 2315"/>
                  <a:gd name="T78" fmla="*/ 1087 w 2420"/>
                  <a:gd name="T79" fmla="*/ 64 h 2315"/>
                  <a:gd name="T80" fmla="*/ 1104 w 2420"/>
                  <a:gd name="T81" fmla="*/ 55 h 2315"/>
                  <a:gd name="T82" fmla="*/ 1125 w 2420"/>
                  <a:gd name="T83" fmla="*/ 42 h 2315"/>
                  <a:gd name="T84" fmla="*/ 1151 w 2420"/>
                  <a:gd name="T85" fmla="*/ 29 h 2315"/>
                  <a:gd name="T86" fmla="*/ 1183 w 2420"/>
                  <a:gd name="T87" fmla="*/ 15 h 2315"/>
                  <a:gd name="T88" fmla="*/ 1217 w 2420"/>
                  <a:gd name="T89" fmla="*/ 6 h 2315"/>
                  <a:gd name="T90" fmla="*/ 1257 w 2420"/>
                  <a:gd name="T91" fmla="*/ 0 h 2315"/>
                  <a:gd name="T92" fmla="*/ 1299 w 2420"/>
                  <a:gd name="T93" fmla="*/ 0 h 2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20" h="2315">
                    <a:moveTo>
                      <a:pt x="1299" y="0"/>
                    </a:moveTo>
                    <a:lnTo>
                      <a:pt x="1342" y="8"/>
                    </a:lnTo>
                    <a:lnTo>
                      <a:pt x="1388" y="23"/>
                    </a:lnTo>
                    <a:lnTo>
                      <a:pt x="1433" y="47"/>
                    </a:lnTo>
                    <a:lnTo>
                      <a:pt x="1480" y="85"/>
                    </a:lnTo>
                    <a:lnTo>
                      <a:pt x="1528" y="134"/>
                    </a:lnTo>
                    <a:lnTo>
                      <a:pt x="2316" y="1077"/>
                    </a:lnTo>
                    <a:lnTo>
                      <a:pt x="2318" y="1081"/>
                    </a:lnTo>
                    <a:lnTo>
                      <a:pt x="2325" y="1090"/>
                    </a:lnTo>
                    <a:lnTo>
                      <a:pt x="2337" y="1105"/>
                    </a:lnTo>
                    <a:lnTo>
                      <a:pt x="2350" y="1126"/>
                    </a:lnTo>
                    <a:lnTo>
                      <a:pt x="2365" y="1151"/>
                    </a:lnTo>
                    <a:lnTo>
                      <a:pt x="2380" y="1179"/>
                    </a:lnTo>
                    <a:lnTo>
                      <a:pt x="2395" y="1213"/>
                    </a:lnTo>
                    <a:lnTo>
                      <a:pt x="2407" y="1249"/>
                    </a:lnTo>
                    <a:lnTo>
                      <a:pt x="2416" y="1287"/>
                    </a:lnTo>
                    <a:lnTo>
                      <a:pt x="2420" y="1328"/>
                    </a:lnTo>
                    <a:lnTo>
                      <a:pt x="2420" y="1370"/>
                    </a:lnTo>
                    <a:lnTo>
                      <a:pt x="2412" y="1413"/>
                    </a:lnTo>
                    <a:lnTo>
                      <a:pt x="2399" y="1457"/>
                    </a:lnTo>
                    <a:lnTo>
                      <a:pt x="2375" y="1500"/>
                    </a:lnTo>
                    <a:lnTo>
                      <a:pt x="2343" y="1544"/>
                    </a:lnTo>
                    <a:lnTo>
                      <a:pt x="2297" y="1587"/>
                    </a:lnTo>
                    <a:lnTo>
                      <a:pt x="2227" y="1644"/>
                    </a:lnTo>
                    <a:lnTo>
                      <a:pt x="2163" y="1699"/>
                    </a:lnTo>
                    <a:lnTo>
                      <a:pt x="2104" y="1748"/>
                    </a:lnTo>
                    <a:lnTo>
                      <a:pt x="2053" y="1791"/>
                    </a:lnTo>
                    <a:lnTo>
                      <a:pt x="2006" y="1829"/>
                    </a:lnTo>
                    <a:lnTo>
                      <a:pt x="1966" y="1863"/>
                    </a:lnTo>
                    <a:lnTo>
                      <a:pt x="1934" y="1890"/>
                    </a:lnTo>
                    <a:lnTo>
                      <a:pt x="1908" y="1912"/>
                    </a:lnTo>
                    <a:lnTo>
                      <a:pt x="1889" y="1927"/>
                    </a:lnTo>
                    <a:lnTo>
                      <a:pt x="1877" y="1937"/>
                    </a:lnTo>
                    <a:lnTo>
                      <a:pt x="1874" y="1941"/>
                    </a:lnTo>
                    <a:lnTo>
                      <a:pt x="440" y="2315"/>
                    </a:lnTo>
                    <a:lnTo>
                      <a:pt x="0" y="1797"/>
                    </a:lnTo>
                    <a:lnTo>
                      <a:pt x="633" y="444"/>
                    </a:lnTo>
                    <a:lnTo>
                      <a:pt x="1074" y="76"/>
                    </a:lnTo>
                    <a:lnTo>
                      <a:pt x="1078" y="74"/>
                    </a:lnTo>
                    <a:lnTo>
                      <a:pt x="1087" y="64"/>
                    </a:lnTo>
                    <a:lnTo>
                      <a:pt x="1104" y="55"/>
                    </a:lnTo>
                    <a:lnTo>
                      <a:pt x="1125" y="42"/>
                    </a:lnTo>
                    <a:lnTo>
                      <a:pt x="1151" y="29"/>
                    </a:lnTo>
                    <a:lnTo>
                      <a:pt x="1183" y="15"/>
                    </a:lnTo>
                    <a:lnTo>
                      <a:pt x="1217" y="6"/>
                    </a:lnTo>
                    <a:lnTo>
                      <a:pt x="1257" y="0"/>
                    </a:lnTo>
                    <a:lnTo>
                      <a:pt x="1299" y="0"/>
                    </a:lnTo>
                    <a:close/>
                  </a:path>
                </a:pathLst>
              </a:custGeom>
              <a:gradFill flip="none" rotWithShape="1">
                <a:gsLst>
                  <a:gs pos="0">
                    <a:schemeClr val="bg1"/>
                  </a:gs>
                  <a:gs pos="92000">
                    <a:schemeClr val="bg1">
                      <a:lumMod val="85000"/>
                    </a:schemeClr>
                  </a:gs>
                </a:gsLst>
                <a:lin ang="11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0" name="Freeform 59"/>
              <p:cNvSpPr>
                <a:spLocks/>
              </p:cNvSpPr>
              <p:nvPr/>
            </p:nvSpPr>
            <p:spPr bwMode="auto">
              <a:xfrm>
                <a:off x="6710304" y="3375222"/>
                <a:ext cx="2071088" cy="1745889"/>
              </a:xfrm>
              <a:custGeom>
                <a:avLst/>
                <a:gdLst>
                  <a:gd name="T0" fmla="*/ 1596 w 2401"/>
                  <a:gd name="T1" fmla="*/ 0 h 2024"/>
                  <a:gd name="T2" fmla="*/ 2156 w 2401"/>
                  <a:gd name="T3" fmla="*/ 121 h 2024"/>
                  <a:gd name="T4" fmla="*/ 2159 w 2401"/>
                  <a:gd name="T5" fmla="*/ 123 h 2024"/>
                  <a:gd name="T6" fmla="*/ 2169 w 2401"/>
                  <a:gd name="T7" fmla="*/ 125 h 2024"/>
                  <a:gd name="T8" fmla="*/ 2182 w 2401"/>
                  <a:gd name="T9" fmla="*/ 129 h 2024"/>
                  <a:gd name="T10" fmla="*/ 2199 w 2401"/>
                  <a:gd name="T11" fmla="*/ 134 h 2024"/>
                  <a:gd name="T12" fmla="*/ 2218 w 2401"/>
                  <a:gd name="T13" fmla="*/ 142 h 2024"/>
                  <a:gd name="T14" fmla="*/ 2241 w 2401"/>
                  <a:gd name="T15" fmla="*/ 153 h 2024"/>
                  <a:gd name="T16" fmla="*/ 2265 w 2401"/>
                  <a:gd name="T17" fmla="*/ 166 h 2024"/>
                  <a:gd name="T18" fmla="*/ 2288 w 2401"/>
                  <a:gd name="T19" fmla="*/ 183 h 2024"/>
                  <a:gd name="T20" fmla="*/ 2313 w 2401"/>
                  <a:gd name="T21" fmla="*/ 204 h 2024"/>
                  <a:gd name="T22" fmla="*/ 2335 w 2401"/>
                  <a:gd name="T23" fmla="*/ 227 h 2024"/>
                  <a:gd name="T24" fmla="*/ 2356 w 2401"/>
                  <a:gd name="T25" fmla="*/ 255 h 2024"/>
                  <a:gd name="T26" fmla="*/ 2373 w 2401"/>
                  <a:gd name="T27" fmla="*/ 285 h 2024"/>
                  <a:gd name="T28" fmla="*/ 2386 w 2401"/>
                  <a:gd name="T29" fmla="*/ 323 h 2024"/>
                  <a:gd name="T30" fmla="*/ 2396 w 2401"/>
                  <a:gd name="T31" fmla="*/ 363 h 2024"/>
                  <a:gd name="T32" fmla="*/ 2401 w 2401"/>
                  <a:gd name="T33" fmla="*/ 408 h 2024"/>
                  <a:gd name="T34" fmla="*/ 2400 w 2401"/>
                  <a:gd name="T35" fmla="*/ 459 h 2024"/>
                  <a:gd name="T36" fmla="*/ 2390 w 2401"/>
                  <a:gd name="T37" fmla="*/ 516 h 2024"/>
                  <a:gd name="T38" fmla="*/ 2127 w 2401"/>
                  <a:gd name="T39" fmla="*/ 1717 h 2024"/>
                  <a:gd name="T40" fmla="*/ 2127 w 2401"/>
                  <a:gd name="T41" fmla="*/ 1721 h 2024"/>
                  <a:gd name="T42" fmla="*/ 2125 w 2401"/>
                  <a:gd name="T43" fmla="*/ 1731 h 2024"/>
                  <a:gd name="T44" fmla="*/ 2120 w 2401"/>
                  <a:gd name="T45" fmla="*/ 1748 h 2024"/>
                  <a:gd name="T46" fmla="*/ 2114 w 2401"/>
                  <a:gd name="T47" fmla="*/ 1769 h 2024"/>
                  <a:gd name="T48" fmla="*/ 2105 w 2401"/>
                  <a:gd name="T49" fmla="*/ 1793 h 2024"/>
                  <a:gd name="T50" fmla="*/ 2091 w 2401"/>
                  <a:gd name="T51" fmla="*/ 1820 h 2024"/>
                  <a:gd name="T52" fmla="*/ 2078 w 2401"/>
                  <a:gd name="T53" fmla="*/ 1848 h 2024"/>
                  <a:gd name="T54" fmla="*/ 2059 w 2401"/>
                  <a:gd name="T55" fmla="*/ 1878 h 2024"/>
                  <a:gd name="T56" fmla="*/ 2038 w 2401"/>
                  <a:gd name="T57" fmla="*/ 1908 h 2024"/>
                  <a:gd name="T58" fmla="*/ 2012 w 2401"/>
                  <a:gd name="T59" fmla="*/ 1937 h 2024"/>
                  <a:gd name="T60" fmla="*/ 1984 w 2401"/>
                  <a:gd name="T61" fmla="*/ 1961 h 2024"/>
                  <a:gd name="T62" fmla="*/ 1951 w 2401"/>
                  <a:gd name="T63" fmla="*/ 1986 h 2024"/>
                  <a:gd name="T64" fmla="*/ 1914 w 2401"/>
                  <a:gd name="T65" fmla="*/ 2003 h 2024"/>
                  <a:gd name="T66" fmla="*/ 1872 w 2401"/>
                  <a:gd name="T67" fmla="*/ 2016 h 2024"/>
                  <a:gd name="T68" fmla="*/ 1825 w 2401"/>
                  <a:gd name="T69" fmla="*/ 2024 h 2024"/>
                  <a:gd name="T70" fmla="*/ 1772 w 2401"/>
                  <a:gd name="T71" fmla="*/ 2024 h 2024"/>
                  <a:gd name="T72" fmla="*/ 1715 w 2401"/>
                  <a:gd name="T73" fmla="*/ 2014 h 2024"/>
                  <a:gd name="T74" fmla="*/ 1617 w 2401"/>
                  <a:gd name="T75" fmla="*/ 1993 h 2024"/>
                  <a:gd name="T76" fmla="*/ 1528 w 2401"/>
                  <a:gd name="T77" fmla="*/ 1974 h 2024"/>
                  <a:gd name="T78" fmla="*/ 1448 w 2401"/>
                  <a:gd name="T79" fmla="*/ 1957 h 2024"/>
                  <a:gd name="T80" fmla="*/ 1378 w 2401"/>
                  <a:gd name="T81" fmla="*/ 1940 h 2024"/>
                  <a:gd name="T82" fmla="*/ 1318 w 2401"/>
                  <a:gd name="T83" fmla="*/ 1929 h 2024"/>
                  <a:gd name="T84" fmla="*/ 1267 w 2401"/>
                  <a:gd name="T85" fmla="*/ 1918 h 2024"/>
                  <a:gd name="T86" fmla="*/ 1227 w 2401"/>
                  <a:gd name="T87" fmla="*/ 1908 h 2024"/>
                  <a:gd name="T88" fmla="*/ 1199 w 2401"/>
                  <a:gd name="T89" fmla="*/ 1903 h 2024"/>
                  <a:gd name="T90" fmla="*/ 1182 w 2401"/>
                  <a:gd name="T91" fmla="*/ 1899 h 2024"/>
                  <a:gd name="T92" fmla="*/ 1174 w 2401"/>
                  <a:gd name="T93" fmla="*/ 1897 h 2024"/>
                  <a:gd name="T94" fmla="*/ 0 w 2401"/>
                  <a:gd name="T95" fmla="*/ 998 h 2024"/>
                  <a:gd name="T96" fmla="*/ 138 w 2401"/>
                  <a:gd name="T97" fmla="*/ 331 h 2024"/>
                  <a:gd name="T98" fmla="*/ 1596 w 2401"/>
                  <a:gd name="T9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01" h="2024">
                    <a:moveTo>
                      <a:pt x="1596" y="0"/>
                    </a:moveTo>
                    <a:lnTo>
                      <a:pt x="2156" y="121"/>
                    </a:lnTo>
                    <a:lnTo>
                      <a:pt x="2159" y="123"/>
                    </a:lnTo>
                    <a:lnTo>
                      <a:pt x="2169" y="125"/>
                    </a:lnTo>
                    <a:lnTo>
                      <a:pt x="2182" y="129"/>
                    </a:lnTo>
                    <a:lnTo>
                      <a:pt x="2199" y="134"/>
                    </a:lnTo>
                    <a:lnTo>
                      <a:pt x="2218" y="142"/>
                    </a:lnTo>
                    <a:lnTo>
                      <a:pt x="2241" y="153"/>
                    </a:lnTo>
                    <a:lnTo>
                      <a:pt x="2265" y="166"/>
                    </a:lnTo>
                    <a:lnTo>
                      <a:pt x="2288" y="183"/>
                    </a:lnTo>
                    <a:lnTo>
                      <a:pt x="2313" y="204"/>
                    </a:lnTo>
                    <a:lnTo>
                      <a:pt x="2335" y="227"/>
                    </a:lnTo>
                    <a:lnTo>
                      <a:pt x="2356" y="255"/>
                    </a:lnTo>
                    <a:lnTo>
                      <a:pt x="2373" y="285"/>
                    </a:lnTo>
                    <a:lnTo>
                      <a:pt x="2386" y="323"/>
                    </a:lnTo>
                    <a:lnTo>
                      <a:pt x="2396" y="363"/>
                    </a:lnTo>
                    <a:lnTo>
                      <a:pt x="2401" y="408"/>
                    </a:lnTo>
                    <a:lnTo>
                      <a:pt x="2400" y="459"/>
                    </a:lnTo>
                    <a:lnTo>
                      <a:pt x="2390" y="516"/>
                    </a:lnTo>
                    <a:lnTo>
                      <a:pt x="2127" y="1717"/>
                    </a:lnTo>
                    <a:lnTo>
                      <a:pt x="2127" y="1721"/>
                    </a:lnTo>
                    <a:lnTo>
                      <a:pt x="2125" y="1731"/>
                    </a:lnTo>
                    <a:lnTo>
                      <a:pt x="2120" y="1748"/>
                    </a:lnTo>
                    <a:lnTo>
                      <a:pt x="2114" y="1769"/>
                    </a:lnTo>
                    <a:lnTo>
                      <a:pt x="2105" y="1793"/>
                    </a:lnTo>
                    <a:lnTo>
                      <a:pt x="2091" y="1820"/>
                    </a:lnTo>
                    <a:lnTo>
                      <a:pt x="2078" y="1848"/>
                    </a:lnTo>
                    <a:lnTo>
                      <a:pt x="2059" y="1878"/>
                    </a:lnTo>
                    <a:lnTo>
                      <a:pt x="2038" y="1908"/>
                    </a:lnTo>
                    <a:lnTo>
                      <a:pt x="2012" y="1937"/>
                    </a:lnTo>
                    <a:lnTo>
                      <a:pt x="1984" y="1961"/>
                    </a:lnTo>
                    <a:lnTo>
                      <a:pt x="1951" y="1986"/>
                    </a:lnTo>
                    <a:lnTo>
                      <a:pt x="1914" y="2003"/>
                    </a:lnTo>
                    <a:lnTo>
                      <a:pt x="1872" y="2016"/>
                    </a:lnTo>
                    <a:lnTo>
                      <a:pt x="1825" y="2024"/>
                    </a:lnTo>
                    <a:lnTo>
                      <a:pt x="1772" y="2024"/>
                    </a:lnTo>
                    <a:lnTo>
                      <a:pt x="1715" y="2014"/>
                    </a:lnTo>
                    <a:lnTo>
                      <a:pt x="1617" y="1993"/>
                    </a:lnTo>
                    <a:lnTo>
                      <a:pt x="1528" y="1974"/>
                    </a:lnTo>
                    <a:lnTo>
                      <a:pt x="1448" y="1957"/>
                    </a:lnTo>
                    <a:lnTo>
                      <a:pt x="1378" y="1940"/>
                    </a:lnTo>
                    <a:lnTo>
                      <a:pt x="1318" y="1929"/>
                    </a:lnTo>
                    <a:lnTo>
                      <a:pt x="1267" y="1918"/>
                    </a:lnTo>
                    <a:lnTo>
                      <a:pt x="1227" y="1908"/>
                    </a:lnTo>
                    <a:lnTo>
                      <a:pt x="1199" y="1903"/>
                    </a:lnTo>
                    <a:lnTo>
                      <a:pt x="1182" y="1899"/>
                    </a:lnTo>
                    <a:lnTo>
                      <a:pt x="1174" y="1897"/>
                    </a:lnTo>
                    <a:lnTo>
                      <a:pt x="0" y="998"/>
                    </a:lnTo>
                    <a:lnTo>
                      <a:pt x="138" y="331"/>
                    </a:lnTo>
                    <a:lnTo>
                      <a:pt x="1596" y="0"/>
                    </a:lnTo>
                    <a:close/>
                  </a:path>
                </a:pathLst>
              </a:custGeom>
              <a:solidFill>
                <a:schemeClr val="accent2">
                  <a:lumMod val="75000"/>
                </a:schemeClr>
              </a:solidFill>
              <a:ln w="19050">
                <a:solidFill>
                  <a:schemeClr val="accent3"/>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1" name="Freeform 60"/>
              <p:cNvSpPr>
                <a:spLocks/>
              </p:cNvSpPr>
              <p:nvPr/>
            </p:nvSpPr>
            <p:spPr bwMode="auto">
              <a:xfrm>
                <a:off x="6128053" y="4282672"/>
                <a:ext cx="1781257" cy="2128880"/>
              </a:xfrm>
              <a:custGeom>
                <a:avLst/>
                <a:gdLst>
                  <a:gd name="T0" fmla="*/ 607 w 2065"/>
                  <a:gd name="T1" fmla="*/ 0 h 2468"/>
                  <a:gd name="T2" fmla="*/ 1777 w 2065"/>
                  <a:gd name="T3" fmla="*/ 930 h 2468"/>
                  <a:gd name="T4" fmla="*/ 2033 w 2065"/>
                  <a:gd name="T5" fmla="*/ 1444 h 2468"/>
                  <a:gd name="T6" fmla="*/ 2033 w 2065"/>
                  <a:gd name="T7" fmla="*/ 1448 h 2468"/>
                  <a:gd name="T8" fmla="*/ 2038 w 2065"/>
                  <a:gd name="T9" fmla="*/ 1455 h 2468"/>
                  <a:gd name="T10" fmla="*/ 2044 w 2065"/>
                  <a:gd name="T11" fmla="*/ 1470 h 2468"/>
                  <a:gd name="T12" fmla="*/ 2050 w 2065"/>
                  <a:gd name="T13" fmla="*/ 1489 h 2468"/>
                  <a:gd name="T14" fmla="*/ 2055 w 2065"/>
                  <a:gd name="T15" fmla="*/ 1512 h 2468"/>
                  <a:gd name="T16" fmla="*/ 2061 w 2065"/>
                  <a:gd name="T17" fmla="*/ 1540 h 2468"/>
                  <a:gd name="T18" fmla="*/ 2065 w 2065"/>
                  <a:gd name="T19" fmla="*/ 1569 h 2468"/>
                  <a:gd name="T20" fmla="*/ 2065 w 2065"/>
                  <a:gd name="T21" fmla="*/ 1601 h 2468"/>
                  <a:gd name="T22" fmla="*/ 2063 w 2065"/>
                  <a:gd name="T23" fmla="*/ 1635 h 2468"/>
                  <a:gd name="T24" fmla="*/ 2055 w 2065"/>
                  <a:gd name="T25" fmla="*/ 1671 h 2468"/>
                  <a:gd name="T26" fmla="*/ 2042 w 2065"/>
                  <a:gd name="T27" fmla="*/ 1705 h 2468"/>
                  <a:gd name="T28" fmla="*/ 2023 w 2065"/>
                  <a:gd name="T29" fmla="*/ 1741 h 2468"/>
                  <a:gd name="T30" fmla="*/ 1999 w 2065"/>
                  <a:gd name="T31" fmla="*/ 1776 h 2468"/>
                  <a:gd name="T32" fmla="*/ 1965 w 2065"/>
                  <a:gd name="T33" fmla="*/ 1810 h 2468"/>
                  <a:gd name="T34" fmla="*/ 1921 w 2065"/>
                  <a:gd name="T35" fmla="*/ 1843 h 2468"/>
                  <a:gd name="T36" fmla="*/ 1868 w 2065"/>
                  <a:gd name="T37" fmla="*/ 1873 h 2468"/>
                  <a:gd name="T38" fmla="*/ 768 w 2065"/>
                  <a:gd name="T39" fmla="*/ 2419 h 2468"/>
                  <a:gd name="T40" fmla="*/ 764 w 2065"/>
                  <a:gd name="T41" fmla="*/ 2421 h 2468"/>
                  <a:gd name="T42" fmla="*/ 754 w 2065"/>
                  <a:gd name="T43" fmla="*/ 2424 h 2468"/>
                  <a:gd name="T44" fmla="*/ 739 w 2065"/>
                  <a:gd name="T45" fmla="*/ 2432 h 2468"/>
                  <a:gd name="T46" fmla="*/ 719 w 2065"/>
                  <a:gd name="T47" fmla="*/ 2440 h 2468"/>
                  <a:gd name="T48" fmla="*/ 694 w 2065"/>
                  <a:gd name="T49" fmla="*/ 2447 h 2468"/>
                  <a:gd name="T50" fmla="*/ 664 w 2065"/>
                  <a:gd name="T51" fmla="*/ 2455 h 2468"/>
                  <a:gd name="T52" fmla="*/ 632 w 2065"/>
                  <a:gd name="T53" fmla="*/ 2460 h 2468"/>
                  <a:gd name="T54" fmla="*/ 597 w 2065"/>
                  <a:gd name="T55" fmla="*/ 2466 h 2468"/>
                  <a:gd name="T56" fmla="*/ 562 w 2065"/>
                  <a:gd name="T57" fmla="*/ 2468 h 2468"/>
                  <a:gd name="T58" fmla="*/ 524 w 2065"/>
                  <a:gd name="T59" fmla="*/ 2466 h 2468"/>
                  <a:gd name="T60" fmla="*/ 486 w 2065"/>
                  <a:gd name="T61" fmla="*/ 2458 h 2468"/>
                  <a:gd name="T62" fmla="*/ 446 w 2065"/>
                  <a:gd name="T63" fmla="*/ 2447 h 2468"/>
                  <a:gd name="T64" fmla="*/ 408 w 2065"/>
                  <a:gd name="T65" fmla="*/ 2430 h 2468"/>
                  <a:gd name="T66" fmla="*/ 372 w 2065"/>
                  <a:gd name="T67" fmla="*/ 2406 h 2468"/>
                  <a:gd name="T68" fmla="*/ 338 w 2065"/>
                  <a:gd name="T69" fmla="*/ 2373 h 2468"/>
                  <a:gd name="T70" fmla="*/ 306 w 2065"/>
                  <a:gd name="T71" fmla="*/ 2332 h 2468"/>
                  <a:gd name="T72" fmla="*/ 276 w 2065"/>
                  <a:gd name="T73" fmla="*/ 2283 h 2468"/>
                  <a:gd name="T74" fmla="*/ 236 w 2065"/>
                  <a:gd name="T75" fmla="*/ 2201 h 2468"/>
                  <a:gd name="T76" fmla="*/ 199 w 2065"/>
                  <a:gd name="T77" fmla="*/ 2126 h 2468"/>
                  <a:gd name="T78" fmla="*/ 164 w 2065"/>
                  <a:gd name="T79" fmla="*/ 2058 h 2468"/>
                  <a:gd name="T80" fmla="*/ 134 w 2065"/>
                  <a:gd name="T81" fmla="*/ 1996 h 2468"/>
                  <a:gd name="T82" fmla="*/ 108 w 2065"/>
                  <a:gd name="T83" fmla="*/ 1943 h 2468"/>
                  <a:gd name="T84" fmla="*/ 85 w 2065"/>
                  <a:gd name="T85" fmla="*/ 1895 h 2468"/>
                  <a:gd name="T86" fmla="*/ 66 w 2065"/>
                  <a:gd name="T87" fmla="*/ 1858 h 2468"/>
                  <a:gd name="T88" fmla="*/ 51 w 2065"/>
                  <a:gd name="T89" fmla="*/ 1827 h 2468"/>
                  <a:gd name="T90" fmla="*/ 40 w 2065"/>
                  <a:gd name="T91" fmla="*/ 1805 h 2468"/>
                  <a:gd name="T92" fmla="*/ 34 w 2065"/>
                  <a:gd name="T93" fmla="*/ 1792 h 2468"/>
                  <a:gd name="T94" fmla="*/ 30 w 2065"/>
                  <a:gd name="T95" fmla="*/ 1788 h 2468"/>
                  <a:gd name="T96" fmla="*/ 0 w 2065"/>
                  <a:gd name="T97" fmla="*/ 308 h 2468"/>
                  <a:gd name="T98" fmla="*/ 607 w 2065"/>
                  <a:gd name="T99"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65" h="2468">
                    <a:moveTo>
                      <a:pt x="607" y="0"/>
                    </a:moveTo>
                    <a:lnTo>
                      <a:pt x="1777" y="930"/>
                    </a:lnTo>
                    <a:lnTo>
                      <a:pt x="2033" y="1444"/>
                    </a:lnTo>
                    <a:lnTo>
                      <a:pt x="2033" y="1448"/>
                    </a:lnTo>
                    <a:lnTo>
                      <a:pt x="2038" y="1455"/>
                    </a:lnTo>
                    <a:lnTo>
                      <a:pt x="2044" y="1470"/>
                    </a:lnTo>
                    <a:lnTo>
                      <a:pt x="2050" y="1489"/>
                    </a:lnTo>
                    <a:lnTo>
                      <a:pt x="2055" y="1512"/>
                    </a:lnTo>
                    <a:lnTo>
                      <a:pt x="2061" y="1540"/>
                    </a:lnTo>
                    <a:lnTo>
                      <a:pt x="2065" y="1569"/>
                    </a:lnTo>
                    <a:lnTo>
                      <a:pt x="2065" y="1601"/>
                    </a:lnTo>
                    <a:lnTo>
                      <a:pt x="2063" y="1635"/>
                    </a:lnTo>
                    <a:lnTo>
                      <a:pt x="2055" y="1671"/>
                    </a:lnTo>
                    <a:lnTo>
                      <a:pt x="2042" y="1705"/>
                    </a:lnTo>
                    <a:lnTo>
                      <a:pt x="2023" y="1741"/>
                    </a:lnTo>
                    <a:lnTo>
                      <a:pt x="1999" y="1776"/>
                    </a:lnTo>
                    <a:lnTo>
                      <a:pt x="1965" y="1810"/>
                    </a:lnTo>
                    <a:lnTo>
                      <a:pt x="1921" y="1843"/>
                    </a:lnTo>
                    <a:lnTo>
                      <a:pt x="1868" y="1873"/>
                    </a:lnTo>
                    <a:lnTo>
                      <a:pt x="768" y="2419"/>
                    </a:lnTo>
                    <a:lnTo>
                      <a:pt x="764" y="2421"/>
                    </a:lnTo>
                    <a:lnTo>
                      <a:pt x="754" y="2424"/>
                    </a:lnTo>
                    <a:lnTo>
                      <a:pt x="739" y="2432"/>
                    </a:lnTo>
                    <a:lnTo>
                      <a:pt x="719" y="2440"/>
                    </a:lnTo>
                    <a:lnTo>
                      <a:pt x="694" y="2447"/>
                    </a:lnTo>
                    <a:lnTo>
                      <a:pt x="664" y="2455"/>
                    </a:lnTo>
                    <a:lnTo>
                      <a:pt x="632" y="2460"/>
                    </a:lnTo>
                    <a:lnTo>
                      <a:pt x="597" y="2466"/>
                    </a:lnTo>
                    <a:lnTo>
                      <a:pt x="562" y="2468"/>
                    </a:lnTo>
                    <a:lnTo>
                      <a:pt x="524" y="2466"/>
                    </a:lnTo>
                    <a:lnTo>
                      <a:pt x="486" y="2458"/>
                    </a:lnTo>
                    <a:lnTo>
                      <a:pt x="446" y="2447"/>
                    </a:lnTo>
                    <a:lnTo>
                      <a:pt x="408" y="2430"/>
                    </a:lnTo>
                    <a:lnTo>
                      <a:pt x="372" y="2406"/>
                    </a:lnTo>
                    <a:lnTo>
                      <a:pt x="338" y="2373"/>
                    </a:lnTo>
                    <a:lnTo>
                      <a:pt x="306" y="2332"/>
                    </a:lnTo>
                    <a:lnTo>
                      <a:pt x="276" y="2283"/>
                    </a:lnTo>
                    <a:lnTo>
                      <a:pt x="236" y="2201"/>
                    </a:lnTo>
                    <a:lnTo>
                      <a:pt x="199" y="2126"/>
                    </a:lnTo>
                    <a:lnTo>
                      <a:pt x="164" y="2058"/>
                    </a:lnTo>
                    <a:lnTo>
                      <a:pt x="134" y="1996"/>
                    </a:lnTo>
                    <a:lnTo>
                      <a:pt x="108" y="1943"/>
                    </a:lnTo>
                    <a:lnTo>
                      <a:pt x="85" y="1895"/>
                    </a:lnTo>
                    <a:lnTo>
                      <a:pt x="66" y="1858"/>
                    </a:lnTo>
                    <a:lnTo>
                      <a:pt x="51" y="1827"/>
                    </a:lnTo>
                    <a:lnTo>
                      <a:pt x="40" y="1805"/>
                    </a:lnTo>
                    <a:lnTo>
                      <a:pt x="34" y="1792"/>
                    </a:lnTo>
                    <a:lnTo>
                      <a:pt x="30" y="1788"/>
                    </a:lnTo>
                    <a:lnTo>
                      <a:pt x="0" y="308"/>
                    </a:lnTo>
                    <a:lnTo>
                      <a:pt x="607" y="0"/>
                    </a:lnTo>
                    <a:close/>
                  </a:path>
                </a:pathLst>
              </a:custGeom>
              <a:gradFill flip="none" rotWithShape="1">
                <a:gsLst>
                  <a:gs pos="0">
                    <a:schemeClr val="bg1"/>
                  </a:gs>
                  <a:gs pos="89000">
                    <a:schemeClr val="bg1">
                      <a:lumMod val="85000"/>
                    </a:schemeClr>
                  </a:gs>
                </a:gsLst>
                <a:lin ang="12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2" name="Freeform 61"/>
              <p:cNvSpPr>
                <a:spLocks/>
              </p:cNvSpPr>
              <p:nvPr/>
            </p:nvSpPr>
            <p:spPr bwMode="auto">
              <a:xfrm>
                <a:off x="4296766" y="4302511"/>
                <a:ext cx="1765730" cy="2136644"/>
              </a:xfrm>
              <a:custGeom>
                <a:avLst/>
                <a:gdLst>
                  <a:gd name="T0" fmla="*/ 1433 w 2047"/>
                  <a:gd name="T1" fmla="*/ 0 h 2477"/>
                  <a:gd name="T2" fmla="*/ 2047 w 2047"/>
                  <a:gd name="T3" fmla="*/ 291 h 2477"/>
                  <a:gd name="T4" fmla="*/ 2027 w 2047"/>
                  <a:gd name="T5" fmla="*/ 1784 h 2477"/>
                  <a:gd name="T6" fmla="*/ 1777 w 2047"/>
                  <a:gd name="T7" fmla="*/ 2299 h 2477"/>
                  <a:gd name="T8" fmla="*/ 1775 w 2047"/>
                  <a:gd name="T9" fmla="*/ 2303 h 2477"/>
                  <a:gd name="T10" fmla="*/ 1769 w 2047"/>
                  <a:gd name="T11" fmla="*/ 2311 h 2477"/>
                  <a:gd name="T12" fmla="*/ 1762 w 2047"/>
                  <a:gd name="T13" fmla="*/ 2324 h 2477"/>
                  <a:gd name="T14" fmla="*/ 1750 w 2047"/>
                  <a:gd name="T15" fmla="*/ 2341 h 2477"/>
                  <a:gd name="T16" fmla="*/ 1737 w 2047"/>
                  <a:gd name="T17" fmla="*/ 2360 h 2477"/>
                  <a:gd name="T18" fmla="*/ 1718 w 2047"/>
                  <a:gd name="T19" fmla="*/ 2381 h 2477"/>
                  <a:gd name="T20" fmla="*/ 1698 w 2047"/>
                  <a:gd name="T21" fmla="*/ 2401 h 2477"/>
                  <a:gd name="T22" fmla="*/ 1673 w 2047"/>
                  <a:gd name="T23" fmla="*/ 2422 h 2477"/>
                  <a:gd name="T24" fmla="*/ 1645 w 2047"/>
                  <a:gd name="T25" fmla="*/ 2441 h 2477"/>
                  <a:gd name="T26" fmla="*/ 1612 w 2047"/>
                  <a:gd name="T27" fmla="*/ 2456 h 2477"/>
                  <a:gd name="T28" fmla="*/ 1577 w 2047"/>
                  <a:gd name="T29" fmla="*/ 2469 h 2477"/>
                  <a:gd name="T30" fmla="*/ 1537 w 2047"/>
                  <a:gd name="T31" fmla="*/ 2475 h 2477"/>
                  <a:gd name="T32" fmla="*/ 1493 w 2047"/>
                  <a:gd name="T33" fmla="*/ 2477 h 2477"/>
                  <a:gd name="T34" fmla="*/ 1444 w 2047"/>
                  <a:gd name="T35" fmla="*/ 2469 h 2477"/>
                  <a:gd name="T36" fmla="*/ 1393 w 2047"/>
                  <a:gd name="T37" fmla="*/ 2456 h 2477"/>
                  <a:gd name="T38" fmla="*/ 1336 w 2047"/>
                  <a:gd name="T39" fmla="*/ 2434 h 2477"/>
                  <a:gd name="T40" fmla="*/ 230 w 2047"/>
                  <a:gd name="T41" fmla="*/ 1897 h 2477"/>
                  <a:gd name="T42" fmla="*/ 228 w 2047"/>
                  <a:gd name="T43" fmla="*/ 1895 h 2477"/>
                  <a:gd name="T44" fmla="*/ 219 w 2047"/>
                  <a:gd name="T45" fmla="*/ 1889 h 2477"/>
                  <a:gd name="T46" fmla="*/ 204 w 2047"/>
                  <a:gd name="T47" fmla="*/ 1882 h 2477"/>
                  <a:gd name="T48" fmla="*/ 185 w 2047"/>
                  <a:gd name="T49" fmla="*/ 1871 h 2477"/>
                  <a:gd name="T50" fmla="*/ 164 w 2047"/>
                  <a:gd name="T51" fmla="*/ 1855 h 2477"/>
                  <a:gd name="T52" fmla="*/ 139 w 2047"/>
                  <a:gd name="T53" fmla="*/ 1837 h 2477"/>
                  <a:gd name="T54" fmla="*/ 115 w 2047"/>
                  <a:gd name="T55" fmla="*/ 1816 h 2477"/>
                  <a:gd name="T56" fmla="*/ 90 w 2047"/>
                  <a:gd name="T57" fmla="*/ 1791 h 2477"/>
                  <a:gd name="T58" fmla="*/ 66 w 2047"/>
                  <a:gd name="T59" fmla="*/ 1763 h 2477"/>
                  <a:gd name="T60" fmla="*/ 45 w 2047"/>
                  <a:gd name="T61" fmla="*/ 1733 h 2477"/>
                  <a:gd name="T62" fmla="*/ 26 w 2047"/>
                  <a:gd name="T63" fmla="*/ 1699 h 2477"/>
                  <a:gd name="T64" fmla="*/ 13 w 2047"/>
                  <a:gd name="T65" fmla="*/ 1661 h 2477"/>
                  <a:gd name="T66" fmla="*/ 3 w 2047"/>
                  <a:gd name="T67" fmla="*/ 1619 h 2477"/>
                  <a:gd name="T68" fmla="*/ 0 w 2047"/>
                  <a:gd name="T69" fmla="*/ 1576 h 2477"/>
                  <a:gd name="T70" fmla="*/ 5 w 2047"/>
                  <a:gd name="T71" fmla="*/ 1529 h 2477"/>
                  <a:gd name="T72" fmla="*/ 17 w 2047"/>
                  <a:gd name="T73" fmla="*/ 1479 h 2477"/>
                  <a:gd name="T74" fmla="*/ 39 w 2047"/>
                  <a:gd name="T75" fmla="*/ 1425 h 2477"/>
                  <a:gd name="T76" fmla="*/ 79 w 2047"/>
                  <a:gd name="T77" fmla="*/ 1343 h 2477"/>
                  <a:gd name="T78" fmla="*/ 115 w 2047"/>
                  <a:gd name="T79" fmla="*/ 1268 h 2477"/>
                  <a:gd name="T80" fmla="*/ 149 w 2047"/>
                  <a:gd name="T81" fmla="*/ 1200 h 2477"/>
                  <a:gd name="T82" fmla="*/ 179 w 2047"/>
                  <a:gd name="T83" fmla="*/ 1137 h 2477"/>
                  <a:gd name="T84" fmla="*/ 204 w 2047"/>
                  <a:gd name="T85" fmla="*/ 1085 h 2477"/>
                  <a:gd name="T86" fmla="*/ 226 w 2047"/>
                  <a:gd name="T87" fmla="*/ 1037 h 2477"/>
                  <a:gd name="T88" fmla="*/ 245 w 2047"/>
                  <a:gd name="T89" fmla="*/ 1000 h 2477"/>
                  <a:gd name="T90" fmla="*/ 260 w 2047"/>
                  <a:gd name="T91" fmla="*/ 967 h 2477"/>
                  <a:gd name="T92" fmla="*/ 272 w 2047"/>
                  <a:gd name="T93" fmla="*/ 947 h 2477"/>
                  <a:gd name="T94" fmla="*/ 277 w 2047"/>
                  <a:gd name="T95" fmla="*/ 933 h 2477"/>
                  <a:gd name="T96" fmla="*/ 279 w 2047"/>
                  <a:gd name="T97" fmla="*/ 928 h 2477"/>
                  <a:gd name="T98" fmla="*/ 1433 w 2047"/>
                  <a:gd name="T99" fmla="*/ 0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47" h="2477">
                    <a:moveTo>
                      <a:pt x="1433" y="0"/>
                    </a:moveTo>
                    <a:lnTo>
                      <a:pt x="2047" y="291"/>
                    </a:lnTo>
                    <a:lnTo>
                      <a:pt x="2027" y="1784"/>
                    </a:lnTo>
                    <a:lnTo>
                      <a:pt x="1777" y="2299"/>
                    </a:lnTo>
                    <a:lnTo>
                      <a:pt x="1775" y="2303"/>
                    </a:lnTo>
                    <a:lnTo>
                      <a:pt x="1769" y="2311"/>
                    </a:lnTo>
                    <a:lnTo>
                      <a:pt x="1762" y="2324"/>
                    </a:lnTo>
                    <a:lnTo>
                      <a:pt x="1750" y="2341"/>
                    </a:lnTo>
                    <a:lnTo>
                      <a:pt x="1737" y="2360"/>
                    </a:lnTo>
                    <a:lnTo>
                      <a:pt x="1718" y="2381"/>
                    </a:lnTo>
                    <a:lnTo>
                      <a:pt x="1698" y="2401"/>
                    </a:lnTo>
                    <a:lnTo>
                      <a:pt x="1673" y="2422"/>
                    </a:lnTo>
                    <a:lnTo>
                      <a:pt x="1645" y="2441"/>
                    </a:lnTo>
                    <a:lnTo>
                      <a:pt x="1612" y="2456"/>
                    </a:lnTo>
                    <a:lnTo>
                      <a:pt x="1577" y="2469"/>
                    </a:lnTo>
                    <a:lnTo>
                      <a:pt x="1537" y="2475"/>
                    </a:lnTo>
                    <a:lnTo>
                      <a:pt x="1493" y="2477"/>
                    </a:lnTo>
                    <a:lnTo>
                      <a:pt x="1444" y="2469"/>
                    </a:lnTo>
                    <a:lnTo>
                      <a:pt x="1393" y="2456"/>
                    </a:lnTo>
                    <a:lnTo>
                      <a:pt x="1336" y="2434"/>
                    </a:lnTo>
                    <a:lnTo>
                      <a:pt x="230" y="1897"/>
                    </a:lnTo>
                    <a:lnTo>
                      <a:pt x="228" y="1895"/>
                    </a:lnTo>
                    <a:lnTo>
                      <a:pt x="219" y="1889"/>
                    </a:lnTo>
                    <a:lnTo>
                      <a:pt x="204" y="1882"/>
                    </a:lnTo>
                    <a:lnTo>
                      <a:pt x="185" y="1871"/>
                    </a:lnTo>
                    <a:lnTo>
                      <a:pt x="164" y="1855"/>
                    </a:lnTo>
                    <a:lnTo>
                      <a:pt x="139" y="1837"/>
                    </a:lnTo>
                    <a:lnTo>
                      <a:pt x="115" y="1816"/>
                    </a:lnTo>
                    <a:lnTo>
                      <a:pt x="90" y="1791"/>
                    </a:lnTo>
                    <a:lnTo>
                      <a:pt x="66" y="1763"/>
                    </a:lnTo>
                    <a:lnTo>
                      <a:pt x="45" y="1733"/>
                    </a:lnTo>
                    <a:lnTo>
                      <a:pt x="26" y="1699"/>
                    </a:lnTo>
                    <a:lnTo>
                      <a:pt x="13" y="1661"/>
                    </a:lnTo>
                    <a:lnTo>
                      <a:pt x="3" y="1619"/>
                    </a:lnTo>
                    <a:lnTo>
                      <a:pt x="0" y="1576"/>
                    </a:lnTo>
                    <a:lnTo>
                      <a:pt x="5" y="1529"/>
                    </a:lnTo>
                    <a:lnTo>
                      <a:pt x="17" y="1479"/>
                    </a:lnTo>
                    <a:lnTo>
                      <a:pt x="39" y="1425"/>
                    </a:lnTo>
                    <a:lnTo>
                      <a:pt x="79" y="1343"/>
                    </a:lnTo>
                    <a:lnTo>
                      <a:pt x="115" y="1268"/>
                    </a:lnTo>
                    <a:lnTo>
                      <a:pt x="149" y="1200"/>
                    </a:lnTo>
                    <a:lnTo>
                      <a:pt x="179" y="1137"/>
                    </a:lnTo>
                    <a:lnTo>
                      <a:pt x="204" y="1085"/>
                    </a:lnTo>
                    <a:lnTo>
                      <a:pt x="226" y="1037"/>
                    </a:lnTo>
                    <a:lnTo>
                      <a:pt x="245" y="1000"/>
                    </a:lnTo>
                    <a:lnTo>
                      <a:pt x="260" y="967"/>
                    </a:lnTo>
                    <a:lnTo>
                      <a:pt x="272" y="947"/>
                    </a:lnTo>
                    <a:lnTo>
                      <a:pt x="277" y="933"/>
                    </a:lnTo>
                    <a:lnTo>
                      <a:pt x="279" y="928"/>
                    </a:lnTo>
                    <a:lnTo>
                      <a:pt x="1433" y="0"/>
                    </a:lnTo>
                    <a:close/>
                  </a:path>
                </a:pathLst>
              </a:custGeom>
              <a:gradFill flip="none" rotWithShape="1">
                <a:gsLst>
                  <a:gs pos="0">
                    <a:schemeClr val="bg1"/>
                  </a:gs>
                  <a:gs pos="91000">
                    <a:schemeClr val="bg1">
                      <a:lumMod val="85000"/>
                    </a:schemeClr>
                  </a:gs>
                </a:gsLst>
                <a:lin ang="138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3" name="Freeform 62"/>
              <p:cNvSpPr>
                <a:spLocks/>
              </p:cNvSpPr>
              <p:nvPr/>
            </p:nvSpPr>
            <p:spPr bwMode="auto">
              <a:xfrm>
                <a:off x="3407432" y="3399375"/>
                <a:ext cx="2065050" cy="1749339"/>
              </a:xfrm>
              <a:custGeom>
                <a:avLst/>
                <a:gdLst>
                  <a:gd name="T0" fmla="*/ 804 w 2394"/>
                  <a:gd name="T1" fmla="*/ 0 h 2028"/>
                  <a:gd name="T2" fmla="*/ 2246 w 2394"/>
                  <a:gd name="T3" fmla="*/ 339 h 2028"/>
                  <a:gd name="T4" fmla="*/ 2394 w 2394"/>
                  <a:gd name="T5" fmla="*/ 1002 h 2028"/>
                  <a:gd name="T6" fmla="*/ 1201 w 2394"/>
                  <a:gd name="T7" fmla="*/ 1903 h 2028"/>
                  <a:gd name="T8" fmla="*/ 639 w 2394"/>
                  <a:gd name="T9" fmla="*/ 2022 h 2028"/>
                  <a:gd name="T10" fmla="*/ 635 w 2394"/>
                  <a:gd name="T11" fmla="*/ 2022 h 2028"/>
                  <a:gd name="T12" fmla="*/ 626 w 2394"/>
                  <a:gd name="T13" fmla="*/ 2024 h 2028"/>
                  <a:gd name="T14" fmla="*/ 611 w 2394"/>
                  <a:gd name="T15" fmla="*/ 2026 h 2028"/>
                  <a:gd name="T16" fmla="*/ 592 w 2394"/>
                  <a:gd name="T17" fmla="*/ 2028 h 2028"/>
                  <a:gd name="T18" fmla="*/ 567 w 2394"/>
                  <a:gd name="T19" fmla="*/ 2028 h 2028"/>
                  <a:gd name="T20" fmla="*/ 539 w 2394"/>
                  <a:gd name="T21" fmla="*/ 2026 h 2028"/>
                  <a:gd name="T22" fmla="*/ 511 w 2394"/>
                  <a:gd name="T23" fmla="*/ 2022 h 2028"/>
                  <a:gd name="T24" fmla="*/ 478 w 2394"/>
                  <a:gd name="T25" fmla="*/ 2014 h 2028"/>
                  <a:gd name="T26" fmla="*/ 446 w 2394"/>
                  <a:gd name="T27" fmla="*/ 2005 h 2028"/>
                  <a:gd name="T28" fmla="*/ 414 w 2394"/>
                  <a:gd name="T29" fmla="*/ 1988 h 2028"/>
                  <a:gd name="T30" fmla="*/ 384 w 2394"/>
                  <a:gd name="T31" fmla="*/ 1967 h 2028"/>
                  <a:gd name="T32" fmla="*/ 354 w 2394"/>
                  <a:gd name="T33" fmla="*/ 1941 h 2028"/>
                  <a:gd name="T34" fmla="*/ 325 w 2394"/>
                  <a:gd name="T35" fmla="*/ 1907 h 2028"/>
                  <a:gd name="T36" fmla="*/ 301 w 2394"/>
                  <a:gd name="T37" fmla="*/ 1865 h 2028"/>
                  <a:gd name="T38" fmla="*/ 280 w 2394"/>
                  <a:gd name="T39" fmla="*/ 1816 h 2028"/>
                  <a:gd name="T40" fmla="*/ 265 w 2394"/>
                  <a:gd name="T41" fmla="*/ 1758 h 2028"/>
                  <a:gd name="T42" fmla="*/ 9 w 2394"/>
                  <a:gd name="T43" fmla="*/ 556 h 2028"/>
                  <a:gd name="T44" fmla="*/ 9 w 2394"/>
                  <a:gd name="T45" fmla="*/ 552 h 2028"/>
                  <a:gd name="T46" fmla="*/ 8 w 2394"/>
                  <a:gd name="T47" fmla="*/ 541 h 2028"/>
                  <a:gd name="T48" fmla="*/ 4 w 2394"/>
                  <a:gd name="T49" fmla="*/ 524 h 2028"/>
                  <a:gd name="T50" fmla="*/ 2 w 2394"/>
                  <a:gd name="T51" fmla="*/ 503 h 2028"/>
                  <a:gd name="T52" fmla="*/ 0 w 2394"/>
                  <a:gd name="T53" fmla="*/ 477 h 2028"/>
                  <a:gd name="T54" fmla="*/ 0 w 2394"/>
                  <a:gd name="T55" fmla="*/ 446 h 2028"/>
                  <a:gd name="T56" fmla="*/ 2 w 2394"/>
                  <a:gd name="T57" fmla="*/ 414 h 2028"/>
                  <a:gd name="T58" fmla="*/ 6 w 2394"/>
                  <a:gd name="T59" fmla="*/ 380 h 2028"/>
                  <a:gd name="T60" fmla="*/ 13 w 2394"/>
                  <a:gd name="T61" fmla="*/ 344 h 2028"/>
                  <a:gd name="T62" fmla="*/ 25 w 2394"/>
                  <a:gd name="T63" fmla="*/ 308 h 2028"/>
                  <a:gd name="T64" fmla="*/ 40 w 2394"/>
                  <a:gd name="T65" fmla="*/ 273 h 2028"/>
                  <a:gd name="T66" fmla="*/ 61 w 2394"/>
                  <a:gd name="T67" fmla="*/ 239 h 2028"/>
                  <a:gd name="T68" fmla="*/ 87 w 2394"/>
                  <a:gd name="T69" fmla="*/ 206 h 2028"/>
                  <a:gd name="T70" fmla="*/ 121 w 2394"/>
                  <a:gd name="T71" fmla="*/ 176 h 2028"/>
                  <a:gd name="T72" fmla="*/ 161 w 2394"/>
                  <a:gd name="T73" fmla="*/ 152 h 2028"/>
                  <a:gd name="T74" fmla="*/ 208 w 2394"/>
                  <a:gd name="T75" fmla="*/ 129 h 2028"/>
                  <a:gd name="T76" fmla="*/ 263 w 2394"/>
                  <a:gd name="T77" fmla="*/ 114 h 2028"/>
                  <a:gd name="T78" fmla="*/ 361 w 2394"/>
                  <a:gd name="T79" fmla="*/ 93 h 2028"/>
                  <a:gd name="T80" fmla="*/ 450 w 2394"/>
                  <a:gd name="T81" fmla="*/ 74 h 2028"/>
                  <a:gd name="T82" fmla="*/ 529 w 2394"/>
                  <a:gd name="T83" fmla="*/ 57 h 2028"/>
                  <a:gd name="T84" fmla="*/ 601 w 2394"/>
                  <a:gd name="T85" fmla="*/ 42 h 2028"/>
                  <a:gd name="T86" fmla="*/ 662 w 2394"/>
                  <a:gd name="T87" fmla="*/ 31 h 2028"/>
                  <a:gd name="T88" fmla="*/ 713 w 2394"/>
                  <a:gd name="T89" fmla="*/ 19 h 2028"/>
                  <a:gd name="T90" fmla="*/ 753 w 2394"/>
                  <a:gd name="T91" fmla="*/ 10 h 2028"/>
                  <a:gd name="T92" fmla="*/ 781 w 2394"/>
                  <a:gd name="T93" fmla="*/ 4 h 2028"/>
                  <a:gd name="T94" fmla="*/ 798 w 2394"/>
                  <a:gd name="T95" fmla="*/ 0 h 2028"/>
                  <a:gd name="T96" fmla="*/ 804 w 2394"/>
                  <a:gd name="T97"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4" h="2028">
                    <a:moveTo>
                      <a:pt x="804" y="0"/>
                    </a:moveTo>
                    <a:lnTo>
                      <a:pt x="2246" y="339"/>
                    </a:lnTo>
                    <a:lnTo>
                      <a:pt x="2394" y="1002"/>
                    </a:lnTo>
                    <a:lnTo>
                      <a:pt x="1201" y="1903"/>
                    </a:lnTo>
                    <a:lnTo>
                      <a:pt x="639" y="2022"/>
                    </a:lnTo>
                    <a:lnTo>
                      <a:pt x="635" y="2022"/>
                    </a:lnTo>
                    <a:lnTo>
                      <a:pt x="626" y="2024"/>
                    </a:lnTo>
                    <a:lnTo>
                      <a:pt x="611" y="2026"/>
                    </a:lnTo>
                    <a:lnTo>
                      <a:pt x="592" y="2028"/>
                    </a:lnTo>
                    <a:lnTo>
                      <a:pt x="567" y="2028"/>
                    </a:lnTo>
                    <a:lnTo>
                      <a:pt x="539" y="2026"/>
                    </a:lnTo>
                    <a:lnTo>
                      <a:pt x="511" y="2022"/>
                    </a:lnTo>
                    <a:lnTo>
                      <a:pt x="478" y="2014"/>
                    </a:lnTo>
                    <a:lnTo>
                      <a:pt x="446" y="2005"/>
                    </a:lnTo>
                    <a:lnTo>
                      <a:pt x="414" y="1988"/>
                    </a:lnTo>
                    <a:lnTo>
                      <a:pt x="384" y="1967"/>
                    </a:lnTo>
                    <a:lnTo>
                      <a:pt x="354" y="1941"/>
                    </a:lnTo>
                    <a:lnTo>
                      <a:pt x="325" y="1907"/>
                    </a:lnTo>
                    <a:lnTo>
                      <a:pt x="301" y="1865"/>
                    </a:lnTo>
                    <a:lnTo>
                      <a:pt x="280" y="1816"/>
                    </a:lnTo>
                    <a:lnTo>
                      <a:pt x="265" y="1758"/>
                    </a:lnTo>
                    <a:lnTo>
                      <a:pt x="9" y="556"/>
                    </a:lnTo>
                    <a:lnTo>
                      <a:pt x="9" y="552"/>
                    </a:lnTo>
                    <a:lnTo>
                      <a:pt x="8" y="541"/>
                    </a:lnTo>
                    <a:lnTo>
                      <a:pt x="4" y="524"/>
                    </a:lnTo>
                    <a:lnTo>
                      <a:pt x="2" y="503"/>
                    </a:lnTo>
                    <a:lnTo>
                      <a:pt x="0" y="477"/>
                    </a:lnTo>
                    <a:lnTo>
                      <a:pt x="0" y="446"/>
                    </a:lnTo>
                    <a:lnTo>
                      <a:pt x="2" y="414"/>
                    </a:lnTo>
                    <a:lnTo>
                      <a:pt x="6" y="380"/>
                    </a:lnTo>
                    <a:lnTo>
                      <a:pt x="13" y="344"/>
                    </a:lnTo>
                    <a:lnTo>
                      <a:pt x="25" y="308"/>
                    </a:lnTo>
                    <a:lnTo>
                      <a:pt x="40" y="273"/>
                    </a:lnTo>
                    <a:lnTo>
                      <a:pt x="61" y="239"/>
                    </a:lnTo>
                    <a:lnTo>
                      <a:pt x="87" y="206"/>
                    </a:lnTo>
                    <a:lnTo>
                      <a:pt x="121" y="176"/>
                    </a:lnTo>
                    <a:lnTo>
                      <a:pt x="161" y="152"/>
                    </a:lnTo>
                    <a:lnTo>
                      <a:pt x="208" y="129"/>
                    </a:lnTo>
                    <a:lnTo>
                      <a:pt x="263" y="114"/>
                    </a:lnTo>
                    <a:lnTo>
                      <a:pt x="361" y="93"/>
                    </a:lnTo>
                    <a:lnTo>
                      <a:pt x="450" y="74"/>
                    </a:lnTo>
                    <a:lnTo>
                      <a:pt x="529" y="57"/>
                    </a:lnTo>
                    <a:lnTo>
                      <a:pt x="601" y="42"/>
                    </a:lnTo>
                    <a:lnTo>
                      <a:pt x="662" y="31"/>
                    </a:lnTo>
                    <a:lnTo>
                      <a:pt x="713" y="19"/>
                    </a:lnTo>
                    <a:lnTo>
                      <a:pt x="753" y="10"/>
                    </a:lnTo>
                    <a:lnTo>
                      <a:pt x="781" y="4"/>
                    </a:lnTo>
                    <a:lnTo>
                      <a:pt x="798" y="0"/>
                    </a:lnTo>
                    <a:lnTo>
                      <a:pt x="804" y="0"/>
                    </a:lnTo>
                    <a:close/>
                  </a:path>
                </a:pathLst>
              </a:custGeom>
              <a:gradFill flip="none" rotWithShape="1">
                <a:gsLst>
                  <a:gs pos="0">
                    <a:schemeClr val="bg1"/>
                  </a:gs>
                  <a:gs pos="94000">
                    <a:schemeClr val="bg1">
                      <a:lumMod val="85000"/>
                    </a:schemeClr>
                  </a:gs>
                </a:gsLst>
                <a:lin ang="9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4" name="Freeform 63"/>
              <p:cNvSpPr>
                <a:spLocks/>
              </p:cNvSpPr>
              <p:nvPr/>
            </p:nvSpPr>
            <p:spPr bwMode="auto">
              <a:xfrm>
                <a:off x="3616180" y="1621570"/>
                <a:ext cx="2099554" cy="1984828"/>
              </a:xfrm>
              <a:custGeom>
                <a:avLst/>
                <a:gdLst>
                  <a:gd name="T0" fmla="*/ 1178 w 2434"/>
                  <a:gd name="T1" fmla="*/ 0 h 2301"/>
                  <a:gd name="T2" fmla="*/ 1227 w 2434"/>
                  <a:gd name="T3" fmla="*/ 4 h 2301"/>
                  <a:gd name="T4" fmla="*/ 1276 w 2434"/>
                  <a:gd name="T5" fmla="*/ 19 h 2301"/>
                  <a:gd name="T6" fmla="*/ 1329 w 2434"/>
                  <a:gd name="T7" fmla="*/ 44 h 2301"/>
                  <a:gd name="T8" fmla="*/ 1382 w 2434"/>
                  <a:gd name="T9" fmla="*/ 81 h 2301"/>
                  <a:gd name="T10" fmla="*/ 1452 w 2434"/>
                  <a:gd name="T11" fmla="*/ 140 h 2301"/>
                  <a:gd name="T12" fmla="*/ 1517 w 2434"/>
                  <a:gd name="T13" fmla="*/ 193 h 2301"/>
                  <a:gd name="T14" fmla="*/ 1575 w 2434"/>
                  <a:gd name="T15" fmla="*/ 242 h 2301"/>
                  <a:gd name="T16" fmla="*/ 1628 w 2434"/>
                  <a:gd name="T17" fmla="*/ 286 h 2301"/>
                  <a:gd name="T18" fmla="*/ 1673 w 2434"/>
                  <a:gd name="T19" fmla="*/ 323 h 2301"/>
                  <a:gd name="T20" fmla="*/ 1713 w 2434"/>
                  <a:gd name="T21" fmla="*/ 357 h 2301"/>
                  <a:gd name="T22" fmla="*/ 1747 w 2434"/>
                  <a:gd name="T23" fmla="*/ 384 h 2301"/>
                  <a:gd name="T24" fmla="*/ 1772 w 2434"/>
                  <a:gd name="T25" fmla="*/ 406 h 2301"/>
                  <a:gd name="T26" fmla="*/ 1791 w 2434"/>
                  <a:gd name="T27" fmla="*/ 422 h 2301"/>
                  <a:gd name="T28" fmla="*/ 1804 w 2434"/>
                  <a:gd name="T29" fmla="*/ 431 h 2301"/>
                  <a:gd name="T30" fmla="*/ 1808 w 2434"/>
                  <a:gd name="T31" fmla="*/ 435 h 2301"/>
                  <a:gd name="T32" fmla="*/ 2434 w 2434"/>
                  <a:gd name="T33" fmla="*/ 1774 h 2301"/>
                  <a:gd name="T34" fmla="*/ 2004 w 2434"/>
                  <a:gd name="T35" fmla="*/ 2301 h 2301"/>
                  <a:gd name="T36" fmla="*/ 558 w 2434"/>
                  <a:gd name="T37" fmla="*/ 1925 h 2301"/>
                  <a:gd name="T38" fmla="*/ 117 w 2434"/>
                  <a:gd name="T39" fmla="*/ 1559 h 2301"/>
                  <a:gd name="T40" fmla="*/ 113 w 2434"/>
                  <a:gd name="T41" fmla="*/ 1557 h 2301"/>
                  <a:gd name="T42" fmla="*/ 106 w 2434"/>
                  <a:gd name="T43" fmla="*/ 1549 h 2301"/>
                  <a:gd name="T44" fmla="*/ 93 w 2434"/>
                  <a:gd name="T45" fmla="*/ 1536 h 2301"/>
                  <a:gd name="T46" fmla="*/ 78 w 2434"/>
                  <a:gd name="T47" fmla="*/ 1519 h 2301"/>
                  <a:gd name="T48" fmla="*/ 62 w 2434"/>
                  <a:gd name="T49" fmla="*/ 1498 h 2301"/>
                  <a:gd name="T50" fmla="*/ 45 w 2434"/>
                  <a:gd name="T51" fmla="*/ 1474 h 2301"/>
                  <a:gd name="T52" fmla="*/ 28 w 2434"/>
                  <a:gd name="T53" fmla="*/ 1446 h 2301"/>
                  <a:gd name="T54" fmla="*/ 15 w 2434"/>
                  <a:gd name="T55" fmla="*/ 1412 h 2301"/>
                  <a:gd name="T56" fmla="*/ 6 w 2434"/>
                  <a:gd name="T57" fmla="*/ 1376 h 2301"/>
                  <a:gd name="T58" fmla="*/ 0 w 2434"/>
                  <a:gd name="T59" fmla="*/ 1338 h 2301"/>
                  <a:gd name="T60" fmla="*/ 2 w 2434"/>
                  <a:gd name="T61" fmla="*/ 1294 h 2301"/>
                  <a:gd name="T62" fmla="*/ 9 w 2434"/>
                  <a:gd name="T63" fmla="*/ 1249 h 2301"/>
                  <a:gd name="T64" fmla="*/ 27 w 2434"/>
                  <a:gd name="T65" fmla="*/ 1202 h 2301"/>
                  <a:gd name="T66" fmla="*/ 55 w 2434"/>
                  <a:gd name="T67" fmla="*/ 1153 h 2301"/>
                  <a:gd name="T68" fmla="*/ 93 w 2434"/>
                  <a:gd name="T69" fmla="*/ 1102 h 2301"/>
                  <a:gd name="T70" fmla="*/ 877 w 2434"/>
                  <a:gd name="T71" fmla="*/ 155 h 2301"/>
                  <a:gd name="T72" fmla="*/ 881 w 2434"/>
                  <a:gd name="T73" fmla="*/ 151 h 2301"/>
                  <a:gd name="T74" fmla="*/ 891 w 2434"/>
                  <a:gd name="T75" fmla="*/ 142 h 2301"/>
                  <a:gd name="T76" fmla="*/ 904 w 2434"/>
                  <a:gd name="T77" fmla="*/ 127 h 2301"/>
                  <a:gd name="T78" fmla="*/ 925 w 2434"/>
                  <a:gd name="T79" fmla="*/ 108 h 2301"/>
                  <a:gd name="T80" fmla="*/ 949 w 2434"/>
                  <a:gd name="T81" fmla="*/ 87 h 2301"/>
                  <a:gd name="T82" fmla="*/ 978 w 2434"/>
                  <a:gd name="T83" fmla="*/ 66 h 2301"/>
                  <a:gd name="T84" fmla="*/ 1012 w 2434"/>
                  <a:gd name="T85" fmla="*/ 46 h 2301"/>
                  <a:gd name="T86" fmla="*/ 1049 w 2434"/>
                  <a:gd name="T87" fmla="*/ 27 h 2301"/>
                  <a:gd name="T88" fmla="*/ 1089 w 2434"/>
                  <a:gd name="T89" fmla="*/ 12 h 2301"/>
                  <a:gd name="T90" fmla="*/ 1133 w 2434"/>
                  <a:gd name="T91" fmla="*/ 2 h 2301"/>
                  <a:gd name="T92" fmla="*/ 1178 w 2434"/>
                  <a:gd name="T93" fmla="*/ 0 h 2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34" h="2301">
                    <a:moveTo>
                      <a:pt x="1178" y="0"/>
                    </a:moveTo>
                    <a:lnTo>
                      <a:pt x="1227" y="4"/>
                    </a:lnTo>
                    <a:lnTo>
                      <a:pt x="1276" y="19"/>
                    </a:lnTo>
                    <a:lnTo>
                      <a:pt x="1329" y="44"/>
                    </a:lnTo>
                    <a:lnTo>
                      <a:pt x="1382" y="81"/>
                    </a:lnTo>
                    <a:lnTo>
                      <a:pt x="1452" y="140"/>
                    </a:lnTo>
                    <a:lnTo>
                      <a:pt x="1517" y="193"/>
                    </a:lnTo>
                    <a:lnTo>
                      <a:pt x="1575" y="242"/>
                    </a:lnTo>
                    <a:lnTo>
                      <a:pt x="1628" y="286"/>
                    </a:lnTo>
                    <a:lnTo>
                      <a:pt x="1673" y="323"/>
                    </a:lnTo>
                    <a:lnTo>
                      <a:pt x="1713" y="357"/>
                    </a:lnTo>
                    <a:lnTo>
                      <a:pt x="1747" y="384"/>
                    </a:lnTo>
                    <a:lnTo>
                      <a:pt x="1772" y="406"/>
                    </a:lnTo>
                    <a:lnTo>
                      <a:pt x="1791" y="422"/>
                    </a:lnTo>
                    <a:lnTo>
                      <a:pt x="1804" y="431"/>
                    </a:lnTo>
                    <a:lnTo>
                      <a:pt x="1808" y="435"/>
                    </a:lnTo>
                    <a:lnTo>
                      <a:pt x="2434" y="1774"/>
                    </a:lnTo>
                    <a:lnTo>
                      <a:pt x="2004" y="2301"/>
                    </a:lnTo>
                    <a:lnTo>
                      <a:pt x="558" y="1925"/>
                    </a:lnTo>
                    <a:lnTo>
                      <a:pt x="117" y="1559"/>
                    </a:lnTo>
                    <a:lnTo>
                      <a:pt x="113" y="1557"/>
                    </a:lnTo>
                    <a:lnTo>
                      <a:pt x="106" y="1549"/>
                    </a:lnTo>
                    <a:lnTo>
                      <a:pt x="93" y="1536"/>
                    </a:lnTo>
                    <a:lnTo>
                      <a:pt x="78" y="1519"/>
                    </a:lnTo>
                    <a:lnTo>
                      <a:pt x="62" y="1498"/>
                    </a:lnTo>
                    <a:lnTo>
                      <a:pt x="45" y="1474"/>
                    </a:lnTo>
                    <a:lnTo>
                      <a:pt x="28" y="1446"/>
                    </a:lnTo>
                    <a:lnTo>
                      <a:pt x="15" y="1412"/>
                    </a:lnTo>
                    <a:lnTo>
                      <a:pt x="6" y="1376"/>
                    </a:lnTo>
                    <a:lnTo>
                      <a:pt x="0" y="1338"/>
                    </a:lnTo>
                    <a:lnTo>
                      <a:pt x="2" y="1294"/>
                    </a:lnTo>
                    <a:lnTo>
                      <a:pt x="9" y="1249"/>
                    </a:lnTo>
                    <a:lnTo>
                      <a:pt x="27" y="1202"/>
                    </a:lnTo>
                    <a:lnTo>
                      <a:pt x="55" y="1153"/>
                    </a:lnTo>
                    <a:lnTo>
                      <a:pt x="93" y="1102"/>
                    </a:lnTo>
                    <a:lnTo>
                      <a:pt x="877" y="155"/>
                    </a:lnTo>
                    <a:lnTo>
                      <a:pt x="881" y="151"/>
                    </a:lnTo>
                    <a:lnTo>
                      <a:pt x="891" y="142"/>
                    </a:lnTo>
                    <a:lnTo>
                      <a:pt x="904" y="127"/>
                    </a:lnTo>
                    <a:lnTo>
                      <a:pt x="925" y="108"/>
                    </a:lnTo>
                    <a:lnTo>
                      <a:pt x="949" y="87"/>
                    </a:lnTo>
                    <a:lnTo>
                      <a:pt x="978" y="66"/>
                    </a:lnTo>
                    <a:lnTo>
                      <a:pt x="1012" y="46"/>
                    </a:lnTo>
                    <a:lnTo>
                      <a:pt x="1049" y="27"/>
                    </a:lnTo>
                    <a:lnTo>
                      <a:pt x="1089" y="12"/>
                    </a:lnTo>
                    <a:lnTo>
                      <a:pt x="1133" y="2"/>
                    </a:lnTo>
                    <a:lnTo>
                      <a:pt x="1178" y="0"/>
                    </a:lnTo>
                    <a:close/>
                  </a:path>
                </a:pathLst>
              </a:custGeom>
              <a:gradFill flip="none" rotWithShape="1">
                <a:gsLst>
                  <a:gs pos="0">
                    <a:schemeClr val="bg1"/>
                  </a:gs>
                  <a:gs pos="93000">
                    <a:schemeClr val="bg1">
                      <a:lumMod val="85000"/>
                    </a:schemeClr>
                  </a:gs>
                </a:gsLst>
                <a:lin ang="120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grpSp>
        <p:sp>
          <p:nvSpPr>
            <p:cNvPr id="65" name="Freeform 64"/>
            <p:cNvSpPr>
              <a:spLocks/>
            </p:cNvSpPr>
            <p:nvPr/>
          </p:nvSpPr>
          <p:spPr bwMode="auto">
            <a:xfrm>
              <a:off x="4035847" y="2827320"/>
              <a:ext cx="734046" cy="773037"/>
            </a:xfrm>
            <a:custGeom>
              <a:avLst/>
              <a:gdLst>
                <a:gd name="T0" fmla="*/ 344 w 866"/>
                <a:gd name="T1" fmla="*/ 0 h 912"/>
                <a:gd name="T2" fmla="*/ 371 w 866"/>
                <a:gd name="T3" fmla="*/ 5 h 912"/>
                <a:gd name="T4" fmla="*/ 395 w 866"/>
                <a:gd name="T5" fmla="*/ 18 h 912"/>
                <a:gd name="T6" fmla="*/ 416 w 866"/>
                <a:gd name="T7" fmla="*/ 37 h 912"/>
                <a:gd name="T8" fmla="*/ 842 w 866"/>
                <a:gd name="T9" fmla="*/ 547 h 912"/>
                <a:gd name="T10" fmla="*/ 857 w 866"/>
                <a:gd name="T11" fmla="*/ 572 h 912"/>
                <a:gd name="T12" fmla="*/ 864 w 866"/>
                <a:gd name="T13" fmla="*/ 598 h 912"/>
                <a:gd name="T14" fmla="*/ 866 w 866"/>
                <a:gd name="T15" fmla="*/ 625 h 912"/>
                <a:gd name="T16" fmla="*/ 861 w 866"/>
                <a:gd name="T17" fmla="*/ 651 h 912"/>
                <a:gd name="T18" fmla="*/ 847 w 866"/>
                <a:gd name="T19" fmla="*/ 676 h 912"/>
                <a:gd name="T20" fmla="*/ 828 w 866"/>
                <a:gd name="T21" fmla="*/ 697 h 912"/>
                <a:gd name="T22" fmla="*/ 600 w 866"/>
                <a:gd name="T23" fmla="*/ 887 h 912"/>
                <a:gd name="T24" fmla="*/ 577 w 866"/>
                <a:gd name="T25" fmla="*/ 903 h 912"/>
                <a:gd name="T26" fmla="*/ 550 w 866"/>
                <a:gd name="T27" fmla="*/ 910 h 912"/>
                <a:gd name="T28" fmla="*/ 522 w 866"/>
                <a:gd name="T29" fmla="*/ 912 h 912"/>
                <a:gd name="T30" fmla="*/ 496 w 866"/>
                <a:gd name="T31" fmla="*/ 906 h 912"/>
                <a:gd name="T32" fmla="*/ 471 w 866"/>
                <a:gd name="T33" fmla="*/ 893 h 912"/>
                <a:gd name="T34" fmla="*/ 450 w 866"/>
                <a:gd name="T35" fmla="*/ 874 h 912"/>
                <a:gd name="T36" fmla="*/ 25 w 866"/>
                <a:gd name="T37" fmla="*/ 364 h 912"/>
                <a:gd name="T38" fmla="*/ 10 w 866"/>
                <a:gd name="T39" fmla="*/ 340 h 912"/>
                <a:gd name="T40" fmla="*/ 2 w 866"/>
                <a:gd name="T41" fmla="*/ 313 h 912"/>
                <a:gd name="T42" fmla="*/ 0 w 866"/>
                <a:gd name="T43" fmla="*/ 287 h 912"/>
                <a:gd name="T44" fmla="*/ 6 w 866"/>
                <a:gd name="T45" fmla="*/ 260 h 912"/>
                <a:gd name="T46" fmla="*/ 19 w 866"/>
                <a:gd name="T47" fmla="*/ 236 h 912"/>
                <a:gd name="T48" fmla="*/ 38 w 866"/>
                <a:gd name="T49" fmla="*/ 215 h 912"/>
                <a:gd name="T50" fmla="*/ 267 w 866"/>
                <a:gd name="T51" fmla="*/ 24 h 912"/>
                <a:gd name="T52" fmla="*/ 291 w 866"/>
                <a:gd name="T53" fmla="*/ 9 h 912"/>
                <a:gd name="T54" fmla="*/ 318 w 866"/>
                <a:gd name="T55" fmla="*/ 1 h 912"/>
                <a:gd name="T56" fmla="*/ 344 w 866"/>
                <a:gd name="T57"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2">
                  <a:moveTo>
                    <a:pt x="344" y="0"/>
                  </a:moveTo>
                  <a:lnTo>
                    <a:pt x="371" y="5"/>
                  </a:lnTo>
                  <a:lnTo>
                    <a:pt x="395" y="18"/>
                  </a:lnTo>
                  <a:lnTo>
                    <a:pt x="416" y="37"/>
                  </a:lnTo>
                  <a:lnTo>
                    <a:pt x="842" y="547"/>
                  </a:lnTo>
                  <a:lnTo>
                    <a:pt x="857" y="572"/>
                  </a:lnTo>
                  <a:lnTo>
                    <a:pt x="864" y="598"/>
                  </a:lnTo>
                  <a:lnTo>
                    <a:pt x="866" y="625"/>
                  </a:lnTo>
                  <a:lnTo>
                    <a:pt x="861" y="651"/>
                  </a:lnTo>
                  <a:lnTo>
                    <a:pt x="847" y="676"/>
                  </a:lnTo>
                  <a:lnTo>
                    <a:pt x="828" y="697"/>
                  </a:lnTo>
                  <a:lnTo>
                    <a:pt x="600" y="887"/>
                  </a:lnTo>
                  <a:lnTo>
                    <a:pt x="577" y="903"/>
                  </a:lnTo>
                  <a:lnTo>
                    <a:pt x="550" y="910"/>
                  </a:lnTo>
                  <a:lnTo>
                    <a:pt x="522" y="912"/>
                  </a:lnTo>
                  <a:lnTo>
                    <a:pt x="496" y="906"/>
                  </a:lnTo>
                  <a:lnTo>
                    <a:pt x="471" y="893"/>
                  </a:lnTo>
                  <a:lnTo>
                    <a:pt x="450" y="874"/>
                  </a:lnTo>
                  <a:lnTo>
                    <a:pt x="25" y="364"/>
                  </a:lnTo>
                  <a:lnTo>
                    <a:pt x="10" y="340"/>
                  </a:lnTo>
                  <a:lnTo>
                    <a:pt x="2" y="313"/>
                  </a:lnTo>
                  <a:lnTo>
                    <a:pt x="0" y="287"/>
                  </a:lnTo>
                  <a:lnTo>
                    <a:pt x="6" y="260"/>
                  </a:lnTo>
                  <a:lnTo>
                    <a:pt x="19" y="236"/>
                  </a:lnTo>
                  <a:lnTo>
                    <a:pt x="38" y="215"/>
                  </a:lnTo>
                  <a:lnTo>
                    <a:pt x="267" y="24"/>
                  </a:lnTo>
                  <a:lnTo>
                    <a:pt x="291" y="9"/>
                  </a:lnTo>
                  <a:lnTo>
                    <a:pt x="318" y="1"/>
                  </a:lnTo>
                  <a:lnTo>
                    <a:pt x="344"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6" name="Freeform 65"/>
            <p:cNvSpPr>
              <a:spLocks/>
            </p:cNvSpPr>
            <p:nvPr/>
          </p:nvSpPr>
          <p:spPr bwMode="auto">
            <a:xfrm>
              <a:off x="4300307" y="3605444"/>
              <a:ext cx="545025" cy="783208"/>
            </a:xfrm>
            <a:custGeom>
              <a:avLst/>
              <a:gdLst>
                <a:gd name="T0" fmla="*/ 240 w 643"/>
                <a:gd name="T1" fmla="*/ 0 h 924"/>
                <a:gd name="T2" fmla="*/ 269 w 643"/>
                <a:gd name="T3" fmla="*/ 2 h 924"/>
                <a:gd name="T4" fmla="*/ 560 w 643"/>
                <a:gd name="T5" fmla="*/ 64 h 924"/>
                <a:gd name="T6" fmla="*/ 586 w 643"/>
                <a:gd name="T7" fmla="*/ 73 h 924"/>
                <a:gd name="T8" fmla="*/ 609 w 643"/>
                <a:gd name="T9" fmla="*/ 90 h 924"/>
                <a:gd name="T10" fmla="*/ 626 w 643"/>
                <a:gd name="T11" fmla="*/ 111 h 924"/>
                <a:gd name="T12" fmla="*/ 639 w 643"/>
                <a:gd name="T13" fmla="*/ 136 h 924"/>
                <a:gd name="T14" fmla="*/ 643 w 643"/>
                <a:gd name="T15" fmla="*/ 162 h 924"/>
                <a:gd name="T16" fmla="*/ 641 w 643"/>
                <a:gd name="T17" fmla="*/ 191 h 924"/>
                <a:gd name="T18" fmla="*/ 499 w 643"/>
                <a:gd name="T19" fmla="*/ 839 h 924"/>
                <a:gd name="T20" fmla="*/ 490 w 643"/>
                <a:gd name="T21" fmla="*/ 867 h 924"/>
                <a:gd name="T22" fmla="*/ 475 w 643"/>
                <a:gd name="T23" fmla="*/ 888 h 924"/>
                <a:gd name="T24" fmla="*/ 454 w 643"/>
                <a:gd name="T25" fmla="*/ 907 h 924"/>
                <a:gd name="T26" fmla="*/ 429 w 643"/>
                <a:gd name="T27" fmla="*/ 918 h 924"/>
                <a:gd name="T28" fmla="*/ 403 w 643"/>
                <a:gd name="T29" fmla="*/ 924 h 924"/>
                <a:gd name="T30" fmla="*/ 375 w 643"/>
                <a:gd name="T31" fmla="*/ 920 h 924"/>
                <a:gd name="T32" fmla="*/ 83 w 643"/>
                <a:gd name="T33" fmla="*/ 857 h 924"/>
                <a:gd name="T34" fmla="*/ 57 w 643"/>
                <a:gd name="T35" fmla="*/ 848 h 924"/>
                <a:gd name="T36" fmla="*/ 34 w 643"/>
                <a:gd name="T37" fmla="*/ 831 h 924"/>
                <a:gd name="T38" fmla="*/ 15 w 643"/>
                <a:gd name="T39" fmla="*/ 810 h 924"/>
                <a:gd name="T40" fmla="*/ 4 w 643"/>
                <a:gd name="T41" fmla="*/ 786 h 924"/>
                <a:gd name="T42" fmla="*/ 0 w 643"/>
                <a:gd name="T43" fmla="*/ 759 h 924"/>
                <a:gd name="T44" fmla="*/ 2 w 643"/>
                <a:gd name="T45" fmla="*/ 731 h 924"/>
                <a:gd name="T46" fmla="*/ 142 w 643"/>
                <a:gd name="T47" fmla="*/ 83 h 924"/>
                <a:gd name="T48" fmla="*/ 153 w 643"/>
                <a:gd name="T49" fmla="*/ 56 h 924"/>
                <a:gd name="T50" fmla="*/ 168 w 643"/>
                <a:gd name="T51" fmla="*/ 34 h 924"/>
                <a:gd name="T52" fmla="*/ 189 w 643"/>
                <a:gd name="T53" fmla="*/ 15 h 924"/>
                <a:gd name="T54" fmla="*/ 214 w 643"/>
                <a:gd name="T55" fmla="*/ 4 h 924"/>
                <a:gd name="T56" fmla="*/ 240 w 643"/>
                <a:gd name="T57" fmla="*/ 0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3" h="924">
                  <a:moveTo>
                    <a:pt x="240" y="0"/>
                  </a:moveTo>
                  <a:lnTo>
                    <a:pt x="269" y="2"/>
                  </a:lnTo>
                  <a:lnTo>
                    <a:pt x="560" y="64"/>
                  </a:lnTo>
                  <a:lnTo>
                    <a:pt x="586" y="73"/>
                  </a:lnTo>
                  <a:lnTo>
                    <a:pt x="609" y="90"/>
                  </a:lnTo>
                  <a:lnTo>
                    <a:pt x="626" y="111"/>
                  </a:lnTo>
                  <a:lnTo>
                    <a:pt x="639" y="136"/>
                  </a:lnTo>
                  <a:lnTo>
                    <a:pt x="643" y="162"/>
                  </a:lnTo>
                  <a:lnTo>
                    <a:pt x="641" y="191"/>
                  </a:lnTo>
                  <a:lnTo>
                    <a:pt x="499" y="839"/>
                  </a:lnTo>
                  <a:lnTo>
                    <a:pt x="490" y="867"/>
                  </a:lnTo>
                  <a:lnTo>
                    <a:pt x="475" y="888"/>
                  </a:lnTo>
                  <a:lnTo>
                    <a:pt x="454" y="907"/>
                  </a:lnTo>
                  <a:lnTo>
                    <a:pt x="429" y="918"/>
                  </a:lnTo>
                  <a:lnTo>
                    <a:pt x="403" y="924"/>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7" name="Freeform 66"/>
            <p:cNvSpPr>
              <a:spLocks/>
            </p:cNvSpPr>
            <p:nvPr/>
          </p:nvSpPr>
          <p:spPr bwMode="auto">
            <a:xfrm>
              <a:off x="3670519" y="4297109"/>
              <a:ext cx="796771" cy="655217"/>
            </a:xfrm>
            <a:custGeom>
              <a:avLst/>
              <a:gdLst>
                <a:gd name="T0" fmla="*/ 709 w 940"/>
                <a:gd name="T1" fmla="*/ 0 h 773"/>
                <a:gd name="T2" fmla="*/ 736 w 940"/>
                <a:gd name="T3" fmla="*/ 6 h 773"/>
                <a:gd name="T4" fmla="*/ 760 w 940"/>
                <a:gd name="T5" fmla="*/ 17 h 773"/>
                <a:gd name="T6" fmla="*/ 781 w 940"/>
                <a:gd name="T7" fmla="*/ 36 h 773"/>
                <a:gd name="T8" fmla="*/ 798 w 940"/>
                <a:gd name="T9" fmla="*/ 58 h 773"/>
                <a:gd name="T10" fmla="*/ 930 w 940"/>
                <a:gd name="T11" fmla="*/ 325 h 773"/>
                <a:gd name="T12" fmla="*/ 938 w 940"/>
                <a:gd name="T13" fmla="*/ 351 h 773"/>
                <a:gd name="T14" fmla="*/ 940 w 940"/>
                <a:gd name="T15" fmla="*/ 380 h 773"/>
                <a:gd name="T16" fmla="*/ 934 w 940"/>
                <a:gd name="T17" fmla="*/ 406 h 773"/>
                <a:gd name="T18" fmla="*/ 923 w 940"/>
                <a:gd name="T19" fmla="*/ 431 h 773"/>
                <a:gd name="T20" fmla="*/ 906 w 940"/>
                <a:gd name="T21" fmla="*/ 451 h 773"/>
                <a:gd name="T22" fmla="*/ 881 w 940"/>
                <a:gd name="T23" fmla="*/ 468 h 773"/>
                <a:gd name="T24" fmla="*/ 286 w 940"/>
                <a:gd name="T25" fmla="*/ 763 h 773"/>
                <a:gd name="T26" fmla="*/ 259 w 940"/>
                <a:gd name="T27" fmla="*/ 771 h 773"/>
                <a:gd name="T28" fmla="*/ 233 w 940"/>
                <a:gd name="T29" fmla="*/ 773 h 773"/>
                <a:gd name="T30" fmla="*/ 204 w 940"/>
                <a:gd name="T31" fmla="*/ 769 h 773"/>
                <a:gd name="T32" fmla="*/ 182 w 940"/>
                <a:gd name="T33" fmla="*/ 756 h 773"/>
                <a:gd name="T34" fmla="*/ 159 w 940"/>
                <a:gd name="T35" fmla="*/ 739 h 773"/>
                <a:gd name="T36" fmla="*/ 144 w 940"/>
                <a:gd name="T37" fmla="*/ 714 h 773"/>
                <a:gd name="T38" fmla="*/ 11 w 940"/>
                <a:gd name="T39" fmla="*/ 448 h 773"/>
                <a:gd name="T40" fmla="*/ 2 w 940"/>
                <a:gd name="T41" fmla="*/ 421 h 773"/>
                <a:gd name="T42" fmla="*/ 0 w 940"/>
                <a:gd name="T43" fmla="*/ 393 h 773"/>
                <a:gd name="T44" fmla="*/ 6 w 940"/>
                <a:gd name="T45" fmla="*/ 366 h 773"/>
                <a:gd name="T46" fmla="*/ 19 w 940"/>
                <a:gd name="T47" fmla="*/ 342 h 773"/>
                <a:gd name="T48" fmla="*/ 36 w 940"/>
                <a:gd name="T49" fmla="*/ 321 h 773"/>
                <a:gd name="T50" fmla="*/ 59 w 940"/>
                <a:gd name="T51" fmla="*/ 306 h 773"/>
                <a:gd name="T52" fmla="*/ 654 w 940"/>
                <a:gd name="T53" fmla="*/ 11 h 773"/>
                <a:gd name="T54" fmla="*/ 681 w 940"/>
                <a:gd name="T55" fmla="*/ 2 h 773"/>
                <a:gd name="T56" fmla="*/ 709 w 940"/>
                <a:gd name="T57" fmla="*/ 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73">
                  <a:moveTo>
                    <a:pt x="709" y="0"/>
                  </a:moveTo>
                  <a:lnTo>
                    <a:pt x="736" y="6"/>
                  </a:lnTo>
                  <a:lnTo>
                    <a:pt x="760" y="17"/>
                  </a:lnTo>
                  <a:lnTo>
                    <a:pt x="781" y="36"/>
                  </a:lnTo>
                  <a:lnTo>
                    <a:pt x="798" y="58"/>
                  </a:lnTo>
                  <a:lnTo>
                    <a:pt x="930" y="325"/>
                  </a:lnTo>
                  <a:lnTo>
                    <a:pt x="938" y="351"/>
                  </a:lnTo>
                  <a:lnTo>
                    <a:pt x="940" y="380"/>
                  </a:lnTo>
                  <a:lnTo>
                    <a:pt x="934" y="406"/>
                  </a:lnTo>
                  <a:lnTo>
                    <a:pt x="923" y="431"/>
                  </a:lnTo>
                  <a:lnTo>
                    <a:pt x="906" y="451"/>
                  </a:lnTo>
                  <a:lnTo>
                    <a:pt x="881" y="468"/>
                  </a:lnTo>
                  <a:lnTo>
                    <a:pt x="286" y="763"/>
                  </a:lnTo>
                  <a:lnTo>
                    <a:pt x="259" y="771"/>
                  </a:lnTo>
                  <a:lnTo>
                    <a:pt x="233" y="773"/>
                  </a:lnTo>
                  <a:lnTo>
                    <a:pt x="204" y="769"/>
                  </a:lnTo>
                  <a:lnTo>
                    <a:pt x="182" y="756"/>
                  </a:lnTo>
                  <a:lnTo>
                    <a:pt x="159" y="739"/>
                  </a:lnTo>
                  <a:lnTo>
                    <a:pt x="144" y="714"/>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8" name="Freeform 67"/>
            <p:cNvSpPr>
              <a:spLocks/>
            </p:cNvSpPr>
            <p:nvPr/>
          </p:nvSpPr>
          <p:spPr bwMode="auto">
            <a:xfrm>
              <a:off x="2872052" y="4313215"/>
              <a:ext cx="796771" cy="651827"/>
            </a:xfrm>
            <a:custGeom>
              <a:avLst/>
              <a:gdLst>
                <a:gd name="T0" fmla="*/ 227 w 940"/>
                <a:gd name="T1" fmla="*/ 0 h 769"/>
                <a:gd name="T2" fmla="*/ 256 w 940"/>
                <a:gd name="T3" fmla="*/ 2 h 769"/>
                <a:gd name="T4" fmla="*/ 282 w 940"/>
                <a:gd name="T5" fmla="*/ 9 h 769"/>
                <a:gd name="T6" fmla="*/ 880 w 940"/>
                <a:gd name="T7" fmla="*/ 300 h 769"/>
                <a:gd name="T8" fmla="*/ 904 w 940"/>
                <a:gd name="T9" fmla="*/ 315 h 769"/>
                <a:gd name="T10" fmla="*/ 921 w 940"/>
                <a:gd name="T11" fmla="*/ 336 h 769"/>
                <a:gd name="T12" fmla="*/ 934 w 940"/>
                <a:gd name="T13" fmla="*/ 361 h 769"/>
                <a:gd name="T14" fmla="*/ 940 w 940"/>
                <a:gd name="T15" fmla="*/ 387 h 769"/>
                <a:gd name="T16" fmla="*/ 938 w 940"/>
                <a:gd name="T17" fmla="*/ 415 h 769"/>
                <a:gd name="T18" fmla="*/ 929 w 940"/>
                <a:gd name="T19" fmla="*/ 442 h 769"/>
                <a:gd name="T20" fmla="*/ 798 w 940"/>
                <a:gd name="T21" fmla="*/ 708 h 769"/>
                <a:gd name="T22" fmla="*/ 783 w 940"/>
                <a:gd name="T23" fmla="*/ 733 h 769"/>
                <a:gd name="T24" fmla="*/ 762 w 940"/>
                <a:gd name="T25" fmla="*/ 752 h 769"/>
                <a:gd name="T26" fmla="*/ 738 w 940"/>
                <a:gd name="T27" fmla="*/ 763 h 769"/>
                <a:gd name="T28" fmla="*/ 711 w 940"/>
                <a:gd name="T29" fmla="*/ 769 h 769"/>
                <a:gd name="T30" fmla="*/ 685 w 940"/>
                <a:gd name="T31" fmla="*/ 767 h 769"/>
                <a:gd name="T32" fmla="*/ 657 w 940"/>
                <a:gd name="T33" fmla="*/ 757 h 769"/>
                <a:gd name="T34" fmla="*/ 59 w 940"/>
                <a:gd name="T35" fmla="*/ 468 h 769"/>
                <a:gd name="T36" fmla="*/ 36 w 940"/>
                <a:gd name="T37" fmla="*/ 453 h 769"/>
                <a:gd name="T38" fmla="*/ 17 w 940"/>
                <a:gd name="T39" fmla="*/ 432 h 769"/>
                <a:gd name="T40" fmla="*/ 6 w 940"/>
                <a:gd name="T41" fmla="*/ 408 h 769"/>
                <a:gd name="T42" fmla="*/ 0 w 940"/>
                <a:gd name="T43" fmla="*/ 381 h 769"/>
                <a:gd name="T44" fmla="*/ 2 w 940"/>
                <a:gd name="T45" fmla="*/ 353 h 769"/>
                <a:gd name="T46" fmla="*/ 10 w 940"/>
                <a:gd name="T47" fmla="*/ 327 h 769"/>
                <a:gd name="T48" fmla="*/ 140 w 940"/>
                <a:gd name="T49" fmla="*/ 58 h 769"/>
                <a:gd name="T50" fmla="*/ 155 w 940"/>
                <a:gd name="T51" fmla="*/ 36 h 769"/>
                <a:gd name="T52" fmla="*/ 176 w 940"/>
                <a:gd name="T53" fmla="*/ 17 h 769"/>
                <a:gd name="T54" fmla="*/ 201 w 940"/>
                <a:gd name="T55" fmla="*/ 5 h 769"/>
                <a:gd name="T56" fmla="*/ 227 w 940"/>
                <a:gd name="T57" fmla="*/ 0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69">
                  <a:moveTo>
                    <a:pt x="227" y="0"/>
                  </a:moveTo>
                  <a:lnTo>
                    <a:pt x="256" y="2"/>
                  </a:lnTo>
                  <a:lnTo>
                    <a:pt x="282" y="9"/>
                  </a:lnTo>
                  <a:lnTo>
                    <a:pt x="880" y="300"/>
                  </a:lnTo>
                  <a:lnTo>
                    <a:pt x="904" y="315"/>
                  </a:lnTo>
                  <a:lnTo>
                    <a:pt x="921" y="336"/>
                  </a:lnTo>
                  <a:lnTo>
                    <a:pt x="934" y="361"/>
                  </a:lnTo>
                  <a:lnTo>
                    <a:pt x="940" y="387"/>
                  </a:lnTo>
                  <a:lnTo>
                    <a:pt x="938" y="415"/>
                  </a:lnTo>
                  <a:lnTo>
                    <a:pt x="929" y="442"/>
                  </a:lnTo>
                  <a:lnTo>
                    <a:pt x="798" y="708"/>
                  </a:lnTo>
                  <a:lnTo>
                    <a:pt x="783" y="733"/>
                  </a:lnTo>
                  <a:lnTo>
                    <a:pt x="762" y="752"/>
                  </a:lnTo>
                  <a:lnTo>
                    <a:pt x="738" y="763"/>
                  </a:lnTo>
                  <a:lnTo>
                    <a:pt x="711" y="769"/>
                  </a:lnTo>
                  <a:lnTo>
                    <a:pt x="685" y="767"/>
                  </a:lnTo>
                  <a:lnTo>
                    <a:pt x="657" y="757"/>
                  </a:lnTo>
                  <a:lnTo>
                    <a:pt x="59" y="468"/>
                  </a:lnTo>
                  <a:lnTo>
                    <a:pt x="36" y="453"/>
                  </a:lnTo>
                  <a:lnTo>
                    <a:pt x="17" y="432"/>
                  </a:lnTo>
                  <a:lnTo>
                    <a:pt x="6" y="408"/>
                  </a:lnTo>
                  <a:lnTo>
                    <a:pt x="0" y="381"/>
                  </a:lnTo>
                  <a:lnTo>
                    <a:pt x="2" y="353"/>
                  </a:lnTo>
                  <a:lnTo>
                    <a:pt x="10" y="327"/>
                  </a:lnTo>
                  <a:lnTo>
                    <a:pt x="140" y="58"/>
                  </a:lnTo>
                  <a:lnTo>
                    <a:pt x="155" y="36"/>
                  </a:lnTo>
                  <a:lnTo>
                    <a:pt x="176" y="17"/>
                  </a:lnTo>
                  <a:lnTo>
                    <a:pt x="201" y="5"/>
                  </a:lnTo>
                  <a:lnTo>
                    <a:pt x="227"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9" name="Freeform 68"/>
            <p:cNvSpPr>
              <a:spLocks/>
            </p:cNvSpPr>
            <p:nvPr/>
          </p:nvSpPr>
          <p:spPr bwMode="auto">
            <a:xfrm>
              <a:off x="2481296" y="3635959"/>
              <a:ext cx="543330" cy="782361"/>
            </a:xfrm>
            <a:custGeom>
              <a:avLst/>
              <a:gdLst>
                <a:gd name="T0" fmla="*/ 403 w 641"/>
                <a:gd name="T1" fmla="*/ 0 h 923"/>
                <a:gd name="T2" fmla="*/ 431 w 641"/>
                <a:gd name="T3" fmla="*/ 5 h 923"/>
                <a:gd name="T4" fmla="*/ 456 w 641"/>
                <a:gd name="T5" fmla="*/ 17 h 923"/>
                <a:gd name="T6" fmla="*/ 477 w 641"/>
                <a:gd name="T7" fmla="*/ 34 h 923"/>
                <a:gd name="T8" fmla="*/ 492 w 641"/>
                <a:gd name="T9" fmla="*/ 56 h 923"/>
                <a:gd name="T10" fmla="*/ 501 w 641"/>
                <a:gd name="T11" fmla="*/ 83 h 923"/>
                <a:gd name="T12" fmla="*/ 639 w 641"/>
                <a:gd name="T13" fmla="*/ 733 h 923"/>
                <a:gd name="T14" fmla="*/ 641 w 641"/>
                <a:gd name="T15" fmla="*/ 761 h 923"/>
                <a:gd name="T16" fmla="*/ 635 w 641"/>
                <a:gd name="T17" fmla="*/ 787 h 923"/>
                <a:gd name="T18" fmla="*/ 624 w 641"/>
                <a:gd name="T19" fmla="*/ 812 h 923"/>
                <a:gd name="T20" fmla="*/ 607 w 641"/>
                <a:gd name="T21" fmla="*/ 833 h 923"/>
                <a:gd name="T22" fmla="*/ 584 w 641"/>
                <a:gd name="T23" fmla="*/ 850 h 923"/>
                <a:gd name="T24" fmla="*/ 558 w 641"/>
                <a:gd name="T25" fmla="*/ 859 h 923"/>
                <a:gd name="T26" fmla="*/ 267 w 641"/>
                <a:gd name="T27" fmla="*/ 922 h 923"/>
                <a:gd name="T28" fmla="*/ 238 w 641"/>
                <a:gd name="T29" fmla="*/ 923 h 923"/>
                <a:gd name="T30" fmla="*/ 210 w 641"/>
                <a:gd name="T31" fmla="*/ 918 h 923"/>
                <a:gd name="T32" fmla="*/ 185 w 641"/>
                <a:gd name="T33" fmla="*/ 906 h 923"/>
                <a:gd name="T34" fmla="*/ 165 w 641"/>
                <a:gd name="T35" fmla="*/ 888 h 923"/>
                <a:gd name="T36" fmla="*/ 149 w 641"/>
                <a:gd name="T37" fmla="*/ 865 h 923"/>
                <a:gd name="T38" fmla="*/ 140 w 641"/>
                <a:gd name="T39" fmla="*/ 838 h 923"/>
                <a:gd name="T40" fmla="*/ 2 w 641"/>
                <a:gd name="T41" fmla="*/ 189 h 923"/>
                <a:gd name="T42" fmla="*/ 0 w 641"/>
                <a:gd name="T43" fmla="*/ 160 h 923"/>
                <a:gd name="T44" fmla="*/ 6 w 641"/>
                <a:gd name="T45" fmla="*/ 134 h 923"/>
                <a:gd name="T46" fmla="*/ 17 w 641"/>
                <a:gd name="T47" fmla="*/ 109 h 923"/>
                <a:gd name="T48" fmla="*/ 34 w 641"/>
                <a:gd name="T49" fmla="*/ 88 h 923"/>
                <a:gd name="T50" fmla="*/ 57 w 641"/>
                <a:gd name="T51" fmla="*/ 73 h 923"/>
                <a:gd name="T52" fmla="*/ 85 w 641"/>
                <a:gd name="T53" fmla="*/ 64 h 923"/>
                <a:gd name="T54" fmla="*/ 374 w 641"/>
                <a:gd name="T55" fmla="*/ 2 h 923"/>
                <a:gd name="T56" fmla="*/ 403 w 641"/>
                <a:gd name="T57" fmla="*/ 0 h 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1" h="923">
                  <a:moveTo>
                    <a:pt x="403" y="0"/>
                  </a:moveTo>
                  <a:lnTo>
                    <a:pt x="431" y="5"/>
                  </a:lnTo>
                  <a:lnTo>
                    <a:pt x="456" y="17"/>
                  </a:lnTo>
                  <a:lnTo>
                    <a:pt x="477" y="34"/>
                  </a:lnTo>
                  <a:lnTo>
                    <a:pt x="492" y="56"/>
                  </a:lnTo>
                  <a:lnTo>
                    <a:pt x="501" y="83"/>
                  </a:lnTo>
                  <a:lnTo>
                    <a:pt x="639" y="733"/>
                  </a:lnTo>
                  <a:lnTo>
                    <a:pt x="641" y="761"/>
                  </a:lnTo>
                  <a:lnTo>
                    <a:pt x="635" y="787"/>
                  </a:lnTo>
                  <a:lnTo>
                    <a:pt x="624" y="812"/>
                  </a:lnTo>
                  <a:lnTo>
                    <a:pt x="607" y="833"/>
                  </a:lnTo>
                  <a:lnTo>
                    <a:pt x="584" y="850"/>
                  </a:lnTo>
                  <a:lnTo>
                    <a:pt x="558" y="859"/>
                  </a:lnTo>
                  <a:lnTo>
                    <a:pt x="267" y="922"/>
                  </a:lnTo>
                  <a:lnTo>
                    <a:pt x="238" y="923"/>
                  </a:lnTo>
                  <a:lnTo>
                    <a:pt x="210" y="918"/>
                  </a:lnTo>
                  <a:lnTo>
                    <a:pt x="185" y="906"/>
                  </a:lnTo>
                  <a:lnTo>
                    <a:pt x="165" y="888"/>
                  </a:lnTo>
                  <a:lnTo>
                    <a:pt x="149" y="865"/>
                  </a:lnTo>
                  <a:lnTo>
                    <a:pt x="140" y="838"/>
                  </a:lnTo>
                  <a:lnTo>
                    <a:pt x="2" y="189"/>
                  </a:lnTo>
                  <a:lnTo>
                    <a:pt x="0" y="160"/>
                  </a:lnTo>
                  <a:lnTo>
                    <a:pt x="6" y="134"/>
                  </a:lnTo>
                  <a:lnTo>
                    <a:pt x="17" y="109"/>
                  </a:lnTo>
                  <a:lnTo>
                    <a:pt x="34" y="88"/>
                  </a:lnTo>
                  <a:lnTo>
                    <a:pt x="57" y="73"/>
                  </a:lnTo>
                  <a:lnTo>
                    <a:pt x="85" y="64"/>
                  </a:lnTo>
                  <a:lnTo>
                    <a:pt x="374" y="2"/>
                  </a:lnTo>
                  <a:lnTo>
                    <a:pt x="403" y="0"/>
                  </a:lnTo>
                  <a:close/>
                </a:path>
              </a:pathLst>
            </a:custGeom>
            <a:solidFill>
              <a:schemeClr val="accent5"/>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0" name="Freeform 69"/>
            <p:cNvSpPr>
              <a:spLocks/>
            </p:cNvSpPr>
            <p:nvPr/>
          </p:nvSpPr>
          <p:spPr bwMode="auto">
            <a:xfrm>
              <a:off x="2556735" y="2844273"/>
              <a:ext cx="734046" cy="773885"/>
            </a:xfrm>
            <a:custGeom>
              <a:avLst/>
              <a:gdLst>
                <a:gd name="T0" fmla="*/ 520 w 866"/>
                <a:gd name="T1" fmla="*/ 0 h 913"/>
                <a:gd name="T2" fmla="*/ 548 w 866"/>
                <a:gd name="T3" fmla="*/ 0 h 913"/>
                <a:gd name="T4" fmla="*/ 575 w 866"/>
                <a:gd name="T5" fmla="*/ 10 h 913"/>
                <a:gd name="T6" fmla="*/ 599 w 866"/>
                <a:gd name="T7" fmla="*/ 25 h 913"/>
                <a:gd name="T8" fmla="*/ 828 w 866"/>
                <a:gd name="T9" fmla="*/ 214 h 913"/>
                <a:gd name="T10" fmla="*/ 847 w 866"/>
                <a:gd name="T11" fmla="*/ 235 h 913"/>
                <a:gd name="T12" fmla="*/ 860 w 866"/>
                <a:gd name="T13" fmla="*/ 259 h 913"/>
                <a:gd name="T14" fmla="*/ 866 w 866"/>
                <a:gd name="T15" fmla="*/ 286 h 913"/>
                <a:gd name="T16" fmla="*/ 864 w 866"/>
                <a:gd name="T17" fmla="*/ 314 h 913"/>
                <a:gd name="T18" fmla="*/ 856 w 866"/>
                <a:gd name="T19" fmla="*/ 340 h 913"/>
                <a:gd name="T20" fmla="*/ 841 w 866"/>
                <a:gd name="T21" fmla="*/ 363 h 913"/>
                <a:gd name="T22" fmla="*/ 416 w 866"/>
                <a:gd name="T23" fmla="*/ 875 h 913"/>
                <a:gd name="T24" fmla="*/ 395 w 866"/>
                <a:gd name="T25" fmla="*/ 894 h 913"/>
                <a:gd name="T26" fmla="*/ 371 w 866"/>
                <a:gd name="T27" fmla="*/ 907 h 913"/>
                <a:gd name="T28" fmla="*/ 344 w 866"/>
                <a:gd name="T29" fmla="*/ 913 h 913"/>
                <a:gd name="T30" fmla="*/ 318 w 866"/>
                <a:gd name="T31" fmla="*/ 911 h 913"/>
                <a:gd name="T32" fmla="*/ 291 w 866"/>
                <a:gd name="T33" fmla="*/ 903 h 913"/>
                <a:gd name="T34" fmla="*/ 267 w 866"/>
                <a:gd name="T35" fmla="*/ 888 h 913"/>
                <a:gd name="T36" fmla="*/ 38 w 866"/>
                <a:gd name="T37" fmla="*/ 697 h 913"/>
                <a:gd name="T38" fmla="*/ 19 w 866"/>
                <a:gd name="T39" fmla="*/ 677 h 913"/>
                <a:gd name="T40" fmla="*/ 6 w 866"/>
                <a:gd name="T41" fmla="*/ 652 h 913"/>
                <a:gd name="T42" fmla="*/ 0 w 866"/>
                <a:gd name="T43" fmla="*/ 626 h 913"/>
                <a:gd name="T44" fmla="*/ 2 w 866"/>
                <a:gd name="T45" fmla="*/ 599 h 913"/>
                <a:gd name="T46" fmla="*/ 9 w 866"/>
                <a:gd name="T47" fmla="*/ 573 h 913"/>
                <a:gd name="T48" fmla="*/ 24 w 866"/>
                <a:gd name="T49" fmla="*/ 548 h 913"/>
                <a:gd name="T50" fmla="*/ 448 w 866"/>
                <a:gd name="T51" fmla="*/ 38 h 913"/>
                <a:gd name="T52" fmla="*/ 469 w 866"/>
                <a:gd name="T53" fmla="*/ 19 h 913"/>
                <a:gd name="T54" fmla="*/ 493 w 866"/>
                <a:gd name="T55" fmla="*/ 6 h 913"/>
                <a:gd name="T56" fmla="*/ 520 w 866"/>
                <a:gd name="T57"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3">
                  <a:moveTo>
                    <a:pt x="520" y="0"/>
                  </a:moveTo>
                  <a:lnTo>
                    <a:pt x="548" y="0"/>
                  </a:lnTo>
                  <a:lnTo>
                    <a:pt x="575" y="10"/>
                  </a:lnTo>
                  <a:lnTo>
                    <a:pt x="599" y="25"/>
                  </a:lnTo>
                  <a:lnTo>
                    <a:pt x="828" y="214"/>
                  </a:lnTo>
                  <a:lnTo>
                    <a:pt x="847" y="235"/>
                  </a:lnTo>
                  <a:lnTo>
                    <a:pt x="860" y="259"/>
                  </a:lnTo>
                  <a:lnTo>
                    <a:pt x="866" y="286"/>
                  </a:lnTo>
                  <a:lnTo>
                    <a:pt x="864" y="314"/>
                  </a:lnTo>
                  <a:lnTo>
                    <a:pt x="856" y="340"/>
                  </a:lnTo>
                  <a:lnTo>
                    <a:pt x="841" y="363"/>
                  </a:lnTo>
                  <a:lnTo>
                    <a:pt x="416" y="875"/>
                  </a:lnTo>
                  <a:lnTo>
                    <a:pt x="395" y="894"/>
                  </a:lnTo>
                  <a:lnTo>
                    <a:pt x="371" y="907"/>
                  </a:lnTo>
                  <a:lnTo>
                    <a:pt x="344" y="913"/>
                  </a:lnTo>
                  <a:lnTo>
                    <a:pt x="318" y="911"/>
                  </a:lnTo>
                  <a:lnTo>
                    <a:pt x="291" y="903"/>
                  </a:lnTo>
                  <a:lnTo>
                    <a:pt x="267" y="888"/>
                  </a:lnTo>
                  <a:lnTo>
                    <a:pt x="38" y="697"/>
                  </a:lnTo>
                  <a:lnTo>
                    <a:pt x="19" y="677"/>
                  </a:lnTo>
                  <a:lnTo>
                    <a:pt x="6" y="652"/>
                  </a:lnTo>
                  <a:lnTo>
                    <a:pt x="0" y="626"/>
                  </a:lnTo>
                  <a:lnTo>
                    <a:pt x="2" y="599"/>
                  </a:lnTo>
                  <a:lnTo>
                    <a:pt x="9" y="573"/>
                  </a:lnTo>
                  <a:lnTo>
                    <a:pt x="24" y="548"/>
                  </a:lnTo>
                  <a:lnTo>
                    <a:pt x="448" y="38"/>
                  </a:lnTo>
                  <a:lnTo>
                    <a:pt x="469" y="19"/>
                  </a:lnTo>
                  <a:lnTo>
                    <a:pt x="493" y="6"/>
                  </a:lnTo>
                  <a:lnTo>
                    <a:pt x="520"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1" name="Freeform 70"/>
            <p:cNvSpPr>
              <a:spLocks/>
            </p:cNvSpPr>
            <p:nvPr/>
          </p:nvSpPr>
          <p:spPr bwMode="auto">
            <a:xfrm>
              <a:off x="3284000" y="2629823"/>
              <a:ext cx="744218" cy="432291"/>
            </a:xfrm>
            <a:custGeom>
              <a:avLst/>
              <a:gdLst>
                <a:gd name="T0" fmla="*/ 106 w 878"/>
                <a:gd name="T1" fmla="*/ 0 h 510"/>
                <a:gd name="T2" fmla="*/ 772 w 878"/>
                <a:gd name="T3" fmla="*/ 0 h 510"/>
                <a:gd name="T4" fmla="*/ 804 w 878"/>
                <a:gd name="T5" fmla="*/ 6 h 510"/>
                <a:gd name="T6" fmla="*/ 834 w 878"/>
                <a:gd name="T7" fmla="*/ 21 h 510"/>
                <a:gd name="T8" fmla="*/ 857 w 878"/>
                <a:gd name="T9" fmla="*/ 44 h 510"/>
                <a:gd name="T10" fmla="*/ 872 w 878"/>
                <a:gd name="T11" fmla="*/ 74 h 510"/>
                <a:gd name="T12" fmla="*/ 878 w 878"/>
                <a:gd name="T13" fmla="*/ 106 h 510"/>
                <a:gd name="T14" fmla="*/ 878 w 878"/>
                <a:gd name="T15" fmla="*/ 404 h 510"/>
                <a:gd name="T16" fmla="*/ 872 w 878"/>
                <a:gd name="T17" fmla="*/ 437 h 510"/>
                <a:gd name="T18" fmla="*/ 857 w 878"/>
                <a:gd name="T19" fmla="*/ 467 h 510"/>
                <a:gd name="T20" fmla="*/ 834 w 878"/>
                <a:gd name="T21" fmla="*/ 489 h 510"/>
                <a:gd name="T22" fmla="*/ 804 w 878"/>
                <a:gd name="T23" fmla="*/ 505 h 510"/>
                <a:gd name="T24" fmla="*/ 772 w 878"/>
                <a:gd name="T25" fmla="*/ 510 h 510"/>
                <a:gd name="T26" fmla="*/ 106 w 878"/>
                <a:gd name="T27" fmla="*/ 510 h 510"/>
                <a:gd name="T28" fmla="*/ 74 w 878"/>
                <a:gd name="T29" fmla="*/ 505 h 510"/>
                <a:gd name="T30" fmla="*/ 44 w 878"/>
                <a:gd name="T31" fmla="*/ 489 h 510"/>
                <a:gd name="T32" fmla="*/ 21 w 878"/>
                <a:gd name="T33" fmla="*/ 467 h 510"/>
                <a:gd name="T34" fmla="*/ 6 w 878"/>
                <a:gd name="T35" fmla="*/ 437 h 510"/>
                <a:gd name="T36" fmla="*/ 0 w 878"/>
                <a:gd name="T37" fmla="*/ 404 h 510"/>
                <a:gd name="T38" fmla="*/ 0 w 878"/>
                <a:gd name="T39" fmla="*/ 106 h 510"/>
                <a:gd name="T40" fmla="*/ 6 w 878"/>
                <a:gd name="T41" fmla="*/ 74 h 510"/>
                <a:gd name="T42" fmla="*/ 21 w 878"/>
                <a:gd name="T43" fmla="*/ 44 h 510"/>
                <a:gd name="T44" fmla="*/ 44 w 878"/>
                <a:gd name="T45" fmla="*/ 21 h 510"/>
                <a:gd name="T46" fmla="*/ 74 w 878"/>
                <a:gd name="T47" fmla="*/ 6 h 510"/>
                <a:gd name="T48" fmla="*/ 106 w 878"/>
                <a:gd name="T49"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510">
                  <a:moveTo>
                    <a:pt x="106" y="0"/>
                  </a:moveTo>
                  <a:lnTo>
                    <a:pt x="772" y="0"/>
                  </a:lnTo>
                  <a:lnTo>
                    <a:pt x="804" y="6"/>
                  </a:lnTo>
                  <a:lnTo>
                    <a:pt x="834" y="21"/>
                  </a:lnTo>
                  <a:lnTo>
                    <a:pt x="857" y="44"/>
                  </a:lnTo>
                  <a:lnTo>
                    <a:pt x="872" y="74"/>
                  </a:lnTo>
                  <a:lnTo>
                    <a:pt x="878" y="106"/>
                  </a:lnTo>
                  <a:lnTo>
                    <a:pt x="878" y="404"/>
                  </a:lnTo>
                  <a:lnTo>
                    <a:pt x="872" y="437"/>
                  </a:lnTo>
                  <a:lnTo>
                    <a:pt x="857" y="467"/>
                  </a:lnTo>
                  <a:lnTo>
                    <a:pt x="834" y="489"/>
                  </a:lnTo>
                  <a:lnTo>
                    <a:pt x="804" y="505"/>
                  </a:lnTo>
                  <a:lnTo>
                    <a:pt x="772" y="510"/>
                  </a:lnTo>
                  <a:lnTo>
                    <a:pt x="106" y="510"/>
                  </a:lnTo>
                  <a:lnTo>
                    <a:pt x="74" y="505"/>
                  </a:lnTo>
                  <a:lnTo>
                    <a:pt x="44" y="489"/>
                  </a:lnTo>
                  <a:lnTo>
                    <a:pt x="21" y="467"/>
                  </a:lnTo>
                  <a:lnTo>
                    <a:pt x="6" y="437"/>
                  </a:lnTo>
                  <a:lnTo>
                    <a:pt x="0" y="404"/>
                  </a:lnTo>
                  <a:lnTo>
                    <a:pt x="0" y="106"/>
                  </a:lnTo>
                  <a:lnTo>
                    <a:pt x="6" y="74"/>
                  </a:lnTo>
                  <a:lnTo>
                    <a:pt x="21" y="44"/>
                  </a:lnTo>
                  <a:lnTo>
                    <a:pt x="44" y="21"/>
                  </a:lnTo>
                  <a:lnTo>
                    <a:pt x="74" y="6"/>
                  </a:lnTo>
                  <a:lnTo>
                    <a:pt x="106"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2" name="Freeform 71"/>
            <p:cNvSpPr>
              <a:spLocks/>
            </p:cNvSpPr>
            <p:nvPr/>
          </p:nvSpPr>
          <p:spPr bwMode="auto">
            <a:xfrm>
              <a:off x="4035847" y="2926494"/>
              <a:ext cx="703532" cy="673865"/>
            </a:xfrm>
            <a:custGeom>
              <a:avLst/>
              <a:gdLst>
                <a:gd name="T0" fmla="*/ 155 w 830"/>
                <a:gd name="T1" fmla="*/ 0 h 795"/>
                <a:gd name="T2" fmla="*/ 136 w 830"/>
                <a:gd name="T3" fmla="*/ 20 h 795"/>
                <a:gd name="T4" fmla="*/ 125 w 830"/>
                <a:gd name="T5" fmla="*/ 45 h 795"/>
                <a:gd name="T6" fmla="*/ 119 w 830"/>
                <a:gd name="T7" fmla="*/ 71 h 795"/>
                <a:gd name="T8" fmla="*/ 121 w 830"/>
                <a:gd name="T9" fmla="*/ 98 h 795"/>
                <a:gd name="T10" fmla="*/ 129 w 830"/>
                <a:gd name="T11" fmla="*/ 124 h 795"/>
                <a:gd name="T12" fmla="*/ 144 w 830"/>
                <a:gd name="T13" fmla="*/ 149 h 795"/>
                <a:gd name="T14" fmla="*/ 569 w 830"/>
                <a:gd name="T15" fmla="*/ 657 h 795"/>
                <a:gd name="T16" fmla="*/ 590 w 830"/>
                <a:gd name="T17" fmla="*/ 678 h 795"/>
                <a:gd name="T18" fmla="*/ 615 w 830"/>
                <a:gd name="T19" fmla="*/ 689 h 795"/>
                <a:gd name="T20" fmla="*/ 641 w 830"/>
                <a:gd name="T21" fmla="*/ 695 h 795"/>
                <a:gd name="T22" fmla="*/ 668 w 830"/>
                <a:gd name="T23" fmla="*/ 695 h 795"/>
                <a:gd name="T24" fmla="*/ 694 w 830"/>
                <a:gd name="T25" fmla="*/ 687 h 795"/>
                <a:gd name="T26" fmla="*/ 719 w 830"/>
                <a:gd name="T27" fmla="*/ 672 h 795"/>
                <a:gd name="T28" fmla="*/ 830 w 830"/>
                <a:gd name="T29" fmla="*/ 578 h 795"/>
                <a:gd name="T30" fmla="*/ 828 w 830"/>
                <a:gd name="T31" fmla="*/ 580 h 795"/>
                <a:gd name="T32" fmla="*/ 600 w 830"/>
                <a:gd name="T33" fmla="*/ 770 h 795"/>
                <a:gd name="T34" fmla="*/ 577 w 830"/>
                <a:gd name="T35" fmla="*/ 786 h 795"/>
                <a:gd name="T36" fmla="*/ 550 w 830"/>
                <a:gd name="T37" fmla="*/ 793 h 795"/>
                <a:gd name="T38" fmla="*/ 522 w 830"/>
                <a:gd name="T39" fmla="*/ 795 h 795"/>
                <a:gd name="T40" fmla="*/ 496 w 830"/>
                <a:gd name="T41" fmla="*/ 789 h 795"/>
                <a:gd name="T42" fmla="*/ 471 w 830"/>
                <a:gd name="T43" fmla="*/ 776 h 795"/>
                <a:gd name="T44" fmla="*/ 450 w 830"/>
                <a:gd name="T45" fmla="*/ 757 h 795"/>
                <a:gd name="T46" fmla="*/ 25 w 830"/>
                <a:gd name="T47" fmla="*/ 247 h 795"/>
                <a:gd name="T48" fmla="*/ 10 w 830"/>
                <a:gd name="T49" fmla="*/ 223 h 795"/>
                <a:gd name="T50" fmla="*/ 2 w 830"/>
                <a:gd name="T51" fmla="*/ 196 h 795"/>
                <a:gd name="T52" fmla="*/ 0 w 830"/>
                <a:gd name="T53" fmla="*/ 170 h 795"/>
                <a:gd name="T54" fmla="*/ 6 w 830"/>
                <a:gd name="T55" fmla="*/ 143 h 795"/>
                <a:gd name="T56" fmla="*/ 19 w 830"/>
                <a:gd name="T57" fmla="*/ 119 h 795"/>
                <a:gd name="T58" fmla="*/ 38 w 830"/>
                <a:gd name="T59" fmla="*/ 98 h 795"/>
                <a:gd name="T60" fmla="*/ 155 w 830"/>
                <a:gd name="T61"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795">
                  <a:moveTo>
                    <a:pt x="155" y="0"/>
                  </a:moveTo>
                  <a:lnTo>
                    <a:pt x="136" y="20"/>
                  </a:lnTo>
                  <a:lnTo>
                    <a:pt x="125" y="45"/>
                  </a:lnTo>
                  <a:lnTo>
                    <a:pt x="119" y="71"/>
                  </a:lnTo>
                  <a:lnTo>
                    <a:pt x="121" y="98"/>
                  </a:lnTo>
                  <a:lnTo>
                    <a:pt x="129" y="124"/>
                  </a:lnTo>
                  <a:lnTo>
                    <a:pt x="144" y="149"/>
                  </a:lnTo>
                  <a:lnTo>
                    <a:pt x="569" y="657"/>
                  </a:lnTo>
                  <a:lnTo>
                    <a:pt x="590" y="678"/>
                  </a:lnTo>
                  <a:lnTo>
                    <a:pt x="615" y="689"/>
                  </a:lnTo>
                  <a:lnTo>
                    <a:pt x="641" y="695"/>
                  </a:lnTo>
                  <a:lnTo>
                    <a:pt x="668" y="695"/>
                  </a:lnTo>
                  <a:lnTo>
                    <a:pt x="694" y="687"/>
                  </a:lnTo>
                  <a:lnTo>
                    <a:pt x="719" y="672"/>
                  </a:lnTo>
                  <a:lnTo>
                    <a:pt x="830" y="578"/>
                  </a:lnTo>
                  <a:lnTo>
                    <a:pt x="828" y="580"/>
                  </a:lnTo>
                  <a:lnTo>
                    <a:pt x="600" y="770"/>
                  </a:lnTo>
                  <a:lnTo>
                    <a:pt x="577" y="786"/>
                  </a:lnTo>
                  <a:lnTo>
                    <a:pt x="550" y="793"/>
                  </a:lnTo>
                  <a:lnTo>
                    <a:pt x="522" y="795"/>
                  </a:lnTo>
                  <a:lnTo>
                    <a:pt x="496" y="789"/>
                  </a:lnTo>
                  <a:lnTo>
                    <a:pt x="471" y="776"/>
                  </a:lnTo>
                  <a:lnTo>
                    <a:pt x="450" y="757"/>
                  </a:lnTo>
                  <a:lnTo>
                    <a:pt x="25" y="247"/>
                  </a:lnTo>
                  <a:lnTo>
                    <a:pt x="10" y="223"/>
                  </a:lnTo>
                  <a:lnTo>
                    <a:pt x="2" y="196"/>
                  </a:lnTo>
                  <a:lnTo>
                    <a:pt x="0" y="170"/>
                  </a:lnTo>
                  <a:lnTo>
                    <a:pt x="6" y="143"/>
                  </a:lnTo>
                  <a:lnTo>
                    <a:pt x="19" y="119"/>
                  </a:lnTo>
                  <a:lnTo>
                    <a:pt x="38" y="98"/>
                  </a:lnTo>
                  <a:lnTo>
                    <a:pt x="155" y="0"/>
                  </a:lnTo>
                  <a:close/>
                </a:path>
              </a:pathLst>
            </a:custGeom>
            <a:solidFill>
              <a:schemeClr val="accent2">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3" name="Freeform 72"/>
            <p:cNvSpPr>
              <a:spLocks/>
            </p:cNvSpPr>
            <p:nvPr/>
          </p:nvSpPr>
          <p:spPr bwMode="auto">
            <a:xfrm>
              <a:off x="4300307" y="3605444"/>
              <a:ext cx="344985" cy="781513"/>
            </a:xfrm>
            <a:custGeom>
              <a:avLst/>
              <a:gdLst>
                <a:gd name="T0" fmla="*/ 240 w 407"/>
                <a:gd name="T1" fmla="*/ 0 h 922"/>
                <a:gd name="T2" fmla="*/ 269 w 407"/>
                <a:gd name="T3" fmla="*/ 2 h 922"/>
                <a:gd name="T4" fmla="*/ 407 w 407"/>
                <a:gd name="T5" fmla="*/ 32 h 922"/>
                <a:gd name="T6" fmla="*/ 376 w 407"/>
                <a:gd name="T7" fmla="*/ 34 h 922"/>
                <a:gd name="T8" fmla="*/ 348 w 407"/>
                <a:gd name="T9" fmla="*/ 43 h 922"/>
                <a:gd name="T10" fmla="*/ 324 w 407"/>
                <a:gd name="T11" fmla="*/ 60 h 922"/>
                <a:gd name="T12" fmla="*/ 305 w 407"/>
                <a:gd name="T13" fmla="*/ 85 h 922"/>
                <a:gd name="T14" fmla="*/ 293 w 407"/>
                <a:gd name="T15" fmla="*/ 115 h 922"/>
                <a:gd name="T16" fmla="*/ 151 w 407"/>
                <a:gd name="T17" fmla="*/ 763 h 922"/>
                <a:gd name="T18" fmla="*/ 150 w 407"/>
                <a:gd name="T19" fmla="*/ 791 h 922"/>
                <a:gd name="T20" fmla="*/ 155 w 407"/>
                <a:gd name="T21" fmla="*/ 818 h 922"/>
                <a:gd name="T22" fmla="*/ 167 w 407"/>
                <a:gd name="T23" fmla="*/ 842 h 922"/>
                <a:gd name="T24" fmla="*/ 184 w 407"/>
                <a:gd name="T25" fmla="*/ 863 h 922"/>
                <a:gd name="T26" fmla="*/ 206 w 407"/>
                <a:gd name="T27" fmla="*/ 880 h 922"/>
                <a:gd name="T28" fmla="*/ 233 w 407"/>
                <a:gd name="T29" fmla="*/ 890 h 922"/>
                <a:gd name="T30" fmla="*/ 386 w 407"/>
                <a:gd name="T31" fmla="*/ 922 h 922"/>
                <a:gd name="T32" fmla="*/ 375 w 407"/>
                <a:gd name="T33" fmla="*/ 920 h 922"/>
                <a:gd name="T34" fmla="*/ 83 w 407"/>
                <a:gd name="T35" fmla="*/ 857 h 922"/>
                <a:gd name="T36" fmla="*/ 57 w 407"/>
                <a:gd name="T37" fmla="*/ 848 h 922"/>
                <a:gd name="T38" fmla="*/ 34 w 407"/>
                <a:gd name="T39" fmla="*/ 831 h 922"/>
                <a:gd name="T40" fmla="*/ 15 w 407"/>
                <a:gd name="T41" fmla="*/ 810 h 922"/>
                <a:gd name="T42" fmla="*/ 4 w 407"/>
                <a:gd name="T43" fmla="*/ 786 h 922"/>
                <a:gd name="T44" fmla="*/ 0 w 407"/>
                <a:gd name="T45" fmla="*/ 759 h 922"/>
                <a:gd name="T46" fmla="*/ 2 w 407"/>
                <a:gd name="T47" fmla="*/ 731 h 922"/>
                <a:gd name="T48" fmla="*/ 142 w 407"/>
                <a:gd name="T49" fmla="*/ 83 h 922"/>
                <a:gd name="T50" fmla="*/ 153 w 407"/>
                <a:gd name="T51" fmla="*/ 56 h 922"/>
                <a:gd name="T52" fmla="*/ 168 w 407"/>
                <a:gd name="T53" fmla="*/ 34 h 922"/>
                <a:gd name="T54" fmla="*/ 189 w 407"/>
                <a:gd name="T55" fmla="*/ 15 h 922"/>
                <a:gd name="T56" fmla="*/ 214 w 407"/>
                <a:gd name="T57" fmla="*/ 4 h 922"/>
                <a:gd name="T58" fmla="*/ 240 w 407"/>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7" h="922">
                  <a:moveTo>
                    <a:pt x="240" y="0"/>
                  </a:moveTo>
                  <a:lnTo>
                    <a:pt x="269" y="2"/>
                  </a:lnTo>
                  <a:lnTo>
                    <a:pt x="407" y="32"/>
                  </a:lnTo>
                  <a:lnTo>
                    <a:pt x="376" y="34"/>
                  </a:lnTo>
                  <a:lnTo>
                    <a:pt x="348" y="43"/>
                  </a:lnTo>
                  <a:lnTo>
                    <a:pt x="324" y="60"/>
                  </a:lnTo>
                  <a:lnTo>
                    <a:pt x="305" y="85"/>
                  </a:lnTo>
                  <a:lnTo>
                    <a:pt x="293" y="115"/>
                  </a:lnTo>
                  <a:lnTo>
                    <a:pt x="151" y="763"/>
                  </a:lnTo>
                  <a:lnTo>
                    <a:pt x="150" y="791"/>
                  </a:lnTo>
                  <a:lnTo>
                    <a:pt x="155" y="818"/>
                  </a:lnTo>
                  <a:lnTo>
                    <a:pt x="167" y="842"/>
                  </a:lnTo>
                  <a:lnTo>
                    <a:pt x="184" y="863"/>
                  </a:lnTo>
                  <a:lnTo>
                    <a:pt x="206" y="880"/>
                  </a:lnTo>
                  <a:lnTo>
                    <a:pt x="233" y="890"/>
                  </a:lnTo>
                  <a:lnTo>
                    <a:pt x="386" y="922"/>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4" name="Freeform 73"/>
            <p:cNvSpPr>
              <a:spLocks/>
            </p:cNvSpPr>
            <p:nvPr/>
          </p:nvSpPr>
          <p:spPr bwMode="auto">
            <a:xfrm>
              <a:off x="3670519" y="4297109"/>
              <a:ext cx="789990" cy="493319"/>
            </a:xfrm>
            <a:custGeom>
              <a:avLst/>
              <a:gdLst>
                <a:gd name="T0" fmla="*/ 709 w 932"/>
                <a:gd name="T1" fmla="*/ 0 h 582"/>
                <a:gd name="T2" fmla="*/ 736 w 932"/>
                <a:gd name="T3" fmla="*/ 6 h 582"/>
                <a:gd name="T4" fmla="*/ 760 w 932"/>
                <a:gd name="T5" fmla="*/ 17 h 582"/>
                <a:gd name="T6" fmla="*/ 781 w 932"/>
                <a:gd name="T7" fmla="*/ 36 h 582"/>
                <a:gd name="T8" fmla="*/ 798 w 932"/>
                <a:gd name="T9" fmla="*/ 58 h 582"/>
                <a:gd name="T10" fmla="*/ 930 w 932"/>
                <a:gd name="T11" fmla="*/ 325 h 582"/>
                <a:gd name="T12" fmla="*/ 932 w 932"/>
                <a:gd name="T13" fmla="*/ 331 h 582"/>
                <a:gd name="T14" fmla="*/ 866 w 932"/>
                <a:gd name="T15" fmla="*/ 198 h 582"/>
                <a:gd name="T16" fmla="*/ 851 w 932"/>
                <a:gd name="T17" fmla="*/ 176 h 582"/>
                <a:gd name="T18" fmla="*/ 830 w 932"/>
                <a:gd name="T19" fmla="*/ 157 h 582"/>
                <a:gd name="T20" fmla="*/ 806 w 932"/>
                <a:gd name="T21" fmla="*/ 145 h 582"/>
                <a:gd name="T22" fmla="*/ 779 w 932"/>
                <a:gd name="T23" fmla="*/ 140 h 582"/>
                <a:gd name="T24" fmla="*/ 751 w 932"/>
                <a:gd name="T25" fmla="*/ 142 h 582"/>
                <a:gd name="T26" fmla="*/ 724 w 932"/>
                <a:gd name="T27" fmla="*/ 151 h 582"/>
                <a:gd name="T28" fmla="*/ 129 w 932"/>
                <a:gd name="T29" fmla="*/ 446 h 582"/>
                <a:gd name="T30" fmla="*/ 106 w 932"/>
                <a:gd name="T31" fmla="*/ 461 h 582"/>
                <a:gd name="T32" fmla="*/ 89 w 932"/>
                <a:gd name="T33" fmla="*/ 482 h 582"/>
                <a:gd name="T34" fmla="*/ 76 w 932"/>
                <a:gd name="T35" fmla="*/ 504 h 582"/>
                <a:gd name="T36" fmla="*/ 70 w 932"/>
                <a:gd name="T37" fmla="*/ 531 h 582"/>
                <a:gd name="T38" fmla="*/ 70 w 932"/>
                <a:gd name="T39" fmla="*/ 557 h 582"/>
                <a:gd name="T40" fmla="*/ 78 w 932"/>
                <a:gd name="T41" fmla="*/ 582 h 582"/>
                <a:gd name="T42" fmla="*/ 11 w 932"/>
                <a:gd name="T43" fmla="*/ 448 h 582"/>
                <a:gd name="T44" fmla="*/ 2 w 932"/>
                <a:gd name="T45" fmla="*/ 421 h 582"/>
                <a:gd name="T46" fmla="*/ 0 w 932"/>
                <a:gd name="T47" fmla="*/ 393 h 582"/>
                <a:gd name="T48" fmla="*/ 6 w 932"/>
                <a:gd name="T49" fmla="*/ 366 h 582"/>
                <a:gd name="T50" fmla="*/ 19 w 932"/>
                <a:gd name="T51" fmla="*/ 342 h 582"/>
                <a:gd name="T52" fmla="*/ 36 w 932"/>
                <a:gd name="T53" fmla="*/ 321 h 582"/>
                <a:gd name="T54" fmla="*/ 59 w 932"/>
                <a:gd name="T55" fmla="*/ 306 h 582"/>
                <a:gd name="T56" fmla="*/ 654 w 932"/>
                <a:gd name="T57" fmla="*/ 11 h 582"/>
                <a:gd name="T58" fmla="*/ 681 w 932"/>
                <a:gd name="T59" fmla="*/ 2 h 582"/>
                <a:gd name="T60" fmla="*/ 709 w 932"/>
                <a:gd name="T61"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2" h="582">
                  <a:moveTo>
                    <a:pt x="709" y="0"/>
                  </a:moveTo>
                  <a:lnTo>
                    <a:pt x="736" y="6"/>
                  </a:lnTo>
                  <a:lnTo>
                    <a:pt x="760" y="17"/>
                  </a:lnTo>
                  <a:lnTo>
                    <a:pt x="781" y="36"/>
                  </a:lnTo>
                  <a:lnTo>
                    <a:pt x="798" y="58"/>
                  </a:lnTo>
                  <a:lnTo>
                    <a:pt x="930" y="325"/>
                  </a:lnTo>
                  <a:lnTo>
                    <a:pt x="932" y="331"/>
                  </a:lnTo>
                  <a:lnTo>
                    <a:pt x="866" y="198"/>
                  </a:lnTo>
                  <a:lnTo>
                    <a:pt x="851" y="176"/>
                  </a:lnTo>
                  <a:lnTo>
                    <a:pt x="830" y="157"/>
                  </a:lnTo>
                  <a:lnTo>
                    <a:pt x="806" y="145"/>
                  </a:lnTo>
                  <a:lnTo>
                    <a:pt x="779" y="140"/>
                  </a:lnTo>
                  <a:lnTo>
                    <a:pt x="751" y="142"/>
                  </a:lnTo>
                  <a:lnTo>
                    <a:pt x="724" y="151"/>
                  </a:lnTo>
                  <a:lnTo>
                    <a:pt x="129" y="446"/>
                  </a:lnTo>
                  <a:lnTo>
                    <a:pt x="106" y="461"/>
                  </a:lnTo>
                  <a:lnTo>
                    <a:pt x="89" y="482"/>
                  </a:lnTo>
                  <a:lnTo>
                    <a:pt x="76" y="504"/>
                  </a:lnTo>
                  <a:lnTo>
                    <a:pt x="70" y="531"/>
                  </a:lnTo>
                  <a:lnTo>
                    <a:pt x="70" y="557"/>
                  </a:lnTo>
                  <a:lnTo>
                    <a:pt x="78" y="582"/>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5" name="Freeform 74"/>
            <p:cNvSpPr>
              <a:spLocks/>
            </p:cNvSpPr>
            <p:nvPr/>
          </p:nvSpPr>
          <p:spPr bwMode="auto">
            <a:xfrm>
              <a:off x="2934777" y="4313215"/>
              <a:ext cx="734046" cy="603511"/>
            </a:xfrm>
            <a:custGeom>
              <a:avLst/>
              <a:gdLst>
                <a:gd name="T0" fmla="*/ 153 w 866"/>
                <a:gd name="T1" fmla="*/ 0 h 712"/>
                <a:gd name="T2" fmla="*/ 182 w 866"/>
                <a:gd name="T3" fmla="*/ 2 h 712"/>
                <a:gd name="T4" fmla="*/ 208 w 866"/>
                <a:gd name="T5" fmla="*/ 9 h 712"/>
                <a:gd name="T6" fmla="*/ 806 w 866"/>
                <a:gd name="T7" fmla="*/ 300 h 712"/>
                <a:gd name="T8" fmla="*/ 830 w 866"/>
                <a:gd name="T9" fmla="*/ 315 h 712"/>
                <a:gd name="T10" fmla="*/ 847 w 866"/>
                <a:gd name="T11" fmla="*/ 336 h 712"/>
                <a:gd name="T12" fmla="*/ 860 w 866"/>
                <a:gd name="T13" fmla="*/ 361 h 712"/>
                <a:gd name="T14" fmla="*/ 866 w 866"/>
                <a:gd name="T15" fmla="*/ 387 h 712"/>
                <a:gd name="T16" fmla="*/ 864 w 866"/>
                <a:gd name="T17" fmla="*/ 415 h 712"/>
                <a:gd name="T18" fmla="*/ 855 w 866"/>
                <a:gd name="T19" fmla="*/ 442 h 712"/>
                <a:gd name="T20" fmla="*/ 724 w 866"/>
                <a:gd name="T21" fmla="*/ 708 h 712"/>
                <a:gd name="T22" fmla="*/ 724 w 866"/>
                <a:gd name="T23" fmla="*/ 712 h 712"/>
                <a:gd name="T24" fmla="*/ 789 w 866"/>
                <a:gd name="T25" fmla="*/ 580 h 712"/>
                <a:gd name="T26" fmla="*/ 796 w 866"/>
                <a:gd name="T27" fmla="*/ 553 h 712"/>
                <a:gd name="T28" fmla="*/ 798 w 866"/>
                <a:gd name="T29" fmla="*/ 525 h 712"/>
                <a:gd name="T30" fmla="*/ 792 w 866"/>
                <a:gd name="T31" fmla="*/ 499 h 712"/>
                <a:gd name="T32" fmla="*/ 781 w 866"/>
                <a:gd name="T33" fmla="*/ 474 h 712"/>
                <a:gd name="T34" fmla="*/ 762 w 866"/>
                <a:gd name="T35" fmla="*/ 453 h 712"/>
                <a:gd name="T36" fmla="*/ 739 w 866"/>
                <a:gd name="T37" fmla="*/ 438 h 712"/>
                <a:gd name="T38" fmla="*/ 142 w 866"/>
                <a:gd name="T39" fmla="*/ 147 h 712"/>
                <a:gd name="T40" fmla="*/ 115 w 866"/>
                <a:gd name="T41" fmla="*/ 140 h 712"/>
                <a:gd name="T42" fmla="*/ 87 w 866"/>
                <a:gd name="T43" fmla="*/ 138 h 712"/>
                <a:gd name="T44" fmla="*/ 63 w 866"/>
                <a:gd name="T45" fmla="*/ 143 h 712"/>
                <a:gd name="T46" fmla="*/ 38 w 866"/>
                <a:gd name="T47" fmla="*/ 155 h 712"/>
                <a:gd name="T48" fmla="*/ 17 w 866"/>
                <a:gd name="T49" fmla="*/ 172 h 712"/>
                <a:gd name="T50" fmla="*/ 0 w 866"/>
                <a:gd name="T51" fmla="*/ 194 h 712"/>
                <a:gd name="T52" fmla="*/ 66 w 866"/>
                <a:gd name="T53" fmla="*/ 58 h 712"/>
                <a:gd name="T54" fmla="*/ 81 w 866"/>
                <a:gd name="T55" fmla="*/ 36 h 712"/>
                <a:gd name="T56" fmla="*/ 102 w 866"/>
                <a:gd name="T57" fmla="*/ 17 h 712"/>
                <a:gd name="T58" fmla="*/ 127 w 866"/>
                <a:gd name="T59" fmla="*/ 5 h 712"/>
                <a:gd name="T60" fmla="*/ 153 w 866"/>
                <a:gd name="T61"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66" h="712">
                  <a:moveTo>
                    <a:pt x="153" y="0"/>
                  </a:moveTo>
                  <a:lnTo>
                    <a:pt x="182" y="2"/>
                  </a:lnTo>
                  <a:lnTo>
                    <a:pt x="208" y="9"/>
                  </a:lnTo>
                  <a:lnTo>
                    <a:pt x="806" y="300"/>
                  </a:lnTo>
                  <a:lnTo>
                    <a:pt x="830" y="315"/>
                  </a:lnTo>
                  <a:lnTo>
                    <a:pt x="847" y="336"/>
                  </a:lnTo>
                  <a:lnTo>
                    <a:pt x="860" y="361"/>
                  </a:lnTo>
                  <a:lnTo>
                    <a:pt x="866" y="387"/>
                  </a:lnTo>
                  <a:lnTo>
                    <a:pt x="864" y="415"/>
                  </a:lnTo>
                  <a:lnTo>
                    <a:pt x="855" y="442"/>
                  </a:lnTo>
                  <a:lnTo>
                    <a:pt x="724" y="708"/>
                  </a:lnTo>
                  <a:lnTo>
                    <a:pt x="724" y="712"/>
                  </a:lnTo>
                  <a:lnTo>
                    <a:pt x="789" y="580"/>
                  </a:lnTo>
                  <a:lnTo>
                    <a:pt x="796" y="553"/>
                  </a:lnTo>
                  <a:lnTo>
                    <a:pt x="798" y="525"/>
                  </a:lnTo>
                  <a:lnTo>
                    <a:pt x="792" y="499"/>
                  </a:lnTo>
                  <a:lnTo>
                    <a:pt x="781" y="474"/>
                  </a:lnTo>
                  <a:lnTo>
                    <a:pt x="762" y="453"/>
                  </a:lnTo>
                  <a:lnTo>
                    <a:pt x="739" y="438"/>
                  </a:lnTo>
                  <a:lnTo>
                    <a:pt x="142" y="147"/>
                  </a:lnTo>
                  <a:lnTo>
                    <a:pt x="115" y="140"/>
                  </a:lnTo>
                  <a:lnTo>
                    <a:pt x="87" y="138"/>
                  </a:lnTo>
                  <a:lnTo>
                    <a:pt x="63" y="143"/>
                  </a:lnTo>
                  <a:lnTo>
                    <a:pt x="38" y="155"/>
                  </a:lnTo>
                  <a:lnTo>
                    <a:pt x="17" y="172"/>
                  </a:lnTo>
                  <a:lnTo>
                    <a:pt x="0" y="194"/>
                  </a:lnTo>
                  <a:lnTo>
                    <a:pt x="66" y="58"/>
                  </a:lnTo>
                  <a:lnTo>
                    <a:pt x="81" y="36"/>
                  </a:lnTo>
                  <a:lnTo>
                    <a:pt x="102" y="17"/>
                  </a:lnTo>
                  <a:lnTo>
                    <a:pt x="127" y="5"/>
                  </a:lnTo>
                  <a:lnTo>
                    <a:pt x="153"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6" name="Freeform 75"/>
            <p:cNvSpPr>
              <a:spLocks/>
            </p:cNvSpPr>
            <p:nvPr/>
          </p:nvSpPr>
          <p:spPr bwMode="auto">
            <a:xfrm>
              <a:off x="2686422" y="3635959"/>
              <a:ext cx="338204" cy="781513"/>
            </a:xfrm>
            <a:custGeom>
              <a:avLst/>
              <a:gdLst>
                <a:gd name="T0" fmla="*/ 161 w 399"/>
                <a:gd name="T1" fmla="*/ 0 h 922"/>
                <a:gd name="T2" fmla="*/ 189 w 399"/>
                <a:gd name="T3" fmla="*/ 5 h 922"/>
                <a:gd name="T4" fmla="*/ 214 w 399"/>
                <a:gd name="T5" fmla="*/ 17 h 922"/>
                <a:gd name="T6" fmla="*/ 235 w 399"/>
                <a:gd name="T7" fmla="*/ 34 h 922"/>
                <a:gd name="T8" fmla="*/ 250 w 399"/>
                <a:gd name="T9" fmla="*/ 56 h 922"/>
                <a:gd name="T10" fmla="*/ 259 w 399"/>
                <a:gd name="T11" fmla="*/ 83 h 922"/>
                <a:gd name="T12" fmla="*/ 397 w 399"/>
                <a:gd name="T13" fmla="*/ 733 h 922"/>
                <a:gd name="T14" fmla="*/ 399 w 399"/>
                <a:gd name="T15" fmla="*/ 761 h 922"/>
                <a:gd name="T16" fmla="*/ 393 w 399"/>
                <a:gd name="T17" fmla="*/ 787 h 922"/>
                <a:gd name="T18" fmla="*/ 382 w 399"/>
                <a:gd name="T19" fmla="*/ 812 h 922"/>
                <a:gd name="T20" fmla="*/ 365 w 399"/>
                <a:gd name="T21" fmla="*/ 833 h 922"/>
                <a:gd name="T22" fmla="*/ 342 w 399"/>
                <a:gd name="T23" fmla="*/ 850 h 922"/>
                <a:gd name="T24" fmla="*/ 316 w 399"/>
                <a:gd name="T25" fmla="*/ 859 h 922"/>
                <a:gd name="T26" fmla="*/ 25 w 399"/>
                <a:gd name="T27" fmla="*/ 922 h 922"/>
                <a:gd name="T28" fmla="*/ 13 w 399"/>
                <a:gd name="T29" fmla="*/ 922 h 922"/>
                <a:gd name="T30" fmla="*/ 170 w 399"/>
                <a:gd name="T31" fmla="*/ 889 h 922"/>
                <a:gd name="T32" fmla="*/ 197 w 399"/>
                <a:gd name="T33" fmla="*/ 880 h 922"/>
                <a:gd name="T34" fmla="*/ 219 w 399"/>
                <a:gd name="T35" fmla="*/ 863 h 922"/>
                <a:gd name="T36" fmla="*/ 236 w 399"/>
                <a:gd name="T37" fmla="*/ 842 h 922"/>
                <a:gd name="T38" fmla="*/ 250 w 399"/>
                <a:gd name="T39" fmla="*/ 818 h 922"/>
                <a:gd name="T40" fmla="*/ 253 w 399"/>
                <a:gd name="T41" fmla="*/ 791 h 922"/>
                <a:gd name="T42" fmla="*/ 252 w 399"/>
                <a:gd name="T43" fmla="*/ 763 h 922"/>
                <a:gd name="T44" fmla="*/ 114 w 399"/>
                <a:gd name="T45" fmla="*/ 113 h 922"/>
                <a:gd name="T46" fmla="*/ 102 w 399"/>
                <a:gd name="T47" fmla="*/ 85 h 922"/>
                <a:gd name="T48" fmla="*/ 85 w 399"/>
                <a:gd name="T49" fmla="*/ 60 h 922"/>
                <a:gd name="T50" fmla="*/ 59 w 399"/>
                <a:gd name="T51" fmla="*/ 41 h 922"/>
                <a:gd name="T52" fmla="*/ 30 w 399"/>
                <a:gd name="T53" fmla="*/ 32 h 922"/>
                <a:gd name="T54" fmla="*/ 0 w 399"/>
                <a:gd name="T55" fmla="*/ 30 h 922"/>
                <a:gd name="T56" fmla="*/ 132 w 399"/>
                <a:gd name="T57" fmla="*/ 2 h 922"/>
                <a:gd name="T58" fmla="*/ 161 w 399"/>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9" h="922">
                  <a:moveTo>
                    <a:pt x="161" y="0"/>
                  </a:moveTo>
                  <a:lnTo>
                    <a:pt x="189" y="5"/>
                  </a:lnTo>
                  <a:lnTo>
                    <a:pt x="214" y="17"/>
                  </a:lnTo>
                  <a:lnTo>
                    <a:pt x="235" y="34"/>
                  </a:lnTo>
                  <a:lnTo>
                    <a:pt x="250" y="56"/>
                  </a:lnTo>
                  <a:lnTo>
                    <a:pt x="259" y="83"/>
                  </a:lnTo>
                  <a:lnTo>
                    <a:pt x="397" y="733"/>
                  </a:lnTo>
                  <a:lnTo>
                    <a:pt x="399" y="761"/>
                  </a:lnTo>
                  <a:lnTo>
                    <a:pt x="393" y="787"/>
                  </a:lnTo>
                  <a:lnTo>
                    <a:pt x="382" y="812"/>
                  </a:lnTo>
                  <a:lnTo>
                    <a:pt x="365" y="833"/>
                  </a:lnTo>
                  <a:lnTo>
                    <a:pt x="342" y="850"/>
                  </a:lnTo>
                  <a:lnTo>
                    <a:pt x="316" y="859"/>
                  </a:lnTo>
                  <a:lnTo>
                    <a:pt x="25" y="922"/>
                  </a:lnTo>
                  <a:lnTo>
                    <a:pt x="13" y="922"/>
                  </a:lnTo>
                  <a:lnTo>
                    <a:pt x="170" y="889"/>
                  </a:lnTo>
                  <a:lnTo>
                    <a:pt x="197" y="880"/>
                  </a:lnTo>
                  <a:lnTo>
                    <a:pt x="219" y="863"/>
                  </a:lnTo>
                  <a:lnTo>
                    <a:pt x="236" y="842"/>
                  </a:lnTo>
                  <a:lnTo>
                    <a:pt x="250" y="818"/>
                  </a:lnTo>
                  <a:lnTo>
                    <a:pt x="253" y="791"/>
                  </a:lnTo>
                  <a:lnTo>
                    <a:pt x="252" y="763"/>
                  </a:lnTo>
                  <a:lnTo>
                    <a:pt x="114" y="113"/>
                  </a:lnTo>
                  <a:lnTo>
                    <a:pt x="102" y="85"/>
                  </a:lnTo>
                  <a:lnTo>
                    <a:pt x="85" y="60"/>
                  </a:lnTo>
                  <a:lnTo>
                    <a:pt x="59" y="41"/>
                  </a:lnTo>
                  <a:lnTo>
                    <a:pt x="30" y="32"/>
                  </a:lnTo>
                  <a:lnTo>
                    <a:pt x="0" y="30"/>
                  </a:lnTo>
                  <a:lnTo>
                    <a:pt x="132" y="2"/>
                  </a:lnTo>
                  <a:lnTo>
                    <a:pt x="161" y="0"/>
                  </a:lnTo>
                  <a:close/>
                </a:path>
              </a:pathLst>
            </a:custGeom>
            <a:solidFill>
              <a:schemeClr val="accent5">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7" name="Freeform 76"/>
            <p:cNvSpPr>
              <a:spLocks/>
            </p:cNvSpPr>
            <p:nvPr/>
          </p:nvSpPr>
          <p:spPr bwMode="auto">
            <a:xfrm>
              <a:off x="2580468" y="2945141"/>
              <a:ext cx="710312" cy="673017"/>
            </a:xfrm>
            <a:custGeom>
              <a:avLst/>
              <a:gdLst>
                <a:gd name="T0" fmla="*/ 687 w 838"/>
                <a:gd name="T1" fmla="*/ 0 h 794"/>
                <a:gd name="T2" fmla="*/ 800 w 838"/>
                <a:gd name="T3" fmla="*/ 95 h 794"/>
                <a:gd name="T4" fmla="*/ 819 w 838"/>
                <a:gd name="T5" fmla="*/ 116 h 794"/>
                <a:gd name="T6" fmla="*/ 832 w 838"/>
                <a:gd name="T7" fmla="*/ 140 h 794"/>
                <a:gd name="T8" fmla="*/ 838 w 838"/>
                <a:gd name="T9" fmla="*/ 167 h 794"/>
                <a:gd name="T10" fmla="*/ 836 w 838"/>
                <a:gd name="T11" fmla="*/ 195 h 794"/>
                <a:gd name="T12" fmla="*/ 828 w 838"/>
                <a:gd name="T13" fmla="*/ 221 h 794"/>
                <a:gd name="T14" fmla="*/ 813 w 838"/>
                <a:gd name="T15" fmla="*/ 244 h 794"/>
                <a:gd name="T16" fmla="*/ 388 w 838"/>
                <a:gd name="T17" fmla="*/ 756 h 794"/>
                <a:gd name="T18" fmla="*/ 367 w 838"/>
                <a:gd name="T19" fmla="*/ 775 h 794"/>
                <a:gd name="T20" fmla="*/ 343 w 838"/>
                <a:gd name="T21" fmla="*/ 788 h 794"/>
                <a:gd name="T22" fmla="*/ 316 w 838"/>
                <a:gd name="T23" fmla="*/ 794 h 794"/>
                <a:gd name="T24" fmla="*/ 290 w 838"/>
                <a:gd name="T25" fmla="*/ 792 h 794"/>
                <a:gd name="T26" fmla="*/ 263 w 838"/>
                <a:gd name="T27" fmla="*/ 784 h 794"/>
                <a:gd name="T28" fmla="*/ 239 w 838"/>
                <a:gd name="T29" fmla="*/ 769 h 794"/>
                <a:gd name="T30" fmla="*/ 10 w 838"/>
                <a:gd name="T31" fmla="*/ 578 h 794"/>
                <a:gd name="T32" fmla="*/ 4 w 838"/>
                <a:gd name="T33" fmla="*/ 575 h 794"/>
                <a:gd name="T34" fmla="*/ 0 w 838"/>
                <a:gd name="T35" fmla="*/ 569 h 794"/>
                <a:gd name="T36" fmla="*/ 116 w 838"/>
                <a:gd name="T37" fmla="*/ 665 h 794"/>
                <a:gd name="T38" fmla="*/ 138 w 838"/>
                <a:gd name="T39" fmla="*/ 680 h 794"/>
                <a:gd name="T40" fmla="*/ 165 w 838"/>
                <a:gd name="T41" fmla="*/ 688 h 794"/>
                <a:gd name="T42" fmla="*/ 193 w 838"/>
                <a:gd name="T43" fmla="*/ 688 h 794"/>
                <a:gd name="T44" fmla="*/ 220 w 838"/>
                <a:gd name="T45" fmla="*/ 682 h 794"/>
                <a:gd name="T46" fmla="*/ 244 w 838"/>
                <a:gd name="T47" fmla="*/ 671 h 794"/>
                <a:gd name="T48" fmla="*/ 265 w 838"/>
                <a:gd name="T49" fmla="*/ 650 h 794"/>
                <a:gd name="T50" fmla="*/ 689 w 838"/>
                <a:gd name="T51" fmla="*/ 140 h 794"/>
                <a:gd name="T52" fmla="*/ 706 w 838"/>
                <a:gd name="T53" fmla="*/ 114 h 794"/>
                <a:gd name="T54" fmla="*/ 713 w 838"/>
                <a:gd name="T55" fmla="*/ 85 h 794"/>
                <a:gd name="T56" fmla="*/ 711 w 838"/>
                <a:gd name="T57" fmla="*/ 55 h 794"/>
                <a:gd name="T58" fmla="*/ 704 w 838"/>
                <a:gd name="T59" fmla="*/ 27 h 794"/>
                <a:gd name="T60" fmla="*/ 687 w 838"/>
                <a:gd name="T61"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8" h="794">
                  <a:moveTo>
                    <a:pt x="687" y="0"/>
                  </a:moveTo>
                  <a:lnTo>
                    <a:pt x="800" y="95"/>
                  </a:lnTo>
                  <a:lnTo>
                    <a:pt x="819" y="116"/>
                  </a:lnTo>
                  <a:lnTo>
                    <a:pt x="832" y="140"/>
                  </a:lnTo>
                  <a:lnTo>
                    <a:pt x="838" y="167"/>
                  </a:lnTo>
                  <a:lnTo>
                    <a:pt x="836" y="195"/>
                  </a:lnTo>
                  <a:lnTo>
                    <a:pt x="828" y="221"/>
                  </a:lnTo>
                  <a:lnTo>
                    <a:pt x="813" y="244"/>
                  </a:lnTo>
                  <a:lnTo>
                    <a:pt x="388" y="756"/>
                  </a:lnTo>
                  <a:lnTo>
                    <a:pt x="367" y="775"/>
                  </a:lnTo>
                  <a:lnTo>
                    <a:pt x="343" y="788"/>
                  </a:lnTo>
                  <a:lnTo>
                    <a:pt x="316" y="794"/>
                  </a:lnTo>
                  <a:lnTo>
                    <a:pt x="290" y="792"/>
                  </a:lnTo>
                  <a:lnTo>
                    <a:pt x="263" y="784"/>
                  </a:lnTo>
                  <a:lnTo>
                    <a:pt x="239" y="769"/>
                  </a:lnTo>
                  <a:lnTo>
                    <a:pt x="10" y="578"/>
                  </a:lnTo>
                  <a:lnTo>
                    <a:pt x="4" y="575"/>
                  </a:lnTo>
                  <a:lnTo>
                    <a:pt x="0" y="569"/>
                  </a:lnTo>
                  <a:lnTo>
                    <a:pt x="116" y="665"/>
                  </a:lnTo>
                  <a:lnTo>
                    <a:pt x="138" y="680"/>
                  </a:lnTo>
                  <a:lnTo>
                    <a:pt x="165" y="688"/>
                  </a:lnTo>
                  <a:lnTo>
                    <a:pt x="193" y="688"/>
                  </a:lnTo>
                  <a:lnTo>
                    <a:pt x="220" y="682"/>
                  </a:lnTo>
                  <a:lnTo>
                    <a:pt x="244" y="671"/>
                  </a:lnTo>
                  <a:lnTo>
                    <a:pt x="265" y="650"/>
                  </a:lnTo>
                  <a:lnTo>
                    <a:pt x="689" y="140"/>
                  </a:lnTo>
                  <a:lnTo>
                    <a:pt x="706" y="114"/>
                  </a:lnTo>
                  <a:lnTo>
                    <a:pt x="713" y="85"/>
                  </a:lnTo>
                  <a:lnTo>
                    <a:pt x="711" y="55"/>
                  </a:lnTo>
                  <a:lnTo>
                    <a:pt x="704" y="27"/>
                  </a:lnTo>
                  <a:lnTo>
                    <a:pt x="687" y="0"/>
                  </a:lnTo>
                  <a:close/>
                </a:path>
              </a:pathLst>
            </a:custGeom>
            <a:solidFill>
              <a:schemeClr val="accent6">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8" name="Freeform 77"/>
            <p:cNvSpPr>
              <a:spLocks/>
            </p:cNvSpPr>
            <p:nvPr/>
          </p:nvSpPr>
          <p:spPr bwMode="auto">
            <a:xfrm>
              <a:off x="3284000" y="2849359"/>
              <a:ext cx="744218" cy="212755"/>
            </a:xfrm>
            <a:custGeom>
              <a:avLst/>
              <a:gdLst>
                <a:gd name="T0" fmla="*/ 0 w 878"/>
                <a:gd name="T1" fmla="*/ 0 h 251"/>
                <a:gd name="T2" fmla="*/ 6 w 878"/>
                <a:gd name="T3" fmla="*/ 34 h 251"/>
                <a:gd name="T4" fmla="*/ 21 w 878"/>
                <a:gd name="T5" fmla="*/ 62 h 251"/>
                <a:gd name="T6" fmla="*/ 44 w 878"/>
                <a:gd name="T7" fmla="*/ 85 h 251"/>
                <a:gd name="T8" fmla="*/ 74 w 878"/>
                <a:gd name="T9" fmla="*/ 100 h 251"/>
                <a:gd name="T10" fmla="*/ 106 w 878"/>
                <a:gd name="T11" fmla="*/ 106 h 251"/>
                <a:gd name="T12" fmla="*/ 772 w 878"/>
                <a:gd name="T13" fmla="*/ 106 h 251"/>
                <a:gd name="T14" fmla="*/ 804 w 878"/>
                <a:gd name="T15" fmla="*/ 100 h 251"/>
                <a:gd name="T16" fmla="*/ 834 w 878"/>
                <a:gd name="T17" fmla="*/ 85 h 251"/>
                <a:gd name="T18" fmla="*/ 857 w 878"/>
                <a:gd name="T19" fmla="*/ 62 h 251"/>
                <a:gd name="T20" fmla="*/ 872 w 878"/>
                <a:gd name="T21" fmla="*/ 34 h 251"/>
                <a:gd name="T22" fmla="*/ 878 w 878"/>
                <a:gd name="T23" fmla="*/ 0 h 251"/>
                <a:gd name="T24" fmla="*/ 878 w 878"/>
                <a:gd name="T25" fmla="*/ 145 h 251"/>
                <a:gd name="T26" fmla="*/ 872 w 878"/>
                <a:gd name="T27" fmla="*/ 178 h 251"/>
                <a:gd name="T28" fmla="*/ 857 w 878"/>
                <a:gd name="T29" fmla="*/ 208 h 251"/>
                <a:gd name="T30" fmla="*/ 834 w 878"/>
                <a:gd name="T31" fmla="*/ 230 h 251"/>
                <a:gd name="T32" fmla="*/ 804 w 878"/>
                <a:gd name="T33" fmla="*/ 246 h 251"/>
                <a:gd name="T34" fmla="*/ 772 w 878"/>
                <a:gd name="T35" fmla="*/ 251 h 251"/>
                <a:gd name="T36" fmla="*/ 106 w 878"/>
                <a:gd name="T37" fmla="*/ 251 h 251"/>
                <a:gd name="T38" fmla="*/ 74 w 878"/>
                <a:gd name="T39" fmla="*/ 246 h 251"/>
                <a:gd name="T40" fmla="*/ 44 w 878"/>
                <a:gd name="T41" fmla="*/ 230 h 251"/>
                <a:gd name="T42" fmla="*/ 21 w 878"/>
                <a:gd name="T43" fmla="*/ 208 h 251"/>
                <a:gd name="T44" fmla="*/ 6 w 878"/>
                <a:gd name="T45" fmla="*/ 178 h 251"/>
                <a:gd name="T46" fmla="*/ 0 w 878"/>
                <a:gd name="T47" fmla="*/ 145 h 251"/>
                <a:gd name="T48" fmla="*/ 0 w 878"/>
                <a:gd name="T4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251">
                  <a:moveTo>
                    <a:pt x="0" y="0"/>
                  </a:moveTo>
                  <a:lnTo>
                    <a:pt x="6" y="34"/>
                  </a:lnTo>
                  <a:lnTo>
                    <a:pt x="21" y="62"/>
                  </a:lnTo>
                  <a:lnTo>
                    <a:pt x="44" y="85"/>
                  </a:lnTo>
                  <a:lnTo>
                    <a:pt x="74" y="100"/>
                  </a:lnTo>
                  <a:lnTo>
                    <a:pt x="106" y="106"/>
                  </a:lnTo>
                  <a:lnTo>
                    <a:pt x="772" y="106"/>
                  </a:lnTo>
                  <a:lnTo>
                    <a:pt x="804" y="100"/>
                  </a:lnTo>
                  <a:lnTo>
                    <a:pt x="834" y="85"/>
                  </a:lnTo>
                  <a:lnTo>
                    <a:pt x="857" y="62"/>
                  </a:lnTo>
                  <a:lnTo>
                    <a:pt x="872" y="34"/>
                  </a:lnTo>
                  <a:lnTo>
                    <a:pt x="878" y="0"/>
                  </a:lnTo>
                  <a:lnTo>
                    <a:pt x="878" y="145"/>
                  </a:lnTo>
                  <a:lnTo>
                    <a:pt x="872" y="178"/>
                  </a:lnTo>
                  <a:lnTo>
                    <a:pt x="857" y="208"/>
                  </a:lnTo>
                  <a:lnTo>
                    <a:pt x="834" y="230"/>
                  </a:lnTo>
                  <a:lnTo>
                    <a:pt x="804" y="246"/>
                  </a:lnTo>
                  <a:lnTo>
                    <a:pt x="772" y="251"/>
                  </a:lnTo>
                  <a:lnTo>
                    <a:pt x="106" y="251"/>
                  </a:lnTo>
                  <a:lnTo>
                    <a:pt x="74" y="246"/>
                  </a:lnTo>
                  <a:lnTo>
                    <a:pt x="44" y="230"/>
                  </a:lnTo>
                  <a:lnTo>
                    <a:pt x="21" y="208"/>
                  </a:lnTo>
                  <a:lnTo>
                    <a:pt x="6" y="178"/>
                  </a:lnTo>
                  <a:lnTo>
                    <a:pt x="0" y="145"/>
                  </a:lnTo>
                  <a:lnTo>
                    <a:pt x="0"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9" name="Freeform 78"/>
            <p:cNvSpPr>
              <a:spLocks/>
            </p:cNvSpPr>
            <p:nvPr/>
          </p:nvSpPr>
          <p:spPr bwMode="auto">
            <a:xfrm>
              <a:off x="2862729" y="3038380"/>
              <a:ext cx="1597781" cy="1564722"/>
            </a:xfrm>
            <a:custGeom>
              <a:avLst/>
              <a:gdLst>
                <a:gd name="T0" fmla="*/ 1261 w 1885"/>
                <a:gd name="T1" fmla="*/ 0 h 1846"/>
                <a:gd name="T2" fmla="*/ 1299 w 1885"/>
                <a:gd name="T3" fmla="*/ 4 h 1846"/>
                <a:gd name="T4" fmla="*/ 1337 w 1885"/>
                <a:gd name="T5" fmla="*/ 15 h 1846"/>
                <a:gd name="T6" fmla="*/ 1375 w 1885"/>
                <a:gd name="T7" fmla="*/ 34 h 1846"/>
                <a:gd name="T8" fmla="*/ 1409 w 1885"/>
                <a:gd name="T9" fmla="*/ 57 h 1846"/>
                <a:gd name="T10" fmla="*/ 1435 w 1885"/>
                <a:gd name="T11" fmla="*/ 81 h 1846"/>
                <a:gd name="T12" fmla="*/ 1838 w 1885"/>
                <a:gd name="T13" fmla="*/ 584 h 1846"/>
                <a:gd name="T14" fmla="*/ 1857 w 1885"/>
                <a:gd name="T15" fmla="*/ 614 h 1846"/>
                <a:gd name="T16" fmla="*/ 1872 w 1885"/>
                <a:gd name="T17" fmla="*/ 652 h 1846"/>
                <a:gd name="T18" fmla="*/ 1881 w 1885"/>
                <a:gd name="T19" fmla="*/ 693 h 1846"/>
                <a:gd name="T20" fmla="*/ 1885 w 1885"/>
                <a:gd name="T21" fmla="*/ 733 h 1846"/>
                <a:gd name="T22" fmla="*/ 1881 w 1885"/>
                <a:gd name="T23" fmla="*/ 771 h 1846"/>
                <a:gd name="T24" fmla="*/ 1740 w 1885"/>
                <a:gd name="T25" fmla="*/ 1396 h 1846"/>
                <a:gd name="T26" fmla="*/ 1726 w 1885"/>
                <a:gd name="T27" fmla="*/ 1432 h 1846"/>
                <a:gd name="T28" fmla="*/ 1708 w 1885"/>
                <a:gd name="T29" fmla="*/ 1468 h 1846"/>
                <a:gd name="T30" fmla="*/ 1681 w 1885"/>
                <a:gd name="T31" fmla="*/ 1500 h 1846"/>
                <a:gd name="T32" fmla="*/ 1651 w 1885"/>
                <a:gd name="T33" fmla="*/ 1526 h 1846"/>
                <a:gd name="T34" fmla="*/ 1621 w 1885"/>
                <a:gd name="T35" fmla="*/ 1547 h 1846"/>
                <a:gd name="T36" fmla="*/ 1042 w 1885"/>
                <a:gd name="T37" fmla="*/ 1827 h 1846"/>
                <a:gd name="T38" fmla="*/ 1006 w 1885"/>
                <a:gd name="T39" fmla="*/ 1840 h 1846"/>
                <a:gd name="T40" fmla="*/ 966 w 1885"/>
                <a:gd name="T41" fmla="*/ 1846 h 1846"/>
                <a:gd name="T42" fmla="*/ 925 w 1885"/>
                <a:gd name="T43" fmla="*/ 1846 h 1846"/>
                <a:gd name="T44" fmla="*/ 885 w 1885"/>
                <a:gd name="T45" fmla="*/ 1840 h 1846"/>
                <a:gd name="T46" fmla="*/ 851 w 1885"/>
                <a:gd name="T47" fmla="*/ 1829 h 1846"/>
                <a:gd name="T48" fmla="*/ 270 w 1885"/>
                <a:gd name="T49" fmla="*/ 1551 h 1846"/>
                <a:gd name="T50" fmla="*/ 238 w 1885"/>
                <a:gd name="T51" fmla="*/ 1532 h 1846"/>
                <a:gd name="T52" fmla="*/ 208 w 1885"/>
                <a:gd name="T53" fmla="*/ 1504 h 1846"/>
                <a:gd name="T54" fmla="*/ 182 w 1885"/>
                <a:gd name="T55" fmla="*/ 1472 h 1846"/>
                <a:gd name="T56" fmla="*/ 163 w 1885"/>
                <a:gd name="T57" fmla="*/ 1438 h 1846"/>
                <a:gd name="T58" fmla="*/ 149 w 1885"/>
                <a:gd name="T59" fmla="*/ 1402 h 1846"/>
                <a:gd name="T60" fmla="*/ 4 w 1885"/>
                <a:gd name="T61" fmla="*/ 776 h 1846"/>
                <a:gd name="T62" fmla="*/ 0 w 1885"/>
                <a:gd name="T63" fmla="*/ 739 h 1846"/>
                <a:gd name="T64" fmla="*/ 4 w 1885"/>
                <a:gd name="T65" fmla="*/ 699 h 1846"/>
                <a:gd name="T66" fmla="*/ 13 w 1885"/>
                <a:gd name="T67" fmla="*/ 657 h 1846"/>
                <a:gd name="T68" fmla="*/ 27 w 1885"/>
                <a:gd name="T69" fmla="*/ 620 h 1846"/>
                <a:gd name="T70" fmla="*/ 47 w 1885"/>
                <a:gd name="T71" fmla="*/ 589 h 1846"/>
                <a:gd name="T72" fmla="*/ 446 w 1885"/>
                <a:gd name="T73" fmla="*/ 85 h 1846"/>
                <a:gd name="T74" fmla="*/ 473 w 1885"/>
                <a:gd name="T75" fmla="*/ 58 h 1846"/>
                <a:gd name="T76" fmla="*/ 505 w 1885"/>
                <a:gd name="T77" fmla="*/ 36 h 1846"/>
                <a:gd name="T78" fmla="*/ 543 w 1885"/>
                <a:gd name="T79" fmla="*/ 19 h 1846"/>
                <a:gd name="T80" fmla="*/ 582 w 1885"/>
                <a:gd name="T81" fmla="*/ 6 h 1846"/>
                <a:gd name="T82" fmla="*/ 618 w 1885"/>
                <a:gd name="T83" fmla="*/ 2 h 1846"/>
                <a:gd name="T84" fmla="*/ 1261 w 1885"/>
                <a:gd name="T85" fmla="*/ 0 h 1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85" h="1846">
                  <a:moveTo>
                    <a:pt x="1261" y="0"/>
                  </a:moveTo>
                  <a:lnTo>
                    <a:pt x="1299" y="4"/>
                  </a:lnTo>
                  <a:lnTo>
                    <a:pt x="1337" y="15"/>
                  </a:lnTo>
                  <a:lnTo>
                    <a:pt x="1375" y="34"/>
                  </a:lnTo>
                  <a:lnTo>
                    <a:pt x="1409" y="57"/>
                  </a:lnTo>
                  <a:lnTo>
                    <a:pt x="1435" y="81"/>
                  </a:lnTo>
                  <a:lnTo>
                    <a:pt x="1838" y="584"/>
                  </a:lnTo>
                  <a:lnTo>
                    <a:pt x="1857" y="614"/>
                  </a:lnTo>
                  <a:lnTo>
                    <a:pt x="1872" y="652"/>
                  </a:lnTo>
                  <a:lnTo>
                    <a:pt x="1881" y="693"/>
                  </a:lnTo>
                  <a:lnTo>
                    <a:pt x="1885" y="733"/>
                  </a:lnTo>
                  <a:lnTo>
                    <a:pt x="1881" y="771"/>
                  </a:lnTo>
                  <a:lnTo>
                    <a:pt x="1740" y="1396"/>
                  </a:lnTo>
                  <a:lnTo>
                    <a:pt x="1726" y="1432"/>
                  </a:lnTo>
                  <a:lnTo>
                    <a:pt x="1708" y="1468"/>
                  </a:lnTo>
                  <a:lnTo>
                    <a:pt x="1681" y="1500"/>
                  </a:lnTo>
                  <a:lnTo>
                    <a:pt x="1651" y="1526"/>
                  </a:lnTo>
                  <a:lnTo>
                    <a:pt x="1621" y="1547"/>
                  </a:lnTo>
                  <a:lnTo>
                    <a:pt x="1042" y="1827"/>
                  </a:lnTo>
                  <a:lnTo>
                    <a:pt x="1006" y="1840"/>
                  </a:lnTo>
                  <a:lnTo>
                    <a:pt x="966" y="1846"/>
                  </a:lnTo>
                  <a:lnTo>
                    <a:pt x="925" y="1846"/>
                  </a:lnTo>
                  <a:lnTo>
                    <a:pt x="885" y="1840"/>
                  </a:lnTo>
                  <a:lnTo>
                    <a:pt x="851" y="1829"/>
                  </a:lnTo>
                  <a:lnTo>
                    <a:pt x="270" y="1551"/>
                  </a:lnTo>
                  <a:lnTo>
                    <a:pt x="238" y="1532"/>
                  </a:lnTo>
                  <a:lnTo>
                    <a:pt x="208" y="1504"/>
                  </a:lnTo>
                  <a:lnTo>
                    <a:pt x="182" y="1472"/>
                  </a:lnTo>
                  <a:lnTo>
                    <a:pt x="163" y="1438"/>
                  </a:lnTo>
                  <a:lnTo>
                    <a:pt x="149" y="1402"/>
                  </a:lnTo>
                  <a:lnTo>
                    <a:pt x="4" y="776"/>
                  </a:lnTo>
                  <a:lnTo>
                    <a:pt x="0" y="739"/>
                  </a:lnTo>
                  <a:lnTo>
                    <a:pt x="4" y="699"/>
                  </a:lnTo>
                  <a:lnTo>
                    <a:pt x="13" y="657"/>
                  </a:lnTo>
                  <a:lnTo>
                    <a:pt x="27" y="620"/>
                  </a:lnTo>
                  <a:lnTo>
                    <a:pt x="47" y="589"/>
                  </a:lnTo>
                  <a:lnTo>
                    <a:pt x="446" y="85"/>
                  </a:lnTo>
                  <a:lnTo>
                    <a:pt x="473" y="58"/>
                  </a:lnTo>
                  <a:lnTo>
                    <a:pt x="505" y="36"/>
                  </a:lnTo>
                  <a:lnTo>
                    <a:pt x="543" y="19"/>
                  </a:lnTo>
                  <a:lnTo>
                    <a:pt x="582" y="6"/>
                  </a:lnTo>
                  <a:lnTo>
                    <a:pt x="618" y="2"/>
                  </a:lnTo>
                  <a:lnTo>
                    <a:pt x="1261" y="0"/>
                  </a:lnTo>
                  <a:close/>
                </a:path>
              </a:pathLst>
            </a:custGeom>
            <a:gradFill flip="none" rotWithShape="1">
              <a:gsLst>
                <a:gs pos="0">
                  <a:schemeClr val="bg1"/>
                </a:gs>
                <a:gs pos="100000">
                  <a:schemeClr val="bg1">
                    <a:lumMod val="85000"/>
                  </a:schemeClr>
                </a:gs>
              </a:gsLst>
              <a:lin ang="2700000" scaled="1"/>
              <a:tileRect/>
            </a:gradFill>
            <a:ln w="0">
              <a:noFill/>
              <a:prstDash val="solid"/>
              <a:round/>
              <a:headEnd/>
              <a:tailEnd/>
            </a:ln>
            <a:effectLst>
              <a:outerShdw blurRad="190500" sx="102000" sy="102000" algn="ctr" rotWithShape="0">
                <a:prstClr val="black">
                  <a:alpha val="8000"/>
                </a:prstClr>
              </a:outerShdw>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80" name="TextBox 79"/>
            <p:cNvSpPr txBox="1"/>
            <p:nvPr/>
          </p:nvSpPr>
          <p:spPr>
            <a:xfrm>
              <a:off x="3477103" y="264445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01</a:t>
              </a:r>
              <a:endParaRPr lang="en-IN" sz="1400" b="1" dirty="0">
                <a:solidFill>
                  <a:prstClr val="white"/>
                </a:solidFill>
                <a:latin typeface="Arial" pitchFamily="34" charset="0"/>
                <a:cs typeface="Arial" pitchFamily="34" charset="0"/>
              </a:endParaRPr>
            </a:p>
          </p:txBody>
        </p:sp>
        <p:sp>
          <p:nvSpPr>
            <p:cNvPr id="81" name="TextBox 80"/>
            <p:cNvSpPr txBox="1"/>
            <p:nvPr/>
          </p:nvSpPr>
          <p:spPr>
            <a:xfrm rot="2937415">
              <a:off x="4250494" y="3028069"/>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02</a:t>
              </a:r>
              <a:endParaRPr lang="en-IN" sz="1400" b="1" dirty="0">
                <a:solidFill>
                  <a:prstClr val="white"/>
                </a:solidFill>
                <a:latin typeface="Arial" pitchFamily="34" charset="0"/>
                <a:cs typeface="Arial" pitchFamily="34" charset="0"/>
              </a:endParaRPr>
            </a:p>
          </p:txBody>
        </p:sp>
        <p:sp>
          <p:nvSpPr>
            <p:cNvPr id="82" name="TextBox 81"/>
            <p:cNvSpPr txBox="1"/>
            <p:nvPr/>
          </p:nvSpPr>
          <p:spPr>
            <a:xfrm rot="16949909">
              <a:off x="4433397" y="385845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03</a:t>
              </a:r>
              <a:endParaRPr lang="en-IN" sz="1400" b="1" dirty="0">
                <a:solidFill>
                  <a:prstClr val="white"/>
                </a:solidFill>
                <a:latin typeface="Arial" pitchFamily="34" charset="0"/>
                <a:cs typeface="Arial" pitchFamily="34" charset="0"/>
              </a:endParaRPr>
            </a:p>
          </p:txBody>
        </p:sp>
        <p:sp>
          <p:nvSpPr>
            <p:cNvPr id="83" name="TextBox 82"/>
            <p:cNvSpPr txBox="1"/>
            <p:nvPr/>
          </p:nvSpPr>
          <p:spPr>
            <a:xfrm rot="20026711">
              <a:off x="3893510" y="4523470"/>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04</a:t>
              </a:r>
              <a:endParaRPr lang="en-IN" sz="1400" b="1" dirty="0">
                <a:solidFill>
                  <a:prstClr val="white"/>
                </a:solidFill>
                <a:latin typeface="Arial" pitchFamily="34" charset="0"/>
                <a:cs typeface="Arial" pitchFamily="34" charset="0"/>
              </a:endParaRPr>
            </a:p>
          </p:txBody>
        </p:sp>
        <p:sp>
          <p:nvSpPr>
            <p:cNvPr id="84" name="TextBox 83"/>
            <p:cNvSpPr txBox="1"/>
            <p:nvPr/>
          </p:nvSpPr>
          <p:spPr>
            <a:xfrm rot="1465680">
              <a:off x="3051154" y="452901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05</a:t>
              </a:r>
              <a:endParaRPr lang="en-IN" sz="1400" b="1" dirty="0">
                <a:solidFill>
                  <a:prstClr val="white"/>
                </a:solidFill>
                <a:latin typeface="Arial" pitchFamily="34" charset="0"/>
                <a:cs typeface="Arial" pitchFamily="34" charset="0"/>
              </a:endParaRPr>
            </a:p>
          </p:txBody>
        </p:sp>
        <p:sp>
          <p:nvSpPr>
            <p:cNvPr id="85" name="TextBox 84"/>
            <p:cNvSpPr txBox="1"/>
            <p:nvPr/>
          </p:nvSpPr>
          <p:spPr>
            <a:xfrm rot="15392932">
              <a:off x="2513598" y="389170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06</a:t>
              </a:r>
              <a:endParaRPr lang="en-IN" sz="1400" b="1" dirty="0">
                <a:solidFill>
                  <a:prstClr val="white"/>
                </a:solidFill>
                <a:latin typeface="Arial" pitchFamily="34" charset="0"/>
                <a:cs typeface="Arial" pitchFamily="34" charset="0"/>
              </a:endParaRPr>
            </a:p>
          </p:txBody>
        </p:sp>
        <p:sp>
          <p:nvSpPr>
            <p:cNvPr id="86" name="TextBox 85"/>
            <p:cNvSpPr txBox="1"/>
            <p:nvPr/>
          </p:nvSpPr>
          <p:spPr>
            <a:xfrm rot="18533137">
              <a:off x="2696481" y="303272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07</a:t>
              </a:r>
              <a:endParaRPr lang="en-IN" sz="1400" b="1" dirty="0">
                <a:solidFill>
                  <a:prstClr val="white"/>
                </a:solidFill>
                <a:latin typeface="Arial" pitchFamily="34" charset="0"/>
                <a:cs typeface="Arial" pitchFamily="34" charset="0"/>
              </a:endParaRPr>
            </a:p>
          </p:txBody>
        </p:sp>
      </p:grpSp>
      <p:sp>
        <p:nvSpPr>
          <p:cNvPr id="101" name="Rounded Rectangle 100"/>
          <p:cNvSpPr/>
          <p:nvPr/>
        </p:nvSpPr>
        <p:spPr>
          <a:xfrm>
            <a:off x="6986066" y="1666956"/>
            <a:ext cx="4104456" cy="4699215"/>
          </a:xfrm>
          <a:prstGeom prst="roundRect">
            <a:avLst>
              <a:gd name="adj" fmla="val 779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a:solidFill>
                <a:prstClr val="white"/>
              </a:solidFill>
              <a:latin typeface="Calibri"/>
            </a:endParaRPr>
          </a:p>
        </p:txBody>
      </p:sp>
      <p:sp>
        <p:nvSpPr>
          <p:cNvPr id="102" name="Oval 101"/>
          <p:cNvSpPr/>
          <p:nvPr/>
        </p:nvSpPr>
        <p:spPr>
          <a:xfrm>
            <a:off x="8197708" y="814911"/>
            <a:ext cx="1681172" cy="1681172"/>
          </a:xfrm>
          <a:prstGeom prst="ellipse">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r>
              <a:rPr lang="en-IN" sz="4000" b="1" dirty="0">
                <a:solidFill>
                  <a:prstClr val="white"/>
                </a:solidFill>
                <a:latin typeface="Arial" pitchFamily="34" charset="0"/>
                <a:cs typeface="Arial" pitchFamily="34" charset="0"/>
              </a:rPr>
              <a:t>03</a:t>
            </a:r>
          </a:p>
        </p:txBody>
      </p:sp>
      <p:sp>
        <p:nvSpPr>
          <p:cNvPr id="208" name="TextBox 207">
            <a:extLst>
              <a:ext uri="{FF2B5EF4-FFF2-40B4-BE49-F238E27FC236}">
                <a16:creationId xmlns:a16="http://schemas.microsoft.com/office/drawing/2014/main" id="{348BEF5F-12A7-49B5-956A-9236AC5C7590}"/>
              </a:ext>
            </a:extLst>
          </p:cNvPr>
          <p:cNvSpPr txBox="1"/>
          <p:nvPr/>
        </p:nvSpPr>
        <p:spPr>
          <a:xfrm>
            <a:off x="7499879" y="2400720"/>
            <a:ext cx="3076830" cy="400110"/>
          </a:xfrm>
          <a:prstGeom prst="rect">
            <a:avLst/>
          </a:prstGeom>
          <a:noFill/>
        </p:spPr>
        <p:txBody>
          <a:bodyPr wrap="square" rtlCol="0" anchor="b">
            <a:spAutoFit/>
          </a:bodyPr>
          <a:lstStyle/>
          <a:p>
            <a:pPr algn="ctr" defTabSz="1218987"/>
            <a:r>
              <a:rPr lang="en-GB" sz="2000" b="1" dirty="0">
                <a:solidFill>
                  <a:prstClr val="black">
                    <a:lumMod val="75000"/>
                    <a:lumOff val="25000"/>
                  </a:prstClr>
                </a:solidFill>
                <a:latin typeface="Arial" pitchFamily="34" charset="0"/>
                <a:cs typeface="Arial" pitchFamily="34" charset="0"/>
              </a:rPr>
              <a:t>Neutral Networks</a:t>
            </a:r>
          </a:p>
        </p:txBody>
      </p:sp>
      <p:sp>
        <p:nvSpPr>
          <p:cNvPr id="2" name="TextBox 1">
            <a:extLst>
              <a:ext uri="{FF2B5EF4-FFF2-40B4-BE49-F238E27FC236}">
                <a16:creationId xmlns:a16="http://schemas.microsoft.com/office/drawing/2014/main" id="{7028E136-23BA-4175-BB9C-B79A82B4161B}"/>
              </a:ext>
            </a:extLst>
          </p:cNvPr>
          <p:cNvSpPr txBox="1"/>
          <p:nvPr/>
        </p:nvSpPr>
        <p:spPr>
          <a:xfrm>
            <a:off x="7013359" y="2799444"/>
            <a:ext cx="3975885" cy="3139321"/>
          </a:xfrm>
          <a:prstGeom prst="rect">
            <a:avLst/>
          </a:prstGeom>
          <a:noFill/>
        </p:spPr>
        <p:txBody>
          <a:bodyPr wrap="square" rtlCol="0">
            <a:spAutoFit/>
          </a:bodyPr>
          <a:lstStyle/>
          <a:p>
            <a:r>
              <a:rPr lang="en-US" dirty="0"/>
              <a:t>A neural network is a method in artificial intelligence that teaches computers to process data in a way that is inspired by the human brain. It is a type of machine learning process, called deep learning, that uses interconnected nodes or neurons in a layered structure that resembles the human brain.</a:t>
            </a:r>
          </a:p>
          <a:p>
            <a:endParaRPr lang="en-US" dirty="0"/>
          </a:p>
          <a:p>
            <a:r>
              <a:rPr lang="en-US" dirty="0"/>
              <a:t>Capture complex patterns, suitable for large datasets.</a:t>
            </a:r>
            <a:endParaRPr lang="en-PK" dirty="0"/>
          </a:p>
        </p:txBody>
      </p:sp>
      <p:pic>
        <p:nvPicPr>
          <p:cNvPr id="50" name="Picture 49">
            <a:extLst>
              <a:ext uri="{FF2B5EF4-FFF2-40B4-BE49-F238E27FC236}">
                <a16:creationId xmlns:a16="http://schemas.microsoft.com/office/drawing/2014/main" id="{0FC37407-7449-4A43-9B66-A4C24B29449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
        <p:nvSpPr>
          <p:cNvPr id="52" name="Title 1">
            <a:extLst>
              <a:ext uri="{FF2B5EF4-FFF2-40B4-BE49-F238E27FC236}">
                <a16:creationId xmlns:a16="http://schemas.microsoft.com/office/drawing/2014/main" id="{8178DE0B-EC50-4618-BE20-A0F89263A38F}"/>
              </a:ext>
            </a:extLst>
          </p:cNvPr>
          <p:cNvSpPr>
            <a:spLocks noGrp="1"/>
          </p:cNvSpPr>
          <p:nvPr>
            <p:ph type="title"/>
          </p:nvPr>
        </p:nvSpPr>
        <p:spPr>
          <a:xfrm>
            <a:off x="69012" y="14494"/>
            <a:ext cx="9592574" cy="711081"/>
          </a:xfrm>
          <a:solidFill>
            <a:srgbClr val="0361AE"/>
          </a:solidFill>
        </p:spPr>
        <p:txBody>
          <a:bodyPr/>
          <a:lstStyle/>
          <a:p>
            <a:r>
              <a:rPr lang="en-IN" sz="2400" dirty="0">
                <a:solidFill>
                  <a:schemeClr val="bg1"/>
                </a:solidFill>
                <a:latin typeface="Arial" panose="020B0604020202020204" pitchFamily="34" charset="0"/>
                <a:cs typeface="Arial" panose="020B0604020202020204" pitchFamily="34" charset="0"/>
              </a:rPr>
              <a:t>Detection Techniques</a:t>
            </a:r>
          </a:p>
        </p:txBody>
      </p:sp>
      <p:sp>
        <p:nvSpPr>
          <p:cNvPr id="98" name="TextBox 97">
            <a:extLst>
              <a:ext uri="{FF2B5EF4-FFF2-40B4-BE49-F238E27FC236}">
                <a16:creationId xmlns:a16="http://schemas.microsoft.com/office/drawing/2014/main" id="{8DE7C9CD-887E-47EA-B3DF-3BA3A0CA1823}"/>
              </a:ext>
            </a:extLst>
          </p:cNvPr>
          <p:cNvSpPr txBox="1"/>
          <p:nvPr/>
        </p:nvSpPr>
        <p:spPr>
          <a:xfrm>
            <a:off x="3018794" y="1023469"/>
            <a:ext cx="1416177" cy="954107"/>
          </a:xfrm>
          <a:prstGeom prst="rect">
            <a:avLst/>
          </a:prstGeom>
          <a:noFill/>
        </p:spPr>
        <p:txBody>
          <a:bodyPr wrap="square" rtlCol="0" anchor="b">
            <a:spAutoFit/>
          </a:bodyPr>
          <a:lstStyle/>
          <a:p>
            <a:pPr algn="ctr" defTabSz="1218987"/>
            <a:r>
              <a:rPr lang="en-IN" sz="1400" b="1" dirty="0">
                <a:solidFill>
                  <a:schemeClr val="bg1"/>
                </a:solidFill>
                <a:latin typeface="Arial" panose="020B0604020202020204" pitchFamily="34" charset="0"/>
                <a:cs typeface="Arial" pitchFamily="34" charset="0"/>
              </a:rPr>
              <a:t>•	Rule-Based Systems</a:t>
            </a:r>
          </a:p>
        </p:txBody>
      </p:sp>
      <p:sp>
        <p:nvSpPr>
          <p:cNvPr id="99" name="TextBox 98">
            <a:extLst>
              <a:ext uri="{FF2B5EF4-FFF2-40B4-BE49-F238E27FC236}">
                <a16:creationId xmlns:a16="http://schemas.microsoft.com/office/drawing/2014/main" id="{B979EBBA-C2FA-4C8C-816E-B73F314600EF}"/>
              </a:ext>
            </a:extLst>
          </p:cNvPr>
          <p:cNvSpPr txBox="1"/>
          <p:nvPr/>
        </p:nvSpPr>
        <p:spPr>
          <a:xfrm>
            <a:off x="4313633" y="2226546"/>
            <a:ext cx="1659954" cy="523220"/>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Logistic Regression</a:t>
            </a:r>
          </a:p>
        </p:txBody>
      </p:sp>
      <p:sp>
        <p:nvSpPr>
          <p:cNvPr id="100" name="TextBox 99">
            <a:extLst>
              <a:ext uri="{FF2B5EF4-FFF2-40B4-BE49-F238E27FC236}">
                <a16:creationId xmlns:a16="http://schemas.microsoft.com/office/drawing/2014/main" id="{0FEA65E2-DF22-483B-BC27-6F4015A631E1}"/>
              </a:ext>
            </a:extLst>
          </p:cNvPr>
          <p:cNvSpPr txBox="1"/>
          <p:nvPr/>
        </p:nvSpPr>
        <p:spPr>
          <a:xfrm>
            <a:off x="4672376" y="4012340"/>
            <a:ext cx="1644397"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Neural Networks </a:t>
            </a:r>
          </a:p>
        </p:txBody>
      </p:sp>
      <p:sp>
        <p:nvSpPr>
          <p:cNvPr id="104" name="TextBox 103">
            <a:extLst>
              <a:ext uri="{FF2B5EF4-FFF2-40B4-BE49-F238E27FC236}">
                <a16:creationId xmlns:a16="http://schemas.microsoft.com/office/drawing/2014/main" id="{AC62F8B1-D9E3-4BF6-85A5-7FB1C3760384}"/>
              </a:ext>
            </a:extLst>
          </p:cNvPr>
          <p:cNvSpPr txBox="1"/>
          <p:nvPr/>
        </p:nvSpPr>
        <p:spPr>
          <a:xfrm>
            <a:off x="1414601" y="2545449"/>
            <a:ext cx="1615569" cy="307777"/>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Deep Learning</a:t>
            </a:r>
          </a:p>
        </p:txBody>
      </p:sp>
      <p:sp>
        <p:nvSpPr>
          <p:cNvPr id="105" name="TextBox 104">
            <a:extLst>
              <a:ext uri="{FF2B5EF4-FFF2-40B4-BE49-F238E27FC236}">
                <a16:creationId xmlns:a16="http://schemas.microsoft.com/office/drawing/2014/main" id="{C4C02DDB-33F4-41A3-A59B-99AE259638C3}"/>
              </a:ext>
            </a:extLst>
          </p:cNvPr>
          <p:cNvSpPr txBox="1"/>
          <p:nvPr/>
        </p:nvSpPr>
        <p:spPr>
          <a:xfrm>
            <a:off x="2248986" y="5366738"/>
            <a:ext cx="1297126" cy="523220"/>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Anomaly Detection</a:t>
            </a:r>
          </a:p>
        </p:txBody>
      </p:sp>
      <p:sp>
        <p:nvSpPr>
          <p:cNvPr id="106" name="TextBox 105">
            <a:extLst>
              <a:ext uri="{FF2B5EF4-FFF2-40B4-BE49-F238E27FC236}">
                <a16:creationId xmlns:a16="http://schemas.microsoft.com/office/drawing/2014/main" id="{4F0A5213-2A6E-4FB9-A5DC-8A050DD1B300}"/>
              </a:ext>
            </a:extLst>
          </p:cNvPr>
          <p:cNvSpPr txBox="1"/>
          <p:nvPr/>
        </p:nvSpPr>
        <p:spPr>
          <a:xfrm>
            <a:off x="3690464" y="5349377"/>
            <a:ext cx="1597780"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Clustering</a:t>
            </a:r>
          </a:p>
        </p:txBody>
      </p:sp>
      <p:sp>
        <p:nvSpPr>
          <p:cNvPr id="107" name="TextBox 106">
            <a:extLst>
              <a:ext uri="{FF2B5EF4-FFF2-40B4-BE49-F238E27FC236}">
                <a16:creationId xmlns:a16="http://schemas.microsoft.com/office/drawing/2014/main" id="{E2AF1E5D-3EA0-4668-B058-6A45EEA1E973}"/>
              </a:ext>
            </a:extLst>
          </p:cNvPr>
          <p:cNvSpPr txBox="1"/>
          <p:nvPr/>
        </p:nvSpPr>
        <p:spPr>
          <a:xfrm>
            <a:off x="1040396" y="4046627"/>
            <a:ext cx="1620977" cy="492443"/>
          </a:xfrm>
          <a:prstGeom prst="rect">
            <a:avLst/>
          </a:prstGeom>
          <a:noFill/>
        </p:spPr>
        <p:txBody>
          <a:bodyPr wrap="square" rtlCol="0" anchor="b">
            <a:spAutoFit/>
          </a:bodyPr>
          <a:lstStyle/>
          <a:p>
            <a:pPr algn="ctr" defTabSz="1218987"/>
            <a:r>
              <a:rPr lang="en-US" sz="1300" b="1" dirty="0">
                <a:solidFill>
                  <a:schemeClr val="bg1"/>
                </a:solidFill>
                <a:latin typeface="Arial" panose="020B0604020202020204" pitchFamily="34" charset="0"/>
                <a:cs typeface="Arial" pitchFamily="34" charset="0"/>
              </a:rPr>
              <a:t>Gradient Boosting</a:t>
            </a:r>
          </a:p>
        </p:txBody>
      </p:sp>
    </p:spTree>
    <p:extLst>
      <p:ext uri="{BB962C8B-B14F-4D97-AF65-F5344CB8AC3E}">
        <p14:creationId xmlns:p14="http://schemas.microsoft.com/office/powerpoint/2010/main" val="1094513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 name="Rounded Rectangle 100"/>
          <p:cNvSpPr/>
          <p:nvPr/>
        </p:nvSpPr>
        <p:spPr>
          <a:xfrm>
            <a:off x="6986066" y="1759382"/>
            <a:ext cx="4104456" cy="4606789"/>
          </a:xfrm>
          <a:prstGeom prst="roundRect">
            <a:avLst>
              <a:gd name="adj" fmla="val 779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a:solidFill>
                <a:prstClr val="white"/>
              </a:solidFill>
              <a:latin typeface="Calibri"/>
            </a:endParaRPr>
          </a:p>
        </p:txBody>
      </p:sp>
      <p:sp>
        <p:nvSpPr>
          <p:cNvPr id="102" name="Oval 101"/>
          <p:cNvSpPr/>
          <p:nvPr/>
        </p:nvSpPr>
        <p:spPr>
          <a:xfrm>
            <a:off x="8197708" y="894807"/>
            <a:ext cx="1681172" cy="1681172"/>
          </a:xfrm>
          <a:prstGeom prst="ellipse">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r>
              <a:rPr lang="en-IN" sz="4000" b="1" dirty="0">
                <a:solidFill>
                  <a:prstClr val="white"/>
                </a:solidFill>
                <a:latin typeface="Arial" pitchFamily="34" charset="0"/>
                <a:cs typeface="Arial" pitchFamily="34" charset="0"/>
              </a:rPr>
              <a:t>04</a:t>
            </a:r>
          </a:p>
        </p:txBody>
      </p:sp>
      <p:grpSp>
        <p:nvGrpSpPr>
          <p:cNvPr id="52" name="Group 51"/>
          <p:cNvGrpSpPr/>
          <p:nvPr/>
        </p:nvGrpSpPr>
        <p:grpSpPr>
          <a:xfrm>
            <a:off x="1029200" y="1198179"/>
            <a:ext cx="5280728" cy="5195116"/>
            <a:chOff x="1027612" y="1198179"/>
            <a:chExt cx="5280728" cy="5195116"/>
          </a:xfrm>
        </p:grpSpPr>
        <p:grpSp>
          <p:nvGrpSpPr>
            <p:cNvPr id="53" name="Group 52"/>
            <p:cNvGrpSpPr/>
            <p:nvPr/>
          </p:nvGrpSpPr>
          <p:grpSpPr>
            <a:xfrm>
              <a:off x="1027612" y="1198179"/>
              <a:ext cx="5280728" cy="5195116"/>
              <a:chOff x="3407432" y="1152319"/>
              <a:chExt cx="5373960" cy="5286836"/>
            </a:xfrm>
            <a:effectLst>
              <a:outerShdw blurRad="381000" dist="88900" dir="2700000" algn="tl" rotWithShape="0">
                <a:prstClr val="black">
                  <a:alpha val="48000"/>
                </a:prstClr>
              </a:outerShdw>
            </a:effectLst>
          </p:grpSpPr>
          <p:sp>
            <p:nvSpPr>
              <p:cNvPr id="138" name="Freeform 137"/>
              <p:cNvSpPr>
                <a:spLocks/>
              </p:cNvSpPr>
              <p:nvPr/>
            </p:nvSpPr>
            <p:spPr bwMode="auto">
              <a:xfrm>
                <a:off x="5243895" y="1152319"/>
                <a:ext cx="1676883" cy="1931347"/>
              </a:xfrm>
              <a:custGeom>
                <a:avLst/>
                <a:gdLst>
                  <a:gd name="T0" fmla="*/ 1570 w 1944"/>
                  <a:gd name="T1" fmla="*/ 0 h 2239"/>
                  <a:gd name="T2" fmla="*/ 1579 w 1944"/>
                  <a:gd name="T3" fmla="*/ 0 h 2239"/>
                  <a:gd name="T4" fmla="*/ 1594 w 1944"/>
                  <a:gd name="T5" fmla="*/ 2 h 2239"/>
                  <a:gd name="T6" fmla="*/ 1613 w 1944"/>
                  <a:gd name="T7" fmla="*/ 4 h 2239"/>
                  <a:gd name="T8" fmla="*/ 1638 w 1944"/>
                  <a:gd name="T9" fmla="*/ 6 h 2239"/>
                  <a:gd name="T10" fmla="*/ 1664 w 1944"/>
                  <a:gd name="T11" fmla="*/ 11 h 2239"/>
                  <a:gd name="T12" fmla="*/ 1692 w 1944"/>
                  <a:gd name="T13" fmla="*/ 19 h 2239"/>
                  <a:gd name="T14" fmla="*/ 1725 w 1944"/>
                  <a:gd name="T15" fmla="*/ 28 h 2239"/>
                  <a:gd name="T16" fmla="*/ 1755 w 1944"/>
                  <a:gd name="T17" fmla="*/ 40 h 2239"/>
                  <a:gd name="T18" fmla="*/ 1787 w 1944"/>
                  <a:gd name="T19" fmla="*/ 57 h 2239"/>
                  <a:gd name="T20" fmla="*/ 1817 w 1944"/>
                  <a:gd name="T21" fmla="*/ 76 h 2239"/>
                  <a:gd name="T22" fmla="*/ 1846 w 1944"/>
                  <a:gd name="T23" fmla="*/ 98 h 2239"/>
                  <a:gd name="T24" fmla="*/ 1874 w 1944"/>
                  <a:gd name="T25" fmla="*/ 125 h 2239"/>
                  <a:gd name="T26" fmla="*/ 1897 w 1944"/>
                  <a:gd name="T27" fmla="*/ 157 h 2239"/>
                  <a:gd name="T28" fmla="*/ 1917 w 1944"/>
                  <a:gd name="T29" fmla="*/ 195 h 2239"/>
                  <a:gd name="T30" fmla="*/ 1933 w 1944"/>
                  <a:gd name="T31" fmla="*/ 238 h 2239"/>
                  <a:gd name="T32" fmla="*/ 1942 w 1944"/>
                  <a:gd name="T33" fmla="*/ 285 h 2239"/>
                  <a:gd name="T34" fmla="*/ 1944 w 1944"/>
                  <a:gd name="T35" fmla="*/ 340 h 2239"/>
                  <a:gd name="T36" fmla="*/ 1944 w 1944"/>
                  <a:gd name="T37" fmla="*/ 440 h 2239"/>
                  <a:gd name="T38" fmla="*/ 1944 w 1944"/>
                  <a:gd name="T39" fmla="*/ 531 h 2239"/>
                  <a:gd name="T40" fmla="*/ 1944 w 1944"/>
                  <a:gd name="T41" fmla="*/ 612 h 2239"/>
                  <a:gd name="T42" fmla="*/ 1944 w 1944"/>
                  <a:gd name="T43" fmla="*/ 684 h 2239"/>
                  <a:gd name="T44" fmla="*/ 1944 w 1944"/>
                  <a:gd name="T45" fmla="*/ 797 h 2239"/>
                  <a:gd name="T46" fmla="*/ 1944 w 1944"/>
                  <a:gd name="T47" fmla="*/ 839 h 2239"/>
                  <a:gd name="T48" fmla="*/ 1944 w 1944"/>
                  <a:gd name="T49" fmla="*/ 869 h 2239"/>
                  <a:gd name="T50" fmla="*/ 1944 w 1944"/>
                  <a:gd name="T51" fmla="*/ 886 h 2239"/>
                  <a:gd name="T52" fmla="*/ 1944 w 1944"/>
                  <a:gd name="T53" fmla="*/ 892 h 2239"/>
                  <a:gd name="T54" fmla="*/ 1314 w 1944"/>
                  <a:gd name="T55" fmla="*/ 2231 h 2239"/>
                  <a:gd name="T56" fmla="*/ 634 w 1944"/>
                  <a:gd name="T57" fmla="*/ 2239 h 2239"/>
                  <a:gd name="T58" fmla="*/ 0 w 1944"/>
                  <a:gd name="T59" fmla="*/ 886 h 2239"/>
                  <a:gd name="T60" fmla="*/ 0 w 1944"/>
                  <a:gd name="T61" fmla="*/ 312 h 2239"/>
                  <a:gd name="T62" fmla="*/ 0 w 1944"/>
                  <a:gd name="T63" fmla="*/ 308 h 2239"/>
                  <a:gd name="T64" fmla="*/ 0 w 1944"/>
                  <a:gd name="T65" fmla="*/ 301 h 2239"/>
                  <a:gd name="T66" fmla="*/ 0 w 1944"/>
                  <a:gd name="T67" fmla="*/ 287 h 2239"/>
                  <a:gd name="T68" fmla="*/ 2 w 1944"/>
                  <a:gd name="T69" fmla="*/ 268 h 2239"/>
                  <a:gd name="T70" fmla="*/ 6 w 1944"/>
                  <a:gd name="T71" fmla="*/ 248 h 2239"/>
                  <a:gd name="T72" fmla="*/ 13 w 1944"/>
                  <a:gd name="T73" fmla="*/ 223 h 2239"/>
                  <a:gd name="T74" fmla="*/ 21 w 1944"/>
                  <a:gd name="T75" fmla="*/ 197 h 2239"/>
                  <a:gd name="T76" fmla="*/ 32 w 1944"/>
                  <a:gd name="T77" fmla="*/ 170 h 2239"/>
                  <a:gd name="T78" fmla="*/ 47 w 1944"/>
                  <a:gd name="T79" fmla="*/ 142 h 2239"/>
                  <a:gd name="T80" fmla="*/ 64 w 1944"/>
                  <a:gd name="T81" fmla="*/ 115 h 2239"/>
                  <a:gd name="T82" fmla="*/ 87 w 1944"/>
                  <a:gd name="T83" fmla="*/ 89 h 2239"/>
                  <a:gd name="T84" fmla="*/ 115 w 1944"/>
                  <a:gd name="T85" fmla="*/ 66 h 2239"/>
                  <a:gd name="T86" fmla="*/ 148 w 1944"/>
                  <a:gd name="T87" fmla="*/ 44 h 2239"/>
                  <a:gd name="T88" fmla="*/ 185 w 1944"/>
                  <a:gd name="T89" fmla="*/ 27 h 2239"/>
                  <a:gd name="T90" fmla="*/ 229 w 1944"/>
                  <a:gd name="T91" fmla="*/ 13 h 2239"/>
                  <a:gd name="T92" fmla="*/ 278 w 1944"/>
                  <a:gd name="T93" fmla="*/ 4 h 2239"/>
                  <a:gd name="T94" fmla="*/ 337 w 1944"/>
                  <a:gd name="T95" fmla="*/ 0 h 2239"/>
                  <a:gd name="T96" fmla="*/ 1566 w 1944"/>
                  <a:gd name="T97" fmla="*/ 0 h 2239"/>
                  <a:gd name="T98" fmla="*/ 1570 w 1944"/>
                  <a:gd name="T99" fmla="*/ 0 h 2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4" h="2239">
                    <a:moveTo>
                      <a:pt x="1570" y="0"/>
                    </a:moveTo>
                    <a:lnTo>
                      <a:pt x="1579" y="0"/>
                    </a:lnTo>
                    <a:lnTo>
                      <a:pt x="1594" y="2"/>
                    </a:lnTo>
                    <a:lnTo>
                      <a:pt x="1613" y="4"/>
                    </a:lnTo>
                    <a:lnTo>
                      <a:pt x="1638" y="6"/>
                    </a:lnTo>
                    <a:lnTo>
                      <a:pt x="1664" y="11"/>
                    </a:lnTo>
                    <a:lnTo>
                      <a:pt x="1692" y="19"/>
                    </a:lnTo>
                    <a:lnTo>
                      <a:pt x="1725" y="28"/>
                    </a:lnTo>
                    <a:lnTo>
                      <a:pt x="1755" y="40"/>
                    </a:lnTo>
                    <a:lnTo>
                      <a:pt x="1787" y="57"/>
                    </a:lnTo>
                    <a:lnTo>
                      <a:pt x="1817" y="76"/>
                    </a:lnTo>
                    <a:lnTo>
                      <a:pt x="1846" y="98"/>
                    </a:lnTo>
                    <a:lnTo>
                      <a:pt x="1874" y="125"/>
                    </a:lnTo>
                    <a:lnTo>
                      <a:pt x="1897" y="157"/>
                    </a:lnTo>
                    <a:lnTo>
                      <a:pt x="1917" y="195"/>
                    </a:lnTo>
                    <a:lnTo>
                      <a:pt x="1933" y="238"/>
                    </a:lnTo>
                    <a:lnTo>
                      <a:pt x="1942" y="285"/>
                    </a:lnTo>
                    <a:lnTo>
                      <a:pt x="1944" y="340"/>
                    </a:lnTo>
                    <a:lnTo>
                      <a:pt x="1944" y="440"/>
                    </a:lnTo>
                    <a:lnTo>
                      <a:pt x="1944" y="531"/>
                    </a:lnTo>
                    <a:lnTo>
                      <a:pt x="1944" y="612"/>
                    </a:lnTo>
                    <a:lnTo>
                      <a:pt x="1944" y="684"/>
                    </a:lnTo>
                    <a:lnTo>
                      <a:pt x="1944" y="797"/>
                    </a:lnTo>
                    <a:lnTo>
                      <a:pt x="1944" y="839"/>
                    </a:lnTo>
                    <a:lnTo>
                      <a:pt x="1944" y="869"/>
                    </a:lnTo>
                    <a:lnTo>
                      <a:pt x="1944" y="886"/>
                    </a:lnTo>
                    <a:lnTo>
                      <a:pt x="1944" y="892"/>
                    </a:lnTo>
                    <a:lnTo>
                      <a:pt x="1314" y="2231"/>
                    </a:lnTo>
                    <a:lnTo>
                      <a:pt x="634" y="2239"/>
                    </a:lnTo>
                    <a:lnTo>
                      <a:pt x="0" y="886"/>
                    </a:lnTo>
                    <a:lnTo>
                      <a:pt x="0" y="312"/>
                    </a:lnTo>
                    <a:lnTo>
                      <a:pt x="0" y="308"/>
                    </a:lnTo>
                    <a:lnTo>
                      <a:pt x="0" y="301"/>
                    </a:lnTo>
                    <a:lnTo>
                      <a:pt x="0" y="287"/>
                    </a:lnTo>
                    <a:lnTo>
                      <a:pt x="2" y="268"/>
                    </a:lnTo>
                    <a:lnTo>
                      <a:pt x="6" y="248"/>
                    </a:lnTo>
                    <a:lnTo>
                      <a:pt x="13" y="223"/>
                    </a:lnTo>
                    <a:lnTo>
                      <a:pt x="21" y="197"/>
                    </a:lnTo>
                    <a:lnTo>
                      <a:pt x="32" y="170"/>
                    </a:lnTo>
                    <a:lnTo>
                      <a:pt x="47" y="142"/>
                    </a:lnTo>
                    <a:lnTo>
                      <a:pt x="64" y="115"/>
                    </a:lnTo>
                    <a:lnTo>
                      <a:pt x="87" y="89"/>
                    </a:lnTo>
                    <a:lnTo>
                      <a:pt x="115" y="66"/>
                    </a:lnTo>
                    <a:lnTo>
                      <a:pt x="148" y="44"/>
                    </a:lnTo>
                    <a:lnTo>
                      <a:pt x="185" y="27"/>
                    </a:lnTo>
                    <a:lnTo>
                      <a:pt x="229" y="13"/>
                    </a:lnTo>
                    <a:lnTo>
                      <a:pt x="278" y="4"/>
                    </a:lnTo>
                    <a:lnTo>
                      <a:pt x="337" y="0"/>
                    </a:lnTo>
                    <a:lnTo>
                      <a:pt x="1566" y="0"/>
                    </a:lnTo>
                    <a:lnTo>
                      <a:pt x="1570" y="0"/>
                    </a:lnTo>
                    <a:close/>
                  </a:path>
                </a:pathLst>
              </a:custGeom>
              <a:gradFill flip="none" rotWithShape="1">
                <a:gsLst>
                  <a:gs pos="0">
                    <a:schemeClr val="bg1"/>
                  </a:gs>
                  <a:gs pos="83000">
                    <a:schemeClr val="bg1">
                      <a:lumMod val="85000"/>
                    </a:schemeClr>
                  </a:gs>
                </a:gsLst>
                <a:lin ang="8100000" scaled="1"/>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39" name="Freeform 138"/>
              <p:cNvSpPr>
                <a:spLocks/>
              </p:cNvSpPr>
              <p:nvPr/>
            </p:nvSpPr>
            <p:spPr bwMode="auto">
              <a:xfrm>
                <a:off x="6461014" y="1592242"/>
                <a:ext cx="2087477" cy="1996904"/>
              </a:xfrm>
              <a:custGeom>
                <a:avLst/>
                <a:gdLst>
                  <a:gd name="T0" fmla="*/ 1299 w 2420"/>
                  <a:gd name="T1" fmla="*/ 0 h 2315"/>
                  <a:gd name="T2" fmla="*/ 1342 w 2420"/>
                  <a:gd name="T3" fmla="*/ 8 h 2315"/>
                  <a:gd name="T4" fmla="*/ 1388 w 2420"/>
                  <a:gd name="T5" fmla="*/ 23 h 2315"/>
                  <a:gd name="T6" fmla="*/ 1433 w 2420"/>
                  <a:gd name="T7" fmla="*/ 47 h 2315"/>
                  <a:gd name="T8" fmla="*/ 1480 w 2420"/>
                  <a:gd name="T9" fmla="*/ 85 h 2315"/>
                  <a:gd name="T10" fmla="*/ 1528 w 2420"/>
                  <a:gd name="T11" fmla="*/ 134 h 2315"/>
                  <a:gd name="T12" fmla="*/ 2316 w 2420"/>
                  <a:gd name="T13" fmla="*/ 1077 h 2315"/>
                  <a:gd name="T14" fmla="*/ 2318 w 2420"/>
                  <a:gd name="T15" fmla="*/ 1081 h 2315"/>
                  <a:gd name="T16" fmla="*/ 2325 w 2420"/>
                  <a:gd name="T17" fmla="*/ 1090 h 2315"/>
                  <a:gd name="T18" fmla="*/ 2337 w 2420"/>
                  <a:gd name="T19" fmla="*/ 1105 h 2315"/>
                  <a:gd name="T20" fmla="*/ 2350 w 2420"/>
                  <a:gd name="T21" fmla="*/ 1126 h 2315"/>
                  <a:gd name="T22" fmla="*/ 2365 w 2420"/>
                  <a:gd name="T23" fmla="*/ 1151 h 2315"/>
                  <a:gd name="T24" fmla="*/ 2380 w 2420"/>
                  <a:gd name="T25" fmla="*/ 1179 h 2315"/>
                  <a:gd name="T26" fmla="*/ 2395 w 2420"/>
                  <a:gd name="T27" fmla="*/ 1213 h 2315"/>
                  <a:gd name="T28" fmla="*/ 2407 w 2420"/>
                  <a:gd name="T29" fmla="*/ 1249 h 2315"/>
                  <a:gd name="T30" fmla="*/ 2416 w 2420"/>
                  <a:gd name="T31" fmla="*/ 1287 h 2315"/>
                  <a:gd name="T32" fmla="*/ 2420 w 2420"/>
                  <a:gd name="T33" fmla="*/ 1328 h 2315"/>
                  <a:gd name="T34" fmla="*/ 2420 w 2420"/>
                  <a:gd name="T35" fmla="*/ 1370 h 2315"/>
                  <a:gd name="T36" fmla="*/ 2412 w 2420"/>
                  <a:gd name="T37" fmla="*/ 1413 h 2315"/>
                  <a:gd name="T38" fmla="*/ 2399 w 2420"/>
                  <a:gd name="T39" fmla="*/ 1457 h 2315"/>
                  <a:gd name="T40" fmla="*/ 2375 w 2420"/>
                  <a:gd name="T41" fmla="*/ 1500 h 2315"/>
                  <a:gd name="T42" fmla="*/ 2343 w 2420"/>
                  <a:gd name="T43" fmla="*/ 1544 h 2315"/>
                  <a:gd name="T44" fmla="*/ 2297 w 2420"/>
                  <a:gd name="T45" fmla="*/ 1587 h 2315"/>
                  <a:gd name="T46" fmla="*/ 2227 w 2420"/>
                  <a:gd name="T47" fmla="*/ 1644 h 2315"/>
                  <a:gd name="T48" fmla="*/ 2163 w 2420"/>
                  <a:gd name="T49" fmla="*/ 1699 h 2315"/>
                  <a:gd name="T50" fmla="*/ 2104 w 2420"/>
                  <a:gd name="T51" fmla="*/ 1748 h 2315"/>
                  <a:gd name="T52" fmla="*/ 2053 w 2420"/>
                  <a:gd name="T53" fmla="*/ 1791 h 2315"/>
                  <a:gd name="T54" fmla="*/ 2006 w 2420"/>
                  <a:gd name="T55" fmla="*/ 1829 h 2315"/>
                  <a:gd name="T56" fmla="*/ 1966 w 2420"/>
                  <a:gd name="T57" fmla="*/ 1863 h 2315"/>
                  <a:gd name="T58" fmla="*/ 1934 w 2420"/>
                  <a:gd name="T59" fmla="*/ 1890 h 2315"/>
                  <a:gd name="T60" fmla="*/ 1908 w 2420"/>
                  <a:gd name="T61" fmla="*/ 1912 h 2315"/>
                  <a:gd name="T62" fmla="*/ 1889 w 2420"/>
                  <a:gd name="T63" fmla="*/ 1927 h 2315"/>
                  <a:gd name="T64" fmla="*/ 1877 w 2420"/>
                  <a:gd name="T65" fmla="*/ 1937 h 2315"/>
                  <a:gd name="T66" fmla="*/ 1874 w 2420"/>
                  <a:gd name="T67" fmla="*/ 1941 h 2315"/>
                  <a:gd name="T68" fmla="*/ 440 w 2420"/>
                  <a:gd name="T69" fmla="*/ 2315 h 2315"/>
                  <a:gd name="T70" fmla="*/ 0 w 2420"/>
                  <a:gd name="T71" fmla="*/ 1797 h 2315"/>
                  <a:gd name="T72" fmla="*/ 633 w 2420"/>
                  <a:gd name="T73" fmla="*/ 444 h 2315"/>
                  <a:gd name="T74" fmla="*/ 1074 w 2420"/>
                  <a:gd name="T75" fmla="*/ 76 h 2315"/>
                  <a:gd name="T76" fmla="*/ 1078 w 2420"/>
                  <a:gd name="T77" fmla="*/ 74 h 2315"/>
                  <a:gd name="T78" fmla="*/ 1087 w 2420"/>
                  <a:gd name="T79" fmla="*/ 64 h 2315"/>
                  <a:gd name="T80" fmla="*/ 1104 w 2420"/>
                  <a:gd name="T81" fmla="*/ 55 h 2315"/>
                  <a:gd name="T82" fmla="*/ 1125 w 2420"/>
                  <a:gd name="T83" fmla="*/ 42 h 2315"/>
                  <a:gd name="T84" fmla="*/ 1151 w 2420"/>
                  <a:gd name="T85" fmla="*/ 29 h 2315"/>
                  <a:gd name="T86" fmla="*/ 1183 w 2420"/>
                  <a:gd name="T87" fmla="*/ 15 h 2315"/>
                  <a:gd name="T88" fmla="*/ 1217 w 2420"/>
                  <a:gd name="T89" fmla="*/ 6 h 2315"/>
                  <a:gd name="T90" fmla="*/ 1257 w 2420"/>
                  <a:gd name="T91" fmla="*/ 0 h 2315"/>
                  <a:gd name="T92" fmla="*/ 1299 w 2420"/>
                  <a:gd name="T93" fmla="*/ 0 h 2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20" h="2315">
                    <a:moveTo>
                      <a:pt x="1299" y="0"/>
                    </a:moveTo>
                    <a:lnTo>
                      <a:pt x="1342" y="8"/>
                    </a:lnTo>
                    <a:lnTo>
                      <a:pt x="1388" y="23"/>
                    </a:lnTo>
                    <a:lnTo>
                      <a:pt x="1433" y="47"/>
                    </a:lnTo>
                    <a:lnTo>
                      <a:pt x="1480" y="85"/>
                    </a:lnTo>
                    <a:lnTo>
                      <a:pt x="1528" y="134"/>
                    </a:lnTo>
                    <a:lnTo>
                      <a:pt x="2316" y="1077"/>
                    </a:lnTo>
                    <a:lnTo>
                      <a:pt x="2318" y="1081"/>
                    </a:lnTo>
                    <a:lnTo>
                      <a:pt x="2325" y="1090"/>
                    </a:lnTo>
                    <a:lnTo>
                      <a:pt x="2337" y="1105"/>
                    </a:lnTo>
                    <a:lnTo>
                      <a:pt x="2350" y="1126"/>
                    </a:lnTo>
                    <a:lnTo>
                      <a:pt x="2365" y="1151"/>
                    </a:lnTo>
                    <a:lnTo>
                      <a:pt x="2380" y="1179"/>
                    </a:lnTo>
                    <a:lnTo>
                      <a:pt x="2395" y="1213"/>
                    </a:lnTo>
                    <a:lnTo>
                      <a:pt x="2407" y="1249"/>
                    </a:lnTo>
                    <a:lnTo>
                      <a:pt x="2416" y="1287"/>
                    </a:lnTo>
                    <a:lnTo>
                      <a:pt x="2420" y="1328"/>
                    </a:lnTo>
                    <a:lnTo>
                      <a:pt x="2420" y="1370"/>
                    </a:lnTo>
                    <a:lnTo>
                      <a:pt x="2412" y="1413"/>
                    </a:lnTo>
                    <a:lnTo>
                      <a:pt x="2399" y="1457"/>
                    </a:lnTo>
                    <a:lnTo>
                      <a:pt x="2375" y="1500"/>
                    </a:lnTo>
                    <a:lnTo>
                      <a:pt x="2343" y="1544"/>
                    </a:lnTo>
                    <a:lnTo>
                      <a:pt x="2297" y="1587"/>
                    </a:lnTo>
                    <a:lnTo>
                      <a:pt x="2227" y="1644"/>
                    </a:lnTo>
                    <a:lnTo>
                      <a:pt x="2163" y="1699"/>
                    </a:lnTo>
                    <a:lnTo>
                      <a:pt x="2104" y="1748"/>
                    </a:lnTo>
                    <a:lnTo>
                      <a:pt x="2053" y="1791"/>
                    </a:lnTo>
                    <a:lnTo>
                      <a:pt x="2006" y="1829"/>
                    </a:lnTo>
                    <a:lnTo>
                      <a:pt x="1966" y="1863"/>
                    </a:lnTo>
                    <a:lnTo>
                      <a:pt x="1934" y="1890"/>
                    </a:lnTo>
                    <a:lnTo>
                      <a:pt x="1908" y="1912"/>
                    </a:lnTo>
                    <a:lnTo>
                      <a:pt x="1889" y="1927"/>
                    </a:lnTo>
                    <a:lnTo>
                      <a:pt x="1877" y="1937"/>
                    </a:lnTo>
                    <a:lnTo>
                      <a:pt x="1874" y="1941"/>
                    </a:lnTo>
                    <a:lnTo>
                      <a:pt x="440" y="2315"/>
                    </a:lnTo>
                    <a:lnTo>
                      <a:pt x="0" y="1797"/>
                    </a:lnTo>
                    <a:lnTo>
                      <a:pt x="633" y="444"/>
                    </a:lnTo>
                    <a:lnTo>
                      <a:pt x="1074" y="76"/>
                    </a:lnTo>
                    <a:lnTo>
                      <a:pt x="1078" y="74"/>
                    </a:lnTo>
                    <a:lnTo>
                      <a:pt x="1087" y="64"/>
                    </a:lnTo>
                    <a:lnTo>
                      <a:pt x="1104" y="55"/>
                    </a:lnTo>
                    <a:lnTo>
                      <a:pt x="1125" y="42"/>
                    </a:lnTo>
                    <a:lnTo>
                      <a:pt x="1151" y="29"/>
                    </a:lnTo>
                    <a:lnTo>
                      <a:pt x="1183" y="15"/>
                    </a:lnTo>
                    <a:lnTo>
                      <a:pt x="1217" y="6"/>
                    </a:lnTo>
                    <a:lnTo>
                      <a:pt x="1257" y="0"/>
                    </a:lnTo>
                    <a:lnTo>
                      <a:pt x="1299" y="0"/>
                    </a:lnTo>
                    <a:close/>
                  </a:path>
                </a:pathLst>
              </a:custGeom>
              <a:gradFill flip="none" rotWithShape="1">
                <a:gsLst>
                  <a:gs pos="0">
                    <a:schemeClr val="bg1"/>
                  </a:gs>
                  <a:gs pos="92000">
                    <a:schemeClr val="bg1">
                      <a:lumMod val="85000"/>
                    </a:schemeClr>
                  </a:gs>
                </a:gsLst>
                <a:lin ang="11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40" name="Freeform 139"/>
              <p:cNvSpPr>
                <a:spLocks/>
              </p:cNvSpPr>
              <p:nvPr/>
            </p:nvSpPr>
            <p:spPr bwMode="auto">
              <a:xfrm>
                <a:off x="6710304" y="3375222"/>
                <a:ext cx="2071088" cy="1745889"/>
              </a:xfrm>
              <a:custGeom>
                <a:avLst/>
                <a:gdLst>
                  <a:gd name="T0" fmla="*/ 1596 w 2401"/>
                  <a:gd name="T1" fmla="*/ 0 h 2024"/>
                  <a:gd name="T2" fmla="*/ 2156 w 2401"/>
                  <a:gd name="T3" fmla="*/ 121 h 2024"/>
                  <a:gd name="T4" fmla="*/ 2159 w 2401"/>
                  <a:gd name="T5" fmla="*/ 123 h 2024"/>
                  <a:gd name="T6" fmla="*/ 2169 w 2401"/>
                  <a:gd name="T7" fmla="*/ 125 h 2024"/>
                  <a:gd name="T8" fmla="*/ 2182 w 2401"/>
                  <a:gd name="T9" fmla="*/ 129 h 2024"/>
                  <a:gd name="T10" fmla="*/ 2199 w 2401"/>
                  <a:gd name="T11" fmla="*/ 134 h 2024"/>
                  <a:gd name="T12" fmla="*/ 2218 w 2401"/>
                  <a:gd name="T13" fmla="*/ 142 h 2024"/>
                  <a:gd name="T14" fmla="*/ 2241 w 2401"/>
                  <a:gd name="T15" fmla="*/ 153 h 2024"/>
                  <a:gd name="T16" fmla="*/ 2265 w 2401"/>
                  <a:gd name="T17" fmla="*/ 166 h 2024"/>
                  <a:gd name="T18" fmla="*/ 2288 w 2401"/>
                  <a:gd name="T19" fmla="*/ 183 h 2024"/>
                  <a:gd name="T20" fmla="*/ 2313 w 2401"/>
                  <a:gd name="T21" fmla="*/ 204 h 2024"/>
                  <a:gd name="T22" fmla="*/ 2335 w 2401"/>
                  <a:gd name="T23" fmla="*/ 227 h 2024"/>
                  <a:gd name="T24" fmla="*/ 2356 w 2401"/>
                  <a:gd name="T25" fmla="*/ 255 h 2024"/>
                  <a:gd name="T26" fmla="*/ 2373 w 2401"/>
                  <a:gd name="T27" fmla="*/ 285 h 2024"/>
                  <a:gd name="T28" fmla="*/ 2386 w 2401"/>
                  <a:gd name="T29" fmla="*/ 323 h 2024"/>
                  <a:gd name="T30" fmla="*/ 2396 w 2401"/>
                  <a:gd name="T31" fmla="*/ 363 h 2024"/>
                  <a:gd name="T32" fmla="*/ 2401 w 2401"/>
                  <a:gd name="T33" fmla="*/ 408 h 2024"/>
                  <a:gd name="T34" fmla="*/ 2400 w 2401"/>
                  <a:gd name="T35" fmla="*/ 459 h 2024"/>
                  <a:gd name="T36" fmla="*/ 2390 w 2401"/>
                  <a:gd name="T37" fmla="*/ 516 h 2024"/>
                  <a:gd name="T38" fmla="*/ 2127 w 2401"/>
                  <a:gd name="T39" fmla="*/ 1717 h 2024"/>
                  <a:gd name="T40" fmla="*/ 2127 w 2401"/>
                  <a:gd name="T41" fmla="*/ 1721 h 2024"/>
                  <a:gd name="T42" fmla="*/ 2125 w 2401"/>
                  <a:gd name="T43" fmla="*/ 1731 h 2024"/>
                  <a:gd name="T44" fmla="*/ 2120 w 2401"/>
                  <a:gd name="T45" fmla="*/ 1748 h 2024"/>
                  <a:gd name="T46" fmla="*/ 2114 w 2401"/>
                  <a:gd name="T47" fmla="*/ 1769 h 2024"/>
                  <a:gd name="T48" fmla="*/ 2105 w 2401"/>
                  <a:gd name="T49" fmla="*/ 1793 h 2024"/>
                  <a:gd name="T50" fmla="*/ 2091 w 2401"/>
                  <a:gd name="T51" fmla="*/ 1820 h 2024"/>
                  <a:gd name="T52" fmla="*/ 2078 w 2401"/>
                  <a:gd name="T53" fmla="*/ 1848 h 2024"/>
                  <a:gd name="T54" fmla="*/ 2059 w 2401"/>
                  <a:gd name="T55" fmla="*/ 1878 h 2024"/>
                  <a:gd name="T56" fmla="*/ 2038 w 2401"/>
                  <a:gd name="T57" fmla="*/ 1908 h 2024"/>
                  <a:gd name="T58" fmla="*/ 2012 w 2401"/>
                  <a:gd name="T59" fmla="*/ 1937 h 2024"/>
                  <a:gd name="T60" fmla="*/ 1984 w 2401"/>
                  <a:gd name="T61" fmla="*/ 1961 h 2024"/>
                  <a:gd name="T62" fmla="*/ 1951 w 2401"/>
                  <a:gd name="T63" fmla="*/ 1986 h 2024"/>
                  <a:gd name="T64" fmla="*/ 1914 w 2401"/>
                  <a:gd name="T65" fmla="*/ 2003 h 2024"/>
                  <a:gd name="T66" fmla="*/ 1872 w 2401"/>
                  <a:gd name="T67" fmla="*/ 2016 h 2024"/>
                  <a:gd name="T68" fmla="*/ 1825 w 2401"/>
                  <a:gd name="T69" fmla="*/ 2024 h 2024"/>
                  <a:gd name="T70" fmla="*/ 1772 w 2401"/>
                  <a:gd name="T71" fmla="*/ 2024 h 2024"/>
                  <a:gd name="T72" fmla="*/ 1715 w 2401"/>
                  <a:gd name="T73" fmla="*/ 2014 h 2024"/>
                  <a:gd name="T74" fmla="*/ 1617 w 2401"/>
                  <a:gd name="T75" fmla="*/ 1993 h 2024"/>
                  <a:gd name="T76" fmla="*/ 1528 w 2401"/>
                  <a:gd name="T77" fmla="*/ 1974 h 2024"/>
                  <a:gd name="T78" fmla="*/ 1448 w 2401"/>
                  <a:gd name="T79" fmla="*/ 1957 h 2024"/>
                  <a:gd name="T80" fmla="*/ 1378 w 2401"/>
                  <a:gd name="T81" fmla="*/ 1940 h 2024"/>
                  <a:gd name="T82" fmla="*/ 1318 w 2401"/>
                  <a:gd name="T83" fmla="*/ 1929 h 2024"/>
                  <a:gd name="T84" fmla="*/ 1267 w 2401"/>
                  <a:gd name="T85" fmla="*/ 1918 h 2024"/>
                  <a:gd name="T86" fmla="*/ 1227 w 2401"/>
                  <a:gd name="T87" fmla="*/ 1908 h 2024"/>
                  <a:gd name="T88" fmla="*/ 1199 w 2401"/>
                  <a:gd name="T89" fmla="*/ 1903 h 2024"/>
                  <a:gd name="T90" fmla="*/ 1182 w 2401"/>
                  <a:gd name="T91" fmla="*/ 1899 h 2024"/>
                  <a:gd name="T92" fmla="*/ 1174 w 2401"/>
                  <a:gd name="T93" fmla="*/ 1897 h 2024"/>
                  <a:gd name="T94" fmla="*/ 0 w 2401"/>
                  <a:gd name="T95" fmla="*/ 998 h 2024"/>
                  <a:gd name="T96" fmla="*/ 138 w 2401"/>
                  <a:gd name="T97" fmla="*/ 331 h 2024"/>
                  <a:gd name="T98" fmla="*/ 1596 w 2401"/>
                  <a:gd name="T9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01" h="2024">
                    <a:moveTo>
                      <a:pt x="1596" y="0"/>
                    </a:moveTo>
                    <a:lnTo>
                      <a:pt x="2156" y="121"/>
                    </a:lnTo>
                    <a:lnTo>
                      <a:pt x="2159" y="123"/>
                    </a:lnTo>
                    <a:lnTo>
                      <a:pt x="2169" y="125"/>
                    </a:lnTo>
                    <a:lnTo>
                      <a:pt x="2182" y="129"/>
                    </a:lnTo>
                    <a:lnTo>
                      <a:pt x="2199" y="134"/>
                    </a:lnTo>
                    <a:lnTo>
                      <a:pt x="2218" y="142"/>
                    </a:lnTo>
                    <a:lnTo>
                      <a:pt x="2241" y="153"/>
                    </a:lnTo>
                    <a:lnTo>
                      <a:pt x="2265" y="166"/>
                    </a:lnTo>
                    <a:lnTo>
                      <a:pt x="2288" y="183"/>
                    </a:lnTo>
                    <a:lnTo>
                      <a:pt x="2313" y="204"/>
                    </a:lnTo>
                    <a:lnTo>
                      <a:pt x="2335" y="227"/>
                    </a:lnTo>
                    <a:lnTo>
                      <a:pt x="2356" y="255"/>
                    </a:lnTo>
                    <a:lnTo>
                      <a:pt x="2373" y="285"/>
                    </a:lnTo>
                    <a:lnTo>
                      <a:pt x="2386" y="323"/>
                    </a:lnTo>
                    <a:lnTo>
                      <a:pt x="2396" y="363"/>
                    </a:lnTo>
                    <a:lnTo>
                      <a:pt x="2401" y="408"/>
                    </a:lnTo>
                    <a:lnTo>
                      <a:pt x="2400" y="459"/>
                    </a:lnTo>
                    <a:lnTo>
                      <a:pt x="2390" y="516"/>
                    </a:lnTo>
                    <a:lnTo>
                      <a:pt x="2127" y="1717"/>
                    </a:lnTo>
                    <a:lnTo>
                      <a:pt x="2127" y="1721"/>
                    </a:lnTo>
                    <a:lnTo>
                      <a:pt x="2125" y="1731"/>
                    </a:lnTo>
                    <a:lnTo>
                      <a:pt x="2120" y="1748"/>
                    </a:lnTo>
                    <a:lnTo>
                      <a:pt x="2114" y="1769"/>
                    </a:lnTo>
                    <a:lnTo>
                      <a:pt x="2105" y="1793"/>
                    </a:lnTo>
                    <a:lnTo>
                      <a:pt x="2091" y="1820"/>
                    </a:lnTo>
                    <a:lnTo>
                      <a:pt x="2078" y="1848"/>
                    </a:lnTo>
                    <a:lnTo>
                      <a:pt x="2059" y="1878"/>
                    </a:lnTo>
                    <a:lnTo>
                      <a:pt x="2038" y="1908"/>
                    </a:lnTo>
                    <a:lnTo>
                      <a:pt x="2012" y="1937"/>
                    </a:lnTo>
                    <a:lnTo>
                      <a:pt x="1984" y="1961"/>
                    </a:lnTo>
                    <a:lnTo>
                      <a:pt x="1951" y="1986"/>
                    </a:lnTo>
                    <a:lnTo>
                      <a:pt x="1914" y="2003"/>
                    </a:lnTo>
                    <a:lnTo>
                      <a:pt x="1872" y="2016"/>
                    </a:lnTo>
                    <a:lnTo>
                      <a:pt x="1825" y="2024"/>
                    </a:lnTo>
                    <a:lnTo>
                      <a:pt x="1772" y="2024"/>
                    </a:lnTo>
                    <a:lnTo>
                      <a:pt x="1715" y="2014"/>
                    </a:lnTo>
                    <a:lnTo>
                      <a:pt x="1617" y="1993"/>
                    </a:lnTo>
                    <a:lnTo>
                      <a:pt x="1528" y="1974"/>
                    </a:lnTo>
                    <a:lnTo>
                      <a:pt x="1448" y="1957"/>
                    </a:lnTo>
                    <a:lnTo>
                      <a:pt x="1378" y="1940"/>
                    </a:lnTo>
                    <a:lnTo>
                      <a:pt x="1318" y="1929"/>
                    </a:lnTo>
                    <a:lnTo>
                      <a:pt x="1267" y="1918"/>
                    </a:lnTo>
                    <a:lnTo>
                      <a:pt x="1227" y="1908"/>
                    </a:lnTo>
                    <a:lnTo>
                      <a:pt x="1199" y="1903"/>
                    </a:lnTo>
                    <a:lnTo>
                      <a:pt x="1182" y="1899"/>
                    </a:lnTo>
                    <a:lnTo>
                      <a:pt x="1174" y="1897"/>
                    </a:lnTo>
                    <a:lnTo>
                      <a:pt x="0" y="998"/>
                    </a:lnTo>
                    <a:lnTo>
                      <a:pt x="138" y="331"/>
                    </a:lnTo>
                    <a:lnTo>
                      <a:pt x="1596" y="0"/>
                    </a:lnTo>
                    <a:close/>
                  </a:path>
                </a:pathLst>
              </a:custGeom>
              <a:gradFill flip="none" rotWithShape="1">
                <a:gsLst>
                  <a:gs pos="0">
                    <a:schemeClr val="bg1"/>
                  </a:gs>
                  <a:gs pos="89000">
                    <a:schemeClr val="bg1">
                      <a:lumMod val="85000"/>
                    </a:schemeClr>
                  </a:gs>
                </a:gsLst>
                <a:lin ang="14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41" name="Freeform 140"/>
              <p:cNvSpPr>
                <a:spLocks/>
              </p:cNvSpPr>
              <p:nvPr/>
            </p:nvSpPr>
            <p:spPr bwMode="auto">
              <a:xfrm>
                <a:off x="6128053" y="4282672"/>
                <a:ext cx="1781257" cy="2128880"/>
              </a:xfrm>
              <a:custGeom>
                <a:avLst/>
                <a:gdLst>
                  <a:gd name="T0" fmla="*/ 607 w 2065"/>
                  <a:gd name="T1" fmla="*/ 0 h 2468"/>
                  <a:gd name="T2" fmla="*/ 1777 w 2065"/>
                  <a:gd name="T3" fmla="*/ 930 h 2468"/>
                  <a:gd name="T4" fmla="*/ 2033 w 2065"/>
                  <a:gd name="T5" fmla="*/ 1444 h 2468"/>
                  <a:gd name="T6" fmla="*/ 2033 w 2065"/>
                  <a:gd name="T7" fmla="*/ 1448 h 2468"/>
                  <a:gd name="T8" fmla="*/ 2038 w 2065"/>
                  <a:gd name="T9" fmla="*/ 1455 h 2468"/>
                  <a:gd name="T10" fmla="*/ 2044 w 2065"/>
                  <a:gd name="T11" fmla="*/ 1470 h 2468"/>
                  <a:gd name="T12" fmla="*/ 2050 w 2065"/>
                  <a:gd name="T13" fmla="*/ 1489 h 2468"/>
                  <a:gd name="T14" fmla="*/ 2055 w 2065"/>
                  <a:gd name="T15" fmla="*/ 1512 h 2468"/>
                  <a:gd name="T16" fmla="*/ 2061 w 2065"/>
                  <a:gd name="T17" fmla="*/ 1540 h 2468"/>
                  <a:gd name="T18" fmla="*/ 2065 w 2065"/>
                  <a:gd name="T19" fmla="*/ 1569 h 2468"/>
                  <a:gd name="T20" fmla="*/ 2065 w 2065"/>
                  <a:gd name="T21" fmla="*/ 1601 h 2468"/>
                  <a:gd name="T22" fmla="*/ 2063 w 2065"/>
                  <a:gd name="T23" fmla="*/ 1635 h 2468"/>
                  <a:gd name="T24" fmla="*/ 2055 w 2065"/>
                  <a:gd name="T25" fmla="*/ 1671 h 2468"/>
                  <a:gd name="T26" fmla="*/ 2042 w 2065"/>
                  <a:gd name="T27" fmla="*/ 1705 h 2468"/>
                  <a:gd name="T28" fmla="*/ 2023 w 2065"/>
                  <a:gd name="T29" fmla="*/ 1741 h 2468"/>
                  <a:gd name="T30" fmla="*/ 1999 w 2065"/>
                  <a:gd name="T31" fmla="*/ 1776 h 2468"/>
                  <a:gd name="T32" fmla="*/ 1965 w 2065"/>
                  <a:gd name="T33" fmla="*/ 1810 h 2468"/>
                  <a:gd name="T34" fmla="*/ 1921 w 2065"/>
                  <a:gd name="T35" fmla="*/ 1843 h 2468"/>
                  <a:gd name="T36" fmla="*/ 1868 w 2065"/>
                  <a:gd name="T37" fmla="*/ 1873 h 2468"/>
                  <a:gd name="T38" fmla="*/ 768 w 2065"/>
                  <a:gd name="T39" fmla="*/ 2419 h 2468"/>
                  <a:gd name="T40" fmla="*/ 764 w 2065"/>
                  <a:gd name="T41" fmla="*/ 2421 h 2468"/>
                  <a:gd name="T42" fmla="*/ 754 w 2065"/>
                  <a:gd name="T43" fmla="*/ 2424 h 2468"/>
                  <a:gd name="T44" fmla="*/ 739 w 2065"/>
                  <a:gd name="T45" fmla="*/ 2432 h 2468"/>
                  <a:gd name="T46" fmla="*/ 719 w 2065"/>
                  <a:gd name="T47" fmla="*/ 2440 h 2468"/>
                  <a:gd name="T48" fmla="*/ 694 w 2065"/>
                  <a:gd name="T49" fmla="*/ 2447 h 2468"/>
                  <a:gd name="T50" fmla="*/ 664 w 2065"/>
                  <a:gd name="T51" fmla="*/ 2455 h 2468"/>
                  <a:gd name="T52" fmla="*/ 632 w 2065"/>
                  <a:gd name="T53" fmla="*/ 2460 h 2468"/>
                  <a:gd name="T54" fmla="*/ 597 w 2065"/>
                  <a:gd name="T55" fmla="*/ 2466 h 2468"/>
                  <a:gd name="T56" fmla="*/ 562 w 2065"/>
                  <a:gd name="T57" fmla="*/ 2468 h 2468"/>
                  <a:gd name="T58" fmla="*/ 524 w 2065"/>
                  <a:gd name="T59" fmla="*/ 2466 h 2468"/>
                  <a:gd name="T60" fmla="*/ 486 w 2065"/>
                  <a:gd name="T61" fmla="*/ 2458 h 2468"/>
                  <a:gd name="T62" fmla="*/ 446 w 2065"/>
                  <a:gd name="T63" fmla="*/ 2447 h 2468"/>
                  <a:gd name="T64" fmla="*/ 408 w 2065"/>
                  <a:gd name="T65" fmla="*/ 2430 h 2468"/>
                  <a:gd name="T66" fmla="*/ 372 w 2065"/>
                  <a:gd name="T67" fmla="*/ 2406 h 2468"/>
                  <a:gd name="T68" fmla="*/ 338 w 2065"/>
                  <a:gd name="T69" fmla="*/ 2373 h 2468"/>
                  <a:gd name="T70" fmla="*/ 306 w 2065"/>
                  <a:gd name="T71" fmla="*/ 2332 h 2468"/>
                  <a:gd name="T72" fmla="*/ 276 w 2065"/>
                  <a:gd name="T73" fmla="*/ 2283 h 2468"/>
                  <a:gd name="T74" fmla="*/ 236 w 2065"/>
                  <a:gd name="T75" fmla="*/ 2201 h 2468"/>
                  <a:gd name="T76" fmla="*/ 199 w 2065"/>
                  <a:gd name="T77" fmla="*/ 2126 h 2468"/>
                  <a:gd name="T78" fmla="*/ 164 w 2065"/>
                  <a:gd name="T79" fmla="*/ 2058 h 2468"/>
                  <a:gd name="T80" fmla="*/ 134 w 2065"/>
                  <a:gd name="T81" fmla="*/ 1996 h 2468"/>
                  <a:gd name="T82" fmla="*/ 108 w 2065"/>
                  <a:gd name="T83" fmla="*/ 1943 h 2468"/>
                  <a:gd name="T84" fmla="*/ 85 w 2065"/>
                  <a:gd name="T85" fmla="*/ 1895 h 2468"/>
                  <a:gd name="T86" fmla="*/ 66 w 2065"/>
                  <a:gd name="T87" fmla="*/ 1858 h 2468"/>
                  <a:gd name="T88" fmla="*/ 51 w 2065"/>
                  <a:gd name="T89" fmla="*/ 1827 h 2468"/>
                  <a:gd name="T90" fmla="*/ 40 w 2065"/>
                  <a:gd name="T91" fmla="*/ 1805 h 2468"/>
                  <a:gd name="T92" fmla="*/ 34 w 2065"/>
                  <a:gd name="T93" fmla="*/ 1792 h 2468"/>
                  <a:gd name="T94" fmla="*/ 30 w 2065"/>
                  <a:gd name="T95" fmla="*/ 1788 h 2468"/>
                  <a:gd name="T96" fmla="*/ 0 w 2065"/>
                  <a:gd name="T97" fmla="*/ 308 h 2468"/>
                  <a:gd name="T98" fmla="*/ 607 w 2065"/>
                  <a:gd name="T99"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65" h="2468">
                    <a:moveTo>
                      <a:pt x="607" y="0"/>
                    </a:moveTo>
                    <a:lnTo>
                      <a:pt x="1777" y="930"/>
                    </a:lnTo>
                    <a:lnTo>
                      <a:pt x="2033" y="1444"/>
                    </a:lnTo>
                    <a:lnTo>
                      <a:pt x="2033" y="1448"/>
                    </a:lnTo>
                    <a:lnTo>
                      <a:pt x="2038" y="1455"/>
                    </a:lnTo>
                    <a:lnTo>
                      <a:pt x="2044" y="1470"/>
                    </a:lnTo>
                    <a:lnTo>
                      <a:pt x="2050" y="1489"/>
                    </a:lnTo>
                    <a:lnTo>
                      <a:pt x="2055" y="1512"/>
                    </a:lnTo>
                    <a:lnTo>
                      <a:pt x="2061" y="1540"/>
                    </a:lnTo>
                    <a:lnTo>
                      <a:pt x="2065" y="1569"/>
                    </a:lnTo>
                    <a:lnTo>
                      <a:pt x="2065" y="1601"/>
                    </a:lnTo>
                    <a:lnTo>
                      <a:pt x="2063" y="1635"/>
                    </a:lnTo>
                    <a:lnTo>
                      <a:pt x="2055" y="1671"/>
                    </a:lnTo>
                    <a:lnTo>
                      <a:pt x="2042" y="1705"/>
                    </a:lnTo>
                    <a:lnTo>
                      <a:pt x="2023" y="1741"/>
                    </a:lnTo>
                    <a:lnTo>
                      <a:pt x="1999" y="1776"/>
                    </a:lnTo>
                    <a:lnTo>
                      <a:pt x="1965" y="1810"/>
                    </a:lnTo>
                    <a:lnTo>
                      <a:pt x="1921" y="1843"/>
                    </a:lnTo>
                    <a:lnTo>
                      <a:pt x="1868" y="1873"/>
                    </a:lnTo>
                    <a:lnTo>
                      <a:pt x="768" y="2419"/>
                    </a:lnTo>
                    <a:lnTo>
                      <a:pt x="764" y="2421"/>
                    </a:lnTo>
                    <a:lnTo>
                      <a:pt x="754" y="2424"/>
                    </a:lnTo>
                    <a:lnTo>
                      <a:pt x="739" y="2432"/>
                    </a:lnTo>
                    <a:lnTo>
                      <a:pt x="719" y="2440"/>
                    </a:lnTo>
                    <a:lnTo>
                      <a:pt x="694" y="2447"/>
                    </a:lnTo>
                    <a:lnTo>
                      <a:pt x="664" y="2455"/>
                    </a:lnTo>
                    <a:lnTo>
                      <a:pt x="632" y="2460"/>
                    </a:lnTo>
                    <a:lnTo>
                      <a:pt x="597" y="2466"/>
                    </a:lnTo>
                    <a:lnTo>
                      <a:pt x="562" y="2468"/>
                    </a:lnTo>
                    <a:lnTo>
                      <a:pt x="524" y="2466"/>
                    </a:lnTo>
                    <a:lnTo>
                      <a:pt x="486" y="2458"/>
                    </a:lnTo>
                    <a:lnTo>
                      <a:pt x="446" y="2447"/>
                    </a:lnTo>
                    <a:lnTo>
                      <a:pt x="408" y="2430"/>
                    </a:lnTo>
                    <a:lnTo>
                      <a:pt x="372" y="2406"/>
                    </a:lnTo>
                    <a:lnTo>
                      <a:pt x="338" y="2373"/>
                    </a:lnTo>
                    <a:lnTo>
                      <a:pt x="306" y="2332"/>
                    </a:lnTo>
                    <a:lnTo>
                      <a:pt x="276" y="2283"/>
                    </a:lnTo>
                    <a:lnTo>
                      <a:pt x="236" y="2201"/>
                    </a:lnTo>
                    <a:lnTo>
                      <a:pt x="199" y="2126"/>
                    </a:lnTo>
                    <a:lnTo>
                      <a:pt x="164" y="2058"/>
                    </a:lnTo>
                    <a:lnTo>
                      <a:pt x="134" y="1996"/>
                    </a:lnTo>
                    <a:lnTo>
                      <a:pt x="108" y="1943"/>
                    </a:lnTo>
                    <a:lnTo>
                      <a:pt x="85" y="1895"/>
                    </a:lnTo>
                    <a:lnTo>
                      <a:pt x="66" y="1858"/>
                    </a:lnTo>
                    <a:lnTo>
                      <a:pt x="51" y="1827"/>
                    </a:lnTo>
                    <a:lnTo>
                      <a:pt x="40" y="1805"/>
                    </a:lnTo>
                    <a:lnTo>
                      <a:pt x="34" y="1792"/>
                    </a:lnTo>
                    <a:lnTo>
                      <a:pt x="30" y="1788"/>
                    </a:lnTo>
                    <a:lnTo>
                      <a:pt x="0" y="308"/>
                    </a:lnTo>
                    <a:lnTo>
                      <a:pt x="607" y="0"/>
                    </a:lnTo>
                    <a:close/>
                  </a:path>
                </a:pathLst>
              </a:custGeom>
              <a:gradFill flip="none" rotWithShape="1">
                <a:gsLst>
                  <a:gs pos="0">
                    <a:schemeClr val="accent4"/>
                  </a:gs>
                  <a:gs pos="89000">
                    <a:schemeClr val="accent4">
                      <a:lumMod val="50000"/>
                    </a:schemeClr>
                  </a:gs>
                </a:gsLst>
                <a:lin ang="12600000" scaled="0"/>
                <a:tileRect/>
              </a:gradFill>
              <a:ln w="19050">
                <a:solidFill>
                  <a:schemeClr val="accent4"/>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42" name="Freeform 141"/>
              <p:cNvSpPr>
                <a:spLocks/>
              </p:cNvSpPr>
              <p:nvPr/>
            </p:nvSpPr>
            <p:spPr bwMode="auto">
              <a:xfrm>
                <a:off x="4296766" y="4302511"/>
                <a:ext cx="1765730" cy="2136644"/>
              </a:xfrm>
              <a:custGeom>
                <a:avLst/>
                <a:gdLst>
                  <a:gd name="T0" fmla="*/ 1433 w 2047"/>
                  <a:gd name="T1" fmla="*/ 0 h 2477"/>
                  <a:gd name="T2" fmla="*/ 2047 w 2047"/>
                  <a:gd name="T3" fmla="*/ 291 h 2477"/>
                  <a:gd name="T4" fmla="*/ 2027 w 2047"/>
                  <a:gd name="T5" fmla="*/ 1784 h 2477"/>
                  <a:gd name="T6" fmla="*/ 1777 w 2047"/>
                  <a:gd name="T7" fmla="*/ 2299 h 2477"/>
                  <a:gd name="T8" fmla="*/ 1775 w 2047"/>
                  <a:gd name="T9" fmla="*/ 2303 h 2477"/>
                  <a:gd name="T10" fmla="*/ 1769 w 2047"/>
                  <a:gd name="T11" fmla="*/ 2311 h 2477"/>
                  <a:gd name="T12" fmla="*/ 1762 w 2047"/>
                  <a:gd name="T13" fmla="*/ 2324 h 2477"/>
                  <a:gd name="T14" fmla="*/ 1750 w 2047"/>
                  <a:gd name="T15" fmla="*/ 2341 h 2477"/>
                  <a:gd name="T16" fmla="*/ 1737 w 2047"/>
                  <a:gd name="T17" fmla="*/ 2360 h 2477"/>
                  <a:gd name="T18" fmla="*/ 1718 w 2047"/>
                  <a:gd name="T19" fmla="*/ 2381 h 2477"/>
                  <a:gd name="T20" fmla="*/ 1698 w 2047"/>
                  <a:gd name="T21" fmla="*/ 2401 h 2477"/>
                  <a:gd name="T22" fmla="*/ 1673 w 2047"/>
                  <a:gd name="T23" fmla="*/ 2422 h 2477"/>
                  <a:gd name="T24" fmla="*/ 1645 w 2047"/>
                  <a:gd name="T25" fmla="*/ 2441 h 2477"/>
                  <a:gd name="T26" fmla="*/ 1612 w 2047"/>
                  <a:gd name="T27" fmla="*/ 2456 h 2477"/>
                  <a:gd name="T28" fmla="*/ 1577 w 2047"/>
                  <a:gd name="T29" fmla="*/ 2469 h 2477"/>
                  <a:gd name="T30" fmla="*/ 1537 w 2047"/>
                  <a:gd name="T31" fmla="*/ 2475 h 2477"/>
                  <a:gd name="T32" fmla="*/ 1493 w 2047"/>
                  <a:gd name="T33" fmla="*/ 2477 h 2477"/>
                  <a:gd name="T34" fmla="*/ 1444 w 2047"/>
                  <a:gd name="T35" fmla="*/ 2469 h 2477"/>
                  <a:gd name="T36" fmla="*/ 1393 w 2047"/>
                  <a:gd name="T37" fmla="*/ 2456 h 2477"/>
                  <a:gd name="T38" fmla="*/ 1336 w 2047"/>
                  <a:gd name="T39" fmla="*/ 2434 h 2477"/>
                  <a:gd name="T40" fmla="*/ 230 w 2047"/>
                  <a:gd name="T41" fmla="*/ 1897 h 2477"/>
                  <a:gd name="T42" fmla="*/ 228 w 2047"/>
                  <a:gd name="T43" fmla="*/ 1895 h 2477"/>
                  <a:gd name="T44" fmla="*/ 219 w 2047"/>
                  <a:gd name="T45" fmla="*/ 1889 h 2477"/>
                  <a:gd name="T46" fmla="*/ 204 w 2047"/>
                  <a:gd name="T47" fmla="*/ 1882 h 2477"/>
                  <a:gd name="T48" fmla="*/ 185 w 2047"/>
                  <a:gd name="T49" fmla="*/ 1871 h 2477"/>
                  <a:gd name="T50" fmla="*/ 164 w 2047"/>
                  <a:gd name="T51" fmla="*/ 1855 h 2477"/>
                  <a:gd name="T52" fmla="*/ 139 w 2047"/>
                  <a:gd name="T53" fmla="*/ 1837 h 2477"/>
                  <a:gd name="T54" fmla="*/ 115 w 2047"/>
                  <a:gd name="T55" fmla="*/ 1816 h 2477"/>
                  <a:gd name="T56" fmla="*/ 90 w 2047"/>
                  <a:gd name="T57" fmla="*/ 1791 h 2477"/>
                  <a:gd name="T58" fmla="*/ 66 w 2047"/>
                  <a:gd name="T59" fmla="*/ 1763 h 2477"/>
                  <a:gd name="T60" fmla="*/ 45 w 2047"/>
                  <a:gd name="T61" fmla="*/ 1733 h 2477"/>
                  <a:gd name="T62" fmla="*/ 26 w 2047"/>
                  <a:gd name="T63" fmla="*/ 1699 h 2477"/>
                  <a:gd name="T64" fmla="*/ 13 w 2047"/>
                  <a:gd name="T65" fmla="*/ 1661 h 2477"/>
                  <a:gd name="T66" fmla="*/ 3 w 2047"/>
                  <a:gd name="T67" fmla="*/ 1619 h 2477"/>
                  <a:gd name="T68" fmla="*/ 0 w 2047"/>
                  <a:gd name="T69" fmla="*/ 1576 h 2477"/>
                  <a:gd name="T70" fmla="*/ 5 w 2047"/>
                  <a:gd name="T71" fmla="*/ 1529 h 2477"/>
                  <a:gd name="T72" fmla="*/ 17 w 2047"/>
                  <a:gd name="T73" fmla="*/ 1479 h 2477"/>
                  <a:gd name="T74" fmla="*/ 39 w 2047"/>
                  <a:gd name="T75" fmla="*/ 1425 h 2477"/>
                  <a:gd name="T76" fmla="*/ 79 w 2047"/>
                  <a:gd name="T77" fmla="*/ 1343 h 2477"/>
                  <a:gd name="T78" fmla="*/ 115 w 2047"/>
                  <a:gd name="T79" fmla="*/ 1268 h 2477"/>
                  <a:gd name="T80" fmla="*/ 149 w 2047"/>
                  <a:gd name="T81" fmla="*/ 1200 h 2477"/>
                  <a:gd name="T82" fmla="*/ 179 w 2047"/>
                  <a:gd name="T83" fmla="*/ 1137 h 2477"/>
                  <a:gd name="T84" fmla="*/ 204 w 2047"/>
                  <a:gd name="T85" fmla="*/ 1085 h 2477"/>
                  <a:gd name="T86" fmla="*/ 226 w 2047"/>
                  <a:gd name="T87" fmla="*/ 1037 h 2477"/>
                  <a:gd name="T88" fmla="*/ 245 w 2047"/>
                  <a:gd name="T89" fmla="*/ 1000 h 2477"/>
                  <a:gd name="T90" fmla="*/ 260 w 2047"/>
                  <a:gd name="T91" fmla="*/ 967 h 2477"/>
                  <a:gd name="T92" fmla="*/ 272 w 2047"/>
                  <a:gd name="T93" fmla="*/ 947 h 2477"/>
                  <a:gd name="T94" fmla="*/ 277 w 2047"/>
                  <a:gd name="T95" fmla="*/ 933 h 2477"/>
                  <a:gd name="T96" fmla="*/ 279 w 2047"/>
                  <a:gd name="T97" fmla="*/ 928 h 2477"/>
                  <a:gd name="T98" fmla="*/ 1433 w 2047"/>
                  <a:gd name="T99" fmla="*/ 0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47" h="2477">
                    <a:moveTo>
                      <a:pt x="1433" y="0"/>
                    </a:moveTo>
                    <a:lnTo>
                      <a:pt x="2047" y="291"/>
                    </a:lnTo>
                    <a:lnTo>
                      <a:pt x="2027" y="1784"/>
                    </a:lnTo>
                    <a:lnTo>
                      <a:pt x="1777" y="2299"/>
                    </a:lnTo>
                    <a:lnTo>
                      <a:pt x="1775" y="2303"/>
                    </a:lnTo>
                    <a:lnTo>
                      <a:pt x="1769" y="2311"/>
                    </a:lnTo>
                    <a:lnTo>
                      <a:pt x="1762" y="2324"/>
                    </a:lnTo>
                    <a:lnTo>
                      <a:pt x="1750" y="2341"/>
                    </a:lnTo>
                    <a:lnTo>
                      <a:pt x="1737" y="2360"/>
                    </a:lnTo>
                    <a:lnTo>
                      <a:pt x="1718" y="2381"/>
                    </a:lnTo>
                    <a:lnTo>
                      <a:pt x="1698" y="2401"/>
                    </a:lnTo>
                    <a:lnTo>
                      <a:pt x="1673" y="2422"/>
                    </a:lnTo>
                    <a:lnTo>
                      <a:pt x="1645" y="2441"/>
                    </a:lnTo>
                    <a:lnTo>
                      <a:pt x="1612" y="2456"/>
                    </a:lnTo>
                    <a:lnTo>
                      <a:pt x="1577" y="2469"/>
                    </a:lnTo>
                    <a:lnTo>
                      <a:pt x="1537" y="2475"/>
                    </a:lnTo>
                    <a:lnTo>
                      <a:pt x="1493" y="2477"/>
                    </a:lnTo>
                    <a:lnTo>
                      <a:pt x="1444" y="2469"/>
                    </a:lnTo>
                    <a:lnTo>
                      <a:pt x="1393" y="2456"/>
                    </a:lnTo>
                    <a:lnTo>
                      <a:pt x="1336" y="2434"/>
                    </a:lnTo>
                    <a:lnTo>
                      <a:pt x="230" y="1897"/>
                    </a:lnTo>
                    <a:lnTo>
                      <a:pt x="228" y="1895"/>
                    </a:lnTo>
                    <a:lnTo>
                      <a:pt x="219" y="1889"/>
                    </a:lnTo>
                    <a:lnTo>
                      <a:pt x="204" y="1882"/>
                    </a:lnTo>
                    <a:lnTo>
                      <a:pt x="185" y="1871"/>
                    </a:lnTo>
                    <a:lnTo>
                      <a:pt x="164" y="1855"/>
                    </a:lnTo>
                    <a:lnTo>
                      <a:pt x="139" y="1837"/>
                    </a:lnTo>
                    <a:lnTo>
                      <a:pt x="115" y="1816"/>
                    </a:lnTo>
                    <a:lnTo>
                      <a:pt x="90" y="1791"/>
                    </a:lnTo>
                    <a:lnTo>
                      <a:pt x="66" y="1763"/>
                    </a:lnTo>
                    <a:lnTo>
                      <a:pt x="45" y="1733"/>
                    </a:lnTo>
                    <a:lnTo>
                      <a:pt x="26" y="1699"/>
                    </a:lnTo>
                    <a:lnTo>
                      <a:pt x="13" y="1661"/>
                    </a:lnTo>
                    <a:lnTo>
                      <a:pt x="3" y="1619"/>
                    </a:lnTo>
                    <a:lnTo>
                      <a:pt x="0" y="1576"/>
                    </a:lnTo>
                    <a:lnTo>
                      <a:pt x="5" y="1529"/>
                    </a:lnTo>
                    <a:lnTo>
                      <a:pt x="17" y="1479"/>
                    </a:lnTo>
                    <a:lnTo>
                      <a:pt x="39" y="1425"/>
                    </a:lnTo>
                    <a:lnTo>
                      <a:pt x="79" y="1343"/>
                    </a:lnTo>
                    <a:lnTo>
                      <a:pt x="115" y="1268"/>
                    </a:lnTo>
                    <a:lnTo>
                      <a:pt x="149" y="1200"/>
                    </a:lnTo>
                    <a:lnTo>
                      <a:pt x="179" y="1137"/>
                    </a:lnTo>
                    <a:lnTo>
                      <a:pt x="204" y="1085"/>
                    </a:lnTo>
                    <a:lnTo>
                      <a:pt x="226" y="1037"/>
                    </a:lnTo>
                    <a:lnTo>
                      <a:pt x="245" y="1000"/>
                    </a:lnTo>
                    <a:lnTo>
                      <a:pt x="260" y="967"/>
                    </a:lnTo>
                    <a:lnTo>
                      <a:pt x="272" y="947"/>
                    </a:lnTo>
                    <a:lnTo>
                      <a:pt x="277" y="933"/>
                    </a:lnTo>
                    <a:lnTo>
                      <a:pt x="279" y="928"/>
                    </a:lnTo>
                    <a:lnTo>
                      <a:pt x="1433" y="0"/>
                    </a:lnTo>
                    <a:close/>
                  </a:path>
                </a:pathLst>
              </a:custGeom>
              <a:gradFill flip="none" rotWithShape="1">
                <a:gsLst>
                  <a:gs pos="0">
                    <a:schemeClr val="bg1"/>
                  </a:gs>
                  <a:gs pos="91000">
                    <a:schemeClr val="bg1">
                      <a:lumMod val="85000"/>
                    </a:schemeClr>
                  </a:gs>
                </a:gsLst>
                <a:lin ang="138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43" name="Freeform 142"/>
              <p:cNvSpPr>
                <a:spLocks/>
              </p:cNvSpPr>
              <p:nvPr/>
            </p:nvSpPr>
            <p:spPr bwMode="auto">
              <a:xfrm>
                <a:off x="3407432" y="3399375"/>
                <a:ext cx="2065050" cy="1749339"/>
              </a:xfrm>
              <a:custGeom>
                <a:avLst/>
                <a:gdLst>
                  <a:gd name="T0" fmla="*/ 804 w 2394"/>
                  <a:gd name="T1" fmla="*/ 0 h 2028"/>
                  <a:gd name="T2" fmla="*/ 2246 w 2394"/>
                  <a:gd name="T3" fmla="*/ 339 h 2028"/>
                  <a:gd name="T4" fmla="*/ 2394 w 2394"/>
                  <a:gd name="T5" fmla="*/ 1002 h 2028"/>
                  <a:gd name="T6" fmla="*/ 1201 w 2394"/>
                  <a:gd name="T7" fmla="*/ 1903 h 2028"/>
                  <a:gd name="T8" fmla="*/ 639 w 2394"/>
                  <a:gd name="T9" fmla="*/ 2022 h 2028"/>
                  <a:gd name="T10" fmla="*/ 635 w 2394"/>
                  <a:gd name="T11" fmla="*/ 2022 h 2028"/>
                  <a:gd name="T12" fmla="*/ 626 w 2394"/>
                  <a:gd name="T13" fmla="*/ 2024 h 2028"/>
                  <a:gd name="T14" fmla="*/ 611 w 2394"/>
                  <a:gd name="T15" fmla="*/ 2026 h 2028"/>
                  <a:gd name="T16" fmla="*/ 592 w 2394"/>
                  <a:gd name="T17" fmla="*/ 2028 h 2028"/>
                  <a:gd name="T18" fmla="*/ 567 w 2394"/>
                  <a:gd name="T19" fmla="*/ 2028 h 2028"/>
                  <a:gd name="T20" fmla="*/ 539 w 2394"/>
                  <a:gd name="T21" fmla="*/ 2026 h 2028"/>
                  <a:gd name="T22" fmla="*/ 511 w 2394"/>
                  <a:gd name="T23" fmla="*/ 2022 h 2028"/>
                  <a:gd name="T24" fmla="*/ 478 w 2394"/>
                  <a:gd name="T25" fmla="*/ 2014 h 2028"/>
                  <a:gd name="T26" fmla="*/ 446 w 2394"/>
                  <a:gd name="T27" fmla="*/ 2005 h 2028"/>
                  <a:gd name="T28" fmla="*/ 414 w 2394"/>
                  <a:gd name="T29" fmla="*/ 1988 h 2028"/>
                  <a:gd name="T30" fmla="*/ 384 w 2394"/>
                  <a:gd name="T31" fmla="*/ 1967 h 2028"/>
                  <a:gd name="T32" fmla="*/ 354 w 2394"/>
                  <a:gd name="T33" fmla="*/ 1941 h 2028"/>
                  <a:gd name="T34" fmla="*/ 325 w 2394"/>
                  <a:gd name="T35" fmla="*/ 1907 h 2028"/>
                  <a:gd name="T36" fmla="*/ 301 w 2394"/>
                  <a:gd name="T37" fmla="*/ 1865 h 2028"/>
                  <a:gd name="T38" fmla="*/ 280 w 2394"/>
                  <a:gd name="T39" fmla="*/ 1816 h 2028"/>
                  <a:gd name="T40" fmla="*/ 265 w 2394"/>
                  <a:gd name="T41" fmla="*/ 1758 h 2028"/>
                  <a:gd name="T42" fmla="*/ 9 w 2394"/>
                  <a:gd name="T43" fmla="*/ 556 h 2028"/>
                  <a:gd name="T44" fmla="*/ 9 w 2394"/>
                  <a:gd name="T45" fmla="*/ 552 h 2028"/>
                  <a:gd name="T46" fmla="*/ 8 w 2394"/>
                  <a:gd name="T47" fmla="*/ 541 h 2028"/>
                  <a:gd name="T48" fmla="*/ 4 w 2394"/>
                  <a:gd name="T49" fmla="*/ 524 h 2028"/>
                  <a:gd name="T50" fmla="*/ 2 w 2394"/>
                  <a:gd name="T51" fmla="*/ 503 h 2028"/>
                  <a:gd name="T52" fmla="*/ 0 w 2394"/>
                  <a:gd name="T53" fmla="*/ 477 h 2028"/>
                  <a:gd name="T54" fmla="*/ 0 w 2394"/>
                  <a:gd name="T55" fmla="*/ 446 h 2028"/>
                  <a:gd name="T56" fmla="*/ 2 w 2394"/>
                  <a:gd name="T57" fmla="*/ 414 h 2028"/>
                  <a:gd name="T58" fmla="*/ 6 w 2394"/>
                  <a:gd name="T59" fmla="*/ 380 h 2028"/>
                  <a:gd name="T60" fmla="*/ 13 w 2394"/>
                  <a:gd name="T61" fmla="*/ 344 h 2028"/>
                  <a:gd name="T62" fmla="*/ 25 w 2394"/>
                  <a:gd name="T63" fmla="*/ 308 h 2028"/>
                  <a:gd name="T64" fmla="*/ 40 w 2394"/>
                  <a:gd name="T65" fmla="*/ 273 h 2028"/>
                  <a:gd name="T66" fmla="*/ 61 w 2394"/>
                  <a:gd name="T67" fmla="*/ 239 h 2028"/>
                  <a:gd name="T68" fmla="*/ 87 w 2394"/>
                  <a:gd name="T69" fmla="*/ 206 h 2028"/>
                  <a:gd name="T70" fmla="*/ 121 w 2394"/>
                  <a:gd name="T71" fmla="*/ 176 h 2028"/>
                  <a:gd name="T72" fmla="*/ 161 w 2394"/>
                  <a:gd name="T73" fmla="*/ 152 h 2028"/>
                  <a:gd name="T74" fmla="*/ 208 w 2394"/>
                  <a:gd name="T75" fmla="*/ 129 h 2028"/>
                  <a:gd name="T76" fmla="*/ 263 w 2394"/>
                  <a:gd name="T77" fmla="*/ 114 h 2028"/>
                  <a:gd name="T78" fmla="*/ 361 w 2394"/>
                  <a:gd name="T79" fmla="*/ 93 h 2028"/>
                  <a:gd name="T80" fmla="*/ 450 w 2394"/>
                  <a:gd name="T81" fmla="*/ 74 h 2028"/>
                  <a:gd name="T82" fmla="*/ 529 w 2394"/>
                  <a:gd name="T83" fmla="*/ 57 h 2028"/>
                  <a:gd name="T84" fmla="*/ 601 w 2394"/>
                  <a:gd name="T85" fmla="*/ 42 h 2028"/>
                  <a:gd name="T86" fmla="*/ 662 w 2394"/>
                  <a:gd name="T87" fmla="*/ 31 h 2028"/>
                  <a:gd name="T88" fmla="*/ 713 w 2394"/>
                  <a:gd name="T89" fmla="*/ 19 h 2028"/>
                  <a:gd name="T90" fmla="*/ 753 w 2394"/>
                  <a:gd name="T91" fmla="*/ 10 h 2028"/>
                  <a:gd name="T92" fmla="*/ 781 w 2394"/>
                  <a:gd name="T93" fmla="*/ 4 h 2028"/>
                  <a:gd name="T94" fmla="*/ 798 w 2394"/>
                  <a:gd name="T95" fmla="*/ 0 h 2028"/>
                  <a:gd name="T96" fmla="*/ 804 w 2394"/>
                  <a:gd name="T97"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4" h="2028">
                    <a:moveTo>
                      <a:pt x="804" y="0"/>
                    </a:moveTo>
                    <a:lnTo>
                      <a:pt x="2246" y="339"/>
                    </a:lnTo>
                    <a:lnTo>
                      <a:pt x="2394" y="1002"/>
                    </a:lnTo>
                    <a:lnTo>
                      <a:pt x="1201" y="1903"/>
                    </a:lnTo>
                    <a:lnTo>
                      <a:pt x="639" y="2022"/>
                    </a:lnTo>
                    <a:lnTo>
                      <a:pt x="635" y="2022"/>
                    </a:lnTo>
                    <a:lnTo>
                      <a:pt x="626" y="2024"/>
                    </a:lnTo>
                    <a:lnTo>
                      <a:pt x="611" y="2026"/>
                    </a:lnTo>
                    <a:lnTo>
                      <a:pt x="592" y="2028"/>
                    </a:lnTo>
                    <a:lnTo>
                      <a:pt x="567" y="2028"/>
                    </a:lnTo>
                    <a:lnTo>
                      <a:pt x="539" y="2026"/>
                    </a:lnTo>
                    <a:lnTo>
                      <a:pt x="511" y="2022"/>
                    </a:lnTo>
                    <a:lnTo>
                      <a:pt x="478" y="2014"/>
                    </a:lnTo>
                    <a:lnTo>
                      <a:pt x="446" y="2005"/>
                    </a:lnTo>
                    <a:lnTo>
                      <a:pt x="414" y="1988"/>
                    </a:lnTo>
                    <a:lnTo>
                      <a:pt x="384" y="1967"/>
                    </a:lnTo>
                    <a:lnTo>
                      <a:pt x="354" y="1941"/>
                    </a:lnTo>
                    <a:lnTo>
                      <a:pt x="325" y="1907"/>
                    </a:lnTo>
                    <a:lnTo>
                      <a:pt x="301" y="1865"/>
                    </a:lnTo>
                    <a:lnTo>
                      <a:pt x="280" y="1816"/>
                    </a:lnTo>
                    <a:lnTo>
                      <a:pt x="265" y="1758"/>
                    </a:lnTo>
                    <a:lnTo>
                      <a:pt x="9" y="556"/>
                    </a:lnTo>
                    <a:lnTo>
                      <a:pt x="9" y="552"/>
                    </a:lnTo>
                    <a:lnTo>
                      <a:pt x="8" y="541"/>
                    </a:lnTo>
                    <a:lnTo>
                      <a:pt x="4" y="524"/>
                    </a:lnTo>
                    <a:lnTo>
                      <a:pt x="2" y="503"/>
                    </a:lnTo>
                    <a:lnTo>
                      <a:pt x="0" y="477"/>
                    </a:lnTo>
                    <a:lnTo>
                      <a:pt x="0" y="446"/>
                    </a:lnTo>
                    <a:lnTo>
                      <a:pt x="2" y="414"/>
                    </a:lnTo>
                    <a:lnTo>
                      <a:pt x="6" y="380"/>
                    </a:lnTo>
                    <a:lnTo>
                      <a:pt x="13" y="344"/>
                    </a:lnTo>
                    <a:lnTo>
                      <a:pt x="25" y="308"/>
                    </a:lnTo>
                    <a:lnTo>
                      <a:pt x="40" y="273"/>
                    </a:lnTo>
                    <a:lnTo>
                      <a:pt x="61" y="239"/>
                    </a:lnTo>
                    <a:lnTo>
                      <a:pt x="87" y="206"/>
                    </a:lnTo>
                    <a:lnTo>
                      <a:pt x="121" y="176"/>
                    </a:lnTo>
                    <a:lnTo>
                      <a:pt x="161" y="152"/>
                    </a:lnTo>
                    <a:lnTo>
                      <a:pt x="208" y="129"/>
                    </a:lnTo>
                    <a:lnTo>
                      <a:pt x="263" y="114"/>
                    </a:lnTo>
                    <a:lnTo>
                      <a:pt x="361" y="93"/>
                    </a:lnTo>
                    <a:lnTo>
                      <a:pt x="450" y="74"/>
                    </a:lnTo>
                    <a:lnTo>
                      <a:pt x="529" y="57"/>
                    </a:lnTo>
                    <a:lnTo>
                      <a:pt x="601" y="42"/>
                    </a:lnTo>
                    <a:lnTo>
                      <a:pt x="662" y="31"/>
                    </a:lnTo>
                    <a:lnTo>
                      <a:pt x="713" y="19"/>
                    </a:lnTo>
                    <a:lnTo>
                      <a:pt x="753" y="10"/>
                    </a:lnTo>
                    <a:lnTo>
                      <a:pt x="781" y="4"/>
                    </a:lnTo>
                    <a:lnTo>
                      <a:pt x="798" y="0"/>
                    </a:lnTo>
                    <a:lnTo>
                      <a:pt x="804" y="0"/>
                    </a:lnTo>
                    <a:close/>
                  </a:path>
                </a:pathLst>
              </a:custGeom>
              <a:gradFill flip="none" rotWithShape="1">
                <a:gsLst>
                  <a:gs pos="0">
                    <a:schemeClr val="bg1"/>
                  </a:gs>
                  <a:gs pos="94000">
                    <a:schemeClr val="bg1">
                      <a:lumMod val="85000"/>
                    </a:schemeClr>
                  </a:gs>
                </a:gsLst>
                <a:lin ang="9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44" name="Freeform 143"/>
              <p:cNvSpPr>
                <a:spLocks/>
              </p:cNvSpPr>
              <p:nvPr/>
            </p:nvSpPr>
            <p:spPr bwMode="auto">
              <a:xfrm>
                <a:off x="3616180" y="1621570"/>
                <a:ext cx="2099554" cy="1984828"/>
              </a:xfrm>
              <a:custGeom>
                <a:avLst/>
                <a:gdLst>
                  <a:gd name="T0" fmla="*/ 1178 w 2434"/>
                  <a:gd name="T1" fmla="*/ 0 h 2301"/>
                  <a:gd name="T2" fmla="*/ 1227 w 2434"/>
                  <a:gd name="T3" fmla="*/ 4 h 2301"/>
                  <a:gd name="T4" fmla="*/ 1276 w 2434"/>
                  <a:gd name="T5" fmla="*/ 19 h 2301"/>
                  <a:gd name="T6" fmla="*/ 1329 w 2434"/>
                  <a:gd name="T7" fmla="*/ 44 h 2301"/>
                  <a:gd name="T8" fmla="*/ 1382 w 2434"/>
                  <a:gd name="T9" fmla="*/ 81 h 2301"/>
                  <a:gd name="T10" fmla="*/ 1452 w 2434"/>
                  <a:gd name="T11" fmla="*/ 140 h 2301"/>
                  <a:gd name="T12" fmla="*/ 1517 w 2434"/>
                  <a:gd name="T13" fmla="*/ 193 h 2301"/>
                  <a:gd name="T14" fmla="*/ 1575 w 2434"/>
                  <a:gd name="T15" fmla="*/ 242 h 2301"/>
                  <a:gd name="T16" fmla="*/ 1628 w 2434"/>
                  <a:gd name="T17" fmla="*/ 286 h 2301"/>
                  <a:gd name="T18" fmla="*/ 1673 w 2434"/>
                  <a:gd name="T19" fmla="*/ 323 h 2301"/>
                  <a:gd name="T20" fmla="*/ 1713 w 2434"/>
                  <a:gd name="T21" fmla="*/ 357 h 2301"/>
                  <a:gd name="T22" fmla="*/ 1747 w 2434"/>
                  <a:gd name="T23" fmla="*/ 384 h 2301"/>
                  <a:gd name="T24" fmla="*/ 1772 w 2434"/>
                  <a:gd name="T25" fmla="*/ 406 h 2301"/>
                  <a:gd name="T26" fmla="*/ 1791 w 2434"/>
                  <a:gd name="T27" fmla="*/ 422 h 2301"/>
                  <a:gd name="T28" fmla="*/ 1804 w 2434"/>
                  <a:gd name="T29" fmla="*/ 431 h 2301"/>
                  <a:gd name="T30" fmla="*/ 1808 w 2434"/>
                  <a:gd name="T31" fmla="*/ 435 h 2301"/>
                  <a:gd name="T32" fmla="*/ 2434 w 2434"/>
                  <a:gd name="T33" fmla="*/ 1774 h 2301"/>
                  <a:gd name="T34" fmla="*/ 2004 w 2434"/>
                  <a:gd name="T35" fmla="*/ 2301 h 2301"/>
                  <a:gd name="T36" fmla="*/ 558 w 2434"/>
                  <a:gd name="T37" fmla="*/ 1925 h 2301"/>
                  <a:gd name="T38" fmla="*/ 117 w 2434"/>
                  <a:gd name="T39" fmla="*/ 1559 h 2301"/>
                  <a:gd name="T40" fmla="*/ 113 w 2434"/>
                  <a:gd name="T41" fmla="*/ 1557 h 2301"/>
                  <a:gd name="T42" fmla="*/ 106 w 2434"/>
                  <a:gd name="T43" fmla="*/ 1549 h 2301"/>
                  <a:gd name="T44" fmla="*/ 93 w 2434"/>
                  <a:gd name="T45" fmla="*/ 1536 h 2301"/>
                  <a:gd name="T46" fmla="*/ 78 w 2434"/>
                  <a:gd name="T47" fmla="*/ 1519 h 2301"/>
                  <a:gd name="T48" fmla="*/ 62 w 2434"/>
                  <a:gd name="T49" fmla="*/ 1498 h 2301"/>
                  <a:gd name="T50" fmla="*/ 45 w 2434"/>
                  <a:gd name="T51" fmla="*/ 1474 h 2301"/>
                  <a:gd name="T52" fmla="*/ 28 w 2434"/>
                  <a:gd name="T53" fmla="*/ 1446 h 2301"/>
                  <a:gd name="T54" fmla="*/ 15 w 2434"/>
                  <a:gd name="T55" fmla="*/ 1412 h 2301"/>
                  <a:gd name="T56" fmla="*/ 6 w 2434"/>
                  <a:gd name="T57" fmla="*/ 1376 h 2301"/>
                  <a:gd name="T58" fmla="*/ 0 w 2434"/>
                  <a:gd name="T59" fmla="*/ 1338 h 2301"/>
                  <a:gd name="T60" fmla="*/ 2 w 2434"/>
                  <a:gd name="T61" fmla="*/ 1294 h 2301"/>
                  <a:gd name="T62" fmla="*/ 9 w 2434"/>
                  <a:gd name="T63" fmla="*/ 1249 h 2301"/>
                  <a:gd name="T64" fmla="*/ 27 w 2434"/>
                  <a:gd name="T65" fmla="*/ 1202 h 2301"/>
                  <a:gd name="T66" fmla="*/ 55 w 2434"/>
                  <a:gd name="T67" fmla="*/ 1153 h 2301"/>
                  <a:gd name="T68" fmla="*/ 93 w 2434"/>
                  <a:gd name="T69" fmla="*/ 1102 h 2301"/>
                  <a:gd name="T70" fmla="*/ 877 w 2434"/>
                  <a:gd name="T71" fmla="*/ 155 h 2301"/>
                  <a:gd name="T72" fmla="*/ 881 w 2434"/>
                  <a:gd name="T73" fmla="*/ 151 h 2301"/>
                  <a:gd name="T74" fmla="*/ 891 w 2434"/>
                  <a:gd name="T75" fmla="*/ 142 h 2301"/>
                  <a:gd name="T76" fmla="*/ 904 w 2434"/>
                  <a:gd name="T77" fmla="*/ 127 h 2301"/>
                  <a:gd name="T78" fmla="*/ 925 w 2434"/>
                  <a:gd name="T79" fmla="*/ 108 h 2301"/>
                  <a:gd name="T80" fmla="*/ 949 w 2434"/>
                  <a:gd name="T81" fmla="*/ 87 h 2301"/>
                  <a:gd name="T82" fmla="*/ 978 w 2434"/>
                  <a:gd name="T83" fmla="*/ 66 h 2301"/>
                  <a:gd name="T84" fmla="*/ 1012 w 2434"/>
                  <a:gd name="T85" fmla="*/ 46 h 2301"/>
                  <a:gd name="T86" fmla="*/ 1049 w 2434"/>
                  <a:gd name="T87" fmla="*/ 27 h 2301"/>
                  <a:gd name="T88" fmla="*/ 1089 w 2434"/>
                  <a:gd name="T89" fmla="*/ 12 h 2301"/>
                  <a:gd name="T90" fmla="*/ 1133 w 2434"/>
                  <a:gd name="T91" fmla="*/ 2 h 2301"/>
                  <a:gd name="T92" fmla="*/ 1178 w 2434"/>
                  <a:gd name="T93" fmla="*/ 0 h 2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34" h="2301">
                    <a:moveTo>
                      <a:pt x="1178" y="0"/>
                    </a:moveTo>
                    <a:lnTo>
                      <a:pt x="1227" y="4"/>
                    </a:lnTo>
                    <a:lnTo>
                      <a:pt x="1276" y="19"/>
                    </a:lnTo>
                    <a:lnTo>
                      <a:pt x="1329" y="44"/>
                    </a:lnTo>
                    <a:lnTo>
                      <a:pt x="1382" y="81"/>
                    </a:lnTo>
                    <a:lnTo>
                      <a:pt x="1452" y="140"/>
                    </a:lnTo>
                    <a:lnTo>
                      <a:pt x="1517" y="193"/>
                    </a:lnTo>
                    <a:lnTo>
                      <a:pt x="1575" y="242"/>
                    </a:lnTo>
                    <a:lnTo>
                      <a:pt x="1628" y="286"/>
                    </a:lnTo>
                    <a:lnTo>
                      <a:pt x="1673" y="323"/>
                    </a:lnTo>
                    <a:lnTo>
                      <a:pt x="1713" y="357"/>
                    </a:lnTo>
                    <a:lnTo>
                      <a:pt x="1747" y="384"/>
                    </a:lnTo>
                    <a:lnTo>
                      <a:pt x="1772" y="406"/>
                    </a:lnTo>
                    <a:lnTo>
                      <a:pt x="1791" y="422"/>
                    </a:lnTo>
                    <a:lnTo>
                      <a:pt x="1804" y="431"/>
                    </a:lnTo>
                    <a:lnTo>
                      <a:pt x="1808" y="435"/>
                    </a:lnTo>
                    <a:lnTo>
                      <a:pt x="2434" y="1774"/>
                    </a:lnTo>
                    <a:lnTo>
                      <a:pt x="2004" y="2301"/>
                    </a:lnTo>
                    <a:lnTo>
                      <a:pt x="558" y="1925"/>
                    </a:lnTo>
                    <a:lnTo>
                      <a:pt x="117" y="1559"/>
                    </a:lnTo>
                    <a:lnTo>
                      <a:pt x="113" y="1557"/>
                    </a:lnTo>
                    <a:lnTo>
                      <a:pt x="106" y="1549"/>
                    </a:lnTo>
                    <a:lnTo>
                      <a:pt x="93" y="1536"/>
                    </a:lnTo>
                    <a:lnTo>
                      <a:pt x="78" y="1519"/>
                    </a:lnTo>
                    <a:lnTo>
                      <a:pt x="62" y="1498"/>
                    </a:lnTo>
                    <a:lnTo>
                      <a:pt x="45" y="1474"/>
                    </a:lnTo>
                    <a:lnTo>
                      <a:pt x="28" y="1446"/>
                    </a:lnTo>
                    <a:lnTo>
                      <a:pt x="15" y="1412"/>
                    </a:lnTo>
                    <a:lnTo>
                      <a:pt x="6" y="1376"/>
                    </a:lnTo>
                    <a:lnTo>
                      <a:pt x="0" y="1338"/>
                    </a:lnTo>
                    <a:lnTo>
                      <a:pt x="2" y="1294"/>
                    </a:lnTo>
                    <a:lnTo>
                      <a:pt x="9" y="1249"/>
                    </a:lnTo>
                    <a:lnTo>
                      <a:pt x="27" y="1202"/>
                    </a:lnTo>
                    <a:lnTo>
                      <a:pt x="55" y="1153"/>
                    </a:lnTo>
                    <a:lnTo>
                      <a:pt x="93" y="1102"/>
                    </a:lnTo>
                    <a:lnTo>
                      <a:pt x="877" y="155"/>
                    </a:lnTo>
                    <a:lnTo>
                      <a:pt x="881" y="151"/>
                    </a:lnTo>
                    <a:lnTo>
                      <a:pt x="891" y="142"/>
                    </a:lnTo>
                    <a:lnTo>
                      <a:pt x="904" y="127"/>
                    </a:lnTo>
                    <a:lnTo>
                      <a:pt x="925" y="108"/>
                    </a:lnTo>
                    <a:lnTo>
                      <a:pt x="949" y="87"/>
                    </a:lnTo>
                    <a:lnTo>
                      <a:pt x="978" y="66"/>
                    </a:lnTo>
                    <a:lnTo>
                      <a:pt x="1012" y="46"/>
                    </a:lnTo>
                    <a:lnTo>
                      <a:pt x="1049" y="27"/>
                    </a:lnTo>
                    <a:lnTo>
                      <a:pt x="1089" y="12"/>
                    </a:lnTo>
                    <a:lnTo>
                      <a:pt x="1133" y="2"/>
                    </a:lnTo>
                    <a:lnTo>
                      <a:pt x="1178" y="0"/>
                    </a:lnTo>
                    <a:close/>
                  </a:path>
                </a:pathLst>
              </a:custGeom>
              <a:gradFill flip="none" rotWithShape="1">
                <a:gsLst>
                  <a:gs pos="0">
                    <a:schemeClr val="bg1"/>
                  </a:gs>
                  <a:gs pos="93000">
                    <a:schemeClr val="bg1">
                      <a:lumMod val="85000"/>
                    </a:schemeClr>
                  </a:gs>
                </a:gsLst>
                <a:lin ang="120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grpSp>
        <p:sp>
          <p:nvSpPr>
            <p:cNvPr id="54" name="Freeform 53"/>
            <p:cNvSpPr>
              <a:spLocks/>
            </p:cNvSpPr>
            <p:nvPr/>
          </p:nvSpPr>
          <p:spPr bwMode="auto">
            <a:xfrm>
              <a:off x="4035847" y="2827320"/>
              <a:ext cx="734046" cy="773037"/>
            </a:xfrm>
            <a:custGeom>
              <a:avLst/>
              <a:gdLst>
                <a:gd name="T0" fmla="*/ 344 w 866"/>
                <a:gd name="T1" fmla="*/ 0 h 912"/>
                <a:gd name="T2" fmla="*/ 371 w 866"/>
                <a:gd name="T3" fmla="*/ 5 h 912"/>
                <a:gd name="T4" fmla="*/ 395 w 866"/>
                <a:gd name="T5" fmla="*/ 18 h 912"/>
                <a:gd name="T6" fmla="*/ 416 w 866"/>
                <a:gd name="T7" fmla="*/ 37 h 912"/>
                <a:gd name="T8" fmla="*/ 842 w 866"/>
                <a:gd name="T9" fmla="*/ 547 h 912"/>
                <a:gd name="T10" fmla="*/ 857 w 866"/>
                <a:gd name="T11" fmla="*/ 572 h 912"/>
                <a:gd name="T12" fmla="*/ 864 w 866"/>
                <a:gd name="T13" fmla="*/ 598 h 912"/>
                <a:gd name="T14" fmla="*/ 866 w 866"/>
                <a:gd name="T15" fmla="*/ 625 h 912"/>
                <a:gd name="T16" fmla="*/ 861 w 866"/>
                <a:gd name="T17" fmla="*/ 651 h 912"/>
                <a:gd name="T18" fmla="*/ 847 w 866"/>
                <a:gd name="T19" fmla="*/ 676 h 912"/>
                <a:gd name="T20" fmla="*/ 828 w 866"/>
                <a:gd name="T21" fmla="*/ 697 h 912"/>
                <a:gd name="T22" fmla="*/ 600 w 866"/>
                <a:gd name="T23" fmla="*/ 887 h 912"/>
                <a:gd name="T24" fmla="*/ 577 w 866"/>
                <a:gd name="T25" fmla="*/ 903 h 912"/>
                <a:gd name="T26" fmla="*/ 550 w 866"/>
                <a:gd name="T27" fmla="*/ 910 h 912"/>
                <a:gd name="T28" fmla="*/ 522 w 866"/>
                <a:gd name="T29" fmla="*/ 912 h 912"/>
                <a:gd name="T30" fmla="*/ 496 w 866"/>
                <a:gd name="T31" fmla="*/ 906 h 912"/>
                <a:gd name="T32" fmla="*/ 471 w 866"/>
                <a:gd name="T33" fmla="*/ 893 h 912"/>
                <a:gd name="T34" fmla="*/ 450 w 866"/>
                <a:gd name="T35" fmla="*/ 874 h 912"/>
                <a:gd name="T36" fmla="*/ 25 w 866"/>
                <a:gd name="T37" fmla="*/ 364 h 912"/>
                <a:gd name="T38" fmla="*/ 10 w 866"/>
                <a:gd name="T39" fmla="*/ 340 h 912"/>
                <a:gd name="T40" fmla="*/ 2 w 866"/>
                <a:gd name="T41" fmla="*/ 313 h 912"/>
                <a:gd name="T42" fmla="*/ 0 w 866"/>
                <a:gd name="T43" fmla="*/ 287 h 912"/>
                <a:gd name="T44" fmla="*/ 6 w 866"/>
                <a:gd name="T45" fmla="*/ 260 h 912"/>
                <a:gd name="T46" fmla="*/ 19 w 866"/>
                <a:gd name="T47" fmla="*/ 236 h 912"/>
                <a:gd name="T48" fmla="*/ 38 w 866"/>
                <a:gd name="T49" fmla="*/ 215 h 912"/>
                <a:gd name="T50" fmla="*/ 267 w 866"/>
                <a:gd name="T51" fmla="*/ 24 h 912"/>
                <a:gd name="T52" fmla="*/ 291 w 866"/>
                <a:gd name="T53" fmla="*/ 9 h 912"/>
                <a:gd name="T54" fmla="*/ 318 w 866"/>
                <a:gd name="T55" fmla="*/ 1 h 912"/>
                <a:gd name="T56" fmla="*/ 344 w 866"/>
                <a:gd name="T57"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2">
                  <a:moveTo>
                    <a:pt x="344" y="0"/>
                  </a:moveTo>
                  <a:lnTo>
                    <a:pt x="371" y="5"/>
                  </a:lnTo>
                  <a:lnTo>
                    <a:pt x="395" y="18"/>
                  </a:lnTo>
                  <a:lnTo>
                    <a:pt x="416" y="37"/>
                  </a:lnTo>
                  <a:lnTo>
                    <a:pt x="842" y="547"/>
                  </a:lnTo>
                  <a:lnTo>
                    <a:pt x="857" y="572"/>
                  </a:lnTo>
                  <a:lnTo>
                    <a:pt x="864" y="598"/>
                  </a:lnTo>
                  <a:lnTo>
                    <a:pt x="866" y="625"/>
                  </a:lnTo>
                  <a:lnTo>
                    <a:pt x="861" y="651"/>
                  </a:lnTo>
                  <a:lnTo>
                    <a:pt x="847" y="676"/>
                  </a:lnTo>
                  <a:lnTo>
                    <a:pt x="828" y="697"/>
                  </a:lnTo>
                  <a:lnTo>
                    <a:pt x="600" y="887"/>
                  </a:lnTo>
                  <a:lnTo>
                    <a:pt x="577" y="903"/>
                  </a:lnTo>
                  <a:lnTo>
                    <a:pt x="550" y="910"/>
                  </a:lnTo>
                  <a:lnTo>
                    <a:pt x="522" y="912"/>
                  </a:lnTo>
                  <a:lnTo>
                    <a:pt x="496" y="906"/>
                  </a:lnTo>
                  <a:lnTo>
                    <a:pt x="471" y="893"/>
                  </a:lnTo>
                  <a:lnTo>
                    <a:pt x="450" y="874"/>
                  </a:lnTo>
                  <a:lnTo>
                    <a:pt x="25" y="364"/>
                  </a:lnTo>
                  <a:lnTo>
                    <a:pt x="10" y="340"/>
                  </a:lnTo>
                  <a:lnTo>
                    <a:pt x="2" y="313"/>
                  </a:lnTo>
                  <a:lnTo>
                    <a:pt x="0" y="287"/>
                  </a:lnTo>
                  <a:lnTo>
                    <a:pt x="6" y="260"/>
                  </a:lnTo>
                  <a:lnTo>
                    <a:pt x="19" y="236"/>
                  </a:lnTo>
                  <a:lnTo>
                    <a:pt x="38" y="215"/>
                  </a:lnTo>
                  <a:lnTo>
                    <a:pt x="267" y="24"/>
                  </a:lnTo>
                  <a:lnTo>
                    <a:pt x="291" y="9"/>
                  </a:lnTo>
                  <a:lnTo>
                    <a:pt x="318" y="1"/>
                  </a:lnTo>
                  <a:lnTo>
                    <a:pt x="344"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55" name="Freeform 54"/>
            <p:cNvSpPr>
              <a:spLocks/>
            </p:cNvSpPr>
            <p:nvPr/>
          </p:nvSpPr>
          <p:spPr bwMode="auto">
            <a:xfrm>
              <a:off x="4300307" y="3605444"/>
              <a:ext cx="545025" cy="783208"/>
            </a:xfrm>
            <a:custGeom>
              <a:avLst/>
              <a:gdLst>
                <a:gd name="T0" fmla="*/ 240 w 643"/>
                <a:gd name="T1" fmla="*/ 0 h 924"/>
                <a:gd name="T2" fmla="*/ 269 w 643"/>
                <a:gd name="T3" fmla="*/ 2 h 924"/>
                <a:gd name="T4" fmla="*/ 560 w 643"/>
                <a:gd name="T5" fmla="*/ 64 h 924"/>
                <a:gd name="T6" fmla="*/ 586 w 643"/>
                <a:gd name="T7" fmla="*/ 73 h 924"/>
                <a:gd name="T8" fmla="*/ 609 w 643"/>
                <a:gd name="T9" fmla="*/ 90 h 924"/>
                <a:gd name="T10" fmla="*/ 626 w 643"/>
                <a:gd name="T11" fmla="*/ 111 h 924"/>
                <a:gd name="T12" fmla="*/ 639 w 643"/>
                <a:gd name="T13" fmla="*/ 136 h 924"/>
                <a:gd name="T14" fmla="*/ 643 w 643"/>
                <a:gd name="T15" fmla="*/ 162 h 924"/>
                <a:gd name="T16" fmla="*/ 641 w 643"/>
                <a:gd name="T17" fmla="*/ 191 h 924"/>
                <a:gd name="T18" fmla="*/ 499 w 643"/>
                <a:gd name="T19" fmla="*/ 839 h 924"/>
                <a:gd name="T20" fmla="*/ 490 w 643"/>
                <a:gd name="T21" fmla="*/ 867 h 924"/>
                <a:gd name="T22" fmla="*/ 475 w 643"/>
                <a:gd name="T23" fmla="*/ 888 h 924"/>
                <a:gd name="T24" fmla="*/ 454 w 643"/>
                <a:gd name="T25" fmla="*/ 907 h 924"/>
                <a:gd name="T26" fmla="*/ 429 w 643"/>
                <a:gd name="T27" fmla="*/ 918 h 924"/>
                <a:gd name="T28" fmla="*/ 403 w 643"/>
                <a:gd name="T29" fmla="*/ 924 h 924"/>
                <a:gd name="T30" fmla="*/ 375 w 643"/>
                <a:gd name="T31" fmla="*/ 920 h 924"/>
                <a:gd name="T32" fmla="*/ 83 w 643"/>
                <a:gd name="T33" fmla="*/ 857 h 924"/>
                <a:gd name="T34" fmla="*/ 57 w 643"/>
                <a:gd name="T35" fmla="*/ 848 h 924"/>
                <a:gd name="T36" fmla="*/ 34 w 643"/>
                <a:gd name="T37" fmla="*/ 831 h 924"/>
                <a:gd name="T38" fmla="*/ 15 w 643"/>
                <a:gd name="T39" fmla="*/ 810 h 924"/>
                <a:gd name="T40" fmla="*/ 4 w 643"/>
                <a:gd name="T41" fmla="*/ 786 h 924"/>
                <a:gd name="T42" fmla="*/ 0 w 643"/>
                <a:gd name="T43" fmla="*/ 759 h 924"/>
                <a:gd name="T44" fmla="*/ 2 w 643"/>
                <a:gd name="T45" fmla="*/ 731 h 924"/>
                <a:gd name="T46" fmla="*/ 142 w 643"/>
                <a:gd name="T47" fmla="*/ 83 h 924"/>
                <a:gd name="T48" fmla="*/ 153 w 643"/>
                <a:gd name="T49" fmla="*/ 56 h 924"/>
                <a:gd name="T50" fmla="*/ 168 w 643"/>
                <a:gd name="T51" fmla="*/ 34 h 924"/>
                <a:gd name="T52" fmla="*/ 189 w 643"/>
                <a:gd name="T53" fmla="*/ 15 h 924"/>
                <a:gd name="T54" fmla="*/ 214 w 643"/>
                <a:gd name="T55" fmla="*/ 4 h 924"/>
                <a:gd name="T56" fmla="*/ 240 w 643"/>
                <a:gd name="T57" fmla="*/ 0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3" h="924">
                  <a:moveTo>
                    <a:pt x="240" y="0"/>
                  </a:moveTo>
                  <a:lnTo>
                    <a:pt x="269" y="2"/>
                  </a:lnTo>
                  <a:lnTo>
                    <a:pt x="560" y="64"/>
                  </a:lnTo>
                  <a:lnTo>
                    <a:pt x="586" y="73"/>
                  </a:lnTo>
                  <a:lnTo>
                    <a:pt x="609" y="90"/>
                  </a:lnTo>
                  <a:lnTo>
                    <a:pt x="626" y="111"/>
                  </a:lnTo>
                  <a:lnTo>
                    <a:pt x="639" y="136"/>
                  </a:lnTo>
                  <a:lnTo>
                    <a:pt x="643" y="162"/>
                  </a:lnTo>
                  <a:lnTo>
                    <a:pt x="641" y="191"/>
                  </a:lnTo>
                  <a:lnTo>
                    <a:pt x="499" y="839"/>
                  </a:lnTo>
                  <a:lnTo>
                    <a:pt x="490" y="867"/>
                  </a:lnTo>
                  <a:lnTo>
                    <a:pt x="475" y="888"/>
                  </a:lnTo>
                  <a:lnTo>
                    <a:pt x="454" y="907"/>
                  </a:lnTo>
                  <a:lnTo>
                    <a:pt x="429" y="918"/>
                  </a:lnTo>
                  <a:lnTo>
                    <a:pt x="403" y="924"/>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56" name="Freeform 55"/>
            <p:cNvSpPr>
              <a:spLocks/>
            </p:cNvSpPr>
            <p:nvPr/>
          </p:nvSpPr>
          <p:spPr bwMode="auto">
            <a:xfrm>
              <a:off x="3670519" y="4297109"/>
              <a:ext cx="796771" cy="655217"/>
            </a:xfrm>
            <a:custGeom>
              <a:avLst/>
              <a:gdLst>
                <a:gd name="T0" fmla="*/ 709 w 940"/>
                <a:gd name="T1" fmla="*/ 0 h 773"/>
                <a:gd name="T2" fmla="*/ 736 w 940"/>
                <a:gd name="T3" fmla="*/ 6 h 773"/>
                <a:gd name="T4" fmla="*/ 760 w 940"/>
                <a:gd name="T5" fmla="*/ 17 h 773"/>
                <a:gd name="T6" fmla="*/ 781 w 940"/>
                <a:gd name="T7" fmla="*/ 36 h 773"/>
                <a:gd name="T8" fmla="*/ 798 w 940"/>
                <a:gd name="T9" fmla="*/ 58 h 773"/>
                <a:gd name="T10" fmla="*/ 930 w 940"/>
                <a:gd name="T11" fmla="*/ 325 h 773"/>
                <a:gd name="T12" fmla="*/ 938 w 940"/>
                <a:gd name="T13" fmla="*/ 351 h 773"/>
                <a:gd name="T14" fmla="*/ 940 w 940"/>
                <a:gd name="T15" fmla="*/ 380 h 773"/>
                <a:gd name="T16" fmla="*/ 934 w 940"/>
                <a:gd name="T17" fmla="*/ 406 h 773"/>
                <a:gd name="T18" fmla="*/ 923 w 940"/>
                <a:gd name="T19" fmla="*/ 431 h 773"/>
                <a:gd name="T20" fmla="*/ 906 w 940"/>
                <a:gd name="T21" fmla="*/ 451 h 773"/>
                <a:gd name="T22" fmla="*/ 881 w 940"/>
                <a:gd name="T23" fmla="*/ 468 h 773"/>
                <a:gd name="T24" fmla="*/ 286 w 940"/>
                <a:gd name="T25" fmla="*/ 763 h 773"/>
                <a:gd name="T26" fmla="*/ 259 w 940"/>
                <a:gd name="T27" fmla="*/ 771 h 773"/>
                <a:gd name="T28" fmla="*/ 233 w 940"/>
                <a:gd name="T29" fmla="*/ 773 h 773"/>
                <a:gd name="T30" fmla="*/ 204 w 940"/>
                <a:gd name="T31" fmla="*/ 769 h 773"/>
                <a:gd name="T32" fmla="*/ 182 w 940"/>
                <a:gd name="T33" fmla="*/ 756 h 773"/>
                <a:gd name="T34" fmla="*/ 159 w 940"/>
                <a:gd name="T35" fmla="*/ 739 h 773"/>
                <a:gd name="T36" fmla="*/ 144 w 940"/>
                <a:gd name="T37" fmla="*/ 714 h 773"/>
                <a:gd name="T38" fmla="*/ 11 w 940"/>
                <a:gd name="T39" fmla="*/ 448 h 773"/>
                <a:gd name="T40" fmla="*/ 2 w 940"/>
                <a:gd name="T41" fmla="*/ 421 h 773"/>
                <a:gd name="T42" fmla="*/ 0 w 940"/>
                <a:gd name="T43" fmla="*/ 393 h 773"/>
                <a:gd name="T44" fmla="*/ 6 w 940"/>
                <a:gd name="T45" fmla="*/ 366 h 773"/>
                <a:gd name="T46" fmla="*/ 19 w 940"/>
                <a:gd name="T47" fmla="*/ 342 h 773"/>
                <a:gd name="T48" fmla="*/ 36 w 940"/>
                <a:gd name="T49" fmla="*/ 321 h 773"/>
                <a:gd name="T50" fmla="*/ 59 w 940"/>
                <a:gd name="T51" fmla="*/ 306 h 773"/>
                <a:gd name="T52" fmla="*/ 654 w 940"/>
                <a:gd name="T53" fmla="*/ 11 h 773"/>
                <a:gd name="T54" fmla="*/ 681 w 940"/>
                <a:gd name="T55" fmla="*/ 2 h 773"/>
                <a:gd name="T56" fmla="*/ 709 w 940"/>
                <a:gd name="T57" fmla="*/ 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73">
                  <a:moveTo>
                    <a:pt x="709" y="0"/>
                  </a:moveTo>
                  <a:lnTo>
                    <a:pt x="736" y="6"/>
                  </a:lnTo>
                  <a:lnTo>
                    <a:pt x="760" y="17"/>
                  </a:lnTo>
                  <a:lnTo>
                    <a:pt x="781" y="36"/>
                  </a:lnTo>
                  <a:lnTo>
                    <a:pt x="798" y="58"/>
                  </a:lnTo>
                  <a:lnTo>
                    <a:pt x="930" y="325"/>
                  </a:lnTo>
                  <a:lnTo>
                    <a:pt x="938" y="351"/>
                  </a:lnTo>
                  <a:lnTo>
                    <a:pt x="940" y="380"/>
                  </a:lnTo>
                  <a:lnTo>
                    <a:pt x="934" y="406"/>
                  </a:lnTo>
                  <a:lnTo>
                    <a:pt x="923" y="431"/>
                  </a:lnTo>
                  <a:lnTo>
                    <a:pt x="906" y="451"/>
                  </a:lnTo>
                  <a:lnTo>
                    <a:pt x="881" y="468"/>
                  </a:lnTo>
                  <a:lnTo>
                    <a:pt x="286" y="763"/>
                  </a:lnTo>
                  <a:lnTo>
                    <a:pt x="259" y="771"/>
                  </a:lnTo>
                  <a:lnTo>
                    <a:pt x="233" y="773"/>
                  </a:lnTo>
                  <a:lnTo>
                    <a:pt x="204" y="769"/>
                  </a:lnTo>
                  <a:lnTo>
                    <a:pt x="182" y="756"/>
                  </a:lnTo>
                  <a:lnTo>
                    <a:pt x="159" y="739"/>
                  </a:lnTo>
                  <a:lnTo>
                    <a:pt x="144" y="714"/>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03" name="Freeform 102"/>
            <p:cNvSpPr>
              <a:spLocks/>
            </p:cNvSpPr>
            <p:nvPr/>
          </p:nvSpPr>
          <p:spPr bwMode="auto">
            <a:xfrm>
              <a:off x="2872052" y="4313215"/>
              <a:ext cx="796771" cy="651827"/>
            </a:xfrm>
            <a:custGeom>
              <a:avLst/>
              <a:gdLst>
                <a:gd name="T0" fmla="*/ 227 w 940"/>
                <a:gd name="T1" fmla="*/ 0 h 769"/>
                <a:gd name="T2" fmla="*/ 256 w 940"/>
                <a:gd name="T3" fmla="*/ 2 h 769"/>
                <a:gd name="T4" fmla="*/ 282 w 940"/>
                <a:gd name="T5" fmla="*/ 9 h 769"/>
                <a:gd name="T6" fmla="*/ 880 w 940"/>
                <a:gd name="T7" fmla="*/ 300 h 769"/>
                <a:gd name="T8" fmla="*/ 904 w 940"/>
                <a:gd name="T9" fmla="*/ 315 h 769"/>
                <a:gd name="T10" fmla="*/ 921 w 940"/>
                <a:gd name="T11" fmla="*/ 336 h 769"/>
                <a:gd name="T12" fmla="*/ 934 w 940"/>
                <a:gd name="T13" fmla="*/ 361 h 769"/>
                <a:gd name="T14" fmla="*/ 940 w 940"/>
                <a:gd name="T15" fmla="*/ 387 h 769"/>
                <a:gd name="T16" fmla="*/ 938 w 940"/>
                <a:gd name="T17" fmla="*/ 415 h 769"/>
                <a:gd name="T18" fmla="*/ 929 w 940"/>
                <a:gd name="T19" fmla="*/ 442 h 769"/>
                <a:gd name="T20" fmla="*/ 798 w 940"/>
                <a:gd name="T21" fmla="*/ 708 h 769"/>
                <a:gd name="T22" fmla="*/ 783 w 940"/>
                <a:gd name="T23" fmla="*/ 733 h 769"/>
                <a:gd name="T24" fmla="*/ 762 w 940"/>
                <a:gd name="T25" fmla="*/ 752 h 769"/>
                <a:gd name="T26" fmla="*/ 738 w 940"/>
                <a:gd name="T27" fmla="*/ 763 h 769"/>
                <a:gd name="T28" fmla="*/ 711 w 940"/>
                <a:gd name="T29" fmla="*/ 769 h 769"/>
                <a:gd name="T30" fmla="*/ 685 w 940"/>
                <a:gd name="T31" fmla="*/ 767 h 769"/>
                <a:gd name="T32" fmla="*/ 657 w 940"/>
                <a:gd name="T33" fmla="*/ 757 h 769"/>
                <a:gd name="T34" fmla="*/ 59 w 940"/>
                <a:gd name="T35" fmla="*/ 468 h 769"/>
                <a:gd name="T36" fmla="*/ 36 w 940"/>
                <a:gd name="T37" fmla="*/ 453 h 769"/>
                <a:gd name="T38" fmla="*/ 17 w 940"/>
                <a:gd name="T39" fmla="*/ 432 h 769"/>
                <a:gd name="T40" fmla="*/ 6 w 940"/>
                <a:gd name="T41" fmla="*/ 408 h 769"/>
                <a:gd name="T42" fmla="*/ 0 w 940"/>
                <a:gd name="T43" fmla="*/ 381 h 769"/>
                <a:gd name="T44" fmla="*/ 2 w 940"/>
                <a:gd name="T45" fmla="*/ 353 h 769"/>
                <a:gd name="T46" fmla="*/ 10 w 940"/>
                <a:gd name="T47" fmla="*/ 327 h 769"/>
                <a:gd name="T48" fmla="*/ 140 w 940"/>
                <a:gd name="T49" fmla="*/ 58 h 769"/>
                <a:gd name="T50" fmla="*/ 155 w 940"/>
                <a:gd name="T51" fmla="*/ 36 h 769"/>
                <a:gd name="T52" fmla="*/ 176 w 940"/>
                <a:gd name="T53" fmla="*/ 17 h 769"/>
                <a:gd name="T54" fmla="*/ 201 w 940"/>
                <a:gd name="T55" fmla="*/ 5 h 769"/>
                <a:gd name="T56" fmla="*/ 227 w 940"/>
                <a:gd name="T57" fmla="*/ 0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69">
                  <a:moveTo>
                    <a:pt x="227" y="0"/>
                  </a:moveTo>
                  <a:lnTo>
                    <a:pt x="256" y="2"/>
                  </a:lnTo>
                  <a:lnTo>
                    <a:pt x="282" y="9"/>
                  </a:lnTo>
                  <a:lnTo>
                    <a:pt x="880" y="300"/>
                  </a:lnTo>
                  <a:lnTo>
                    <a:pt x="904" y="315"/>
                  </a:lnTo>
                  <a:lnTo>
                    <a:pt x="921" y="336"/>
                  </a:lnTo>
                  <a:lnTo>
                    <a:pt x="934" y="361"/>
                  </a:lnTo>
                  <a:lnTo>
                    <a:pt x="940" y="387"/>
                  </a:lnTo>
                  <a:lnTo>
                    <a:pt x="938" y="415"/>
                  </a:lnTo>
                  <a:lnTo>
                    <a:pt x="929" y="442"/>
                  </a:lnTo>
                  <a:lnTo>
                    <a:pt x="798" y="708"/>
                  </a:lnTo>
                  <a:lnTo>
                    <a:pt x="783" y="733"/>
                  </a:lnTo>
                  <a:lnTo>
                    <a:pt x="762" y="752"/>
                  </a:lnTo>
                  <a:lnTo>
                    <a:pt x="738" y="763"/>
                  </a:lnTo>
                  <a:lnTo>
                    <a:pt x="711" y="769"/>
                  </a:lnTo>
                  <a:lnTo>
                    <a:pt x="685" y="767"/>
                  </a:lnTo>
                  <a:lnTo>
                    <a:pt x="657" y="757"/>
                  </a:lnTo>
                  <a:lnTo>
                    <a:pt x="59" y="468"/>
                  </a:lnTo>
                  <a:lnTo>
                    <a:pt x="36" y="453"/>
                  </a:lnTo>
                  <a:lnTo>
                    <a:pt x="17" y="432"/>
                  </a:lnTo>
                  <a:lnTo>
                    <a:pt x="6" y="408"/>
                  </a:lnTo>
                  <a:lnTo>
                    <a:pt x="0" y="381"/>
                  </a:lnTo>
                  <a:lnTo>
                    <a:pt x="2" y="353"/>
                  </a:lnTo>
                  <a:lnTo>
                    <a:pt x="10" y="327"/>
                  </a:lnTo>
                  <a:lnTo>
                    <a:pt x="140" y="58"/>
                  </a:lnTo>
                  <a:lnTo>
                    <a:pt x="155" y="36"/>
                  </a:lnTo>
                  <a:lnTo>
                    <a:pt x="176" y="17"/>
                  </a:lnTo>
                  <a:lnTo>
                    <a:pt x="201" y="5"/>
                  </a:lnTo>
                  <a:lnTo>
                    <a:pt x="227"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06" name="Freeform 105"/>
            <p:cNvSpPr>
              <a:spLocks/>
            </p:cNvSpPr>
            <p:nvPr/>
          </p:nvSpPr>
          <p:spPr bwMode="auto">
            <a:xfrm>
              <a:off x="2481296" y="3635959"/>
              <a:ext cx="543330" cy="782361"/>
            </a:xfrm>
            <a:custGeom>
              <a:avLst/>
              <a:gdLst>
                <a:gd name="T0" fmla="*/ 403 w 641"/>
                <a:gd name="T1" fmla="*/ 0 h 923"/>
                <a:gd name="T2" fmla="*/ 431 w 641"/>
                <a:gd name="T3" fmla="*/ 5 h 923"/>
                <a:gd name="T4" fmla="*/ 456 w 641"/>
                <a:gd name="T5" fmla="*/ 17 h 923"/>
                <a:gd name="T6" fmla="*/ 477 w 641"/>
                <a:gd name="T7" fmla="*/ 34 h 923"/>
                <a:gd name="T8" fmla="*/ 492 w 641"/>
                <a:gd name="T9" fmla="*/ 56 h 923"/>
                <a:gd name="T10" fmla="*/ 501 w 641"/>
                <a:gd name="T11" fmla="*/ 83 h 923"/>
                <a:gd name="T12" fmla="*/ 639 w 641"/>
                <a:gd name="T13" fmla="*/ 733 h 923"/>
                <a:gd name="T14" fmla="*/ 641 w 641"/>
                <a:gd name="T15" fmla="*/ 761 h 923"/>
                <a:gd name="T16" fmla="*/ 635 w 641"/>
                <a:gd name="T17" fmla="*/ 787 h 923"/>
                <a:gd name="T18" fmla="*/ 624 w 641"/>
                <a:gd name="T19" fmla="*/ 812 h 923"/>
                <a:gd name="T20" fmla="*/ 607 w 641"/>
                <a:gd name="T21" fmla="*/ 833 h 923"/>
                <a:gd name="T22" fmla="*/ 584 w 641"/>
                <a:gd name="T23" fmla="*/ 850 h 923"/>
                <a:gd name="T24" fmla="*/ 558 w 641"/>
                <a:gd name="T25" fmla="*/ 859 h 923"/>
                <a:gd name="T26" fmla="*/ 267 w 641"/>
                <a:gd name="T27" fmla="*/ 922 h 923"/>
                <a:gd name="T28" fmla="*/ 238 w 641"/>
                <a:gd name="T29" fmla="*/ 923 h 923"/>
                <a:gd name="T30" fmla="*/ 210 w 641"/>
                <a:gd name="T31" fmla="*/ 918 h 923"/>
                <a:gd name="T32" fmla="*/ 185 w 641"/>
                <a:gd name="T33" fmla="*/ 906 h 923"/>
                <a:gd name="T34" fmla="*/ 165 w 641"/>
                <a:gd name="T35" fmla="*/ 888 h 923"/>
                <a:gd name="T36" fmla="*/ 149 w 641"/>
                <a:gd name="T37" fmla="*/ 865 h 923"/>
                <a:gd name="T38" fmla="*/ 140 w 641"/>
                <a:gd name="T39" fmla="*/ 838 h 923"/>
                <a:gd name="T40" fmla="*/ 2 w 641"/>
                <a:gd name="T41" fmla="*/ 189 h 923"/>
                <a:gd name="T42" fmla="*/ 0 w 641"/>
                <a:gd name="T43" fmla="*/ 160 h 923"/>
                <a:gd name="T44" fmla="*/ 6 w 641"/>
                <a:gd name="T45" fmla="*/ 134 h 923"/>
                <a:gd name="T46" fmla="*/ 17 w 641"/>
                <a:gd name="T47" fmla="*/ 109 h 923"/>
                <a:gd name="T48" fmla="*/ 34 w 641"/>
                <a:gd name="T49" fmla="*/ 88 h 923"/>
                <a:gd name="T50" fmla="*/ 57 w 641"/>
                <a:gd name="T51" fmla="*/ 73 h 923"/>
                <a:gd name="T52" fmla="*/ 85 w 641"/>
                <a:gd name="T53" fmla="*/ 64 h 923"/>
                <a:gd name="T54" fmla="*/ 374 w 641"/>
                <a:gd name="T55" fmla="*/ 2 h 923"/>
                <a:gd name="T56" fmla="*/ 403 w 641"/>
                <a:gd name="T57" fmla="*/ 0 h 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1" h="923">
                  <a:moveTo>
                    <a:pt x="403" y="0"/>
                  </a:moveTo>
                  <a:lnTo>
                    <a:pt x="431" y="5"/>
                  </a:lnTo>
                  <a:lnTo>
                    <a:pt x="456" y="17"/>
                  </a:lnTo>
                  <a:lnTo>
                    <a:pt x="477" y="34"/>
                  </a:lnTo>
                  <a:lnTo>
                    <a:pt x="492" y="56"/>
                  </a:lnTo>
                  <a:lnTo>
                    <a:pt x="501" y="83"/>
                  </a:lnTo>
                  <a:lnTo>
                    <a:pt x="639" y="733"/>
                  </a:lnTo>
                  <a:lnTo>
                    <a:pt x="641" y="761"/>
                  </a:lnTo>
                  <a:lnTo>
                    <a:pt x="635" y="787"/>
                  </a:lnTo>
                  <a:lnTo>
                    <a:pt x="624" y="812"/>
                  </a:lnTo>
                  <a:lnTo>
                    <a:pt x="607" y="833"/>
                  </a:lnTo>
                  <a:lnTo>
                    <a:pt x="584" y="850"/>
                  </a:lnTo>
                  <a:lnTo>
                    <a:pt x="558" y="859"/>
                  </a:lnTo>
                  <a:lnTo>
                    <a:pt x="267" y="922"/>
                  </a:lnTo>
                  <a:lnTo>
                    <a:pt x="238" y="923"/>
                  </a:lnTo>
                  <a:lnTo>
                    <a:pt x="210" y="918"/>
                  </a:lnTo>
                  <a:lnTo>
                    <a:pt x="185" y="906"/>
                  </a:lnTo>
                  <a:lnTo>
                    <a:pt x="165" y="888"/>
                  </a:lnTo>
                  <a:lnTo>
                    <a:pt x="149" y="865"/>
                  </a:lnTo>
                  <a:lnTo>
                    <a:pt x="140" y="838"/>
                  </a:lnTo>
                  <a:lnTo>
                    <a:pt x="2" y="189"/>
                  </a:lnTo>
                  <a:lnTo>
                    <a:pt x="0" y="160"/>
                  </a:lnTo>
                  <a:lnTo>
                    <a:pt x="6" y="134"/>
                  </a:lnTo>
                  <a:lnTo>
                    <a:pt x="17" y="109"/>
                  </a:lnTo>
                  <a:lnTo>
                    <a:pt x="34" y="88"/>
                  </a:lnTo>
                  <a:lnTo>
                    <a:pt x="57" y="73"/>
                  </a:lnTo>
                  <a:lnTo>
                    <a:pt x="85" y="64"/>
                  </a:lnTo>
                  <a:lnTo>
                    <a:pt x="374" y="2"/>
                  </a:lnTo>
                  <a:lnTo>
                    <a:pt x="403" y="0"/>
                  </a:lnTo>
                  <a:close/>
                </a:path>
              </a:pathLst>
            </a:custGeom>
            <a:solidFill>
              <a:schemeClr val="accent5"/>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07" name="Freeform 106"/>
            <p:cNvSpPr>
              <a:spLocks/>
            </p:cNvSpPr>
            <p:nvPr/>
          </p:nvSpPr>
          <p:spPr bwMode="auto">
            <a:xfrm>
              <a:off x="2556735" y="2844273"/>
              <a:ext cx="734046" cy="773885"/>
            </a:xfrm>
            <a:custGeom>
              <a:avLst/>
              <a:gdLst>
                <a:gd name="T0" fmla="*/ 520 w 866"/>
                <a:gd name="T1" fmla="*/ 0 h 913"/>
                <a:gd name="T2" fmla="*/ 548 w 866"/>
                <a:gd name="T3" fmla="*/ 0 h 913"/>
                <a:gd name="T4" fmla="*/ 575 w 866"/>
                <a:gd name="T5" fmla="*/ 10 h 913"/>
                <a:gd name="T6" fmla="*/ 599 w 866"/>
                <a:gd name="T7" fmla="*/ 25 h 913"/>
                <a:gd name="T8" fmla="*/ 828 w 866"/>
                <a:gd name="T9" fmla="*/ 214 h 913"/>
                <a:gd name="T10" fmla="*/ 847 w 866"/>
                <a:gd name="T11" fmla="*/ 235 h 913"/>
                <a:gd name="T12" fmla="*/ 860 w 866"/>
                <a:gd name="T13" fmla="*/ 259 h 913"/>
                <a:gd name="T14" fmla="*/ 866 w 866"/>
                <a:gd name="T15" fmla="*/ 286 h 913"/>
                <a:gd name="T16" fmla="*/ 864 w 866"/>
                <a:gd name="T17" fmla="*/ 314 h 913"/>
                <a:gd name="T18" fmla="*/ 856 w 866"/>
                <a:gd name="T19" fmla="*/ 340 h 913"/>
                <a:gd name="T20" fmla="*/ 841 w 866"/>
                <a:gd name="T21" fmla="*/ 363 h 913"/>
                <a:gd name="T22" fmla="*/ 416 w 866"/>
                <a:gd name="T23" fmla="*/ 875 h 913"/>
                <a:gd name="T24" fmla="*/ 395 w 866"/>
                <a:gd name="T25" fmla="*/ 894 h 913"/>
                <a:gd name="T26" fmla="*/ 371 w 866"/>
                <a:gd name="T27" fmla="*/ 907 h 913"/>
                <a:gd name="T28" fmla="*/ 344 w 866"/>
                <a:gd name="T29" fmla="*/ 913 h 913"/>
                <a:gd name="T30" fmla="*/ 318 w 866"/>
                <a:gd name="T31" fmla="*/ 911 h 913"/>
                <a:gd name="T32" fmla="*/ 291 w 866"/>
                <a:gd name="T33" fmla="*/ 903 h 913"/>
                <a:gd name="T34" fmla="*/ 267 w 866"/>
                <a:gd name="T35" fmla="*/ 888 h 913"/>
                <a:gd name="T36" fmla="*/ 38 w 866"/>
                <a:gd name="T37" fmla="*/ 697 h 913"/>
                <a:gd name="T38" fmla="*/ 19 w 866"/>
                <a:gd name="T39" fmla="*/ 677 h 913"/>
                <a:gd name="T40" fmla="*/ 6 w 866"/>
                <a:gd name="T41" fmla="*/ 652 h 913"/>
                <a:gd name="T42" fmla="*/ 0 w 866"/>
                <a:gd name="T43" fmla="*/ 626 h 913"/>
                <a:gd name="T44" fmla="*/ 2 w 866"/>
                <a:gd name="T45" fmla="*/ 599 h 913"/>
                <a:gd name="T46" fmla="*/ 9 w 866"/>
                <a:gd name="T47" fmla="*/ 573 h 913"/>
                <a:gd name="T48" fmla="*/ 24 w 866"/>
                <a:gd name="T49" fmla="*/ 548 h 913"/>
                <a:gd name="T50" fmla="*/ 448 w 866"/>
                <a:gd name="T51" fmla="*/ 38 h 913"/>
                <a:gd name="T52" fmla="*/ 469 w 866"/>
                <a:gd name="T53" fmla="*/ 19 h 913"/>
                <a:gd name="T54" fmla="*/ 493 w 866"/>
                <a:gd name="T55" fmla="*/ 6 h 913"/>
                <a:gd name="T56" fmla="*/ 520 w 866"/>
                <a:gd name="T57"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3">
                  <a:moveTo>
                    <a:pt x="520" y="0"/>
                  </a:moveTo>
                  <a:lnTo>
                    <a:pt x="548" y="0"/>
                  </a:lnTo>
                  <a:lnTo>
                    <a:pt x="575" y="10"/>
                  </a:lnTo>
                  <a:lnTo>
                    <a:pt x="599" y="25"/>
                  </a:lnTo>
                  <a:lnTo>
                    <a:pt x="828" y="214"/>
                  </a:lnTo>
                  <a:lnTo>
                    <a:pt x="847" y="235"/>
                  </a:lnTo>
                  <a:lnTo>
                    <a:pt x="860" y="259"/>
                  </a:lnTo>
                  <a:lnTo>
                    <a:pt x="866" y="286"/>
                  </a:lnTo>
                  <a:lnTo>
                    <a:pt x="864" y="314"/>
                  </a:lnTo>
                  <a:lnTo>
                    <a:pt x="856" y="340"/>
                  </a:lnTo>
                  <a:lnTo>
                    <a:pt x="841" y="363"/>
                  </a:lnTo>
                  <a:lnTo>
                    <a:pt x="416" y="875"/>
                  </a:lnTo>
                  <a:lnTo>
                    <a:pt x="395" y="894"/>
                  </a:lnTo>
                  <a:lnTo>
                    <a:pt x="371" y="907"/>
                  </a:lnTo>
                  <a:lnTo>
                    <a:pt x="344" y="913"/>
                  </a:lnTo>
                  <a:lnTo>
                    <a:pt x="318" y="911"/>
                  </a:lnTo>
                  <a:lnTo>
                    <a:pt x="291" y="903"/>
                  </a:lnTo>
                  <a:lnTo>
                    <a:pt x="267" y="888"/>
                  </a:lnTo>
                  <a:lnTo>
                    <a:pt x="38" y="697"/>
                  </a:lnTo>
                  <a:lnTo>
                    <a:pt x="19" y="677"/>
                  </a:lnTo>
                  <a:lnTo>
                    <a:pt x="6" y="652"/>
                  </a:lnTo>
                  <a:lnTo>
                    <a:pt x="0" y="626"/>
                  </a:lnTo>
                  <a:lnTo>
                    <a:pt x="2" y="599"/>
                  </a:lnTo>
                  <a:lnTo>
                    <a:pt x="9" y="573"/>
                  </a:lnTo>
                  <a:lnTo>
                    <a:pt x="24" y="548"/>
                  </a:lnTo>
                  <a:lnTo>
                    <a:pt x="448" y="38"/>
                  </a:lnTo>
                  <a:lnTo>
                    <a:pt x="469" y="19"/>
                  </a:lnTo>
                  <a:lnTo>
                    <a:pt x="493" y="6"/>
                  </a:lnTo>
                  <a:lnTo>
                    <a:pt x="520"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08" name="Freeform 107"/>
            <p:cNvSpPr>
              <a:spLocks/>
            </p:cNvSpPr>
            <p:nvPr/>
          </p:nvSpPr>
          <p:spPr bwMode="auto">
            <a:xfrm>
              <a:off x="3284000" y="2629823"/>
              <a:ext cx="744218" cy="432291"/>
            </a:xfrm>
            <a:custGeom>
              <a:avLst/>
              <a:gdLst>
                <a:gd name="T0" fmla="*/ 106 w 878"/>
                <a:gd name="T1" fmla="*/ 0 h 510"/>
                <a:gd name="T2" fmla="*/ 772 w 878"/>
                <a:gd name="T3" fmla="*/ 0 h 510"/>
                <a:gd name="T4" fmla="*/ 804 w 878"/>
                <a:gd name="T5" fmla="*/ 6 h 510"/>
                <a:gd name="T6" fmla="*/ 834 w 878"/>
                <a:gd name="T7" fmla="*/ 21 h 510"/>
                <a:gd name="T8" fmla="*/ 857 w 878"/>
                <a:gd name="T9" fmla="*/ 44 h 510"/>
                <a:gd name="T10" fmla="*/ 872 w 878"/>
                <a:gd name="T11" fmla="*/ 74 h 510"/>
                <a:gd name="T12" fmla="*/ 878 w 878"/>
                <a:gd name="T13" fmla="*/ 106 h 510"/>
                <a:gd name="T14" fmla="*/ 878 w 878"/>
                <a:gd name="T15" fmla="*/ 404 h 510"/>
                <a:gd name="T16" fmla="*/ 872 w 878"/>
                <a:gd name="T17" fmla="*/ 437 h 510"/>
                <a:gd name="T18" fmla="*/ 857 w 878"/>
                <a:gd name="T19" fmla="*/ 467 h 510"/>
                <a:gd name="T20" fmla="*/ 834 w 878"/>
                <a:gd name="T21" fmla="*/ 489 h 510"/>
                <a:gd name="T22" fmla="*/ 804 w 878"/>
                <a:gd name="T23" fmla="*/ 505 h 510"/>
                <a:gd name="T24" fmla="*/ 772 w 878"/>
                <a:gd name="T25" fmla="*/ 510 h 510"/>
                <a:gd name="T26" fmla="*/ 106 w 878"/>
                <a:gd name="T27" fmla="*/ 510 h 510"/>
                <a:gd name="T28" fmla="*/ 74 w 878"/>
                <a:gd name="T29" fmla="*/ 505 h 510"/>
                <a:gd name="T30" fmla="*/ 44 w 878"/>
                <a:gd name="T31" fmla="*/ 489 h 510"/>
                <a:gd name="T32" fmla="*/ 21 w 878"/>
                <a:gd name="T33" fmla="*/ 467 h 510"/>
                <a:gd name="T34" fmla="*/ 6 w 878"/>
                <a:gd name="T35" fmla="*/ 437 h 510"/>
                <a:gd name="T36" fmla="*/ 0 w 878"/>
                <a:gd name="T37" fmla="*/ 404 h 510"/>
                <a:gd name="T38" fmla="*/ 0 w 878"/>
                <a:gd name="T39" fmla="*/ 106 h 510"/>
                <a:gd name="T40" fmla="*/ 6 w 878"/>
                <a:gd name="T41" fmla="*/ 74 h 510"/>
                <a:gd name="T42" fmla="*/ 21 w 878"/>
                <a:gd name="T43" fmla="*/ 44 h 510"/>
                <a:gd name="T44" fmla="*/ 44 w 878"/>
                <a:gd name="T45" fmla="*/ 21 h 510"/>
                <a:gd name="T46" fmla="*/ 74 w 878"/>
                <a:gd name="T47" fmla="*/ 6 h 510"/>
                <a:gd name="T48" fmla="*/ 106 w 878"/>
                <a:gd name="T49"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510">
                  <a:moveTo>
                    <a:pt x="106" y="0"/>
                  </a:moveTo>
                  <a:lnTo>
                    <a:pt x="772" y="0"/>
                  </a:lnTo>
                  <a:lnTo>
                    <a:pt x="804" y="6"/>
                  </a:lnTo>
                  <a:lnTo>
                    <a:pt x="834" y="21"/>
                  </a:lnTo>
                  <a:lnTo>
                    <a:pt x="857" y="44"/>
                  </a:lnTo>
                  <a:lnTo>
                    <a:pt x="872" y="74"/>
                  </a:lnTo>
                  <a:lnTo>
                    <a:pt x="878" y="106"/>
                  </a:lnTo>
                  <a:lnTo>
                    <a:pt x="878" y="404"/>
                  </a:lnTo>
                  <a:lnTo>
                    <a:pt x="872" y="437"/>
                  </a:lnTo>
                  <a:lnTo>
                    <a:pt x="857" y="467"/>
                  </a:lnTo>
                  <a:lnTo>
                    <a:pt x="834" y="489"/>
                  </a:lnTo>
                  <a:lnTo>
                    <a:pt x="804" y="505"/>
                  </a:lnTo>
                  <a:lnTo>
                    <a:pt x="772" y="510"/>
                  </a:lnTo>
                  <a:lnTo>
                    <a:pt x="106" y="510"/>
                  </a:lnTo>
                  <a:lnTo>
                    <a:pt x="74" y="505"/>
                  </a:lnTo>
                  <a:lnTo>
                    <a:pt x="44" y="489"/>
                  </a:lnTo>
                  <a:lnTo>
                    <a:pt x="21" y="467"/>
                  </a:lnTo>
                  <a:lnTo>
                    <a:pt x="6" y="437"/>
                  </a:lnTo>
                  <a:lnTo>
                    <a:pt x="0" y="404"/>
                  </a:lnTo>
                  <a:lnTo>
                    <a:pt x="0" y="106"/>
                  </a:lnTo>
                  <a:lnTo>
                    <a:pt x="6" y="74"/>
                  </a:lnTo>
                  <a:lnTo>
                    <a:pt x="21" y="44"/>
                  </a:lnTo>
                  <a:lnTo>
                    <a:pt x="44" y="21"/>
                  </a:lnTo>
                  <a:lnTo>
                    <a:pt x="74" y="6"/>
                  </a:lnTo>
                  <a:lnTo>
                    <a:pt x="106"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09" name="Freeform 108"/>
            <p:cNvSpPr>
              <a:spLocks/>
            </p:cNvSpPr>
            <p:nvPr/>
          </p:nvSpPr>
          <p:spPr bwMode="auto">
            <a:xfrm>
              <a:off x="4035847" y="2926494"/>
              <a:ext cx="703532" cy="673865"/>
            </a:xfrm>
            <a:custGeom>
              <a:avLst/>
              <a:gdLst>
                <a:gd name="T0" fmla="*/ 155 w 830"/>
                <a:gd name="T1" fmla="*/ 0 h 795"/>
                <a:gd name="T2" fmla="*/ 136 w 830"/>
                <a:gd name="T3" fmla="*/ 20 h 795"/>
                <a:gd name="T4" fmla="*/ 125 w 830"/>
                <a:gd name="T5" fmla="*/ 45 h 795"/>
                <a:gd name="T6" fmla="*/ 119 w 830"/>
                <a:gd name="T7" fmla="*/ 71 h 795"/>
                <a:gd name="T8" fmla="*/ 121 w 830"/>
                <a:gd name="T9" fmla="*/ 98 h 795"/>
                <a:gd name="T10" fmla="*/ 129 w 830"/>
                <a:gd name="T11" fmla="*/ 124 h 795"/>
                <a:gd name="T12" fmla="*/ 144 w 830"/>
                <a:gd name="T13" fmla="*/ 149 h 795"/>
                <a:gd name="T14" fmla="*/ 569 w 830"/>
                <a:gd name="T15" fmla="*/ 657 h 795"/>
                <a:gd name="T16" fmla="*/ 590 w 830"/>
                <a:gd name="T17" fmla="*/ 678 h 795"/>
                <a:gd name="T18" fmla="*/ 615 w 830"/>
                <a:gd name="T19" fmla="*/ 689 h 795"/>
                <a:gd name="T20" fmla="*/ 641 w 830"/>
                <a:gd name="T21" fmla="*/ 695 h 795"/>
                <a:gd name="T22" fmla="*/ 668 w 830"/>
                <a:gd name="T23" fmla="*/ 695 h 795"/>
                <a:gd name="T24" fmla="*/ 694 w 830"/>
                <a:gd name="T25" fmla="*/ 687 h 795"/>
                <a:gd name="T26" fmla="*/ 719 w 830"/>
                <a:gd name="T27" fmla="*/ 672 h 795"/>
                <a:gd name="T28" fmla="*/ 830 w 830"/>
                <a:gd name="T29" fmla="*/ 578 h 795"/>
                <a:gd name="T30" fmla="*/ 828 w 830"/>
                <a:gd name="T31" fmla="*/ 580 h 795"/>
                <a:gd name="T32" fmla="*/ 600 w 830"/>
                <a:gd name="T33" fmla="*/ 770 h 795"/>
                <a:gd name="T34" fmla="*/ 577 w 830"/>
                <a:gd name="T35" fmla="*/ 786 h 795"/>
                <a:gd name="T36" fmla="*/ 550 w 830"/>
                <a:gd name="T37" fmla="*/ 793 h 795"/>
                <a:gd name="T38" fmla="*/ 522 w 830"/>
                <a:gd name="T39" fmla="*/ 795 h 795"/>
                <a:gd name="T40" fmla="*/ 496 w 830"/>
                <a:gd name="T41" fmla="*/ 789 h 795"/>
                <a:gd name="T42" fmla="*/ 471 w 830"/>
                <a:gd name="T43" fmla="*/ 776 h 795"/>
                <a:gd name="T44" fmla="*/ 450 w 830"/>
                <a:gd name="T45" fmla="*/ 757 h 795"/>
                <a:gd name="T46" fmla="*/ 25 w 830"/>
                <a:gd name="T47" fmla="*/ 247 h 795"/>
                <a:gd name="T48" fmla="*/ 10 w 830"/>
                <a:gd name="T49" fmla="*/ 223 h 795"/>
                <a:gd name="T50" fmla="*/ 2 w 830"/>
                <a:gd name="T51" fmla="*/ 196 h 795"/>
                <a:gd name="T52" fmla="*/ 0 w 830"/>
                <a:gd name="T53" fmla="*/ 170 h 795"/>
                <a:gd name="T54" fmla="*/ 6 w 830"/>
                <a:gd name="T55" fmla="*/ 143 h 795"/>
                <a:gd name="T56" fmla="*/ 19 w 830"/>
                <a:gd name="T57" fmla="*/ 119 h 795"/>
                <a:gd name="T58" fmla="*/ 38 w 830"/>
                <a:gd name="T59" fmla="*/ 98 h 795"/>
                <a:gd name="T60" fmla="*/ 155 w 830"/>
                <a:gd name="T61"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795">
                  <a:moveTo>
                    <a:pt x="155" y="0"/>
                  </a:moveTo>
                  <a:lnTo>
                    <a:pt x="136" y="20"/>
                  </a:lnTo>
                  <a:lnTo>
                    <a:pt x="125" y="45"/>
                  </a:lnTo>
                  <a:lnTo>
                    <a:pt x="119" y="71"/>
                  </a:lnTo>
                  <a:lnTo>
                    <a:pt x="121" y="98"/>
                  </a:lnTo>
                  <a:lnTo>
                    <a:pt x="129" y="124"/>
                  </a:lnTo>
                  <a:lnTo>
                    <a:pt x="144" y="149"/>
                  </a:lnTo>
                  <a:lnTo>
                    <a:pt x="569" y="657"/>
                  </a:lnTo>
                  <a:lnTo>
                    <a:pt x="590" y="678"/>
                  </a:lnTo>
                  <a:lnTo>
                    <a:pt x="615" y="689"/>
                  </a:lnTo>
                  <a:lnTo>
                    <a:pt x="641" y="695"/>
                  </a:lnTo>
                  <a:lnTo>
                    <a:pt x="668" y="695"/>
                  </a:lnTo>
                  <a:lnTo>
                    <a:pt x="694" y="687"/>
                  </a:lnTo>
                  <a:lnTo>
                    <a:pt x="719" y="672"/>
                  </a:lnTo>
                  <a:lnTo>
                    <a:pt x="830" y="578"/>
                  </a:lnTo>
                  <a:lnTo>
                    <a:pt x="828" y="580"/>
                  </a:lnTo>
                  <a:lnTo>
                    <a:pt x="600" y="770"/>
                  </a:lnTo>
                  <a:lnTo>
                    <a:pt x="577" y="786"/>
                  </a:lnTo>
                  <a:lnTo>
                    <a:pt x="550" y="793"/>
                  </a:lnTo>
                  <a:lnTo>
                    <a:pt x="522" y="795"/>
                  </a:lnTo>
                  <a:lnTo>
                    <a:pt x="496" y="789"/>
                  </a:lnTo>
                  <a:lnTo>
                    <a:pt x="471" y="776"/>
                  </a:lnTo>
                  <a:lnTo>
                    <a:pt x="450" y="757"/>
                  </a:lnTo>
                  <a:lnTo>
                    <a:pt x="25" y="247"/>
                  </a:lnTo>
                  <a:lnTo>
                    <a:pt x="10" y="223"/>
                  </a:lnTo>
                  <a:lnTo>
                    <a:pt x="2" y="196"/>
                  </a:lnTo>
                  <a:lnTo>
                    <a:pt x="0" y="170"/>
                  </a:lnTo>
                  <a:lnTo>
                    <a:pt x="6" y="143"/>
                  </a:lnTo>
                  <a:lnTo>
                    <a:pt x="19" y="119"/>
                  </a:lnTo>
                  <a:lnTo>
                    <a:pt x="38" y="98"/>
                  </a:lnTo>
                  <a:lnTo>
                    <a:pt x="155" y="0"/>
                  </a:lnTo>
                  <a:close/>
                </a:path>
              </a:pathLst>
            </a:custGeom>
            <a:solidFill>
              <a:schemeClr val="accent2">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10" name="Freeform 109"/>
            <p:cNvSpPr>
              <a:spLocks/>
            </p:cNvSpPr>
            <p:nvPr/>
          </p:nvSpPr>
          <p:spPr bwMode="auto">
            <a:xfrm>
              <a:off x="4300307" y="3605444"/>
              <a:ext cx="344985" cy="781513"/>
            </a:xfrm>
            <a:custGeom>
              <a:avLst/>
              <a:gdLst>
                <a:gd name="T0" fmla="*/ 240 w 407"/>
                <a:gd name="T1" fmla="*/ 0 h 922"/>
                <a:gd name="T2" fmla="*/ 269 w 407"/>
                <a:gd name="T3" fmla="*/ 2 h 922"/>
                <a:gd name="T4" fmla="*/ 407 w 407"/>
                <a:gd name="T5" fmla="*/ 32 h 922"/>
                <a:gd name="T6" fmla="*/ 376 w 407"/>
                <a:gd name="T7" fmla="*/ 34 h 922"/>
                <a:gd name="T8" fmla="*/ 348 w 407"/>
                <a:gd name="T9" fmla="*/ 43 h 922"/>
                <a:gd name="T10" fmla="*/ 324 w 407"/>
                <a:gd name="T11" fmla="*/ 60 h 922"/>
                <a:gd name="T12" fmla="*/ 305 w 407"/>
                <a:gd name="T13" fmla="*/ 85 h 922"/>
                <a:gd name="T14" fmla="*/ 293 w 407"/>
                <a:gd name="T15" fmla="*/ 115 h 922"/>
                <a:gd name="T16" fmla="*/ 151 w 407"/>
                <a:gd name="T17" fmla="*/ 763 h 922"/>
                <a:gd name="T18" fmla="*/ 150 w 407"/>
                <a:gd name="T19" fmla="*/ 791 h 922"/>
                <a:gd name="T20" fmla="*/ 155 w 407"/>
                <a:gd name="T21" fmla="*/ 818 h 922"/>
                <a:gd name="T22" fmla="*/ 167 w 407"/>
                <a:gd name="T23" fmla="*/ 842 h 922"/>
                <a:gd name="T24" fmla="*/ 184 w 407"/>
                <a:gd name="T25" fmla="*/ 863 h 922"/>
                <a:gd name="T26" fmla="*/ 206 w 407"/>
                <a:gd name="T27" fmla="*/ 880 h 922"/>
                <a:gd name="T28" fmla="*/ 233 w 407"/>
                <a:gd name="T29" fmla="*/ 890 h 922"/>
                <a:gd name="T30" fmla="*/ 386 w 407"/>
                <a:gd name="T31" fmla="*/ 922 h 922"/>
                <a:gd name="T32" fmla="*/ 375 w 407"/>
                <a:gd name="T33" fmla="*/ 920 h 922"/>
                <a:gd name="T34" fmla="*/ 83 w 407"/>
                <a:gd name="T35" fmla="*/ 857 h 922"/>
                <a:gd name="T36" fmla="*/ 57 w 407"/>
                <a:gd name="T37" fmla="*/ 848 h 922"/>
                <a:gd name="T38" fmla="*/ 34 w 407"/>
                <a:gd name="T39" fmla="*/ 831 h 922"/>
                <a:gd name="T40" fmla="*/ 15 w 407"/>
                <a:gd name="T41" fmla="*/ 810 h 922"/>
                <a:gd name="T42" fmla="*/ 4 w 407"/>
                <a:gd name="T43" fmla="*/ 786 h 922"/>
                <a:gd name="T44" fmla="*/ 0 w 407"/>
                <a:gd name="T45" fmla="*/ 759 h 922"/>
                <a:gd name="T46" fmla="*/ 2 w 407"/>
                <a:gd name="T47" fmla="*/ 731 h 922"/>
                <a:gd name="T48" fmla="*/ 142 w 407"/>
                <a:gd name="T49" fmla="*/ 83 h 922"/>
                <a:gd name="T50" fmla="*/ 153 w 407"/>
                <a:gd name="T51" fmla="*/ 56 h 922"/>
                <a:gd name="T52" fmla="*/ 168 w 407"/>
                <a:gd name="T53" fmla="*/ 34 h 922"/>
                <a:gd name="T54" fmla="*/ 189 w 407"/>
                <a:gd name="T55" fmla="*/ 15 h 922"/>
                <a:gd name="T56" fmla="*/ 214 w 407"/>
                <a:gd name="T57" fmla="*/ 4 h 922"/>
                <a:gd name="T58" fmla="*/ 240 w 407"/>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7" h="922">
                  <a:moveTo>
                    <a:pt x="240" y="0"/>
                  </a:moveTo>
                  <a:lnTo>
                    <a:pt x="269" y="2"/>
                  </a:lnTo>
                  <a:lnTo>
                    <a:pt x="407" y="32"/>
                  </a:lnTo>
                  <a:lnTo>
                    <a:pt x="376" y="34"/>
                  </a:lnTo>
                  <a:lnTo>
                    <a:pt x="348" y="43"/>
                  </a:lnTo>
                  <a:lnTo>
                    <a:pt x="324" y="60"/>
                  </a:lnTo>
                  <a:lnTo>
                    <a:pt x="305" y="85"/>
                  </a:lnTo>
                  <a:lnTo>
                    <a:pt x="293" y="115"/>
                  </a:lnTo>
                  <a:lnTo>
                    <a:pt x="151" y="763"/>
                  </a:lnTo>
                  <a:lnTo>
                    <a:pt x="150" y="791"/>
                  </a:lnTo>
                  <a:lnTo>
                    <a:pt x="155" y="818"/>
                  </a:lnTo>
                  <a:lnTo>
                    <a:pt x="167" y="842"/>
                  </a:lnTo>
                  <a:lnTo>
                    <a:pt x="184" y="863"/>
                  </a:lnTo>
                  <a:lnTo>
                    <a:pt x="206" y="880"/>
                  </a:lnTo>
                  <a:lnTo>
                    <a:pt x="233" y="890"/>
                  </a:lnTo>
                  <a:lnTo>
                    <a:pt x="386" y="922"/>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11" name="Freeform 110"/>
            <p:cNvSpPr>
              <a:spLocks/>
            </p:cNvSpPr>
            <p:nvPr/>
          </p:nvSpPr>
          <p:spPr bwMode="auto">
            <a:xfrm>
              <a:off x="3670519" y="4297109"/>
              <a:ext cx="789990" cy="493319"/>
            </a:xfrm>
            <a:custGeom>
              <a:avLst/>
              <a:gdLst>
                <a:gd name="T0" fmla="*/ 709 w 932"/>
                <a:gd name="T1" fmla="*/ 0 h 582"/>
                <a:gd name="T2" fmla="*/ 736 w 932"/>
                <a:gd name="T3" fmla="*/ 6 h 582"/>
                <a:gd name="T4" fmla="*/ 760 w 932"/>
                <a:gd name="T5" fmla="*/ 17 h 582"/>
                <a:gd name="T6" fmla="*/ 781 w 932"/>
                <a:gd name="T7" fmla="*/ 36 h 582"/>
                <a:gd name="T8" fmla="*/ 798 w 932"/>
                <a:gd name="T9" fmla="*/ 58 h 582"/>
                <a:gd name="T10" fmla="*/ 930 w 932"/>
                <a:gd name="T11" fmla="*/ 325 h 582"/>
                <a:gd name="T12" fmla="*/ 932 w 932"/>
                <a:gd name="T13" fmla="*/ 331 h 582"/>
                <a:gd name="T14" fmla="*/ 866 w 932"/>
                <a:gd name="T15" fmla="*/ 198 h 582"/>
                <a:gd name="T16" fmla="*/ 851 w 932"/>
                <a:gd name="T17" fmla="*/ 176 h 582"/>
                <a:gd name="T18" fmla="*/ 830 w 932"/>
                <a:gd name="T19" fmla="*/ 157 h 582"/>
                <a:gd name="T20" fmla="*/ 806 w 932"/>
                <a:gd name="T21" fmla="*/ 145 h 582"/>
                <a:gd name="T22" fmla="*/ 779 w 932"/>
                <a:gd name="T23" fmla="*/ 140 h 582"/>
                <a:gd name="T24" fmla="*/ 751 w 932"/>
                <a:gd name="T25" fmla="*/ 142 h 582"/>
                <a:gd name="T26" fmla="*/ 724 w 932"/>
                <a:gd name="T27" fmla="*/ 151 h 582"/>
                <a:gd name="T28" fmla="*/ 129 w 932"/>
                <a:gd name="T29" fmla="*/ 446 h 582"/>
                <a:gd name="T30" fmla="*/ 106 w 932"/>
                <a:gd name="T31" fmla="*/ 461 h 582"/>
                <a:gd name="T32" fmla="*/ 89 w 932"/>
                <a:gd name="T33" fmla="*/ 482 h 582"/>
                <a:gd name="T34" fmla="*/ 76 w 932"/>
                <a:gd name="T35" fmla="*/ 504 h 582"/>
                <a:gd name="T36" fmla="*/ 70 w 932"/>
                <a:gd name="T37" fmla="*/ 531 h 582"/>
                <a:gd name="T38" fmla="*/ 70 w 932"/>
                <a:gd name="T39" fmla="*/ 557 h 582"/>
                <a:gd name="T40" fmla="*/ 78 w 932"/>
                <a:gd name="T41" fmla="*/ 582 h 582"/>
                <a:gd name="T42" fmla="*/ 11 w 932"/>
                <a:gd name="T43" fmla="*/ 448 h 582"/>
                <a:gd name="T44" fmla="*/ 2 w 932"/>
                <a:gd name="T45" fmla="*/ 421 h 582"/>
                <a:gd name="T46" fmla="*/ 0 w 932"/>
                <a:gd name="T47" fmla="*/ 393 h 582"/>
                <a:gd name="T48" fmla="*/ 6 w 932"/>
                <a:gd name="T49" fmla="*/ 366 h 582"/>
                <a:gd name="T50" fmla="*/ 19 w 932"/>
                <a:gd name="T51" fmla="*/ 342 h 582"/>
                <a:gd name="T52" fmla="*/ 36 w 932"/>
                <a:gd name="T53" fmla="*/ 321 h 582"/>
                <a:gd name="T54" fmla="*/ 59 w 932"/>
                <a:gd name="T55" fmla="*/ 306 h 582"/>
                <a:gd name="T56" fmla="*/ 654 w 932"/>
                <a:gd name="T57" fmla="*/ 11 h 582"/>
                <a:gd name="T58" fmla="*/ 681 w 932"/>
                <a:gd name="T59" fmla="*/ 2 h 582"/>
                <a:gd name="T60" fmla="*/ 709 w 932"/>
                <a:gd name="T61"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2" h="582">
                  <a:moveTo>
                    <a:pt x="709" y="0"/>
                  </a:moveTo>
                  <a:lnTo>
                    <a:pt x="736" y="6"/>
                  </a:lnTo>
                  <a:lnTo>
                    <a:pt x="760" y="17"/>
                  </a:lnTo>
                  <a:lnTo>
                    <a:pt x="781" y="36"/>
                  </a:lnTo>
                  <a:lnTo>
                    <a:pt x="798" y="58"/>
                  </a:lnTo>
                  <a:lnTo>
                    <a:pt x="930" y="325"/>
                  </a:lnTo>
                  <a:lnTo>
                    <a:pt x="932" y="331"/>
                  </a:lnTo>
                  <a:lnTo>
                    <a:pt x="866" y="198"/>
                  </a:lnTo>
                  <a:lnTo>
                    <a:pt x="851" y="176"/>
                  </a:lnTo>
                  <a:lnTo>
                    <a:pt x="830" y="157"/>
                  </a:lnTo>
                  <a:lnTo>
                    <a:pt x="806" y="145"/>
                  </a:lnTo>
                  <a:lnTo>
                    <a:pt x="779" y="140"/>
                  </a:lnTo>
                  <a:lnTo>
                    <a:pt x="751" y="142"/>
                  </a:lnTo>
                  <a:lnTo>
                    <a:pt x="724" y="151"/>
                  </a:lnTo>
                  <a:lnTo>
                    <a:pt x="129" y="446"/>
                  </a:lnTo>
                  <a:lnTo>
                    <a:pt x="106" y="461"/>
                  </a:lnTo>
                  <a:lnTo>
                    <a:pt x="89" y="482"/>
                  </a:lnTo>
                  <a:lnTo>
                    <a:pt x="76" y="504"/>
                  </a:lnTo>
                  <a:lnTo>
                    <a:pt x="70" y="531"/>
                  </a:lnTo>
                  <a:lnTo>
                    <a:pt x="70" y="557"/>
                  </a:lnTo>
                  <a:lnTo>
                    <a:pt x="78" y="582"/>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12" name="Freeform 111"/>
            <p:cNvSpPr>
              <a:spLocks/>
            </p:cNvSpPr>
            <p:nvPr/>
          </p:nvSpPr>
          <p:spPr bwMode="auto">
            <a:xfrm>
              <a:off x="2934777" y="4313215"/>
              <a:ext cx="734046" cy="603511"/>
            </a:xfrm>
            <a:custGeom>
              <a:avLst/>
              <a:gdLst>
                <a:gd name="T0" fmla="*/ 153 w 866"/>
                <a:gd name="T1" fmla="*/ 0 h 712"/>
                <a:gd name="T2" fmla="*/ 182 w 866"/>
                <a:gd name="T3" fmla="*/ 2 h 712"/>
                <a:gd name="T4" fmla="*/ 208 w 866"/>
                <a:gd name="T5" fmla="*/ 9 h 712"/>
                <a:gd name="T6" fmla="*/ 806 w 866"/>
                <a:gd name="T7" fmla="*/ 300 h 712"/>
                <a:gd name="T8" fmla="*/ 830 w 866"/>
                <a:gd name="T9" fmla="*/ 315 h 712"/>
                <a:gd name="T10" fmla="*/ 847 w 866"/>
                <a:gd name="T11" fmla="*/ 336 h 712"/>
                <a:gd name="T12" fmla="*/ 860 w 866"/>
                <a:gd name="T13" fmla="*/ 361 h 712"/>
                <a:gd name="T14" fmla="*/ 866 w 866"/>
                <a:gd name="T15" fmla="*/ 387 h 712"/>
                <a:gd name="T16" fmla="*/ 864 w 866"/>
                <a:gd name="T17" fmla="*/ 415 h 712"/>
                <a:gd name="T18" fmla="*/ 855 w 866"/>
                <a:gd name="T19" fmla="*/ 442 h 712"/>
                <a:gd name="T20" fmla="*/ 724 w 866"/>
                <a:gd name="T21" fmla="*/ 708 h 712"/>
                <a:gd name="T22" fmla="*/ 724 w 866"/>
                <a:gd name="T23" fmla="*/ 712 h 712"/>
                <a:gd name="T24" fmla="*/ 789 w 866"/>
                <a:gd name="T25" fmla="*/ 580 h 712"/>
                <a:gd name="T26" fmla="*/ 796 w 866"/>
                <a:gd name="T27" fmla="*/ 553 h 712"/>
                <a:gd name="T28" fmla="*/ 798 w 866"/>
                <a:gd name="T29" fmla="*/ 525 h 712"/>
                <a:gd name="T30" fmla="*/ 792 w 866"/>
                <a:gd name="T31" fmla="*/ 499 h 712"/>
                <a:gd name="T32" fmla="*/ 781 w 866"/>
                <a:gd name="T33" fmla="*/ 474 h 712"/>
                <a:gd name="T34" fmla="*/ 762 w 866"/>
                <a:gd name="T35" fmla="*/ 453 h 712"/>
                <a:gd name="T36" fmla="*/ 739 w 866"/>
                <a:gd name="T37" fmla="*/ 438 h 712"/>
                <a:gd name="T38" fmla="*/ 142 w 866"/>
                <a:gd name="T39" fmla="*/ 147 h 712"/>
                <a:gd name="T40" fmla="*/ 115 w 866"/>
                <a:gd name="T41" fmla="*/ 140 h 712"/>
                <a:gd name="T42" fmla="*/ 87 w 866"/>
                <a:gd name="T43" fmla="*/ 138 h 712"/>
                <a:gd name="T44" fmla="*/ 63 w 866"/>
                <a:gd name="T45" fmla="*/ 143 h 712"/>
                <a:gd name="T46" fmla="*/ 38 w 866"/>
                <a:gd name="T47" fmla="*/ 155 h 712"/>
                <a:gd name="T48" fmla="*/ 17 w 866"/>
                <a:gd name="T49" fmla="*/ 172 h 712"/>
                <a:gd name="T50" fmla="*/ 0 w 866"/>
                <a:gd name="T51" fmla="*/ 194 h 712"/>
                <a:gd name="T52" fmla="*/ 66 w 866"/>
                <a:gd name="T53" fmla="*/ 58 h 712"/>
                <a:gd name="T54" fmla="*/ 81 w 866"/>
                <a:gd name="T55" fmla="*/ 36 h 712"/>
                <a:gd name="T56" fmla="*/ 102 w 866"/>
                <a:gd name="T57" fmla="*/ 17 h 712"/>
                <a:gd name="T58" fmla="*/ 127 w 866"/>
                <a:gd name="T59" fmla="*/ 5 h 712"/>
                <a:gd name="T60" fmla="*/ 153 w 866"/>
                <a:gd name="T61"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66" h="712">
                  <a:moveTo>
                    <a:pt x="153" y="0"/>
                  </a:moveTo>
                  <a:lnTo>
                    <a:pt x="182" y="2"/>
                  </a:lnTo>
                  <a:lnTo>
                    <a:pt x="208" y="9"/>
                  </a:lnTo>
                  <a:lnTo>
                    <a:pt x="806" y="300"/>
                  </a:lnTo>
                  <a:lnTo>
                    <a:pt x="830" y="315"/>
                  </a:lnTo>
                  <a:lnTo>
                    <a:pt x="847" y="336"/>
                  </a:lnTo>
                  <a:lnTo>
                    <a:pt x="860" y="361"/>
                  </a:lnTo>
                  <a:lnTo>
                    <a:pt x="866" y="387"/>
                  </a:lnTo>
                  <a:lnTo>
                    <a:pt x="864" y="415"/>
                  </a:lnTo>
                  <a:lnTo>
                    <a:pt x="855" y="442"/>
                  </a:lnTo>
                  <a:lnTo>
                    <a:pt x="724" y="708"/>
                  </a:lnTo>
                  <a:lnTo>
                    <a:pt x="724" y="712"/>
                  </a:lnTo>
                  <a:lnTo>
                    <a:pt x="789" y="580"/>
                  </a:lnTo>
                  <a:lnTo>
                    <a:pt x="796" y="553"/>
                  </a:lnTo>
                  <a:lnTo>
                    <a:pt x="798" y="525"/>
                  </a:lnTo>
                  <a:lnTo>
                    <a:pt x="792" y="499"/>
                  </a:lnTo>
                  <a:lnTo>
                    <a:pt x="781" y="474"/>
                  </a:lnTo>
                  <a:lnTo>
                    <a:pt x="762" y="453"/>
                  </a:lnTo>
                  <a:lnTo>
                    <a:pt x="739" y="438"/>
                  </a:lnTo>
                  <a:lnTo>
                    <a:pt x="142" y="147"/>
                  </a:lnTo>
                  <a:lnTo>
                    <a:pt x="115" y="140"/>
                  </a:lnTo>
                  <a:lnTo>
                    <a:pt x="87" y="138"/>
                  </a:lnTo>
                  <a:lnTo>
                    <a:pt x="63" y="143"/>
                  </a:lnTo>
                  <a:lnTo>
                    <a:pt x="38" y="155"/>
                  </a:lnTo>
                  <a:lnTo>
                    <a:pt x="17" y="172"/>
                  </a:lnTo>
                  <a:lnTo>
                    <a:pt x="0" y="194"/>
                  </a:lnTo>
                  <a:lnTo>
                    <a:pt x="66" y="58"/>
                  </a:lnTo>
                  <a:lnTo>
                    <a:pt x="81" y="36"/>
                  </a:lnTo>
                  <a:lnTo>
                    <a:pt x="102" y="17"/>
                  </a:lnTo>
                  <a:lnTo>
                    <a:pt x="127" y="5"/>
                  </a:lnTo>
                  <a:lnTo>
                    <a:pt x="153"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13" name="Freeform 112"/>
            <p:cNvSpPr>
              <a:spLocks/>
            </p:cNvSpPr>
            <p:nvPr/>
          </p:nvSpPr>
          <p:spPr bwMode="auto">
            <a:xfrm>
              <a:off x="2686422" y="3635959"/>
              <a:ext cx="338204" cy="781513"/>
            </a:xfrm>
            <a:custGeom>
              <a:avLst/>
              <a:gdLst>
                <a:gd name="T0" fmla="*/ 161 w 399"/>
                <a:gd name="T1" fmla="*/ 0 h 922"/>
                <a:gd name="T2" fmla="*/ 189 w 399"/>
                <a:gd name="T3" fmla="*/ 5 h 922"/>
                <a:gd name="T4" fmla="*/ 214 w 399"/>
                <a:gd name="T5" fmla="*/ 17 h 922"/>
                <a:gd name="T6" fmla="*/ 235 w 399"/>
                <a:gd name="T7" fmla="*/ 34 h 922"/>
                <a:gd name="T8" fmla="*/ 250 w 399"/>
                <a:gd name="T9" fmla="*/ 56 h 922"/>
                <a:gd name="T10" fmla="*/ 259 w 399"/>
                <a:gd name="T11" fmla="*/ 83 h 922"/>
                <a:gd name="T12" fmla="*/ 397 w 399"/>
                <a:gd name="T13" fmla="*/ 733 h 922"/>
                <a:gd name="T14" fmla="*/ 399 w 399"/>
                <a:gd name="T15" fmla="*/ 761 h 922"/>
                <a:gd name="T16" fmla="*/ 393 w 399"/>
                <a:gd name="T17" fmla="*/ 787 h 922"/>
                <a:gd name="T18" fmla="*/ 382 w 399"/>
                <a:gd name="T19" fmla="*/ 812 h 922"/>
                <a:gd name="T20" fmla="*/ 365 w 399"/>
                <a:gd name="T21" fmla="*/ 833 h 922"/>
                <a:gd name="T22" fmla="*/ 342 w 399"/>
                <a:gd name="T23" fmla="*/ 850 h 922"/>
                <a:gd name="T24" fmla="*/ 316 w 399"/>
                <a:gd name="T25" fmla="*/ 859 h 922"/>
                <a:gd name="T26" fmla="*/ 25 w 399"/>
                <a:gd name="T27" fmla="*/ 922 h 922"/>
                <a:gd name="T28" fmla="*/ 13 w 399"/>
                <a:gd name="T29" fmla="*/ 922 h 922"/>
                <a:gd name="T30" fmla="*/ 170 w 399"/>
                <a:gd name="T31" fmla="*/ 889 h 922"/>
                <a:gd name="T32" fmla="*/ 197 w 399"/>
                <a:gd name="T33" fmla="*/ 880 h 922"/>
                <a:gd name="T34" fmla="*/ 219 w 399"/>
                <a:gd name="T35" fmla="*/ 863 h 922"/>
                <a:gd name="T36" fmla="*/ 236 w 399"/>
                <a:gd name="T37" fmla="*/ 842 h 922"/>
                <a:gd name="T38" fmla="*/ 250 w 399"/>
                <a:gd name="T39" fmla="*/ 818 h 922"/>
                <a:gd name="T40" fmla="*/ 253 w 399"/>
                <a:gd name="T41" fmla="*/ 791 h 922"/>
                <a:gd name="T42" fmla="*/ 252 w 399"/>
                <a:gd name="T43" fmla="*/ 763 h 922"/>
                <a:gd name="T44" fmla="*/ 114 w 399"/>
                <a:gd name="T45" fmla="*/ 113 h 922"/>
                <a:gd name="T46" fmla="*/ 102 w 399"/>
                <a:gd name="T47" fmla="*/ 85 h 922"/>
                <a:gd name="T48" fmla="*/ 85 w 399"/>
                <a:gd name="T49" fmla="*/ 60 h 922"/>
                <a:gd name="T50" fmla="*/ 59 w 399"/>
                <a:gd name="T51" fmla="*/ 41 h 922"/>
                <a:gd name="T52" fmla="*/ 30 w 399"/>
                <a:gd name="T53" fmla="*/ 32 h 922"/>
                <a:gd name="T54" fmla="*/ 0 w 399"/>
                <a:gd name="T55" fmla="*/ 30 h 922"/>
                <a:gd name="T56" fmla="*/ 132 w 399"/>
                <a:gd name="T57" fmla="*/ 2 h 922"/>
                <a:gd name="T58" fmla="*/ 161 w 399"/>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9" h="922">
                  <a:moveTo>
                    <a:pt x="161" y="0"/>
                  </a:moveTo>
                  <a:lnTo>
                    <a:pt x="189" y="5"/>
                  </a:lnTo>
                  <a:lnTo>
                    <a:pt x="214" y="17"/>
                  </a:lnTo>
                  <a:lnTo>
                    <a:pt x="235" y="34"/>
                  </a:lnTo>
                  <a:lnTo>
                    <a:pt x="250" y="56"/>
                  </a:lnTo>
                  <a:lnTo>
                    <a:pt x="259" y="83"/>
                  </a:lnTo>
                  <a:lnTo>
                    <a:pt x="397" y="733"/>
                  </a:lnTo>
                  <a:lnTo>
                    <a:pt x="399" y="761"/>
                  </a:lnTo>
                  <a:lnTo>
                    <a:pt x="393" y="787"/>
                  </a:lnTo>
                  <a:lnTo>
                    <a:pt x="382" y="812"/>
                  </a:lnTo>
                  <a:lnTo>
                    <a:pt x="365" y="833"/>
                  </a:lnTo>
                  <a:lnTo>
                    <a:pt x="342" y="850"/>
                  </a:lnTo>
                  <a:lnTo>
                    <a:pt x="316" y="859"/>
                  </a:lnTo>
                  <a:lnTo>
                    <a:pt x="25" y="922"/>
                  </a:lnTo>
                  <a:lnTo>
                    <a:pt x="13" y="922"/>
                  </a:lnTo>
                  <a:lnTo>
                    <a:pt x="170" y="889"/>
                  </a:lnTo>
                  <a:lnTo>
                    <a:pt x="197" y="880"/>
                  </a:lnTo>
                  <a:lnTo>
                    <a:pt x="219" y="863"/>
                  </a:lnTo>
                  <a:lnTo>
                    <a:pt x="236" y="842"/>
                  </a:lnTo>
                  <a:lnTo>
                    <a:pt x="250" y="818"/>
                  </a:lnTo>
                  <a:lnTo>
                    <a:pt x="253" y="791"/>
                  </a:lnTo>
                  <a:lnTo>
                    <a:pt x="252" y="763"/>
                  </a:lnTo>
                  <a:lnTo>
                    <a:pt x="114" y="113"/>
                  </a:lnTo>
                  <a:lnTo>
                    <a:pt x="102" y="85"/>
                  </a:lnTo>
                  <a:lnTo>
                    <a:pt x="85" y="60"/>
                  </a:lnTo>
                  <a:lnTo>
                    <a:pt x="59" y="41"/>
                  </a:lnTo>
                  <a:lnTo>
                    <a:pt x="30" y="32"/>
                  </a:lnTo>
                  <a:lnTo>
                    <a:pt x="0" y="30"/>
                  </a:lnTo>
                  <a:lnTo>
                    <a:pt x="132" y="2"/>
                  </a:lnTo>
                  <a:lnTo>
                    <a:pt x="161" y="0"/>
                  </a:lnTo>
                  <a:close/>
                </a:path>
              </a:pathLst>
            </a:custGeom>
            <a:solidFill>
              <a:schemeClr val="accent5">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14" name="Freeform 113"/>
            <p:cNvSpPr>
              <a:spLocks/>
            </p:cNvSpPr>
            <p:nvPr/>
          </p:nvSpPr>
          <p:spPr bwMode="auto">
            <a:xfrm>
              <a:off x="2580468" y="2945141"/>
              <a:ext cx="710312" cy="673017"/>
            </a:xfrm>
            <a:custGeom>
              <a:avLst/>
              <a:gdLst>
                <a:gd name="T0" fmla="*/ 687 w 838"/>
                <a:gd name="T1" fmla="*/ 0 h 794"/>
                <a:gd name="T2" fmla="*/ 800 w 838"/>
                <a:gd name="T3" fmla="*/ 95 h 794"/>
                <a:gd name="T4" fmla="*/ 819 w 838"/>
                <a:gd name="T5" fmla="*/ 116 h 794"/>
                <a:gd name="T6" fmla="*/ 832 w 838"/>
                <a:gd name="T7" fmla="*/ 140 h 794"/>
                <a:gd name="T8" fmla="*/ 838 w 838"/>
                <a:gd name="T9" fmla="*/ 167 h 794"/>
                <a:gd name="T10" fmla="*/ 836 w 838"/>
                <a:gd name="T11" fmla="*/ 195 h 794"/>
                <a:gd name="T12" fmla="*/ 828 w 838"/>
                <a:gd name="T13" fmla="*/ 221 h 794"/>
                <a:gd name="T14" fmla="*/ 813 w 838"/>
                <a:gd name="T15" fmla="*/ 244 h 794"/>
                <a:gd name="T16" fmla="*/ 388 w 838"/>
                <a:gd name="T17" fmla="*/ 756 h 794"/>
                <a:gd name="T18" fmla="*/ 367 w 838"/>
                <a:gd name="T19" fmla="*/ 775 h 794"/>
                <a:gd name="T20" fmla="*/ 343 w 838"/>
                <a:gd name="T21" fmla="*/ 788 h 794"/>
                <a:gd name="T22" fmla="*/ 316 w 838"/>
                <a:gd name="T23" fmla="*/ 794 h 794"/>
                <a:gd name="T24" fmla="*/ 290 w 838"/>
                <a:gd name="T25" fmla="*/ 792 h 794"/>
                <a:gd name="T26" fmla="*/ 263 w 838"/>
                <a:gd name="T27" fmla="*/ 784 h 794"/>
                <a:gd name="T28" fmla="*/ 239 w 838"/>
                <a:gd name="T29" fmla="*/ 769 h 794"/>
                <a:gd name="T30" fmla="*/ 10 w 838"/>
                <a:gd name="T31" fmla="*/ 578 h 794"/>
                <a:gd name="T32" fmla="*/ 4 w 838"/>
                <a:gd name="T33" fmla="*/ 575 h 794"/>
                <a:gd name="T34" fmla="*/ 0 w 838"/>
                <a:gd name="T35" fmla="*/ 569 h 794"/>
                <a:gd name="T36" fmla="*/ 116 w 838"/>
                <a:gd name="T37" fmla="*/ 665 h 794"/>
                <a:gd name="T38" fmla="*/ 138 w 838"/>
                <a:gd name="T39" fmla="*/ 680 h 794"/>
                <a:gd name="T40" fmla="*/ 165 w 838"/>
                <a:gd name="T41" fmla="*/ 688 h 794"/>
                <a:gd name="T42" fmla="*/ 193 w 838"/>
                <a:gd name="T43" fmla="*/ 688 h 794"/>
                <a:gd name="T44" fmla="*/ 220 w 838"/>
                <a:gd name="T45" fmla="*/ 682 h 794"/>
                <a:gd name="T46" fmla="*/ 244 w 838"/>
                <a:gd name="T47" fmla="*/ 671 h 794"/>
                <a:gd name="T48" fmla="*/ 265 w 838"/>
                <a:gd name="T49" fmla="*/ 650 h 794"/>
                <a:gd name="T50" fmla="*/ 689 w 838"/>
                <a:gd name="T51" fmla="*/ 140 h 794"/>
                <a:gd name="T52" fmla="*/ 706 w 838"/>
                <a:gd name="T53" fmla="*/ 114 h 794"/>
                <a:gd name="T54" fmla="*/ 713 w 838"/>
                <a:gd name="T55" fmla="*/ 85 h 794"/>
                <a:gd name="T56" fmla="*/ 711 w 838"/>
                <a:gd name="T57" fmla="*/ 55 h 794"/>
                <a:gd name="T58" fmla="*/ 704 w 838"/>
                <a:gd name="T59" fmla="*/ 27 h 794"/>
                <a:gd name="T60" fmla="*/ 687 w 838"/>
                <a:gd name="T61"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8" h="794">
                  <a:moveTo>
                    <a:pt x="687" y="0"/>
                  </a:moveTo>
                  <a:lnTo>
                    <a:pt x="800" y="95"/>
                  </a:lnTo>
                  <a:lnTo>
                    <a:pt x="819" y="116"/>
                  </a:lnTo>
                  <a:lnTo>
                    <a:pt x="832" y="140"/>
                  </a:lnTo>
                  <a:lnTo>
                    <a:pt x="838" y="167"/>
                  </a:lnTo>
                  <a:lnTo>
                    <a:pt x="836" y="195"/>
                  </a:lnTo>
                  <a:lnTo>
                    <a:pt x="828" y="221"/>
                  </a:lnTo>
                  <a:lnTo>
                    <a:pt x="813" y="244"/>
                  </a:lnTo>
                  <a:lnTo>
                    <a:pt x="388" y="756"/>
                  </a:lnTo>
                  <a:lnTo>
                    <a:pt x="367" y="775"/>
                  </a:lnTo>
                  <a:lnTo>
                    <a:pt x="343" y="788"/>
                  </a:lnTo>
                  <a:lnTo>
                    <a:pt x="316" y="794"/>
                  </a:lnTo>
                  <a:lnTo>
                    <a:pt x="290" y="792"/>
                  </a:lnTo>
                  <a:lnTo>
                    <a:pt x="263" y="784"/>
                  </a:lnTo>
                  <a:lnTo>
                    <a:pt x="239" y="769"/>
                  </a:lnTo>
                  <a:lnTo>
                    <a:pt x="10" y="578"/>
                  </a:lnTo>
                  <a:lnTo>
                    <a:pt x="4" y="575"/>
                  </a:lnTo>
                  <a:lnTo>
                    <a:pt x="0" y="569"/>
                  </a:lnTo>
                  <a:lnTo>
                    <a:pt x="116" y="665"/>
                  </a:lnTo>
                  <a:lnTo>
                    <a:pt x="138" y="680"/>
                  </a:lnTo>
                  <a:lnTo>
                    <a:pt x="165" y="688"/>
                  </a:lnTo>
                  <a:lnTo>
                    <a:pt x="193" y="688"/>
                  </a:lnTo>
                  <a:lnTo>
                    <a:pt x="220" y="682"/>
                  </a:lnTo>
                  <a:lnTo>
                    <a:pt x="244" y="671"/>
                  </a:lnTo>
                  <a:lnTo>
                    <a:pt x="265" y="650"/>
                  </a:lnTo>
                  <a:lnTo>
                    <a:pt x="689" y="140"/>
                  </a:lnTo>
                  <a:lnTo>
                    <a:pt x="706" y="114"/>
                  </a:lnTo>
                  <a:lnTo>
                    <a:pt x="713" y="85"/>
                  </a:lnTo>
                  <a:lnTo>
                    <a:pt x="711" y="55"/>
                  </a:lnTo>
                  <a:lnTo>
                    <a:pt x="704" y="27"/>
                  </a:lnTo>
                  <a:lnTo>
                    <a:pt x="687" y="0"/>
                  </a:lnTo>
                  <a:close/>
                </a:path>
              </a:pathLst>
            </a:custGeom>
            <a:solidFill>
              <a:schemeClr val="accent6">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15" name="Freeform 114"/>
            <p:cNvSpPr>
              <a:spLocks/>
            </p:cNvSpPr>
            <p:nvPr/>
          </p:nvSpPr>
          <p:spPr bwMode="auto">
            <a:xfrm>
              <a:off x="3284000" y="2849359"/>
              <a:ext cx="744218" cy="212755"/>
            </a:xfrm>
            <a:custGeom>
              <a:avLst/>
              <a:gdLst>
                <a:gd name="T0" fmla="*/ 0 w 878"/>
                <a:gd name="T1" fmla="*/ 0 h 251"/>
                <a:gd name="T2" fmla="*/ 6 w 878"/>
                <a:gd name="T3" fmla="*/ 34 h 251"/>
                <a:gd name="T4" fmla="*/ 21 w 878"/>
                <a:gd name="T5" fmla="*/ 62 h 251"/>
                <a:gd name="T6" fmla="*/ 44 w 878"/>
                <a:gd name="T7" fmla="*/ 85 h 251"/>
                <a:gd name="T8" fmla="*/ 74 w 878"/>
                <a:gd name="T9" fmla="*/ 100 h 251"/>
                <a:gd name="T10" fmla="*/ 106 w 878"/>
                <a:gd name="T11" fmla="*/ 106 h 251"/>
                <a:gd name="T12" fmla="*/ 772 w 878"/>
                <a:gd name="T13" fmla="*/ 106 h 251"/>
                <a:gd name="T14" fmla="*/ 804 w 878"/>
                <a:gd name="T15" fmla="*/ 100 h 251"/>
                <a:gd name="T16" fmla="*/ 834 w 878"/>
                <a:gd name="T17" fmla="*/ 85 h 251"/>
                <a:gd name="T18" fmla="*/ 857 w 878"/>
                <a:gd name="T19" fmla="*/ 62 h 251"/>
                <a:gd name="T20" fmla="*/ 872 w 878"/>
                <a:gd name="T21" fmla="*/ 34 h 251"/>
                <a:gd name="T22" fmla="*/ 878 w 878"/>
                <a:gd name="T23" fmla="*/ 0 h 251"/>
                <a:gd name="T24" fmla="*/ 878 w 878"/>
                <a:gd name="T25" fmla="*/ 145 h 251"/>
                <a:gd name="T26" fmla="*/ 872 w 878"/>
                <a:gd name="T27" fmla="*/ 178 h 251"/>
                <a:gd name="T28" fmla="*/ 857 w 878"/>
                <a:gd name="T29" fmla="*/ 208 h 251"/>
                <a:gd name="T30" fmla="*/ 834 w 878"/>
                <a:gd name="T31" fmla="*/ 230 h 251"/>
                <a:gd name="T32" fmla="*/ 804 w 878"/>
                <a:gd name="T33" fmla="*/ 246 h 251"/>
                <a:gd name="T34" fmla="*/ 772 w 878"/>
                <a:gd name="T35" fmla="*/ 251 h 251"/>
                <a:gd name="T36" fmla="*/ 106 w 878"/>
                <a:gd name="T37" fmla="*/ 251 h 251"/>
                <a:gd name="T38" fmla="*/ 74 w 878"/>
                <a:gd name="T39" fmla="*/ 246 h 251"/>
                <a:gd name="T40" fmla="*/ 44 w 878"/>
                <a:gd name="T41" fmla="*/ 230 h 251"/>
                <a:gd name="T42" fmla="*/ 21 w 878"/>
                <a:gd name="T43" fmla="*/ 208 h 251"/>
                <a:gd name="T44" fmla="*/ 6 w 878"/>
                <a:gd name="T45" fmla="*/ 178 h 251"/>
                <a:gd name="T46" fmla="*/ 0 w 878"/>
                <a:gd name="T47" fmla="*/ 145 h 251"/>
                <a:gd name="T48" fmla="*/ 0 w 878"/>
                <a:gd name="T4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251">
                  <a:moveTo>
                    <a:pt x="0" y="0"/>
                  </a:moveTo>
                  <a:lnTo>
                    <a:pt x="6" y="34"/>
                  </a:lnTo>
                  <a:lnTo>
                    <a:pt x="21" y="62"/>
                  </a:lnTo>
                  <a:lnTo>
                    <a:pt x="44" y="85"/>
                  </a:lnTo>
                  <a:lnTo>
                    <a:pt x="74" y="100"/>
                  </a:lnTo>
                  <a:lnTo>
                    <a:pt x="106" y="106"/>
                  </a:lnTo>
                  <a:lnTo>
                    <a:pt x="772" y="106"/>
                  </a:lnTo>
                  <a:lnTo>
                    <a:pt x="804" y="100"/>
                  </a:lnTo>
                  <a:lnTo>
                    <a:pt x="834" y="85"/>
                  </a:lnTo>
                  <a:lnTo>
                    <a:pt x="857" y="62"/>
                  </a:lnTo>
                  <a:lnTo>
                    <a:pt x="872" y="34"/>
                  </a:lnTo>
                  <a:lnTo>
                    <a:pt x="878" y="0"/>
                  </a:lnTo>
                  <a:lnTo>
                    <a:pt x="878" y="145"/>
                  </a:lnTo>
                  <a:lnTo>
                    <a:pt x="872" y="178"/>
                  </a:lnTo>
                  <a:lnTo>
                    <a:pt x="857" y="208"/>
                  </a:lnTo>
                  <a:lnTo>
                    <a:pt x="834" y="230"/>
                  </a:lnTo>
                  <a:lnTo>
                    <a:pt x="804" y="246"/>
                  </a:lnTo>
                  <a:lnTo>
                    <a:pt x="772" y="251"/>
                  </a:lnTo>
                  <a:lnTo>
                    <a:pt x="106" y="251"/>
                  </a:lnTo>
                  <a:lnTo>
                    <a:pt x="74" y="246"/>
                  </a:lnTo>
                  <a:lnTo>
                    <a:pt x="44" y="230"/>
                  </a:lnTo>
                  <a:lnTo>
                    <a:pt x="21" y="208"/>
                  </a:lnTo>
                  <a:lnTo>
                    <a:pt x="6" y="178"/>
                  </a:lnTo>
                  <a:lnTo>
                    <a:pt x="0" y="145"/>
                  </a:lnTo>
                  <a:lnTo>
                    <a:pt x="0"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16" name="Freeform 115"/>
            <p:cNvSpPr>
              <a:spLocks/>
            </p:cNvSpPr>
            <p:nvPr/>
          </p:nvSpPr>
          <p:spPr bwMode="auto">
            <a:xfrm>
              <a:off x="2862729" y="3038380"/>
              <a:ext cx="1597781" cy="1564722"/>
            </a:xfrm>
            <a:custGeom>
              <a:avLst/>
              <a:gdLst>
                <a:gd name="T0" fmla="*/ 1261 w 1885"/>
                <a:gd name="T1" fmla="*/ 0 h 1846"/>
                <a:gd name="T2" fmla="*/ 1299 w 1885"/>
                <a:gd name="T3" fmla="*/ 4 h 1846"/>
                <a:gd name="T4" fmla="*/ 1337 w 1885"/>
                <a:gd name="T5" fmla="*/ 15 h 1846"/>
                <a:gd name="T6" fmla="*/ 1375 w 1885"/>
                <a:gd name="T7" fmla="*/ 34 h 1846"/>
                <a:gd name="T8" fmla="*/ 1409 w 1885"/>
                <a:gd name="T9" fmla="*/ 57 h 1846"/>
                <a:gd name="T10" fmla="*/ 1435 w 1885"/>
                <a:gd name="T11" fmla="*/ 81 h 1846"/>
                <a:gd name="T12" fmla="*/ 1838 w 1885"/>
                <a:gd name="T13" fmla="*/ 584 h 1846"/>
                <a:gd name="T14" fmla="*/ 1857 w 1885"/>
                <a:gd name="T15" fmla="*/ 614 h 1846"/>
                <a:gd name="T16" fmla="*/ 1872 w 1885"/>
                <a:gd name="T17" fmla="*/ 652 h 1846"/>
                <a:gd name="T18" fmla="*/ 1881 w 1885"/>
                <a:gd name="T19" fmla="*/ 693 h 1846"/>
                <a:gd name="T20" fmla="*/ 1885 w 1885"/>
                <a:gd name="T21" fmla="*/ 733 h 1846"/>
                <a:gd name="T22" fmla="*/ 1881 w 1885"/>
                <a:gd name="T23" fmla="*/ 771 h 1846"/>
                <a:gd name="T24" fmla="*/ 1740 w 1885"/>
                <a:gd name="T25" fmla="*/ 1396 h 1846"/>
                <a:gd name="T26" fmla="*/ 1726 w 1885"/>
                <a:gd name="T27" fmla="*/ 1432 h 1846"/>
                <a:gd name="T28" fmla="*/ 1708 w 1885"/>
                <a:gd name="T29" fmla="*/ 1468 h 1846"/>
                <a:gd name="T30" fmla="*/ 1681 w 1885"/>
                <a:gd name="T31" fmla="*/ 1500 h 1846"/>
                <a:gd name="T32" fmla="*/ 1651 w 1885"/>
                <a:gd name="T33" fmla="*/ 1526 h 1846"/>
                <a:gd name="T34" fmla="*/ 1621 w 1885"/>
                <a:gd name="T35" fmla="*/ 1547 h 1846"/>
                <a:gd name="T36" fmla="*/ 1042 w 1885"/>
                <a:gd name="T37" fmla="*/ 1827 h 1846"/>
                <a:gd name="T38" fmla="*/ 1006 w 1885"/>
                <a:gd name="T39" fmla="*/ 1840 h 1846"/>
                <a:gd name="T40" fmla="*/ 966 w 1885"/>
                <a:gd name="T41" fmla="*/ 1846 h 1846"/>
                <a:gd name="T42" fmla="*/ 925 w 1885"/>
                <a:gd name="T43" fmla="*/ 1846 h 1846"/>
                <a:gd name="T44" fmla="*/ 885 w 1885"/>
                <a:gd name="T45" fmla="*/ 1840 h 1846"/>
                <a:gd name="T46" fmla="*/ 851 w 1885"/>
                <a:gd name="T47" fmla="*/ 1829 h 1846"/>
                <a:gd name="T48" fmla="*/ 270 w 1885"/>
                <a:gd name="T49" fmla="*/ 1551 h 1846"/>
                <a:gd name="T50" fmla="*/ 238 w 1885"/>
                <a:gd name="T51" fmla="*/ 1532 h 1846"/>
                <a:gd name="T52" fmla="*/ 208 w 1885"/>
                <a:gd name="T53" fmla="*/ 1504 h 1846"/>
                <a:gd name="T54" fmla="*/ 182 w 1885"/>
                <a:gd name="T55" fmla="*/ 1472 h 1846"/>
                <a:gd name="T56" fmla="*/ 163 w 1885"/>
                <a:gd name="T57" fmla="*/ 1438 h 1846"/>
                <a:gd name="T58" fmla="*/ 149 w 1885"/>
                <a:gd name="T59" fmla="*/ 1402 h 1846"/>
                <a:gd name="T60" fmla="*/ 4 w 1885"/>
                <a:gd name="T61" fmla="*/ 776 h 1846"/>
                <a:gd name="T62" fmla="*/ 0 w 1885"/>
                <a:gd name="T63" fmla="*/ 739 h 1846"/>
                <a:gd name="T64" fmla="*/ 4 w 1885"/>
                <a:gd name="T65" fmla="*/ 699 h 1846"/>
                <a:gd name="T66" fmla="*/ 13 w 1885"/>
                <a:gd name="T67" fmla="*/ 657 h 1846"/>
                <a:gd name="T68" fmla="*/ 27 w 1885"/>
                <a:gd name="T69" fmla="*/ 620 h 1846"/>
                <a:gd name="T70" fmla="*/ 47 w 1885"/>
                <a:gd name="T71" fmla="*/ 589 h 1846"/>
                <a:gd name="T72" fmla="*/ 446 w 1885"/>
                <a:gd name="T73" fmla="*/ 85 h 1846"/>
                <a:gd name="T74" fmla="*/ 473 w 1885"/>
                <a:gd name="T75" fmla="*/ 58 h 1846"/>
                <a:gd name="T76" fmla="*/ 505 w 1885"/>
                <a:gd name="T77" fmla="*/ 36 h 1846"/>
                <a:gd name="T78" fmla="*/ 543 w 1885"/>
                <a:gd name="T79" fmla="*/ 19 h 1846"/>
                <a:gd name="T80" fmla="*/ 582 w 1885"/>
                <a:gd name="T81" fmla="*/ 6 h 1846"/>
                <a:gd name="T82" fmla="*/ 618 w 1885"/>
                <a:gd name="T83" fmla="*/ 2 h 1846"/>
                <a:gd name="T84" fmla="*/ 1261 w 1885"/>
                <a:gd name="T85" fmla="*/ 0 h 1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85" h="1846">
                  <a:moveTo>
                    <a:pt x="1261" y="0"/>
                  </a:moveTo>
                  <a:lnTo>
                    <a:pt x="1299" y="4"/>
                  </a:lnTo>
                  <a:lnTo>
                    <a:pt x="1337" y="15"/>
                  </a:lnTo>
                  <a:lnTo>
                    <a:pt x="1375" y="34"/>
                  </a:lnTo>
                  <a:lnTo>
                    <a:pt x="1409" y="57"/>
                  </a:lnTo>
                  <a:lnTo>
                    <a:pt x="1435" y="81"/>
                  </a:lnTo>
                  <a:lnTo>
                    <a:pt x="1838" y="584"/>
                  </a:lnTo>
                  <a:lnTo>
                    <a:pt x="1857" y="614"/>
                  </a:lnTo>
                  <a:lnTo>
                    <a:pt x="1872" y="652"/>
                  </a:lnTo>
                  <a:lnTo>
                    <a:pt x="1881" y="693"/>
                  </a:lnTo>
                  <a:lnTo>
                    <a:pt x="1885" y="733"/>
                  </a:lnTo>
                  <a:lnTo>
                    <a:pt x="1881" y="771"/>
                  </a:lnTo>
                  <a:lnTo>
                    <a:pt x="1740" y="1396"/>
                  </a:lnTo>
                  <a:lnTo>
                    <a:pt x="1726" y="1432"/>
                  </a:lnTo>
                  <a:lnTo>
                    <a:pt x="1708" y="1468"/>
                  </a:lnTo>
                  <a:lnTo>
                    <a:pt x="1681" y="1500"/>
                  </a:lnTo>
                  <a:lnTo>
                    <a:pt x="1651" y="1526"/>
                  </a:lnTo>
                  <a:lnTo>
                    <a:pt x="1621" y="1547"/>
                  </a:lnTo>
                  <a:lnTo>
                    <a:pt x="1042" y="1827"/>
                  </a:lnTo>
                  <a:lnTo>
                    <a:pt x="1006" y="1840"/>
                  </a:lnTo>
                  <a:lnTo>
                    <a:pt x="966" y="1846"/>
                  </a:lnTo>
                  <a:lnTo>
                    <a:pt x="925" y="1846"/>
                  </a:lnTo>
                  <a:lnTo>
                    <a:pt x="885" y="1840"/>
                  </a:lnTo>
                  <a:lnTo>
                    <a:pt x="851" y="1829"/>
                  </a:lnTo>
                  <a:lnTo>
                    <a:pt x="270" y="1551"/>
                  </a:lnTo>
                  <a:lnTo>
                    <a:pt x="238" y="1532"/>
                  </a:lnTo>
                  <a:lnTo>
                    <a:pt x="208" y="1504"/>
                  </a:lnTo>
                  <a:lnTo>
                    <a:pt x="182" y="1472"/>
                  </a:lnTo>
                  <a:lnTo>
                    <a:pt x="163" y="1438"/>
                  </a:lnTo>
                  <a:lnTo>
                    <a:pt x="149" y="1402"/>
                  </a:lnTo>
                  <a:lnTo>
                    <a:pt x="4" y="776"/>
                  </a:lnTo>
                  <a:lnTo>
                    <a:pt x="0" y="739"/>
                  </a:lnTo>
                  <a:lnTo>
                    <a:pt x="4" y="699"/>
                  </a:lnTo>
                  <a:lnTo>
                    <a:pt x="13" y="657"/>
                  </a:lnTo>
                  <a:lnTo>
                    <a:pt x="27" y="620"/>
                  </a:lnTo>
                  <a:lnTo>
                    <a:pt x="47" y="589"/>
                  </a:lnTo>
                  <a:lnTo>
                    <a:pt x="446" y="85"/>
                  </a:lnTo>
                  <a:lnTo>
                    <a:pt x="473" y="58"/>
                  </a:lnTo>
                  <a:lnTo>
                    <a:pt x="505" y="36"/>
                  </a:lnTo>
                  <a:lnTo>
                    <a:pt x="543" y="19"/>
                  </a:lnTo>
                  <a:lnTo>
                    <a:pt x="582" y="6"/>
                  </a:lnTo>
                  <a:lnTo>
                    <a:pt x="618" y="2"/>
                  </a:lnTo>
                  <a:lnTo>
                    <a:pt x="1261" y="0"/>
                  </a:lnTo>
                  <a:close/>
                </a:path>
              </a:pathLst>
            </a:custGeom>
            <a:gradFill flip="none" rotWithShape="1">
              <a:gsLst>
                <a:gs pos="0">
                  <a:schemeClr val="bg1"/>
                </a:gs>
                <a:gs pos="100000">
                  <a:schemeClr val="bg1">
                    <a:lumMod val="85000"/>
                  </a:schemeClr>
                </a:gs>
              </a:gsLst>
              <a:lin ang="2700000" scaled="1"/>
              <a:tileRect/>
            </a:gradFill>
            <a:ln w="0">
              <a:noFill/>
              <a:prstDash val="solid"/>
              <a:round/>
              <a:headEnd/>
              <a:tailEnd/>
            </a:ln>
            <a:effectLst>
              <a:outerShdw blurRad="190500" sx="102000" sy="102000" algn="ctr" rotWithShape="0">
                <a:prstClr val="black">
                  <a:alpha val="8000"/>
                </a:prstClr>
              </a:outerShdw>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17" name="TextBox 116"/>
            <p:cNvSpPr txBox="1"/>
            <p:nvPr/>
          </p:nvSpPr>
          <p:spPr>
            <a:xfrm>
              <a:off x="3477103" y="264445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01</a:t>
              </a:r>
              <a:endParaRPr lang="en-IN" sz="1400" b="1" dirty="0">
                <a:solidFill>
                  <a:prstClr val="white"/>
                </a:solidFill>
                <a:latin typeface="Arial" pitchFamily="34" charset="0"/>
                <a:cs typeface="Arial" pitchFamily="34" charset="0"/>
              </a:endParaRPr>
            </a:p>
          </p:txBody>
        </p:sp>
        <p:sp>
          <p:nvSpPr>
            <p:cNvPr id="118" name="TextBox 117"/>
            <p:cNvSpPr txBox="1"/>
            <p:nvPr/>
          </p:nvSpPr>
          <p:spPr>
            <a:xfrm rot="2937415">
              <a:off x="4250494" y="3028069"/>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02</a:t>
              </a:r>
              <a:endParaRPr lang="en-IN" sz="1400" b="1" dirty="0">
                <a:solidFill>
                  <a:prstClr val="white"/>
                </a:solidFill>
                <a:latin typeface="Arial" pitchFamily="34" charset="0"/>
                <a:cs typeface="Arial" pitchFamily="34" charset="0"/>
              </a:endParaRPr>
            </a:p>
          </p:txBody>
        </p:sp>
        <p:sp>
          <p:nvSpPr>
            <p:cNvPr id="119" name="TextBox 118"/>
            <p:cNvSpPr txBox="1"/>
            <p:nvPr/>
          </p:nvSpPr>
          <p:spPr>
            <a:xfrm rot="16949909">
              <a:off x="4433397" y="385845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03</a:t>
              </a:r>
              <a:endParaRPr lang="en-IN" sz="1400" b="1" dirty="0">
                <a:solidFill>
                  <a:prstClr val="white"/>
                </a:solidFill>
                <a:latin typeface="Arial" pitchFamily="34" charset="0"/>
                <a:cs typeface="Arial" pitchFamily="34" charset="0"/>
              </a:endParaRPr>
            </a:p>
          </p:txBody>
        </p:sp>
        <p:sp>
          <p:nvSpPr>
            <p:cNvPr id="120" name="TextBox 119"/>
            <p:cNvSpPr txBox="1"/>
            <p:nvPr/>
          </p:nvSpPr>
          <p:spPr>
            <a:xfrm rot="20026711">
              <a:off x="3893510" y="4523470"/>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04</a:t>
              </a:r>
              <a:endParaRPr lang="en-IN" sz="1400" b="1" dirty="0">
                <a:solidFill>
                  <a:prstClr val="white"/>
                </a:solidFill>
                <a:latin typeface="Arial" pitchFamily="34" charset="0"/>
                <a:cs typeface="Arial" pitchFamily="34" charset="0"/>
              </a:endParaRPr>
            </a:p>
          </p:txBody>
        </p:sp>
        <p:sp>
          <p:nvSpPr>
            <p:cNvPr id="121" name="TextBox 120"/>
            <p:cNvSpPr txBox="1"/>
            <p:nvPr/>
          </p:nvSpPr>
          <p:spPr>
            <a:xfrm rot="1465680">
              <a:off x="3051154" y="452901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05</a:t>
              </a:r>
              <a:endParaRPr lang="en-IN" sz="1400" b="1" dirty="0">
                <a:solidFill>
                  <a:prstClr val="white"/>
                </a:solidFill>
                <a:latin typeface="Arial" pitchFamily="34" charset="0"/>
                <a:cs typeface="Arial" pitchFamily="34" charset="0"/>
              </a:endParaRPr>
            </a:p>
          </p:txBody>
        </p:sp>
        <p:sp>
          <p:nvSpPr>
            <p:cNvPr id="122" name="TextBox 121"/>
            <p:cNvSpPr txBox="1"/>
            <p:nvPr/>
          </p:nvSpPr>
          <p:spPr>
            <a:xfrm rot="15359598">
              <a:off x="2513598" y="389170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06</a:t>
              </a:r>
              <a:endParaRPr lang="en-IN" sz="1400" b="1" dirty="0">
                <a:solidFill>
                  <a:prstClr val="white"/>
                </a:solidFill>
                <a:latin typeface="Arial" pitchFamily="34" charset="0"/>
                <a:cs typeface="Arial" pitchFamily="34" charset="0"/>
              </a:endParaRPr>
            </a:p>
          </p:txBody>
        </p:sp>
        <p:sp>
          <p:nvSpPr>
            <p:cNvPr id="123" name="TextBox 122"/>
            <p:cNvSpPr txBox="1"/>
            <p:nvPr/>
          </p:nvSpPr>
          <p:spPr>
            <a:xfrm rot="18533137">
              <a:off x="2696481" y="303272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07</a:t>
              </a:r>
              <a:endParaRPr lang="en-IN" sz="1400" b="1" dirty="0">
                <a:solidFill>
                  <a:prstClr val="white"/>
                </a:solidFill>
                <a:latin typeface="Arial" pitchFamily="34" charset="0"/>
                <a:cs typeface="Arial" pitchFamily="34" charset="0"/>
              </a:endParaRPr>
            </a:p>
          </p:txBody>
        </p:sp>
      </p:grpSp>
      <p:sp>
        <p:nvSpPr>
          <p:cNvPr id="73" name="TextBox 72">
            <a:extLst>
              <a:ext uri="{FF2B5EF4-FFF2-40B4-BE49-F238E27FC236}">
                <a16:creationId xmlns:a16="http://schemas.microsoft.com/office/drawing/2014/main" id="{B83C12FF-B91A-4350-94B8-40095A3F0C93}"/>
              </a:ext>
            </a:extLst>
          </p:cNvPr>
          <p:cNvSpPr txBox="1"/>
          <p:nvPr/>
        </p:nvSpPr>
        <p:spPr>
          <a:xfrm>
            <a:off x="7573652" y="2565496"/>
            <a:ext cx="3076830" cy="400110"/>
          </a:xfrm>
          <a:prstGeom prst="rect">
            <a:avLst/>
          </a:prstGeom>
          <a:noFill/>
        </p:spPr>
        <p:txBody>
          <a:bodyPr wrap="square" rtlCol="0" anchor="b">
            <a:spAutoFit/>
          </a:bodyPr>
          <a:lstStyle/>
          <a:p>
            <a:pPr algn="ctr" defTabSz="1218987"/>
            <a:r>
              <a:rPr lang="en-GB" sz="2000" b="1" dirty="0">
                <a:solidFill>
                  <a:prstClr val="black">
                    <a:lumMod val="75000"/>
                    <a:lumOff val="25000"/>
                  </a:prstClr>
                </a:solidFill>
                <a:latin typeface="Arial" pitchFamily="34" charset="0"/>
                <a:cs typeface="Arial" pitchFamily="34" charset="0"/>
              </a:rPr>
              <a:t>Clustering</a:t>
            </a:r>
          </a:p>
        </p:txBody>
      </p:sp>
      <p:sp>
        <p:nvSpPr>
          <p:cNvPr id="4" name="TextBox 3">
            <a:extLst>
              <a:ext uri="{FF2B5EF4-FFF2-40B4-BE49-F238E27FC236}">
                <a16:creationId xmlns:a16="http://schemas.microsoft.com/office/drawing/2014/main" id="{0973DDFF-ED91-4214-960B-29EC480844F4}"/>
              </a:ext>
            </a:extLst>
          </p:cNvPr>
          <p:cNvSpPr txBox="1"/>
          <p:nvPr/>
        </p:nvSpPr>
        <p:spPr>
          <a:xfrm>
            <a:off x="6986066" y="2827320"/>
            <a:ext cx="223927" cy="369332"/>
          </a:xfrm>
          <a:prstGeom prst="rect">
            <a:avLst/>
          </a:prstGeom>
          <a:noFill/>
        </p:spPr>
        <p:txBody>
          <a:bodyPr wrap="square" rtlCol="0">
            <a:spAutoFit/>
          </a:bodyPr>
          <a:lstStyle/>
          <a:p>
            <a:endParaRPr lang="en-PK" dirty="0"/>
          </a:p>
        </p:txBody>
      </p:sp>
      <p:sp>
        <p:nvSpPr>
          <p:cNvPr id="5" name="TextBox 4">
            <a:extLst>
              <a:ext uri="{FF2B5EF4-FFF2-40B4-BE49-F238E27FC236}">
                <a16:creationId xmlns:a16="http://schemas.microsoft.com/office/drawing/2014/main" id="{5F350AC9-B224-48D1-BF53-A826222B13F9}"/>
              </a:ext>
            </a:extLst>
          </p:cNvPr>
          <p:cNvSpPr txBox="1"/>
          <p:nvPr/>
        </p:nvSpPr>
        <p:spPr>
          <a:xfrm>
            <a:off x="7006724" y="2938719"/>
            <a:ext cx="4083797" cy="2970044"/>
          </a:xfrm>
          <a:prstGeom prst="rect">
            <a:avLst/>
          </a:prstGeom>
          <a:noFill/>
        </p:spPr>
        <p:txBody>
          <a:bodyPr wrap="square" rtlCol="0">
            <a:spAutoFit/>
          </a:bodyPr>
          <a:lstStyle/>
          <a:p>
            <a:pPr marL="285750" indent="-285750">
              <a:buFont typeface="Arial" panose="020B0604020202020204" pitchFamily="34" charset="0"/>
              <a:buChar char="•"/>
            </a:pPr>
            <a:r>
              <a:rPr lang="en-US" sz="1700" dirty="0"/>
              <a:t>Clustering is an unsupervised machine learning technique designed to group unlabeled examples based on their similarity to each other. (If the examples are labeled, this kind of grouping is called classification.) Consider a hypothetical patient study designed to evaluate a new treatment protocol.</a:t>
            </a:r>
          </a:p>
          <a:p>
            <a:pPr marL="285750" indent="-285750">
              <a:buFont typeface="Arial" panose="020B0604020202020204" pitchFamily="34" charset="0"/>
              <a:buChar char="•"/>
            </a:pPr>
            <a:endParaRPr lang="en-US" sz="1700" dirty="0"/>
          </a:p>
          <a:p>
            <a:pPr marL="285750" indent="-285750">
              <a:buFont typeface="Arial" panose="020B0604020202020204" pitchFamily="34" charset="0"/>
              <a:buChar char="•"/>
            </a:pPr>
            <a:r>
              <a:rPr lang="en-US" sz="1700" dirty="0"/>
              <a:t>Grouping transactions to identify outliers that could indicate fraud.</a:t>
            </a:r>
          </a:p>
        </p:txBody>
      </p:sp>
      <p:pic>
        <p:nvPicPr>
          <p:cNvPr id="48" name="Picture 47">
            <a:extLst>
              <a:ext uri="{FF2B5EF4-FFF2-40B4-BE49-F238E27FC236}">
                <a16:creationId xmlns:a16="http://schemas.microsoft.com/office/drawing/2014/main" id="{35C942AC-C404-4071-9D48-93033386B4A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
        <p:nvSpPr>
          <p:cNvPr id="50" name="Title 1">
            <a:extLst>
              <a:ext uri="{FF2B5EF4-FFF2-40B4-BE49-F238E27FC236}">
                <a16:creationId xmlns:a16="http://schemas.microsoft.com/office/drawing/2014/main" id="{B2E8986B-BF93-4116-8BA0-407897B03EC4}"/>
              </a:ext>
            </a:extLst>
          </p:cNvPr>
          <p:cNvSpPr>
            <a:spLocks noGrp="1"/>
          </p:cNvSpPr>
          <p:nvPr>
            <p:ph type="title"/>
          </p:nvPr>
        </p:nvSpPr>
        <p:spPr>
          <a:xfrm>
            <a:off x="69012" y="14494"/>
            <a:ext cx="9592574" cy="711081"/>
          </a:xfrm>
          <a:solidFill>
            <a:srgbClr val="0361AE"/>
          </a:solidFill>
        </p:spPr>
        <p:txBody>
          <a:bodyPr/>
          <a:lstStyle/>
          <a:p>
            <a:r>
              <a:rPr lang="en-IN" sz="2400" dirty="0">
                <a:solidFill>
                  <a:schemeClr val="bg1"/>
                </a:solidFill>
                <a:latin typeface="Arial" panose="020B0604020202020204" pitchFamily="34" charset="0"/>
                <a:cs typeface="Arial" panose="020B0604020202020204" pitchFamily="34" charset="0"/>
              </a:rPr>
              <a:t>Detection Techniques</a:t>
            </a:r>
          </a:p>
        </p:txBody>
      </p:sp>
      <p:sp>
        <p:nvSpPr>
          <p:cNvPr id="63" name="TextBox 62">
            <a:extLst>
              <a:ext uri="{FF2B5EF4-FFF2-40B4-BE49-F238E27FC236}">
                <a16:creationId xmlns:a16="http://schemas.microsoft.com/office/drawing/2014/main" id="{145C84AF-CB1C-43E5-98B7-39A6D7D94919}"/>
              </a:ext>
            </a:extLst>
          </p:cNvPr>
          <p:cNvSpPr txBox="1"/>
          <p:nvPr/>
        </p:nvSpPr>
        <p:spPr>
          <a:xfrm>
            <a:off x="3018794" y="1023469"/>
            <a:ext cx="1416177" cy="954107"/>
          </a:xfrm>
          <a:prstGeom prst="rect">
            <a:avLst/>
          </a:prstGeom>
          <a:noFill/>
        </p:spPr>
        <p:txBody>
          <a:bodyPr wrap="square" rtlCol="0" anchor="b">
            <a:spAutoFit/>
          </a:bodyPr>
          <a:lstStyle/>
          <a:p>
            <a:pPr algn="ctr" defTabSz="1218987"/>
            <a:r>
              <a:rPr lang="en-IN" sz="1400" b="1" dirty="0">
                <a:solidFill>
                  <a:schemeClr val="bg1"/>
                </a:solidFill>
                <a:latin typeface="Arial" panose="020B0604020202020204" pitchFamily="34" charset="0"/>
                <a:cs typeface="Arial" pitchFamily="34" charset="0"/>
              </a:rPr>
              <a:t>•	Rule-Based Systems</a:t>
            </a:r>
          </a:p>
        </p:txBody>
      </p:sp>
      <p:sp>
        <p:nvSpPr>
          <p:cNvPr id="64" name="TextBox 63">
            <a:extLst>
              <a:ext uri="{FF2B5EF4-FFF2-40B4-BE49-F238E27FC236}">
                <a16:creationId xmlns:a16="http://schemas.microsoft.com/office/drawing/2014/main" id="{2FD0765D-57C7-4BC6-982D-BC81077A5013}"/>
              </a:ext>
            </a:extLst>
          </p:cNvPr>
          <p:cNvSpPr txBox="1"/>
          <p:nvPr/>
        </p:nvSpPr>
        <p:spPr>
          <a:xfrm>
            <a:off x="4313633" y="2226546"/>
            <a:ext cx="1659954" cy="523220"/>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Logistic Regression</a:t>
            </a:r>
          </a:p>
        </p:txBody>
      </p:sp>
      <p:sp>
        <p:nvSpPr>
          <p:cNvPr id="65" name="TextBox 64">
            <a:extLst>
              <a:ext uri="{FF2B5EF4-FFF2-40B4-BE49-F238E27FC236}">
                <a16:creationId xmlns:a16="http://schemas.microsoft.com/office/drawing/2014/main" id="{03BAAA2F-520A-4EC6-BE2B-33FCFF2D6E76}"/>
              </a:ext>
            </a:extLst>
          </p:cNvPr>
          <p:cNvSpPr txBox="1"/>
          <p:nvPr/>
        </p:nvSpPr>
        <p:spPr>
          <a:xfrm>
            <a:off x="4679772" y="4056380"/>
            <a:ext cx="1644397"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Neural Networks </a:t>
            </a:r>
          </a:p>
        </p:txBody>
      </p:sp>
      <p:sp>
        <p:nvSpPr>
          <p:cNvPr id="67" name="TextBox 66">
            <a:extLst>
              <a:ext uri="{FF2B5EF4-FFF2-40B4-BE49-F238E27FC236}">
                <a16:creationId xmlns:a16="http://schemas.microsoft.com/office/drawing/2014/main" id="{2C90FE22-42FD-4C9E-AA9F-D6EEC7B1D930}"/>
              </a:ext>
            </a:extLst>
          </p:cNvPr>
          <p:cNvSpPr txBox="1"/>
          <p:nvPr/>
        </p:nvSpPr>
        <p:spPr>
          <a:xfrm>
            <a:off x="1414601" y="2545449"/>
            <a:ext cx="1615569" cy="307777"/>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Deep Learning</a:t>
            </a:r>
          </a:p>
        </p:txBody>
      </p:sp>
      <p:sp>
        <p:nvSpPr>
          <p:cNvPr id="68" name="TextBox 67">
            <a:extLst>
              <a:ext uri="{FF2B5EF4-FFF2-40B4-BE49-F238E27FC236}">
                <a16:creationId xmlns:a16="http://schemas.microsoft.com/office/drawing/2014/main" id="{74AA7852-5181-4808-8146-1D437C7C79EB}"/>
              </a:ext>
            </a:extLst>
          </p:cNvPr>
          <p:cNvSpPr txBox="1"/>
          <p:nvPr/>
        </p:nvSpPr>
        <p:spPr>
          <a:xfrm>
            <a:off x="2248986" y="5366738"/>
            <a:ext cx="1297126" cy="523220"/>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Anomaly Detection</a:t>
            </a:r>
          </a:p>
        </p:txBody>
      </p:sp>
      <p:sp>
        <p:nvSpPr>
          <p:cNvPr id="69" name="TextBox 68">
            <a:extLst>
              <a:ext uri="{FF2B5EF4-FFF2-40B4-BE49-F238E27FC236}">
                <a16:creationId xmlns:a16="http://schemas.microsoft.com/office/drawing/2014/main" id="{6A40A6D3-E9BA-4295-B9F4-641FE0F3A50D}"/>
              </a:ext>
            </a:extLst>
          </p:cNvPr>
          <p:cNvSpPr txBox="1"/>
          <p:nvPr/>
        </p:nvSpPr>
        <p:spPr>
          <a:xfrm>
            <a:off x="3690464" y="5349377"/>
            <a:ext cx="1597780"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Clustering</a:t>
            </a:r>
          </a:p>
        </p:txBody>
      </p:sp>
      <p:sp>
        <p:nvSpPr>
          <p:cNvPr id="70" name="TextBox 69">
            <a:extLst>
              <a:ext uri="{FF2B5EF4-FFF2-40B4-BE49-F238E27FC236}">
                <a16:creationId xmlns:a16="http://schemas.microsoft.com/office/drawing/2014/main" id="{9D592250-F095-48C9-BED3-075F4189CFBC}"/>
              </a:ext>
            </a:extLst>
          </p:cNvPr>
          <p:cNvSpPr txBox="1"/>
          <p:nvPr/>
        </p:nvSpPr>
        <p:spPr>
          <a:xfrm>
            <a:off x="1040396" y="4046627"/>
            <a:ext cx="1620977" cy="492443"/>
          </a:xfrm>
          <a:prstGeom prst="rect">
            <a:avLst/>
          </a:prstGeom>
          <a:noFill/>
        </p:spPr>
        <p:txBody>
          <a:bodyPr wrap="square" rtlCol="0" anchor="b">
            <a:spAutoFit/>
          </a:bodyPr>
          <a:lstStyle/>
          <a:p>
            <a:pPr algn="ctr" defTabSz="1218987"/>
            <a:r>
              <a:rPr lang="en-US" sz="1300" b="1" dirty="0">
                <a:solidFill>
                  <a:schemeClr val="bg1"/>
                </a:solidFill>
                <a:latin typeface="Arial" panose="020B0604020202020204" pitchFamily="34" charset="0"/>
                <a:cs typeface="Arial" pitchFamily="34" charset="0"/>
              </a:rPr>
              <a:t>Gradient Boosting</a:t>
            </a:r>
          </a:p>
        </p:txBody>
      </p:sp>
    </p:spTree>
    <p:extLst>
      <p:ext uri="{BB962C8B-B14F-4D97-AF65-F5344CB8AC3E}">
        <p14:creationId xmlns:p14="http://schemas.microsoft.com/office/powerpoint/2010/main" val="590929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p:cNvGrpSpPr/>
          <p:nvPr/>
        </p:nvGrpSpPr>
        <p:grpSpPr>
          <a:xfrm>
            <a:off x="1029200" y="1198179"/>
            <a:ext cx="5280728" cy="5195116"/>
            <a:chOff x="1027612" y="1198179"/>
            <a:chExt cx="5280728" cy="5195116"/>
          </a:xfrm>
        </p:grpSpPr>
        <p:grpSp>
          <p:nvGrpSpPr>
            <p:cNvPr id="57" name="Group 56"/>
            <p:cNvGrpSpPr/>
            <p:nvPr/>
          </p:nvGrpSpPr>
          <p:grpSpPr>
            <a:xfrm>
              <a:off x="1027612" y="1198179"/>
              <a:ext cx="5280728" cy="5195116"/>
              <a:chOff x="3407432" y="1152319"/>
              <a:chExt cx="5373960" cy="5286836"/>
            </a:xfrm>
            <a:effectLst>
              <a:outerShdw blurRad="381000" dist="88900" dir="2700000" algn="tl" rotWithShape="0">
                <a:prstClr val="black">
                  <a:alpha val="48000"/>
                </a:prstClr>
              </a:outerShdw>
            </a:effectLst>
          </p:grpSpPr>
          <p:sp>
            <p:nvSpPr>
              <p:cNvPr id="58" name="Freeform 57"/>
              <p:cNvSpPr>
                <a:spLocks/>
              </p:cNvSpPr>
              <p:nvPr/>
            </p:nvSpPr>
            <p:spPr bwMode="auto">
              <a:xfrm>
                <a:off x="5243895" y="1152319"/>
                <a:ext cx="1676883" cy="1931347"/>
              </a:xfrm>
              <a:custGeom>
                <a:avLst/>
                <a:gdLst>
                  <a:gd name="T0" fmla="*/ 1570 w 1944"/>
                  <a:gd name="T1" fmla="*/ 0 h 2239"/>
                  <a:gd name="T2" fmla="*/ 1579 w 1944"/>
                  <a:gd name="T3" fmla="*/ 0 h 2239"/>
                  <a:gd name="T4" fmla="*/ 1594 w 1944"/>
                  <a:gd name="T5" fmla="*/ 2 h 2239"/>
                  <a:gd name="T6" fmla="*/ 1613 w 1944"/>
                  <a:gd name="T7" fmla="*/ 4 h 2239"/>
                  <a:gd name="T8" fmla="*/ 1638 w 1944"/>
                  <a:gd name="T9" fmla="*/ 6 h 2239"/>
                  <a:gd name="T10" fmla="*/ 1664 w 1944"/>
                  <a:gd name="T11" fmla="*/ 11 h 2239"/>
                  <a:gd name="T12" fmla="*/ 1692 w 1944"/>
                  <a:gd name="T13" fmla="*/ 19 h 2239"/>
                  <a:gd name="T14" fmla="*/ 1725 w 1944"/>
                  <a:gd name="T15" fmla="*/ 28 h 2239"/>
                  <a:gd name="T16" fmla="*/ 1755 w 1944"/>
                  <a:gd name="T17" fmla="*/ 40 h 2239"/>
                  <a:gd name="T18" fmla="*/ 1787 w 1944"/>
                  <a:gd name="T19" fmla="*/ 57 h 2239"/>
                  <a:gd name="T20" fmla="*/ 1817 w 1944"/>
                  <a:gd name="T21" fmla="*/ 76 h 2239"/>
                  <a:gd name="T22" fmla="*/ 1846 w 1944"/>
                  <a:gd name="T23" fmla="*/ 98 h 2239"/>
                  <a:gd name="T24" fmla="*/ 1874 w 1944"/>
                  <a:gd name="T25" fmla="*/ 125 h 2239"/>
                  <a:gd name="T26" fmla="*/ 1897 w 1944"/>
                  <a:gd name="T27" fmla="*/ 157 h 2239"/>
                  <a:gd name="T28" fmla="*/ 1917 w 1944"/>
                  <a:gd name="T29" fmla="*/ 195 h 2239"/>
                  <a:gd name="T30" fmla="*/ 1933 w 1944"/>
                  <a:gd name="T31" fmla="*/ 238 h 2239"/>
                  <a:gd name="T32" fmla="*/ 1942 w 1944"/>
                  <a:gd name="T33" fmla="*/ 285 h 2239"/>
                  <a:gd name="T34" fmla="*/ 1944 w 1944"/>
                  <a:gd name="T35" fmla="*/ 340 h 2239"/>
                  <a:gd name="T36" fmla="*/ 1944 w 1944"/>
                  <a:gd name="T37" fmla="*/ 440 h 2239"/>
                  <a:gd name="T38" fmla="*/ 1944 w 1944"/>
                  <a:gd name="T39" fmla="*/ 531 h 2239"/>
                  <a:gd name="T40" fmla="*/ 1944 w 1944"/>
                  <a:gd name="T41" fmla="*/ 612 h 2239"/>
                  <a:gd name="T42" fmla="*/ 1944 w 1944"/>
                  <a:gd name="T43" fmla="*/ 684 h 2239"/>
                  <a:gd name="T44" fmla="*/ 1944 w 1944"/>
                  <a:gd name="T45" fmla="*/ 797 h 2239"/>
                  <a:gd name="T46" fmla="*/ 1944 w 1944"/>
                  <a:gd name="T47" fmla="*/ 839 h 2239"/>
                  <a:gd name="T48" fmla="*/ 1944 w 1944"/>
                  <a:gd name="T49" fmla="*/ 869 h 2239"/>
                  <a:gd name="T50" fmla="*/ 1944 w 1944"/>
                  <a:gd name="T51" fmla="*/ 886 h 2239"/>
                  <a:gd name="T52" fmla="*/ 1944 w 1944"/>
                  <a:gd name="T53" fmla="*/ 892 h 2239"/>
                  <a:gd name="T54" fmla="*/ 1314 w 1944"/>
                  <a:gd name="T55" fmla="*/ 2231 h 2239"/>
                  <a:gd name="T56" fmla="*/ 634 w 1944"/>
                  <a:gd name="T57" fmla="*/ 2239 h 2239"/>
                  <a:gd name="T58" fmla="*/ 0 w 1944"/>
                  <a:gd name="T59" fmla="*/ 886 h 2239"/>
                  <a:gd name="T60" fmla="*/ 0 w 1944"/>
                  <a:gd name="T61" fmla="*/ 312 h 2239"/>
                  <a:gd name="T62" fmla="*/ 0 w 1944"/>
                  <a:gd name="T63" fmla="*/ 308 h 2239"/>
                  <a:gd name="T64" fmla="*/ 0 w 1944"/>
                  <a:gd name="T65" fmla="*/ 301 h 2239"/>
                  <a:gd name="T66" fmla="*/ 0 w 1944"/>
                  <a:gd name="T67" fmla="*/ 287 h 2239"/>
                  <a:gd name="T68" fmla="*/ 2 w 1944"/>
                  <a:gd name="T69" fmla="*/ 268 h 2239"/>
                  <a:gd name="T70" fmla="*/ 6 w 1944"/>
                  <a:gd name="T71" fmla="*/ 248 h 2239"/>
                  <a:gd name="T72" fmla="*/ 13 w 1944"/>
                  <a:gd name="T73" fmla="*/ 223 h 2239"/>
                  <a:gd name="T74" fmla="*/ 21 w 1944"/>
                  <a:gd name="T75" fmla="*/ 197 h 2239"/>
                  <a:gd name="T76" fmla="*/ 32 w 1944"/>
                  <a:gd name="T77" fmla="*/ 170 h 2239"/>
                  <a:gd name="T78" fmla="*/ 47 w 1944"/>
                  <a:gd name="T79" fmla="*/ 142 h 2239"/>
                  <a:gd name="T80" fmla="*/ 64 w 1944"/>
                  <a:gd name="T81" fmla="*/ 115 h 2239"/>
                  <a:gd name="T82" fmla="*/ 87 w 1944"/>
                  <a:gd name="T83" fmla="*/ 89 h 2239"/>
                  <a:gd name="T84" fmla="*/ 115 w 1944"/>
                  <a:gd name="T85" fmla="*/ 66 h 2239"/>
                  <a:gd name="T86" fmla="*/ 148 w 1944"/>
                  <a:gd name="T87" fmla="*/ 44 h 2239"/>
                  <a:gd name="T88" fmla="*/ 185 w 1944"/>
                  <a:gd name="T89" fmla="*/ 27 h 2239"/>
                  <a:gd name="T90" fmla="*/ 229 w 1944"/>
                  <a:gd name="T91" fmla="*/ 13 h 2239"/>
                  <a:gd name="T92" fmla="*/ 278 w 1944"/>
                  <a:gd name="T93" fmla="*/ 4 h 2239"/>
                  <a:gd name="T94" fmla="*/ 337 w 1944"/>
                  <a:gd name="T95" fmla="*/ 0 h 2239"/>
                  <a:gd name="T96" fmla="*/ 1566 w 1944"/>
                  <a:gd name="T97" fmla="*/ 0 h 2239"/>
                  <a:gd name="T98" fmla="*/ 1570 w 1944"/>
                  <a:gd name="T99" fmla="*/ 0 h 2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4" h="2239">
                    <a:moveTo>
                      <a:pt x="1570" y="0"/>
                    </a:moveTo>
                    <a:lnTo>
                      <a:pt x="1579" y="0"/>
                    </a:lnTo>
                    <a:lnTo>
                      <a:pt x="1594" y="2"/>
                    </a:lnTo>
                    <a:lnTo>
                      <a:pt x="1613" y="4"/>
                    </a:lnTo>
                    <a:lnTo>
                      <a:pt x="1638" y="6"/>
                    </a:lnTo>
                    <a:lnTo>
                      <a:pt x="1664" y="11"/>
                    </a:lnTo>
                    <a:lnTo>
                      <a:pt x="1692" y="19"/>
                    </a:lnTo>
                    <a:lnTo>
                      <a:pt x="1725" y="28"/>
                    </a:lnTo>
                    <a:lnTo>
                      <a:pt x="1755" y="40"/>
                    </a:lnTo>
                    <a:lnTo>
                      <a:pt x="1787" y="57"/>
                    </a:lnTo>
                    <a:lnTo>
                      <a:pt x="1817" y="76"/>
                    </a:lnTo>
                    <a:lnTo>
                      <a:pt x="1846" y="98"/>
                    </a:lnTo>
                    <a:lnTo>
                      <a:pt x="1874" y="125"/>
                    </a:lnTo>
                    <a:lnTo>
                      <a:pt x="1897" y="157"/>
                    </a:lnTo>
                    <a:lnTo>
                      <a:pt x="1917" y="195"/>
                    </a:lnTo>
                    <a:lnTo>
                      <a:pt x="1933" y="238"/>
                    </a:lnTo>
                    <a:lnTo>
                      <a:pt x="1942" y="285"/>
                    </a:lnTo>
                    <a:lnTo>
                      <a:pt x="1944" y="340"/>
                    </a:lnTo>
                    <a:lnTo>
                      <a:pt x="1944" y="440"/>
                    </a:lnTo>
                    <a:lnTo>
                      <a:pt x="1944" y="531"/>
                    </a:lnTo>
                    <a:lnTo>
                      <a:pt x="1944" y="612"/>
                    </a:lnTo>
                    <a:lnTo>
                      <a:pt x="1944" y="684"/>
                    </a:lnTo>
                    <a:lnTo>
                      <a:pt x="1944" y="797"/>
                    </a:lnTo>
                    <a:lnTo>
                      <a:pt x="1944" y="839"/>
                    </a:lnTo>
                    <a:lnTo>
                      <a:pt x="1944" y="869"/>
                    </a:lnTo>
                    <a:lnTo>
                      <a:pt x="1944" y="886"/>
                    </a:lnTo>
                    <a:lnTo>
                      <a:pt x="1944" y="892"/>
                    </a:lnTo>
                    <a:lnTo>
                      <a:pt x="1314" y="2231"/>
                    </a:lnTo>
                    <a:lnTo>
                      <a:pt x="634" y="2239"/>
                    </a:lnTo>
                    <a:lnTo>
                      <a:pt x="0" y="886"/>
                    </a:lnTo>
                    <a:lnTo>
                      <a:pt x="0" y="312"/>
                    </a:lnTo>
                    <a:lnTo>
                      <a:pt x="0" y="308"/>
                    </a:lnTo>
                    <a:lnTo>
                      <a:pt x="0" y="301"/>
                    </a:lnTo>
                    <a:lnTo>
                      <a:pt x="0" y="287"/>
                    </a:lnTo>
                    <a:lnTo>
                      <a:pt x="2" y="268"/>
                    </a:lnTo>
                    <a:lnTo>
                      <a:pt x="6" y="248"/>
                    </a:lnTo>
                    <a:lnTo>
                      <a:pt x="13" y="223"/>
                    </a:lnTo>
                    <a:lnTo>
                      <a:pt x="21" y="197"/>
                    </a:lnTo>
                    <a:lnTo>
                      <a:pt x="32" y="170"/>
                    </a:lnTo>
                    <a:lnTo>
                      <a:pt x="47" y="142"/>
                    </a:lnTo>
                    <a:lnTo>
                      <a:pt x="64" y="115"/>
                    </a:lnTo>
                    <a:lnTo>
                      <a:pt x="87" y="89"/>
                    </a:lnTo>
                    <a:lnTo>
                      <a:pt x="115" y="66"/>
                    </a:lnTo>
                    <a:lnTo>
                      <a:pt x="148" y="44"/>
                    </a:lnTo>
                    <a:lnTo>
                      <a:pt x="185" y="27"/>
                    </a:lnTo>
                    <a:lnTo>
                      <a:pt x="229" y="13"/>
                    </a:lnTo>
                    <a:lnTo>
                      <a:pt x="278" y="4"/>
                    </a:lnTo>
                    <a:lnTo>
                      <a:pt x="337" y="0"/>
                    </a:lnTo>
                    <a:lnTo>
                      <a:pt x="1566" y="0"/>
                    </a:lnTo>
                    <a:lnTo>
                      <a:pt x="1570" y="0"/>
                    </a:lnTo>
                    <a:close/>
                  </a:path>
                </a:pathLst>
              </a:custGeom>
              <a:gradFill flip="none" rotWithShape="1">
                <a:gsLst>
                  <a:gs pos="0">
                    <a:schemeClr val="bg1"/>
                  </a:gs>
                  <a:gs pos="83000">
                    <a:schemeClr val="bg1">
                      <a:lumMod val="85000"/>
                    </a:schemeClr>
                  </a:gs>
                </a:gsLst>
                <a:lin ang="8100000" scaled="1"/>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59" name="Freeform 58"/>
              <p:cNvSpPr>
                <a:spLocks/>
              </p:cNvSpPr>
              <p:nvPr/>
            </p:nvSpPr>
            <p:spPr bwMode="auto">
              <a:xfrm>
                <a:off x="6461014" y="1592242"/>
                <a:ext cx="2087477" cy="1996904"/>
              </a:xfrm>
              <a:custGeom>
                <a:avLst/>
                <a:gdLst>
                  <a:gd name="T0" fmla="*/ 1299 w 2420"/>
                  <a:gd name="T1" fmla="*/ 0 h 2315"/>
                  <a:gd name="T2" fmla="*/ 1342 w 2420"/>
                  <a:gd name="T3" fmla="*/ 8 h 2315"/>
                  <a:gd name="T4" fmla="*/ 1388 w 2420"/>
                  <a:gd name="T5" fmla="*/ 23 h 2315"/>
                  <a:gd name="T6" fmla="*/ 1433 w 2420"/>
                  <a:gd name="T7" fmla="*/ 47 h 2315"/>
                  <a:gd name="T8" fmla="*/ 1480 w 2420"/>
                  <a:gd name="T9" fmla="*/ 85 h 2315"/>
                  <a:gd name="T10" fmla="*/ 1528 w 2420"/>
                  <a:gd name="T11" fmla="*/ 134 h 2315"/>
                  <a:gd name="T12" fmla="*/ 2316 w 2420"/>
                  <a:gd name="T13" fmla="*/ 1077 h 2315"/>
                  <a:gd name="T14" fmla="*/ 2318 w 2420"/>
                  <a:gd name="T15" fmla="*/ 1081 h 2315"/>
                  <a:gd name="T16" fmla="*/ 2325 w 2420"/>
                  <a:gd name="T17" fmla="*/ 1090 h 2315"/>
                  <a:gd name="T18" fmla="*/ 2337 w 2420"/>
                  <a:gd name="T19" fmla="*/ 1105 h 2315"/>
                  <a:gd name="T20" fmla="*/ 2350 w 2420"/>
                  <a:gd name="T21" fmla="*/ 1126 h 2315"/>
                  <a:gd name="T22" fmla="*/ 2365 w 2420"/>
                  <a:gd name="T23" fmla="*/ 1151 h 2315"/>
                  <a:gd name="T24" fmla="*/ 2380 w 2420"/>
                  <a:gd name="T25" fmla="*/ 1179 h 2315"/>
                  <a:gd name="T26" fmla="*/ 2395 w 2420"/>
                  <a:gd name="T27" fmla="*/ 1213 h 2315"/>
                  <a:gd name="T28" fmla="*/ 2407 w 2420"/>
                  <a:gd name="T29" fmla="*/ 1249 h 2315"/>
                  <a:gd name="T30" fmla="*/ 2416 w 2420"/>
                  <a:gd name="T31" fmla="*/ 1287 h 2315"/>
                  <a:gd name="T32" fmla="*/ 2420 w 2420"/>
                  <a:gd name="T33" fmla="*/ 1328 h 2315"/>
                  <a:gd name="T34" fmla="*/ 2420 w 2420"/>
                  <a:gd name="T35" fmla="*/ 1370 h 2315"/>
                  <a:gd name="T36" fmla="*/ 2412 w 2420"/>
                  <a:gd name="T37" fmla="*/ 1413 h 2315"/>
                  <a:gd name="T38" fmla="*/ 2399 w 2420"/>
                  <a:gd name="T39" fmla="*/ 1457 h 2315"/>
                  <a:gd name="T40" fmla="*/ 2375 w 2420"/>
                  <a:gd name="T41" fmla="*/ 1500 h 2315"/>
                  <a:gd name="T42" fmla="*/ 2343 w 2420"/>
                  <a:gd name="T43" fmla="*/ 1544 h 2315"/>
                  <a:gd name="T44" fmla="*/ 2297 w 2420"/>
                  <a:gd name="T45" fmla="*/ 1587 h 2315"/>
                  <a:gd name="T46" fmla="*/ 2227 w 2420"/>
                  <a:gd name="T47" fmla="*/ 1644 h 2315"/>
                  <a:gd name="T48" fmla="*/ 2163 w 2420"/>
                  <a:gd name="T49" fmla="*/ 1699 h 2315"/>
                  <a:gd name="T50" fmla="*/ 2104 w 2420"/>
                  <a:gd name="T51" fmla="*/ 1748 h 2315"/>
                  <a:gd name="T52" fmla="*/ 2053 w 2420"/>
                  <a:gd name="T53" fmla="*/ 1791 h 2315"/>
                  <a:gd name="T54" fmla="*/ 2006 w 2420"/>
                  <a:gd name="T55" fmla="*/ 1829 h 2315"/>
                  <a:gd name="T56" fmla="*/ 1966 w 2420"/>
                  <a:gd name="T57" fmla="*/ 1863 h 2315"/>
                  <a:gd name="T58" fmla="*/ 1934 w 2420"/>
                  <a:gd name="T59" fmla="*/ 1890 h 2315"/>
                  <a:gd name="T60" fmla="*/ 1908 w 2420"/>
                  <a:gd name="T61" fmla="*/ 1912 h 2315"/>
                  <a:gd name="T62" fmla="*/ 1889 w 2420"/>
                  <a:gd name="T63" fmla="*/ 1927 h 2315"/>
                  <a:gd name="T64" fmla="*/ 1877 w 2420"/>
                  <a:gd name="T65" fmla="*/ 1937 h 2315"/>
                  <a:gd name="T66" fmla="*/ 1874 w 2420"/>
                  <a:gd name="T67" fmla="*/ 1941 h 2315"/>
                  <a:gd name="T68" fmla="*/ 440 w 2420"/>
                  <a:gd name="T69" fmla="*/ 2315 h 2315"/>
                  <a:gd name="T70" fmla="*/ 0 w 2420"/>
                  <a:gd name="T71" fmla="*/ 1797 h 2315"/>
                  <a:gd name="T72" fmla="*/ 633 w 2420"/>
                  <a:gd name="T73" fmla="*/ 444 h 2315"/>
                  <a:gd name="T74" fmla="*/ 1074 w 2420"/>
                  <a:gd name="T75" fmla="*/ 76 h 2315"/>
                  <a:gd name="T76" fmla="*/ 1078 w 2420"/>
                  <a:gd name="T77" fmla="*/ 74 h 2315"/>
                  <a:gd name="T78" fmla="*/ 1087 w 2420"/>
                  <a:gd name="T79" fmla="*/ 64 h 2315"/>
                  <a:gd name="T80" fmla="*/ 1104 w 2420"/>
                  <a:gd name="T81" fmla="*/ 55 h 2315"/>
                  <a:gd name="T82" fmla="*/ 1125 w 2420"/>
                  <a:gd name="T83" fmla="*/ 42 h 2315"/>
                  <a:gd name="T84" fmla="*/ 1151 w 2420"/>
                  <a:gd name="T85" fmla="*/ 29 h 2315"/>
                  <a:gd name="T86" fmla="*/ 1183 w 2420"/>
                  <a:gd name="T87" fmla="*/ 15 h 2315"/>
                  <a:gd name="T88" fmla="*/ 1217 w 2420"/>
                  <a:gd name="T89" fmla="*/ 6 h 2315"/>
                  <a:gd name="T90" fmla="*/ 1257 w 2420"/>
                  <a:gd name="T91" fmla="*/ 0 h 2315"/>
                  <a:gd name="T92" fmla="*/ 1299 w 2420"/>
                  <a:gd name="T93" fmla="*/ 0 h 2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20" h="2315">
                    <a:moveTo>
                      <a:pt x="1299" y="0"/>
                    </a:moveTo>
                    <a:lnTo>
                      <a:pt x="1342" y="8"/>
                    </a:lnTo>
                    <a:lnTo>
                      <a:pt x="1388" y="23"/>
                    </a:lnTo>
                    <a:lnTo>
                      <a:pt x="1433" y="47"/>
                    </a:lnTo>
                    <a:lnTo>
                      <a:pt x="1480" y="85"/>
                    </a:lnTo>
                    <a:lnTo>
                      <a:pt x="1528" y="134"/>
                    </a:lnTo>
                    <a:lnTo>
                      <a:pt x="2316" y="1077"/>
                    </a:lnTo>
                    <a:lnTo>
                      <a:pt x="2318" y="1081"/>
                    </a:lnTo>
                    <a:lnTo>
                      <a:pt x="2325" y="1090"/>
                    </a:lnTo>
                    <a:lnTo>
                      <a:pt x="2337" y="1105"/>
                    </a:lnTo>
                    <a:lnTo>
                      <a:pt x="2350" y="1126"/>
                    </a:lnTo>
                    <a:lnTo>
                      <a:pt x="2365" y="1151"/>
                    </a:lnTo>
                    <a:lnTo>
                      <a:pt x="2380" y="1179"/>
                    </a:lnTo>
                    <a:lnTo>
                      <a:pt x="2395" y="1213"/>
                    </a:lnTo>
                    <a:lnTo>
                      <a:pt x="2407" y="1249"/>
                    </a:lnTo>
                    <a:lnTo>
                      <a:pt x="2416" y="1287"/>
                    </a:lnTo>
                    <a:lnTo>
                      <a:pt x="2420" y="1328"/>
                    </a:lnTo>
                    <a:lnTo>
                      <a:pt x="2420" y="1370"/>
                    </a:lnTo>
                    <a:lnTo>
                      <a:pt x="2412" y="1413"/>
                    </a:lnTo>
                    <a:lnTo>
                      <a:pt x="2399" y="1457"/>
                    </a:lnTo>
                    <a:lnTo>
                      <a:pt x="2375" y="1500"/>
                    </a:lnTo>
                    <a:lnTo>
                      <a:pt x="2343" y="1544"/>
                    </a:lnTo>
                    <a:lnTo>
                      <a:pt x="2297" y="1587"/>
                    </a:lnTo>
                    <a:lnTo>
                      <a:pt x="2227" y="1644"/>
                    </a:lnTo>
                    <a:lnTo>
                      <a:pt x="2163" y="1699"/>
                    </a:lnTo>
                    <a:lnTo>
                      <a:pt x="2104" y="1748"/>
                    </a:lnTo>
                    <a:lnTo>
                      <a:pt x="2053" y="1791"/>
                    </a:lnTo>
                    <a:lnTo>
                      <a:pt x="2006" y="1829"/>
                    </a:lnTo>
                    <a:lnTo>
                      <a:pt x="1966" y="1863"/>
                    </a:lnTo>
                    <a:lnTo>
                      <a:pt x="1934" y="1890"/>
                    </a:lnTo>
                    <a:lnTo>
                      <a:pt x="1908" y="1912"/>
                    </a:lnTo>
                    <a:lnTo>
                      <a:pt x="1889" y="1927"/>
                    </a:lnTo>
                    <a:lnTo>
                      <a:pt x="1877" y="1937"/>
                    </a:lnTo>
                    <a:lnTo>
                      <a:pt x="1874" y="1941"/>
                    </a:lnTo>
                    <a:lnTo>
                      <a:pt x="440" y="2315"/>
                    </a:lnTo>
                    <a:lnTo>
                      <a:pt x="0" y="1797"/>
                    </a:lnTo>
                    <a:lnTo>
                      <a:pt x="633" y="444"/>
                    </a:lnTo>
                    <a:lnTo>
                      <a:pt x="1074" y="76"/>
                    </a:lnTo>
                    <a:lnTo>
                      <a:pt x="1078" y="74"/>
                    </a:lnTo>
                    <a:lnTo>
                      <a:pt x="1087" y="64"/>
                    </a:lnTo>
                    <a:lnTo>
                      <a:pt x="1104" y="55"/>
                    </a:lnTo>
                    <a:lnTo>
                      <a:pt x="1125" y="42"/>
                    </a:lnTo>
                    <a:lnTo>
                      <a:pt x="1151" y="29"/>
                    </a:lnTo>
                    <a:lnTo>
                      <a:pt x="1183" y="15"/>
                    </a:lnTo>
                    <a:lnTo>
                      <a:pt x="1217" y="6"/>
                    </a:lnTo>
                    <a:lnTo>
                      <a:pt x="1257" y="0"/>
                    </a:lnTo>
                    <a:lnTo>
                      <a:pt x="1299" y="0"/>
                    </a:lnTo>
                    <a:close/>
                  </a:path>
                </a:pathLst>
              </a:custGeom>
              <a:gradFill flip="none" rotWithShape="1">
                <a:gsLst>
                  <a:gs pos="0">
                    <a:schemeClr val="bg1"/>
                  </a:gs>
                  <a:gs pos="92000">
                    <a:schemeClr val="bg1">
                      <a:lumMod val="85000"/>
                    </a:schemeClr>
                  </a:gs>
                </a:gsLst>
                <a:lin ang="11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0" name="Freeform 59"/>
              <p:cNvSpPr>
                <a:spLocks/>
              </p:cNvSpPr>
              <p:nvPr/>
            </p:nvSpPr>
            <p:spPr bwMode="auto">
              <a:xfrm>
                <a:off x="6710304" y="3375222"/>
                <a:ext cx="2071088" cy="1745889"/>
              </a:xfrm>
              <a:custGeom>
                <a:avLst/>
                <a:gdLst>
                  <a:gd name="T0" fmla="*/ 1596 w 2401"/>
                  <a:gd name="T1" fmla="*/ 0 h 2024"/>
                  <a:gd name="T2" fmla="*/ 2156 w 2401"/>
                  <a:gd name="T3" fmla="*/ 121 h 2024"/>
                  <a:gd name="T4" fmla="*/ 2159 w 2401"/>
                  <a:gd name="T5" fmla="*/ 123 h 2024"/>
                  <a:gd name="T6" fmla="*/ 2169 w 2401"/>
                  <a:gd name="T7" fmla="*/ 125 h 2024"/>
                  <a:gd name="T8" fmla="*/ 2182 w 2401"/>
                  <a:gd name="T9" fmla="*/ 129 h 2024"/>
                  <a:gd name="T10" fmla="*/ 2199 w 2401"/>
                  <a:gd name="T11" fmla="*/ 134 h 2024"/>
                  <a:gd name="T12" fmla="*/ 2218 w 2401"/>
                  <a:gd name="T13" fmla="*/ 142 h 2024"/>
                  <a:gd name="T14" fmla="*/ 2241 w 2401"/>
                  <a:gd name="T15" fmla="*/ 153 h 2024"/>
                  <a:gd name="T16" fmla="*/ 2265 w 2401"/>
                  <a:gd name="T17" fmla="*/ 166 h 2024"/>
                  <a:gd name="T18" fmla="*/ 2288 w 2401"/>
                  <a:gd name="T19" fmla="*/ 183 h 2024"/>
                  <a:gd name="T20" fmla="*/ 2313 w 2401"/>
                  <a:gd name="T21" fmla="*/ 204 h 2024"/>
                  <a:gd name="T22" fmla="*/ 2335 w 2401"/>
                  <a:gd name="T23" fmla="*/ 227 h 2024"/>
                  <a:gd name="T24" fmla="*/ 2356 w 2401"/>
                  <a:gd name="T25" fmla="*/ 255 h 2024"/>
                  <a:gd name="T26" fmla="*/ 2373 w 2401"/>
                  <a:gd name="T27" fmla="*/ 285 h 2024"/>
                  <a:gd name="T28" fmla="*/ 2386 w 2401"/>
                  <a:gd name="T29" fmla="*/ 323 h 2024"/>
                  <a:gd name="T30" fmla="*/ 2396 w 2401"/>
                  <a:gd name="T31" fmla="*/ 363 h 2024"/>
                  <a:gd name="T32" fmla="*/ 2401 w 2401"/>
                  <a:gd name="T33" fmla="*/ 408 h 2024"/>
                  <a:gd name="T34" fmla="*/ 2400 w 2401"/>
                  <a:gd name="T35" fmla="*/ 459 h 2024"/>
                  <a:gd name="T36" fmla="*/ 2390 w 2401"/>
                  <a:gd name="T37" fmla="*/ 516 h 2024"/>
                  <a:gd name="T38" fmla="*/ 2127 w 2401"/>
                  <a:gd name="T39" fmla="*/ 1717 h 2024"/>
                  <a:gd name="T40" fmla="*/ 2127 w 2401"/>
                  <a:gd name="T41" fmla="*/ 1721 h 2024"/>
                  <a:gd name="T42" fmla="*/ 2125 w 2401"/>
                  <a:gd name="T43" fmla="*/ 1731 h 2024"/>
                  <a:gd name="T44" fmla="*/ 2120 w 2401"/>
                  <a:gd name="T45" fmla="*/ 1748 h 2024"/>
                  <a:gd name="T46" fmla="*/ 2114 w 2401"/>
                  <a:gd name="T47" fmla="*/ 1769 h 2024"/>
                  <a:gd name="T48" fmla="*/ 2105 w 2401"/>
                  <a:gd name="T49" fmla="*/ 1793 h 2024"/>
                  <a:gd name="T50" fmla="*/ 2091 w 2401"/>
                  <a:gd name="T51" fmla="*/ 1820 h 2024"/>
                  <a:gd name="T52" fmla="*/ 2078 w 2401"/>
                  <a:gd name="T53" fmla="*/ 1848 h 2024"/>
                  <a:gd name="T54" fmla="*/ 2059 w 2401"/>
                  <a:gd name="T55" fmla="*/ 1878 h 2024"/>
                  <a:gd name="T56" fmla="*/ 2038 w 2401"/>
                  <a:gd name="T57" fmla="*/ 1908 h 2024"/>
                  <a:gd name="T58" fmla="*/ 2012 w 2401"/>
                  <a:gd name="T59" fmla="*/ 1937 h 2024"/>
                  <a:gd name="T60" fmla="*/ 1984 w 2401"/>
                  <a:gd name="T61" fmla="*/ 1961 h 2024"/>
                  <a:gd name="T62" fmla="*/ 1951 w 2401"/>
                  <a:gd name="T63" fmla="*/ 1986 h 2024"/>
                  <a:gd name="T64" fmla="*/ 1914 w 2401"/>
                  <a:gd name="T65" fmla="*/ 2003 h 2024"/>
                  <a:gd name="T66" fmla="*/ 1872 w 2401"/>
                  <a:gd name="T67" fmla="*/ 2016 h 2024"/>
                  <a:gd name="T68" fmla="*/ 1825 w 2401"/>
                  <a:gd name="T69" fmla="*/ 2024 h 2024"/>
                  <a:gd name="T70" fmla="*/ 1772 w 2401"/>
                  <a:gd name="T71" fmla="*/ 2024 h 2024"/>
                  <a:gd name="T72" fmla="*/ 1715 w 2401"/>
                  <a:gd name="T73" fmla="*/ 2014 h 2024"/>
                  <a:gd name="T74" fmla="*/ 1617 w 2401"/>
                  <a:gd name="T75" fmla="*/ 1993 h 2024"/>
                  <a:gd name="T76" fmla="*/ 1528 w 2401"/>
                  <a:gd name="T77" fmla="*/ 1974 h 2024"/>
                  <a:gd name="T78" fmla="*/ 1448 w 2401"/>
                  <a:gd name="T79" fmla="*/ 1957 h 2024"/>
                  <a:gd name="T80" fmla="*/ 1378 w 2401"/>
                  <a:gd name="T81" fmla="*/ 1940 h 2024"/>
                  <a:gd name="T82" fmla="*/ 1318 w 2401"/>
                  <a:gd name="T83" fmla="*/ 1929 h 2024"/>
                  <a:gd name="T84" fmla="*/ 1267 w 2401"/>
                  <a:gd name="T85" fmla="*/ 1918 h 2024"/>
                  <a:gd name="T86" fmla="*/ 1227 w 2401"/>
                  <a:gd name="T87" fmla="*/ 1908 h 2024"/>
                  <a:gd name="T88" fmla="*/ 1199 w 2401"/>
                  <a:gd name="T89" fmla="*/ 1903 h 2024"/>
                  <a:gd name="T90" fmla="*/ 1182 w 2401"/>
                  <a:gd name="T91" fmla="*/ 1899 h 2024"/>
                  <a:gd name="T92" fmla="*/ 1174 w 2401"/>
                  <a:gd name="T93" fmla="*/ 1897 h 2024"/>
                  <a:gd name="T94" fmla="*/ 0 w 2401"/>
                  <a:gd name="T95" fmla="*/ 998 h 2024"/>
                  <a:gd name="T96" fmla="*/ 138 w 2401"/>
                  <a:gd name="T97" fmla="*/ 331 h 2024"/>
                  <a:gd name="T98" fmla="*/ 1596 w 2401"/>
                  <a:gd name="T9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01" h="2024">
                    <a:moveTo>
                      <a:pt x="1596" y="0"/>
                    </a:moveTo>
                    <a:lnTo>
                      <a:pt x="2156" y="121"/>
                    </a:lnTo>
                    <a:lnTo>
                      <a:pt x="2159" y="123"/>
                    </a:lnTo>
                    <a:lnTo>
                      <a:pt x="2169" y="125"/>
                    </a:lnTo>
                    <a:lnTo>
                      <a:pt x="2182" y="129"/>
                    </a:lnTo>
                    <a:lnTo>
                      <a:pt x="2199" y="134"/>
                    </a:lnTo>
                    <a:lnTo>
                      <a:pt x="2218" y="142"/>
                    </a:lnTo>
                    <a:lnTo>
                      <a:pt x="2241" y="153"/>
                    </a:lnTo>
                    <a:lnTo>
                      <a:pt x="2265" y="166"/>
                    </a:lnTo>
                    <a:lnTo>
                      <a:pt x="2288" y="183"/>
                    </a:lnTo>
                    <a:lnTo>
                      <a:pt x="2313" y="204"/>
                    </a:lnTo>
                    <a:lnTo>
                      <a:pt x="2335" y="227"/>
                    </a:lnTo>
                    <a:lnTo>
                      <a:pt x="2356" y="255"/>
                    </a:lnTo>
                    <a:lnTo>
                      <a:pt x="2373" y="285"/>
                    </a:lnTo>
                    <a:lnTo>
                      <a:pt x="2386" y="323"/>
                    </a:lnTo>
                    <a:lnTo>
                      <a:pt x="2396" y="363"/>
                    </a:lnTo>
                    <a:lnTo>
                      <a:pt x="2401" y="408"/>
                    </a:lnTo>
                    <a:lnTo>
                      <a:pt x="2400" y="459"/>
                    </a:lnTo>
                    <a:lnTo>
                      <a:pt x="2390" y="516"/>
                    </a:lnTo>
                    <a:lnTo>
                      <a:pt x="2127" y="1717"/>
                    </a:lnTo>
                    <a:lnTo>
                      <a:pt x="2127" y="1721"/>
                    </a:lnTo>
                    <a:lnTo>
                      <a:pt x="2125" y="1731"/>
                    </a:lnTo>
                    <a:lnTo>
                      <a:pt x="2120" y="1748"/>
                    </a:lnTo>
                    <a:lnTo>
                      <a:pt x="2114" y="1769"/>
                    </a:lnTo>
                    <a:lnTo>
                      <a:pt x="2105" y="1793"/>
                    </a:lnTo>
                    <a:lnTo>
                      <a:pt x="2091" y="1820"/>
                    </a:lnTo>
                    <a:lnTo>
                      <a:pt x="2078" y="1848"/>
                    </a:lnTo>
                    <a:lnTo>
                      <a:pt x="2059" y="1878"/>
                    </a:lnTo>
                    <a:lnTo>
                      <a:pt x="2038" y="1908"/>
                    </a:lnTo>
                    <a:lnTo>
                      <a:pt x="2012" y="1937"/>
                    </a:lnTo>
                    <a:lnTo>
                      <a:pt x="1984" y="1961"/>
                    </a:lnTo>
                    <a:lnTo>
                      <a:pt x="1951" y="1986"/>
                    </a:lnTo>
                    <a:lnTo>
                      <a:pt x="1914" y="2003"/>
                    </a:lnTo>
                    <a:lnTo>
                      <a:pt x="1872" y="2016"/>
                    </a:lnTo>
                    <a:lnTo>
                      <a:pt x="1825" y="2024"/>
                    </a:lnTo>
                    <a:lnTo>
                      <a:pt x="1772" y="2024"/>
                    </a:lnTo>
                    <a:lnTo>
                      <a:pt x="1715" y="2014"/>
                    </a:lnTo>
                    <a:lnTo>
                      <a:pt x="1617" y="1993"/>
                    </a:lnTo>
                    <a:lnTo>
                      <a:pt x="1528" y="1974"/>
                    </a:lnTo>
                    <a:lnTo>
                      <a:pt x="1448" y="1957"/>
                    </a:lnTo>
                    <a:lnTo>
                      <a:pt x="1378" y="1940"/>
                    </a:lnTo>
                    <a:lnTo>
                      <a:pt x="1318" y="1929"/>
                    </a:lnTo>
                    <a:lnTo>
                      <a:pt x="1267" y="1918"/>
                    </a:lnTo>
                    <a:lnTo>
                      <a:pt x="1227" y="1908"/>
                    </a:lnTo>
                    <a:lnTo>
                      <a:pt x="1199" y="1903"/>
                    </a:lnTo>
                    <a:lnTo>
                      <a:pt x="1182" y="1899"/>
                    </a:lnTo>
                    <a:lnTo>
                      <a:pt x="1174" y="1897"/>
                    </a:lnTo>
                    <a:lnTo>
                      <a:pt x="0" y="998"/>
                    </a:lnTo>
                    <a:lnTo>
                      <a:pt x="138" y="331"/>
                    </a:lnTo>
                    <a:lnTo>
                      <a:pt x="1596" y="0"/>
                    </a:lnTo>
                    <a:close/>
                  </a:path>
                </a:pathLst>
              </a:custGeom>
              <a:gradFill flip="none" rotWithShape="1">
                <a:gsLst>
                  <a:gs pos="0">
                    <a:schemeClr val="bg1"/>
                  </a:gs>
                  <a:gs pos="89000">
                    <a:schemeClr val="bg1">
                      <a:lumMod val="85000"/>
                    </a:schemeClr>
                  </a:gs>
                </a:gsLst>
                <a:lin ang="14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1" name="Freeform 60"/>
              <p:cNvSpPr>
                <a:spLocks/>
              </p:cNvSpPr>
              <p:nvPr/>
            </p:nvSpPr>
            <p:spPr bwMode="auto">
              <a:xfrm>
                <a:off x="6128053" y="4282672"/>
                <a:ext cx="1781257" cy="2128880"/>
              </a:xfrm>
              <a:custGeom>
                <a:avLst/>
                <a:gdLst>
                  <a:gd name="T0" fmla="*/ 607 w 2065"/>
                  <a:gd name="T1" fmla="*/ 0 h 2468"/>
                  <a:gd name="T2" fmla="*/ 1777 w 2065"/>
                  <a:gd name="T3" fmla="*/ 930 h 2468"/>
                  <a:gd name="T4" fmla="*/ 2033 w 2065"/>
                  <a:gd name="T5" fmla="*/ 1444 h 2468"/>
                  <a:gd name="T6" fmla="*/ 2033 w 2065"/>
                  <a:gd name="T7" fmla="*/ 1448 h 2468"/>
                  <a:gd name="T8" fmla="*/ 2038 w 2065"/>
                  <a:gd name="T9" fmla="*/ 1455 h 2468"/>
                  <a:gd name="T10" fmla="*/ 2044 w 2065"/>
                  <a:gd name="T11" fmla="*/ 1470 h 2468"/>
                  <a:gd name="T12" fmla="*/ 2050 w 2065"/>
                  <a:gd name="T13" fmla="*/ 1489 h 2468"/>
                  <a:gd name="T14" fmla="*/ 2055 w 2065"/>
                  <a:gd name="T15" fmla="*/ 1512 h 2468"/>
                  <a:gd name="T16" fmla="*/ 2061 w 2065"/>
                  <a:gd name="T17" fmla="*/ 1540 h 2468"/>
                  <a:gd name="T18" fmla="*/ 2065 w 2065"/>
                  <a:gd name="T19" fmla="*/ 1569 h 2468"/>
                  <a:gd name="T20" fmla="*/ 2065 w 2065"/>
                  <a:gd name="T21" fmla="*/ 1601 h 2468"/>
                  <a:gd name="T22" fmla="*/ 2063 w 2065"/>
                  <a:gd name="T23" fmla="*/ 1635 h 2468"/>
                  <a:gd name="T24" fmla="*/ 2055 w 2065"/>
                  <a:gd name="T25" fmla="*/ 1671 h 2468"/>
                  <a:gd name="T26" fmla="*/ 2042 w 2065"/>
                  <a:gd name="T27" fmla="*/ 1705 h 2468"/>
                  <a:gd name="T28" fmla="*/ 2023 w 2065"/>
                  <a:gd name="T29" fmla="*/ 1741 h 2468"/>
                  <a:gd name="T30" fmla="*/ 1999 w 2065"/>
                  <a:gd name="T31" fmla="*/ 1776 h 2468"/>
                  <a:gd name="T32" fmla="*/ 1965 w 2065"/>
                  <a:gd name="T33" fmla="*/ 1810 h 2468"/>
                  <a:gd name="T34" fmla="*/ 1921 w 2065"/>
                  <a:gd name="T35" fmla="*/ 1843 h 2468"/>
                  <a:gd name="T36" fmla="*/ 1868 w 2065"/>
                  <a:gd name="T37" fmla="*/ 1873 h 2468"/>
                  <a:gd name="T38" fmla="*/ 768 w 2065"/>
                  <a:gd name="T39" fmla="*/ 2419 h 2468"/>
                  <a:gd name="T40" fmla="*/ 764 w 2065"/>
                  <a:gd name="T41" fmla="*/ 2421 h 2468"/>
                  <a:gd name="T42" fmla="*/ 754 w 2065"/>
                  <a:gd name="T43" fmla="*/ 2424 h 2468"/>
                  <a:gd name="T44" fmla="*/ 739 w 2065"/>
                  <a:gd name="T45" fmla="*/ 2432 h 2468"/>
                  <a:gd name="T46" fmla="*/ 719 w 2065"/>
                  <a:gd name="T47" fmla="*/ 2440 h 2468"/>
                  <a:gd name="T48" fmla="*/ 694 w 2065"/>
                  <a:gd name="T49" fmla="*/ 2447 h 2468"/>
                  <a:gd name="T50" fmla="*/ 664 w 2065"/>
                  <a:gd name="T51" fmla="*/ 2455 h 2468"/>
                  <a:gd name="T52" fmla="*/ 632 w 2065"/>
                  <a:gd name="T53" fmla="*/ 2460 h 2468"/>
                  <a:gd name="T54" fmla="*/ 597 w 2065"/>
                  <a:gd name="T55" fmla="*/ 2466 h 2468"/>
                  <a:gd name="T56" fmla="*/ 562 w 2065"/>
                  <a:gd name="T57" fmla="*/ 2468 h 2468"/>
                  <a:gd name="T58" fmla="*/ 524 w 2065"/>
                  <a:gd name="T59" fmla="*/ 2466 h 2468"/>
                  <a:gd name="T60" fmla="*/ 486 w 2065"/>
                  <a:gd name="T61" fmla="*/ 2458 h 2468"/>
                  <a:gd name="T62" fmla="*/ 446 w 2065"/>
                  <a:gd name="T63" fmla="*/ 2447 h 2468"/>
                  <a:gd name="T64" fmla="*/ 408 w 2065"/>
                  <a:gd name="T65" fmla="*/ 2430 h 2468"/>
                  <a:gd name="T66" fmla="*/ 372 w 2065"/>
                  <a:gd name="T67" fmla="*/ 2406 h 2468"/>
                  <a:gd name="T68" fmla="*/ 338 w 2065"/>
                  <a:gd name="T69" fmla="*/ 2373 h 2468"/>
                  <a:gd name="T70" fmla="*/ 306 w 2065"/>
                  <a:gd name="T71" fmla="*/ 2332 h 2468"/>
                  <a:gd name="T72" fmla="*/ 276 w 2065"/>
                  <a:gd name="T73" fmla="*/ 2283 h 2468"/>
                  <a:gd name="T74" fmla="*/ 236 w 2065"/>
                  <a:gd name="T75" fmla="*/ 2201 h 2468"/>
                  <a:gd name="T76" fmla="*/ 199 w 2065"/>
                  <a:gd name="T77" fmla="*/ 2126 h 2468"/>
                  <a:gd name="T78" fmla="*/ 164 w 2065"/>
                  <a:gd name="T79" fmla="*/ 2058 h 2468"/>
                  <a:gd name="T80" fmla="*/ 134 w 2065"/>
                  <a:gd name="T81" fmla="*/ 1996 h 2468"/>
                  <a:gd name="T82" fmla="*/ 108 w 2065"/>
                  <a:gd name="T83" fmla="*/ 1943 h 2468"/>
                  <a:gd name="T84" fmla="*/ 85 w 2065"/>
                  <a:gd name="T85" fmla="*/ 1895 h 2468"/>
                  <a:gd name="T86" fmla="*/ 66 w 2065"/>
                  <a:gd name="T87" fmla="*/ 1858 h 2468"/>
                  <a:gd name="T88" fmla="*/ 51 w 2065"/>
                  <a:gd name="T89" fmla="*/ 1827 h 2468"/>
                  <a:gd name="T90" fmla="*/ 40 w 2065"/>
                  <a:gd name="T91" fmla="*/ 1805 h 2468"/>
                  <a:gd name="T92" fmla="*/ 34 w 2065"/>
                  <a:gd name="T93" fmla="*/ 1792 h 2468"/>
                  <a:gd name="T94" fmla="*/ 30 w 2065"/>
                  <a:gd name="T95" fmla="*/ 1788 h 2468"/>
                  <a:gd name="T96" fmla="*/ 0 w 2065"/>
                  <a:gd name="T97" fmla="*/ 308 h 2468"/>
                  <a:gd name="T98" fmla="*/ 607 w 2065"/>
                  <a:gd name="T99"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65" h="2468">
                    <a:moveTo>
                      <a:pt x="607" y="0"/>
                    </a:moveTo>
                    <a:lnTo>
                      <a:pt x="1777" y="930"/>
                    </a:lnTo>
                    <a:lnTo>
                      <a:pt x="2033" y="1444"/>
                    </a:lnTo>
                    <a:lnTo>
                      <a:pt x="2033" y="1448"/>
                    </a:lnTo>
                    <a:lnTo>
                      <a:pt x="2038" y="1455"/>
                    </a:lnTo>
                    <a:lnTo>
                      <a:pt x="2044" y="1470"/>
                    </a:lnTo>
                    <a:lnTo>
                      <a:pt x="2050" y="1489"/>
                    </a:lnTo>
                    <a:lnTo>
                      <a:pt x="2055" y="1512"/>
                    </a:lnTo>
                    <a:lnTo>
                      <a:pt x="2061" y="1540"/>
                    </a:lnTo>
                    <a:lnTo>
                      <a:pt x="2065" y="1569"/>
                    </a:lnTo>
                    <a:lnTo>
                      <a:pt x="2065" y="1601"/>
                    </a:lnTo>
                    <a:lnTo>
                      <a:pt x="2063" y="1635"/>
                    </a:lnTo>
                    <a:lnTo>
                      <a:pt x="2055" y="1671"/>
                    </a:lnTo>
                    <a:lnTo>
                      <a:pt x="2042" y="1705"/>
                    </a:lnTo>
                    <a:lnTo>
                      <a:pt x="2023" y="1741"/>
                    </a:lnTo>
                    <a:lnTo>
                      <a:pt x="1999" y="1776"/>
                    </a:lnTo>
                    <a:lnTo>
                      <a:pt x="1965" y="1810"/>
                    </a:lnTo>
                    <a:lnTo>
                      <a:pt x="1921" y="1843"/>
                    </a:lnTo>
                    <a:lnTo>
                      <a:pt x="1868" y="1873"/>
                    </a:lnTo>
                    <a:lnTo>
                      <a:pt x="768" y="2419"/>
                    </a:lnTo>
                    <a:lnTo>
                      <a:pt x="764" y="2421"/>
                    </a:lnTo>
                    <a:lnTo>
                      <a:pt x="754" y="2424"/>
                    </a:lnTo>
                    <a:lnTo>
                      <a:pt x="739" y="2432"/>
                    </a:lnTo>
                    <a:lnTo>
                      <a:pt x="719" y="2440"/>
                    </a:lnTo>
                    <a:lnTo>
                      <a:pt x="694" y="2447"/>
                    </a:lnTo>
                    <a:lnTo>
                      <a:pt x="664" y="2455"/>
                    </a:lnTo>
                    <a:lnTo>
                      <a:pt x="632" y="2460"/>
                    </a:lnTo>
                    <a:lnTo>
                      <a:pt x="597" y="2466"/>
                    </a:lnTo>
                    <a:lnTo>
                      <a:pt x="562" y="2468"/>
                    </a:lnTo>
                    <a:lnTo>
                      <a:pt x="524" y="2466"/>
                    </a:lnTo>
                    <a:lnTo>
                      <a:pt x="486" y="2458"/>
                    </a:lnTo>
                    <a:lnTo>
                      <a:pt x="446" y="2447"/>
                    </a:lnTo>
                    <a:lnTo>
                      <a:pt x="408" y="2430"/>
                    </a:lnTo>
                    <a:lnTo>
                      <a:pt x="372" y="2406"/>
                    </a:lnTo>
                    <a:lnTo>
                      <a:pt x="338" y="2373"/>
                    </a:lnTo>
                    <a:lnTo>
                      <a:pt x="306" y="2332"/>
                    </a:lnTo>
                    <a:lnTo>
                      <a:pt x="276" y="2283"/>
                    </a:lnTo>
                    <a:lnTo>
                      <a:pt x="236" y="2201"/>
                    </a:lnTo>
                    <a:lnTo>
                      <a:pt x="199" y="2126"/>
                    </a:lnTo>
                    <a:lnTo>
                      <a:pt x="164" y="2058"/>
                    </a:lnTo>
                    <a:lnTo>
                      <a:pt x="134" y="1996"/>
                    </a:lnTo>
                    <a:lnTo>
                      <a:pt x="108" y="1943"/>
                    </a:lnTo>
                    <a:lnTo>
                      <a:pt x="85" y="1895"/>
                    </a:lnTo>
                    <a:lnTo>
                      <a:pt x="66" y="1858"/>
                    </a:lnTo>
                    <a:lnTo>
                      <a:pt x="51" y="1827"/>
                    </a:lnTo>
                    <a:lnTo>
                      <a:pt x="40" y="1805"/>
                    </a:lnTo>
                    <a:lnTo>
                      <a:pt x="34" y="1792"/>
                    </a:lnTo>
                    <a:lnTo>
                      <a:pt x="30" y="1788"/>
                    </a:lnTo>
                    <a:lnTo>
                      <a:pt x="0" y="308"/>
                    </a:lnTo>
                    <a:lnTo>
                      <a:pt x="607" y="0"/>
                    </a:lnTo>
                    <a:close/>
                  </a:path>
                </a:pathLst>
              </a:custGeom>
              <a:gradFill flip="none" rotWithShape="1">
                <a:gsLst>
                  <a:gs pos="0">
                    <a:schemeClr val="bg1"/>
                  </a:gs>
                  <a:gs pos="89000">
                    <a:schemeClr val="bg1">
                      <a:lumMod val="85000"/>
                    </a:schemeClr>
                  </a:gs>
                </a:gsLst>
                <a:lin ang="12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dirty="0">
                  <a:solidFill>
                    <a:prstClr val="black"/>
                  </a:solidFill>
                  <a:latin typeface="Calibri"/>
                </a:endParaRPr>
              </a:p>
            </p:txBody>
          </p:sp>
          <p:sp>
            <p:nvSpPr>
              <p:cNvPr id="62" name="Freeform 61"/>
              <p:cNvSpPr>
                <a:spLocks/>
              </p:cNvSpPr>
              <p:nvPr/>
            </p:nvSpPr>
            <p:spPr bwMode="auto">
              <a:xfrm>
                <a:off x="4296766" y="4302511"/>
                <a:ext cx="1765730" cy="2136644"/>
              </a:xfrm>
              <a:custGeom>
                <a:avLst/>
                <a:gdLst>
                  <a:gd name="T0" fmla="*/ 1433 w 2047"/>
                  <a:gd name="T1" fmla="*/ 0 h 2477"/>
                  <a:gd name="T2" fmla="*/ 2047 w 2047"/>
                  <a:gd name="T3" fmla="*/ 291 h 2477"/>
                  <a:gd name="T4" fmla="*/ 2027 w 2047"/>
                  <a:gd name="T5" fmla="*/ 1784 h 2477"/>
                  <a:gd name="T6" fmla="*/ 1777 w 2047"/>
                  <a:gd name="T7" fmla="*/ 2299 h 2477"/>
                  <a:gd name="T8" fmla="*/ 1775 w 2047"/>
                  <a:gd name="T9" fmla="*/ 2303 h 2477"/>
                  <a:gd name="T10" fmla="*/ 1769 w 2047"/>
                  <a:gd name="T11" fmla="*/ 2311 h 2477"/>
                  <a:gd name="T12" fmla="*/ 1762 w 2047"/>
                  <a:gd name="T13" fmla="*/ 2324 h 2477"/>
                  <a:gd name="T14" fmla="*/ 1750 w 2047"/>
                  <a:gd name="T15" fmla="*/ 2341 h 2477"/>
                  <a:gd name="T16" fmla="*/ 1737 w 2047"/>
                  <a:gd name="T17" fmla="*/ 2360 h 2477"/>
                  <a:gd name="T18" fmla="*/ 1718 w 2047"/>
                  <a:gd name="T19" fmla="*/ 2381 h 2477"/>
                  <a:gd name="T20" fmla="*/ 1698 w 2047"/>
                  <a:gd name="T21" fmla="*/ 2401 h 2477"/>
                  <a:gd name="T22" fmla="*/ 1673 w 2047"/>
                  <a:gd name="T23" fmla="*/ 2422 h 2477"/>
                  <a:gd name="T24" fmla="*/ 1645 w 2047"/>
                  <a:gd name="T25" fmla="*/ 2441 h 2477"/>
                  <a:gd name="T26" fmla="*/ 1612 w 2047"/>
                  <a:gd name="T27" fmla="*/ 2456 h 2477"/>
                  <a:gd name="T28" fmla="*/ 1577 w 2047"/>
                  <a:gd name="T29" fmla="*/ 2469 h 2477"/>
                  <a:gd name="T30" fmla="*/ 1537 w 2047"/>
                  <a:gd name="T31" fmla="*/ 2475 h 2477"/>
                  <a:gd name="T32" fmla="*/ 1493 w 2047"/>
                  <a:gd name="T33" fmla="*/ 2477 h 2477"/>
                  <a:gd name="T34" fmla="*/ 1444 w 2047"/>
                  <a:gd name="T35" fmla="*/ 2469 h 2477"/>
                  <a:gd name="T36" fmla="*/ 1393 w 2047"/>
                  <a:gd name="T37" fmla="*/ 2456 h 2477"/>
                  <a:gd name="T38" fmla="*/ 1336 w 2047"/>
                  <a:gd name="T39" fmla="*/ 2434 h 2477"/>
                  <a:gd name="T40" fmla="*/ 230 w 2047"/>
                  <a:gd name="T41" fmla="*/ 1897 h 2477"/>
                  <a:gd name="T42" fmla="*/ 228 w 2047"/>
                  <a:gd name="T43" fmla="*/ 1895 h 2477"/>
                  <a:gd name="T44" fmla="*/ 219 w 2047"/>
                  <a:gd name="T45" fmla="*/ 1889 h 2477"/>
                  <a:gd name="T46" fmla="*/ 204 w 2047"/>
                  <a:gd name="T47" fmla="*/ 1882 h 2477"/>
                  <a:gd name="T48" fmla="*/ 185 w 2047"/>
                  <a:gd name="T49" fmla="*/ 1871 h 2477"/>
                  <a:gd name="T50" fmla="*/ 164 w 2047"/>
                  <a:gd name="T51" fmla="*/ 1855 h 2477"/>
                  <a:gd name="T52" fmla="*/ 139 w 2047"/>
                  <a:gd name="T53" fmla="*/ 1837 h 2477"/>
                  <a:gd name="T54" fmla="*/ 115 w 2047"/>
                  <a:gd name="T55" fmla="*/ 1816 h 2477"/>
                  <a:gd name="T56" fmla="*/ 90 w 2047"/>
                  <a:gd name="T57" fmla="*/ 1791 h 2477"/>
                  <a:gd name="T58" fmla="*/ 66 w 2047"/>
                  <a:gd name="T59" fmla="*/ 1763 h 2477"/>
                  <a:gd name="T60" fmla="*/ 45 w 2047"/>
                  <a:gd name="T61" fmla="*/ 1733 h 2477"/>
                  <a:gd name="T62" fmla="*/ 26 w 2047"/>
                  <a:gd name="T63" fmla="*/ 1699 h 2477"/>
                  <a:gd name="T64" fmla="*/ 13 w 2047"/>
                  <a:gd name="T65" fmla="*/ 1661 h 2477"/>
                  <a:gd name="T66" fmla="*/ 3 w 2047"/>
                  <a:gd name="T67" fmla="*/ 1619 h 2477"/>
                  <a:gd name="T68" fmla="*/ 0 w 2047"/>
                  <a:gd name="T69" fmla="*/ 1576 h 2477"/>
                  <a:gd name="T70" fmla="*/ 5 w 2047"/>
                  <a:gd name="T71" fmla="*/ 1529 h 2477"/>
                  <a:gd name="T72" fmla="*/ 17 w 2047"/>
                  <a:gd name="T73" fmla="*/ 1479 h 2477"/>
                  <a:gd name="T74" fmla="*/ 39 w 2047"/>
                  <a:gd name="T75" fmla="*/ 1425 h 2477"/>
                  <a:gd name="T76" fmla="*/ 79 w 2047"/>
                  <a:gd name="T77" fmla="*/ 1343 h 2477"/>
                  <a:gd name="T78" fmla="*/ 115 w 2047"/>
                  <a:gd name="T79" fmla="*/ 1268 h 2477"/>
                  <a:gd name="T80" fmla="*/ 149 w 2047"/>
                  <a:gd name="T81" fmla="*/ 1200 h 2477"/>
                  <a:gd name="T82" fmla="*/ 179 w 2047"/>
                  <a:gd name="T83" fmla="*/ 1137 h 2477"/>
                  <a:gd name="T84" fmla="*/ 204 w 2047"/>
                  <a:gd name="T85" fmla="*/ 1085 h 2477"/>
                  <a:gd name="T86" fmla="*/ 226 w 2047"/>
                  <a:gd name="T87" fmla="*/ 1037 h 2477"/>
                  <a:gd name="T88" fmla="*/ 245 w 2047"/>
                  <a:gd name="T89" fmla="*/ 1000 h 2477"/>
                  <a:gd name="T90" fmla="*/ 260 w 2047"/>
                  <a:gd name="T91" fmla="*/ 967 h 2477"/>
                  <a:gd name="T92" fmla="*/ 272 w 2047"/>
                  <a:gd name="T93" fmla="*/ 947 h 2477"/>
                  <a:gd name="T94" fmla="*/ 277 w 2047"/>
                  <a:gd name="T95" fmla="*/ 933 h 2477"/>
                  <a:gd name="T96" fmla="*/ 279 w 2047"/>
                  <a:gd name="T97" fmla="*/ 928 h 2477"/>
                  <a:gd name="T98" fmla="*/ 1433 w 2047"/>
                  <a:gd name="T99" fmla="*/ 0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47" h="2477">
                    <a:moveTo>
                      <a:pt x="1433" y="0"/>
                    </a:moveTo>
                    <a:lnTo>
                      <a:pt x="2047" y="291"/>
                    </a:lnTo>
                    <a:lnTo>
                      <a:pt x="2027" y="1784"/>
                    </a:lnTo>
                    <a:lnTo>
                      <a:pt x="1777" y="2299"/>
                    </a:lnTo>
                    <a:lnTo>
                      <a:pt x="1775" y="2303"/>
                    </a:lnTo>
                    <a:lnTo>
                      <a:pt x="1769" y="2311"/>
                    </a:lnTo>
                    <a:lnTo>
                      <a:pt x="1762" y="2324"/>
                    </a:lnTo>
                    <a:lnTo>
                      <a:pt x="1750" y="2341"/>
                    </a:lnTo>
                    <a:lnTo>
                      <a:pt x="1737" y="2360"/>
                    </a:lnTo>
                    <a:lnTo>
                      <a:pt x="1718" y="2381"/>
                    </a:lnTo>
                    <a:lnTo>
                      <a:pt x="1698" y="2401"/>
                    </a:lnTo>
                    <a:lnTo>
                      <a:pt x="1673" y="2422"/>
                    </a:lnTo>
                    <a:lnTo>
                      <a:pt x="1645" y="2441"/>
                    </a:lnTo>
                    <a:lnTo>
                      <a:pt x="1612" y="2456"/>
                    </a:lnTo>
                    <a:lnTo>
                      <a:pt x="1577" y="2469"/>
                    </a:lnTo>
                    <a:lnTo>
                      <a:pt x="1537" y="2475"/>
                    </a:lnTo>
                    <a:lnTo>
                      <a:pt x="1493" y="2477"/>
                    </a:lnTo>
                    <a:lnTo>
                      <a:pt x="1444" y="2469"/>
                    </a:lnTo>
                    <a:lnTo>
                      <a:pt x="1393" y="2456"/>
                    </a:lnTo>
                    <a:lnTo>
                      <a:pt x="1336" y="2434"/>
                    </a:lnTo>
                    <a:lnTo>
                      <a:pt x="230" y="1897"/>
                    </a:lnTo>
                    <a:lnTo>
                      <a:pt x="228" y="1895"/>
                    </a:lnTo>
                    <a:lnTo>
                      <a:pt x="219" y="1889"/>
                    </a:lnTo>
                    <a:lnTo>
                      <a:pt x="204" y="1882"/>
                    </a:lnTo>
                    <a:lnTo>
                      <a:pt x="185" y="1871"/>
                    </a:lnTo>
                    <a:lnTo>
                      <a:pt x="164" y="1855"/>
                    </a:lnTo>
                    <a:lnTo>
                      <a:pt x="139" y="1837"/>
                    </a:lnTo>
                    <a:lnTo>
                      <a:pt x="115" y="1816"/>
                    </a:lnTo>
                    <a:lnTo>
                      <a:pt x="90" y="1791"/>
                    </a:lnTo>
                    <a:lnTo>
                      <a:pt x="66" y="1763"/>
                    </a:lnTo>
                    <a:lnTo>
                      <a:pt x="45" y="1733"/>
                    </a:lnTo>
                    <a:lnTo>
                      <a:pt x="26" y="1699"/>
                    </a:lnTo>
                    <a:lnTo>
                      <a:pt x="13" y="1661"/>
                    </a:lnTo>
                    <a:lnTo>
                      <a:pt x="3" y="1619"/>
                    </a:lnTo>
                    <a:lnTo>
                      <a:pt x="0" y="1576"/>
                    </a:lnTo>
                    <a:lnTo>
                      <a:pt x="5" y="1529"/>
                    </a:lnTo>
                    <a:lnTo>
                      <a:pt x="17" y="1479"/>
                    </a:lnTo>
                    <a:lnTo>
                      <a:pt x="39" y="1425"/>
                    </a:lnTo>
                    <a:lnTo>
                      <a:pt x="79" y="1343"/>
                    </a:lnTo>
                    <a:lnTo>
                      <a:pt x="115" y="1268"/>
                    </a:lnTo>
                    <a:lnTo>
                      <a:pt x="149" y="1200"/>
                    </a:lnTo>
                    <a:lnTo>
                      <a:pt x="179" y="1137"/>
                    </a:lnTo>
                    <a:lnTo>
                      <a:pt x="204" y="1085"/>
                    </a:lnTo>
                    <a:lnTo>
                      <a:pt x="226" y="1037"/>
                    </a:lnTo>
                    <a:lnTo>
                      <a:pt x="245" y="1000"/>
                    </a:lnTo>
                    <a:lnTo>
                      <a:pt x="260" y="967"/>
                    </a:lnTo>
                    <a:lnTo>
                      <a:pt x="272" y="947"/>
                    </a:lnTo>
                    <a:lnTo>
                      <a:pt x="277" y="933"/>
                    </a:lnTo>
                    <a:lnTo>
                      <a:pt x="279" y="928"/>
                    </a:lnTo>
                    <a:lnTo>
                      <a:pt x="1433" y="0"/>
                    </a:lnTo>
                    <a:close/>
                  </a:path>
                </a:pathLst>
              </a:custGeom>
              <a:gradFill flip="none" rotWithShape="1">
                <a:gsLst>
                  <a:gs pos="0">
                    <a:schemeClr val="accent1"/>
                  </a:gs>
                  <a:gs pos="91000">
                    <a:schemeClr val="accent1">
                      <a:lumMod val="50000"/>
                    </a:schemeClr>
                  </a:gs>
                </a:gsLst>
                <a:lin ang="13800000" scaled="0"/>
                <a:tileRect/>
              </a:gradFill>
              <a:ln w="19050">
                <a:solidFill>
                  <a:schemeClr val="accent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3" name="Freeform 62"/>
              <p:cNvSpPr>
                <a:spLocks/>
              </p:cNvSpPr>
              <p:nvPr/>
            </p:nvSpPr>
            <p:spPr bwMode="auto">
              <a:xfrm>
                <a:off x="3407432" y="3399375"/>
                <a:ext cx="2065050" cy="1749339"/>
              </a:xfrm>
              <a:custGeom>
                <a:avLst/>
                <a:gdLst>
                  <a:gd name="T0" fmla="*/ 804 w 2394"/>
                  <a:gd name="T1" fmla="*/ 0 h 2028"/>
                  <a:gd name="T2" fmla="*/ 2246 w 2394"/>
                  <a:gd name="T3" fmla="*/ 339 h 2028"/>
                  <a:gd name="T4" fmla="*/ 2394 w 2394"/>
                  <a:gd name="T5" fmla="*/ 1002 h 2028"/>
                  <a:gd name="T6" fmla="*/ 1201 w 2394"/>
                  <a:gd name="T7" fmla="*/ 1903 h 2028"/>
                  <a:gd name="T8" fmla="*/ 639 w 2394"/>
                  <a:gd name="T9" fmla="*/ 2022 h 2028"/>
                  <a:gd name="T10" fmla="*/ 635 w 2394"/>
                  <a:gd name="T11" fmla="*/ 2022 h 2028"/>
                  <a:gd name="T12" fmla="*/ 626 w 2394"/>
                  <a:gd name="T13" fmla="*/ 2024 h 2028"/>
                  <a:gd name="T14" fmla="*/ 611 w 2394"/>
                  <a:gd name="T15" fmla="*/ 2026 h 2028"/>
                  <a:gd name="T16" fmla="*/ 592 w 2394"/>
                  <a:gd name="T17" fmla="*/ 2028 h 2028"/>
                  <a:gd name="T18" fmla="*/ 567 w 2394"/>
                  <a:gd name="T19" fmla="*/ 2028 h 2028"/>
                  <a:gd name="T20" fmla="*/ 539 w 2394"/>
                  <a:gd name="T21" fmla="*/ 2026 h 2028"/>
                  <a:gd name="T22" fmla="*/ 511 w 2394"/>
                  <a:gd name="T23" fmla="*/ 2022 h 2028"/>
                  <a:gd name="T24" fmla="*/ 478 w 2394"/>
                  <a:gd name="T25" fmla="*/ 2014 h 2028"/>
                  <a:gd name="T26" fmla="*/ 446 w 2394"/>
                  <a:gd name="T27" fmla="*/ 2005 h 2028"/>
                  <a:gd name="T28" fmla="*/ 414 w 2394"/>
                  <a:gd name="T29" fmla="*/ 1988 h 2028"/>
                  <a:gd name="T30" fmla="*/ 384 w 2394"/>
                  <a:gd name="T31" fmla="*/ 1967 h 2028"/>
                  <a:gd name="T32" fmla="*/ 354 w 2394"/>
                  <a:gd name="T33" fmla="*/ 1941 h 2028"/>
                  <a:gd name="T34" fmla="*/ 325 w 2394"/>
                  <a:gd name="T35" fmla="*/ 1907 h 2028"/>
                  <a:gd name="T36" fmla="*/ 301 w 2394"/>
                  <a:gd name="T37" fmla="*/ 1865 h 2028"/>
                  <a:gd name="T38" fmla="*/ 280 w 2394"/>
                  <a:gd name="T39" fmla="*/ 1816 h 2028"/>
                  <a:gd name="T40" fmla="*/ 265 w 2394"/>
                  <a:gd name="T41" fmla="*/ 1758 h 2028"/>
                  <a:gd name="T42" fmla="*/ 9 w 2394"/>
                  <a:gd name="T43" fmla="*/ 556 h 2028"/>
                  <a:gd name="T44" fmla="*/ 9 w 2394"/>
                  <a:gd name="T45" fmla="*/ 552 h 2028"/>
                  <a:gd name="T46" fmla="*/ 8 w 2394"/>
                  <a:gd name="T47" fmla="*/ 541 h 2028"/>
                  <a:gd name="T48" fmla="*/ 4 w 2394"/>
                  <a:gd name="T49" fmla="*/ 524 h 2028"/>
                  <a:gd name="T50" fmla="*/ 2 w 2394"/>
                  <a:gd name="T51" fmla="*/ 503 h 2028"/>
                  <a:gd name="T52" fmla="*/ 0 w 2394"/>
                  <a:gd name="T53" fmla="*/ 477 h 2028"/>
                  <a:gd name="T54" fmla="*/ 0 w 2394"/>
                  <a:gd name="T55" fmla="*/ 446 h 2028"/>
                  <a:gd name="T56" fmla="*/ 2 w 2394"/>
                  <a:gd name="T57" fmla="*/ 414 h 2028"/>
                  <a:gd name="T58" fmla="*/ 6 w 2394"/>
                  <a:gd name="T59" fmla="*/ 380 h 2028"/>
                  <a:gd name="T60" fmla="*/ 13 w 2394"/>
                  <a:gd name="T61" fmla="*/ 344 h 2028"/>
                  <a:gd name="T62" fmla="*/ 25 w 2394"/>
                  <a:gd name="T63" fmla="*/ 308 h 2028"/>
                  <a:gd name="T64" fmla="*/ 40 w 2394"/>
                  <a:gd name="T65" fmla="*/ 273 h 2028"/>
                  <a:gd name="T66" fmla="*/ 61 w 2394"/>
                  <a:gd name="T67" fmla="*/ 239 h 2028"/>
                  <a:gd name="T68" fmla="*/ 87 w 2394"/>
                  <a:gd name="T69" fmla="*/ 206 h 2028"/>
                  <a:gd name="T70" fmla="*/ 121 w 2394"/>
                  <a:gd name="T71" fmla="*/ 176 h 2028"/>
                  <a:gd name="T72" fmla="*/ 161 w 2394"/>
                  <a:gd name="T73" fmla="*/ 152 h 2028"/>
                  <a:gd name="T74" fmla="*/ 208 w 2394"/>
                  <a:gd name="T75" fmla="*/ 129 h 2028"/>
                  <a:gd name="T76" fmla="*/ 263 w 2394"/>
                  <a:gd name="T77" fmla="*/ 114 h 2028"/>
                  <a:gd name="T78" fmla="*/ 361 w 2394"/>
                  <a:gd name="T79" fmla="*/ 93 h 2028"/>
                  <a:gd name="T80" fmla="*/ 450 w 2394"/>
                  <a:gd name="T81" fmla="*/ 74 h 2028"/>
                  <a:gd name="T82" fmla="*/ 529 w 2394"/>
                  <a:gd name="T83" fmla="*/ 57 h 2028"/>
                  <a:gd name="T84" fmla="*/ 601 w 2394"/>
                  <a:gd name="T85" fmla="*/ 42 h 2028"/>
                  <a:gd name="T86" fmla="*/ 662 w 2394"/>
                  <a:gd name="T87" fmla="*/ 31 h 2028"/>
                  <a:gd name="T88" fmla="*/ 713 w 2394"/>
                  <a:gd name="T89" fmla="*/ 19 h 2028"/>
                  <a:gd name="T90" fmla="*/ 753 w 2394"/>
                  <a:gd name="T91" fmla="*/ 10 h 2028"/>
                  <a:gd name="T92" fmla="*/ 781 w 2394"/>
                  <a:gd name="T93" fmla="*/ 4 h 2028"/>
                  <a:gd name="T94" fmla="*/ 798 w 2394"/>
                  <a:gd name="T95" fmla="*/ 0 h 2028"/>
                  <a:gd name="T96" fmla="*/ 804 w 2394"/>
                  <a:gd name="T97"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4" h="2028">
                    <a:moveTo>
                      <a:pt x="804" y="0"/>
                    </a:moveTo>
                    <a:lnTo>
                      <a:pt x="2246" y="339"/>
                    </a:lnTo>
                    <a:lnTo>
                      <a:pt x="2394" y="1002"/>
                    </a:lnTo>
                    <a:lnTo>
                      <a:pt x="1201" y="1903"/>
                    </a:lnTo>
                    <a:lnTo>
                      <a:pt x="639" y="2022"/>
                    </a:lnTo>
                    <a:lnTo>
                      <a:pt x="635" y="2022"/>
                    </a:lnTo>
                    <a:lnTo>
                      <a:pt x="626" y="2024"/>
                    </a:lnTo>
                    <a:lnTo>
                      <a:pt x="611" y="2026"/>
                    </a:lnTo>
                    <a:lnTo>
                      <a:pt x="592" y="2028"/>
                    </a:lnTo>
                    <a:lnTo>
                      <a:pt x="567" y="2028"/>
                    </a:lnTo>
                    <a:lnTo>
                      <a:pt x="539" y="2026"/>
                    </a:lnTo>
                    <a:lnTo>
                      <a:pt x="511" y="2022"/>
                    </a:lnTo>
                    <a:lnTo>
                      <a:pt x="478" y="2014"/>
                    </a:lnTo>
                    <a:lnTo>
                      <a:pt x="446" y="2005"/>
                    </a:lnTo>
                    <a:lnTo>
                      <a:pt x="414" y="1988"/>
                    </a:lnTo>
                    <a:lnTo>
                      <a:pt x="384" y="1967"/>
                    </a:lnTo>
                    <a:lnTo>
                      <a:pt x="354" y="1941"/>
                    </a:lnTo>
                    <a:lnTo>
                      <a:pt x="325" y="1907"/>
                    </a:lnTo>
                    <a:lnTo>
                      <a:pt x="301" y="1865"/>
                    </a:lnTo>
                    <a:lnTo>
                      <a:pt x="280" y="1816"/>
                    </a:lnTo>
                    <a:lnTo>
                      <a:pt x="265" y="1758"/>
                    </a:lnTo>
                    <a:lnTo>
                      <a:pt x="9" y="556"/>
                    </a:lnTo>
                    <a:lnTo>
                      <a:pt x="9" y="552"/>
                    </a:lnTo>
                    <a:lnTo>
                      <a:pt x="8" y="541"/>
                    </a:lnTo>
                    <a:lnTo>
                      <a:pt x="4" y="524"/>
                    </a:lnTo>
                    <a:lnTo>
                      <a:pt x="2" y="503"/>
                    </a:lnTo>
                    <a:lnTo>
                      <a:pt x="0" y="477"/>
                    </a:lnTo>
                    <a:lnTo>
                      <a:pt x="0" y="446"/>
                    </a:lnTo>
                    <a:lnTo>
                      <a:pt x="2" y="414"/>
                    </a:lnTo>
                    <a:lnTo>
                      <a:pt x="6" y="380"/>
                    </a:lnTo>
                    <a:lnTo>
                      <a:pt x="13" y="344"/>
                    </a:lnTo>
                    <a:lnTo>
                      <a:pt x="25" y="308"/>
                    </a:lnTo>
                    <a:lnTo>
                      <a:pt x="40" y="273"/>
                    </a:lnTo>
                    <a:lnTo>
                      <a:pt x="61" y="239"/>
                    </a:lnTo>
                    <a:lnTo>
                      <a:pt x="87" y="206"/>
                    </a:lnTo>
                    <a:lnTo>
                      <a:pt x="121" y="176"/>
                    </a:lnTo>
                    <a:lnTo>
                      <a:pt x="161" y="152"/>
                    </a:lnTo>
                    <a:lnTo>
                      <a:pt x="208" y="129"/>
                    </a:lnTo>
                    <a:lnTo>
                      <a:pt x="263" y="114"/>
                    </a:lnTo>
                    <a:lnTo>
                      <a:pt x="361" y="93"/>
                    </a:lnTo>
                    <a:lnTo>
                      <a:pt x="450" y="74"/>
                    </a:lnTo>
                    <a:lnTo>
                      <a:pt x="529" y="57"/>
                    </a:lnTo>
                    <a:lnTo>
                      <a:pt x="601" y="42"/>
                    </a:lnTo>
                    <a:lnTo>
                      <a:pt x="662" y="31"/>
                    </a:lnTo>
                    <a:lnTo>
                      <a:pt x="713" y="19"/>
                    </a:lnTo>
                    <a:lnTo>
                      <a:pt x="753" y="10"/>
                    </a:lnTo>
                    <a:lnTo>
                      <a:pt x="781" y="4"/>
                    </a:lnTo>
                    <a:lnTo>
                      <a:pt x="798" y="0"/>
                    </a:lnTo>
                    <a:lnTo>
                      <a:pt x="804" y="0"/>
                    </a:lnTo>
                    <a:close/>
                  </a:path>
                </a:pathLst>
              </a:custGeom>
              <a:gradFill flip="none" rotWithShape="1">
                <a:gsLst>
                  <a:gs pos="0">
                    <a:schemeClr val="bg1"/>
                  </a:gs>
                  <a:gs pos="94000">
                    <a:schemeClr val="bg1">
                      <a:lumMod val="85000"/>
                    </a:schemeClr>
                  </a:gs>
                </a:gsLst>
                <a:lin ang="9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4" name="Freeform 63"/>
              <p:cNvSpPr>
                <a:spLocks/>
              </p:cNvSpPr>
              <p:nvPr/>
            </p:nvSpPr>
            <p:spPr bwMode="auto">
              <a:xfrm>
                <a:off x="3616180" y="1621570"/>
                <a:ext cx="2099554" cy="1984828"/>
              </a:xfrm>
              <a:custGeom>
                <a:avLst/>
                <a:gdLst>
                  <a:gd name="T0" fmla="*/ 1178 w 2434"/>
                  <a:gd name="T1" fmla="*/ 0 h 2301"/>
                  <a:gd name="T2" fmla="*/ 1227 w 2434"/>
                  <a:gd name="T3" fmla="*/ 4 h 2301"/>
                  <a:gd name="T4" fmla="*/ 1276 w 2434"/>
                  <a:gd name="T5" fmla="*/ 19 h 2301"/>
                  <a:gd name="T6" fmla="*/ 1329 w 2434"/>
                  <a:gd name="T7" fmla="*/ 44 h 2301"/>
                  <a:gd name="T8" fmla="*/ 1382 w 2434"/>
                  <a:gd name="T9" fmla="*/ 81 h 2301"/>
                  <a:gd name="T10" fmla="*/ 1452 w 2434"/>
                  <a:gd name="T11" fmla="*/ 140 h 2301"/>
                  <a:gd name="T12" fmla="*/ 1517 w 2434"/>
                  <a:gd name="T13" fmla="*/ 193 h 2301"/>
                  <a:gd name="T14" fmla="*/ 1575 w 2434"/>
                  <a:gd name="T15" fmla="*/ 242 h 2301"/>
                  <a:gd name="T16" fmla="*/ 1628 w 2434"/>
                  <a:gd name="T17" fmla="*/ 286 h 2301"/>
                  <a:gd name="T18" fmla="*/ 1673 w 2434"/>
                  <a:gd name="T19" fmla="*/ 323 h 2301"/>
                  <a:gd name="T20" fmla="*/ 1713 w 2434"/>
                  <a:gd name="T21" fmla="*/ 357 h 2301"/>
                  <a:gd name="T22" fmla="*/ 1747 w 2434"/>
                  <a:gd name="T23" fmla="*/ 384 h 2301"/>
                  <a:gd name="T24" fmla="*/ 1772 w 2434"/>
                  <a:gd name="T25" fmla="*/ 406 h 2301"/>
                  <a:gd name="T26" fmla="*/ 1791 w 2434"/>
                  <a:gd name="T27" fmla="*/ 422 h 2301"/>
                  <a:gd name="T28" fmla="*/ 1804 w 2434"/>
                  <a:gd name="T29" fmla="*/ 431 h 2301"/>
                  <a:gd name="T30" fmla="*/ 1808 w 2434"/>
                  <a:gd name="T31" fmla="*/ 435 h 2301"/>
                  <a:gd name="T32" fmla="*/ 2434 w 2434"/>
                  <a:gd name="T33" fmla="*/ 1774 h 2301"/>
                  <a:gd name="T34" fmla="*/ 2004 w 2434"/>
                  <a:gd name="T35" fmla="*/ 2301 h 2301"/>
                  <a:gd name="T36" fmla="*/ 558 w 2434"/>
                  <a:gd name="T37" fmla="*/ 1925 h 2301"/>
                  <a:gd name="T38" fmla="*/ 117 w 2434"/>
                  <a:gd name="T39" fmla="*/ 1559 h 2301"/>
                  <a:gd name="T40" fmla="*/ 113 w 2434"/>
                  <a:gd name="T41" fmla="*/ 1557 h 2301"/>
                  <a:gd name="T42" fmla="*/ 106 w 2434"/>
                  <a:gd name="T43" fmla="*/ 1549 h 2301"/>
                  <a:gd name="T44" fmla="*/ 93 w 2434"/>
                  <a:gd name="T45" fmla="*/ 1536 h 2301"/>
                  <a:gd name="T46" fmla="*/ 78 w 2434"/>
                  <a:gd name="T47" fmla="*/ 1519 h 2301"/>
                  <a:gd name="T48" fmla="*/ 62 w 2434"/>
                  <a:gd name="T49" fmla="*/ 1498 h 2301"/>
                  <a:gd name="T50" fmla="*/ 45 w 2434"/>
                  <a:gd name="T51" fmla="*/ 1474 h 2301"/>
                  <a:gd name="T52" fmla="*/ 28 w 2434"/>
                  <a:gd name="T53" fmla="*/ 1446 h 2301"/>
                  <a:gd name="T54" fmla="*/ 15 w 2434"/>
                  <a:gd name="T55" fmla="*/ 1412 h 2301"/>
                  <a:gd name="T56" fmla="*/ 6 w 2434"/>
                  <a:gd name="T57" fmla="*/ 1376 h 2301"/>
                  <a:gd name="T58" fmla="*/ 0 w 2434"/>
                  <a:gd name="T59" fmla="*/ 1338 h 2301"/>
                  <a:gd name="T60" fmla="*/ 2 w 2434"/>
                  <a:gd name="T61" fmla="*/ 1294 h 2301"/>
                  <a:gd name="T62" fmla="*/ 9 w 2434"/>
                  <a:gd name="T63" fmla="*/ 1249 h 2301"/>
                  <a:gd name="T64" fmla="*/ 27 w 2434"/>
                  <a:gd name="T65" fmla="*/ 1202 h 2301"/>
                  <a:gd name="T66" fmla="*/ 55 w 2434"/>
                  <a:gd name="T67" fmla="*/ 1153 h 2301"/>
                  <a:gd name="T68" fmla="*/ 93 w 2434"/>
                  <a:gd name="T69" fmla="*/ 1102 h 2301"/>
                  <a:gd name="T70" fmla="*/ 877 w 2434"/>
                  <a:gd name="T71" fmla="*/ 155 h 2301"/>
                  <a:gd name="T72" fmla="*/ 881 w 2434"/>
                  <a:gd name="T73" fmla="*/ 151 h 2301"/>
                  <a:gd name="T74" fmla="*/ 891 w 2434"/>
                  <a:gd name="T75" fmla="*/ 142 h 2301"/>
                  <a:gd name="T76" fmla="*/ 904 w 2434"/>
                  <a:gd name="T77" fmla="*/ 127 h 2301"/>
                  <a:gd name="T78" fmla="*/ 925 w 2434"/>
                  <a:gd name="T79" fmla="*/ 108 h 2301"/>
                  <a:gd name="T80" fmla="*/ 949 w 2434"/>
                  <a:gd name="T81" fmla="*/ 87 h 2301"/>
                  <a:gd name="T82" fmla="*/ 978 w 2434"/>
                  <a:gd name="T83" fmla="*/ 66 h 2301"/>
                  <a:gd name="T84" fmla="*/ 1012 w 2434"/>
                  <a:gd name="T85" fmla="*/ 46 h 2301"/>
                  <a:gd name="T86" fmla="*/ 1049 w 2434"/>
                  <a:gd name="T87" fmla="*/ 27 h 2301"/>
                  <a:gd name="T88" fmla="*/ 1089 w 2434"/>
                  <a:gd name="T89" fmla="*/ 12 h 2301"/>
                  <a:gd name="T90" fmla="*/ 1133 w 2434"/>
                  <a:gd name="T91" fmla="*/ 2 h 2301"/>
                  <a:gd name="T92" fmla="*/ 1178 w 2434"/>
                  <a:gd name="T93" fmla="*/ 0 h 2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34" h="2301">
                    <a:moveTo>
                      <a:pt x="1178" y="0"/>
                    </a:moveTo>
                    <a:lnTo>
                      <a:pt x="1227" y="4"/>
                    </a:lnTo>
                    <a:lnTo>
                      <a:pt x="1276" y="19"/>
                    </a:lnTo>
                    <a:lnTo>
                      <a:pt x="1329" y="44"/>
                    </a:lnTo>
                    <a:lnTo>
                      <a:pt x="1382" y="81"/>
                    </a:lnTo>
                    <a:lnTo>
                      <a:pt x="1452" y="140"/>
                    </a:lnTo>
                    <a:lnTo>
                      <a:pt x="1517" y="193"/>
                    </a:lnTo>
                    <a:lnTo>
                      <a:pt x="1575" y="242"/>
                    </a:lnTo>
                    <a:lnTo>
                      <a:pt x="1628" y="286"/>
                    </a:lnTo>
                    <a:lnTo>
                      <a:pt x="1673" y="323"/>
                    </a:lnTo>
                    <a:lnTo>
                      <a:pt x="1713" y="357"/>
                    </a:lnTo>
                    <a:lnTo>
                      <a:pt x="1747" y="384"/>
                    </a:lnTo>
                    <a:lnTo>
                      <a:pt x="1772" y="406"/>
                    </a:lnTo>
                    <a:lnTo>
                      <a:pt x="1791" y="422"/>
                    </a:lnTo>
                    <a:lnTo>
                      <a:pt x="1804" y="431"/>
                    </a:lnTo>
                    <a:lnTo>
                      <a:pt x="1808" y="435"/>
                    </a:lnTo>
                    <a:lnTo>
                      <a:pt x="2434" y="1774"/>
                    </a:lnTo>
                    <a:lnTo>
                      <a:pt x="2004" y="2301"/>
                    </a:lnTo>
                    <a:lnTo>
                      <a:pt x="558" y="1925"/>
                    </a:lnTo>
                    <a:lnTo>
                      <a:pt x="117" y="1559"/>
                    </a:lnTo>
                    <a:lnTo>
                      <a:pt x="113" y="1557"/>
                    </a:lnTo>
                    <a:lnTo>
                      <a:pt x="106" y="1549"/>
                    </a:lnTo>
                    <a:lnTo>
                      <a:pt x="93" y="1536"/>
                    </a:lnTo>
                    <a:lnTo>
                      <a:pt x="78" y="1519"/>
                    </a:lnTo>
                    <a:lnTo>
                      <a:pt x="62" y="1498"/>
                    </a:lnTo>
                    <a:lnTo>
                      <a:pt x="45" y="1474"/>
                    </a:lnTo>
                    <a:lnTo>
                      <a:pt x="28" y="1446"/>
                    </a:lnTo>
                    <a:lnTo>
                      <a:pt x="15" y="1412"/>
                    </a:lnTo>
                    <a:lnTo>
                      <a:pt x="6" y="1376"/>
                    </a:lnTo>
                    <a:lnTo>
                      <a:pt x="0" y="1338"/>
                    </a:lnTo>
                    <a:lnTo>
                      <a:pt x="2" y="1294"/>
                    </a:lnTo>
                    <a:lnTo>
                      <a:pt x="9" y="1249"/>
                    </a:lnTo>
                    <a:lnTo>
                      <a:pt x="27" y="1202"/>
                    </a:lnTo>
                    <a:lnTo>
                      <a:pt x="55" y="1153"/>
                    </a:lnTo>
                    <a:lnTo>
                      <a:pt x="93" y="1102"/>
                    </a:lnTo>
                    <a:lnTo>
                      <a:pt x="877" y="155"/>
                    </a:lnTo>
                    <a:lnTo>
                      <a:pt x="881" y="151"/>
                    </a:lnTo>
                    <a:lnTo>
                      <a:pt x="891" y="142"/>
                    </a:lnTo>
                    <a:lnTo>
                      <a:pt x="904" y="127"/>
                    </a:lnTo>
                    <a:lnTo>
                      <a:pt x="925" y="108"/>
                    </a:lnTo>
                    <a:lnTo>
                      <a:pt x="949" y="87"/>
                    </a:lnTo>
                    <a:lnTo>
                      <a:pt x="978" y="66"/>
                    </a:lnTo>
                    <a:lnTo>
                      <a:pt x="1012" y="46"/>
                    </a:lnTo>
                    <a:lnTo>
                      <a:pt x="1049" y="27"/>
                    </a:lnTo>
                    <a:lnTo>
                      <a:pt x="1089" y="12"/>
                    </a:lnTo>
                    <a:lnTo>
                      <a:pt x="1133" y="2"/>
                    </a:lnTo>
                    <a:lnTo>
                      <a:pt x="1178" y="0"/>
                    </a:lnTo>
                    <a:close/>
                  </a:path>
                </a:pathLst>
              </a:custGeom>
              <a:gradFill flip="none" rotWithShape="1">
                <a:gsLst>
                  <a:gs pos="0">
                    <a:schemeClr val="bg1"/>
                  </a:gs>
                  <a:gs pos="93000">
                    <a:schemeClr val="bg1">
                      <a:lumMod val="85000"/>
                    </a:schemeClr>
                  </a:gs>
                </a:gsLst>
                <a:lin ang="120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grpSp>
        <p:sp>
          <p:nvSpPr>
            <p:cNvPr id="65" name="Freeform 64"/>
            <p:cNvSpPr>
              <a:spLocks/>
            </p:cNvSpPr>
            <p:nvPr/>
          </p:nvSpPr>
          <p:spPr bwMode="auto">
            <a:xfrm>
              <a:off x="4035847" y="2827320"/>
              <a:ext cx="734046" cy="773037"/>
            </a:xfrm>
            <a:custGeom>
              <a:avLst/>
              <a:gdLst>
                <a:gd name="T0" fmla="*/ 344 w 866"/>
                <a:gd name="T1" fmla="*/ 0 h 912"/>
                <a:gd name="T2" fmla="*/ 371 w 866"/>
                <a:gd name="T3" fmla="*/ 5 h 912"/>
                <a:gd name="T4" fmla="*/ 395 w 866"/>
                <a:gd name="T5" fmla="*/ 18 h 912"/>
                <a:gd name="T6" fmla="*/ 416 w 866"/>
                <a:gd name="T7" fmla="*/ 37 h 912"/>
                <a:gd name="T8" fmla="*/ 842 w 866"/>
                <a:gd name="T9" fmla="*/ 547 h 912"/>
                <a:gd name="T10" fmla="*/ 857 w 866"/>
                <a:gd name="T11" fmla="*/ 572 h 912"/>
                <a:gd name="T12" fmla="*/ 864 w 866"/>
                <a:gd name="T13" fmla="*/ 598 h 912"/>
                <a:gd name="T14" fmla="*/ 866 w 866"/>
                <a:gd name="T15" fmla="*/ 625 h 912"/>
                <a:gd name="T16" fmla="*/ 861 w 866"/>
                <a:gd name="T17" fmla="*/ 651 h 912"/>
                <a:gd name="T18" fmla="*/ 847 w 866"/>
                <a:gd name="T19" fmla="*/ 676 h 912"/>
                <a:gd name="T20" fmla="*/ 828 w 866"/>
                <a:gd name="T21" fmla="*/ 697 h 912"/>
                <a:gd name="T22" fmla="*/ 600 w 866"/>
                <a:gd name="T23" fmla="*/ 887 h 912"/>
                <a:gd name="T24" fmla="*/ 577 w 866"/>
                <a:gd name="T25" fmla="*/ 903 h 912"/>
                <a:gd name="T26" fmla="*/ 550 w 866"/>
                <a:gd name="T27" fmla="*/ 910 h 912"/>
                <a:gd name="T28" fmla="*/ 522 w 866"/>
                <a:gd name="T29" fmla="*/ 912 h 912"/>
                <a:gd name="T30" fmla="*/ 496 w 866"/>
                <a:gd name="T31" fmla="*/ 906 h 912"/>
                <a:gd name="T32" fmla="*/ 471 w 866"/>
                <a:gd name="T33" fmla="*/ 893 h 912"/>
                <a:gd name="T34" fmla="*/ 450 w 866"/>
                <a:gd name="T35" fmla="*/ 874 h 912"/>
                <a:gd name="T36" fmla="*/ 25 w 866"/>
                <a:gd name="T37" fmla="*/ 364 h 912"/>
                <a:gd name="T38" fmla="*/ 10 w 866"/>
                <a:gd name="T39" fmla="*/ 340 h 912"/>
                <a:gd name="T40" fmla="*/ 2 w 866"/>
                <a:gd name="T41" fmla="*/ 313 h 912"/>
                <a:gd name="T42" fmla="*/ 0 w 866"/>
                <a:gd name="T43" fmla="*/ 287 h 912"/>
                <a:gd name="T44" fmla="*/ 6 w 866"/>
                <a:gd name="T45" fmla="*/ 260 h 912"/>
                <a:gd name="T46" fmla="*/ 19 w 866"/>
                <a:gd name="T47" fmla="*/ 236 h 912"/>
                <a:gd name="T48" fmla="*/ 38 w 866"/>
                <a:gd name="T49" fmla="*/ 215 h 912"/>
                <a:gd name="T50" fmla="*/ 267 w 866"/>
                <a:gd name="T51" fmla="*/ 24 h 912"/>
                <a:gd name="T52" fmla="*/ 291 w 866"/>
                <a:gd name="T53" fmla="*/ 9 h 912"/>
                <a:gd name="T54" fmla="*/ 318 w 866"/>
                <a:gd name="T55" fmla="*/ 1 h 912"/>
                <a:gd name="T56" fmla="*/ 344 w 866"/>
                <a:gd name="T57"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2">
                  <a:moveTo>
                    <a:pt x="344" y="0"/>
                  </a:moveTo>
                  <a:lnTo>
                    <a:pt x="371" y="5"/>
                  </a:lnTo>
                  <a:lnTo>
                    <a:pt x="395" y="18"/>
                  </a:lnTo>
                  <a:lnTo>
                    <a:pt x="416" y="37"/>
                  </a:lnTo>
                  <a:lnTo>
                    <a:pt x="842" y="547"/>
                  </a:lnTo>
                  <a:lnTo>
                    <a:pt x="857" y="572"/>
                  </a:lnTo>
                  <a:lnTo>
                    <a:pt x="864" y="598"/>
                  </a:lnTo>
                  <a:lnTo>
                    <a:pt x="866" y="625"/>
                  </a:lnTo>
                  <a:lnTo>
                    <a:pt x="861" y="651"/>
                  </a:lnTo>
                  <a:lnTo>
                    <a:pt x="847" y="676"/>
                  </a:lnTo>
                  <a:lnTo>
                    <a:pt x="828" y="697"/>
                  </a:lnTo>
                  <a:lnTo>
                    <a:pt x="600" y="887"/>
                  </a:lnTo>
                  <a:lnTo>
                    <a:pt x="577" y="903"/>
                  </a:lnTo>
                  <a:lnTo>
                    <a:pt x="550" y="910"/>
                  </a:lnTo>
                  <a:lnTo>
                    <a:pt x="522" y="912"/>
                  </a:lnTo>
                  <a:lnTo>
                    <a:pt x="496" y="906"/>
                  </a:lnTo>
                  <a:lnTo>
                    <a:pt x="471" y="893"/>
                  </a:lnTo>
                  <a:lnTo>
                    <a:pt x="450" y="874"/>
                  </a:lnTo>
                  <a:lnTo>
                    <a:pt x="25" y="364"/>
                  </a:lnTo>
                  <a:lnTo>
                    <a:pt x="10" y="340"/>
                  </a:lnTo>
                  <a:lnTo>
                    <a:pt x="2" y="313"/>
                  </a:lnTo>
                  <a:lnTo>
                    <a:pt x="0" y="287"/>
                  </a:lnTo>
                  <a:lnTo>
                    <a:pt x="6" y="260"/>
                  </a:lnTo>
                  <a:lnTo>
                    <a:pt x="19" y="236"/>
                  </a:lnTo>
                  <a:lnTo>
                    <a:pt x="38" y="215"/>
                  </a:lnTo>
                  <a:lnTo>
                    <a:pt x="267" y="24"/>
                  </a:lnTo>
                  <a:lnTo>
                    <a:pt x="291" y="9"/>
                  </a:lnTo>
                  <a:lnTo>
                    <a:pt x="318" y="1"/>
                  </a:lnTo>
                  <a:lnTo>
                    <a:pt x="344"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6" name="Freeform 65"/>
            <p:cNvSpPr>
              <a:spLocks/>
            </p:cNvSpPr>
            <p:nvPr/>
          </p:nvSpPr>
          <p:spPr bwMode="auto">
            <a:xfrm>
              <a:off x="4300307" y="3605444"/>
              <a:ext cx="545025" cy="783208"/>
            </a:xfrm>
            <a:custGeom>
              <a:avLst/>
              <a:gdLst>
                <a:gd name="T0" fmla="*/ 240 w 643"/>
                <a:gd name="T1" fmla="*/ 0 h 924"/>
                <a:gd name="T2" fmla="*/ 269 w 643"/>
                <a:gd name="T3" fmla="*/ 2 h 924"/>
                <a:gd name="T4" fmla="*/ 560 w 643"/>
                <a:gd name="T5" fmla="*/ 64 h 924"/>
                <a:gd name="T6" fmla="*/ 586 w 643"/>
                <a:gd name="T7" fmla="*/ 73 h 924"/>
                <a:gd name="T8" fmla="*/ 609 w 643"/>
                <a:gd name="T9" fmla="*/ 90 h 924"/>
                <a:gd name="T10" fmla="*/ 626 w 643"/>
                <a:gd name="T11" fmla="*/ 111 h 924"/>
                <a:gd name="T12" fmla="*/ 639 w 643"/>
                <a:gd name="T13" fmla="*/ 136 h 924"/>
                <a:gd name="T14" fmla="*/ 643 w 643"/>
                <a:gd name="T15" fmla="*/ 162 h 924"/>
                <a:gd name="T16" fmla="*/ 641 w 643"/>
                <a:gd name="T17" fmla="*/ 191 h 924"/>
                <a:gd name="T18" fmla="*/ 499 w 643"/>
                <a:gd name="T19" fmla="*/ 839 h 924"/>
                <a:gd name="T20" fmla="*/ 490 w 643"/>
                <a:gd name="T21" fmla="*/ 867 h 924"/>
                <a:gd name="T22" fmla="*/ 475 w 643"/>
                <a:gd name="T23" fmla="*/ 888 h 924"/>
                <a:gd name="T24" fmla="*/ 454 w 643"/>
                <a:gd name="T25" fmla="*/ 907 h 924"/>
                <a:gd name="T26" fmla="*/ 429 w 643"/>
                <a:gd name="T27" fmla="*/ 918 h 924"/>
                <a:gd name="T28" fmla="*/ 403 w 643"/>
                <a:gd name="T29" fmla="*/ 924 h 924"/>
                <a:gd name="T30" fmla="*/ 375 w 643"/>
                <a:gd name="T31" fmla="*/ 920 h 924"/>
                <a:gd name="T32" fmla="*/ 83 w 643"/>
                <a:gd name="T33" fmla="*/ 857 h 924"/>
                <a:gd name="T34" fmla="*/ 57 w 643"/>
                <a:gd name="T35" fmla="*/ 848 h 924"/>
                <a:gd name="T36" fmla="*/ 34 w 643"/>
                <a:gd name="T37" fmla="*/ 831 h 924"/>
                <a:gd name="T38" fmla="*/ 15 w 643"/>
                <a:gd name="T39" fmla="*/ 810 h 924"/>
                <a:gd name="T40" fmla="*/ 4 w 643"/>
                <a:gd name="T41" fmla="*/ 786 h 924"/>
                <a:gd name="T42" fmla="*/ 0 w 643"/>
                <a:gd name="T43" fmla="*/ 759 h 924"/>
                <a:gd name="T44" fmla="*/ 2 w 643"/>
                <a:gd name="T45" fmla="*/ 731 h 924"/>
                <a:gd name="T46" fmla="*/ 142 w 643"/>
                <a:gd name="T47" fmla="*/ 83 h 924"/>
                <a:gd name="T48" fmla="*/ 153 w 643"/>
                <a:gd name="T49" fmla="*/ 56 h 924"/>
                <a:gd name="T50" fmla="*/ 168 w 643"/>
                <a:gd name="T51" fmla="*/ 34 h 924"/>
                <a:gd name="T52" fmla="*/ 189 w 643"/>
                <a:gd name="T53" fmla="*/ 15 h 924"/>
                <a:gd name="T54" fmla="*/ 214 w 643"/>
                <a:gd name="T55" fmla="*/ 4 h 924"/>
                <a:gd name="T56" fmla="*/ 240 w 643"/>
                <a:gd name="T57" fmla="*/ 0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3" h="924">
                  <a:moveTo>
                    <a:pt x="240" y="0"/>
                  </a:moveTo>
                  <a:lnTo>
                    <a:pt x="269" y="2"/>
                  </a:lnTo>
                  <a:lnTo>
                    <a:pt x="560" y="64"/>
                  </a:lnTo>
                  <a:lnTo>
                    <a:pt x="586" y="73"/>
                  </a:lnTo>
                  <a:lnTo>
                    <a:pt x="609" y="90"/>
                  </a:lnTo>
                  <a:lnTo>
                    <a:pt x="626" y="111"/>
                  </a:lnTo>
                  <a:lnTo>
                    <a:pt x="639" y="136"/>
                  </a:lnTo>
                  <a:lnTo>
                    <a:pt x="643" y="162"/>
                  </a:lnTo>
                  <a:lnTo>
                    <a:pt x="641" y="191"/>
                  </a:lnTo>
                  <a:lnTo>
                    <a:pt x="499" y="839"/>
                  </a:lnTo>
                  <a:lnTo>
                    <a:pt x="490" y="867"/>
                  </a:lnTo>
                  <a:lnTo>
                    <a:pt x="475" y="888"/>
                  </a:lnTo>
                  <a:lnTo>
                    <a:pt x="454" y="907"/>
                  </a:lnTo>
                  <a:lnTo>
                    <a:pt x="429" y="918"/>
                  </a:lnTo>
                  <a:lnTo>
                    <a:pt x="403" y="924"/>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7" name="Freeform 66"/>
            <p:cNvSpPr>
              <a:spLocks/>
            </p:cNvSpPr>
            <p:nvPr/>
          </p:nvSpPr>
          <p:spPr bwMode="auto">
            <a:xfrm>
              <a:off x="3670519" y="4297109"/>
              <a:ext cx="796771" cy="655217"/>
            </a:xfrm>
            <a:custGeom>
              <a:avLst/>
              <a:gdLst>
                <a:gd name="T0" fmla="*/ 709 w 940"/>
                <a:gd name="T1" fmla="*/ 0 h 773"/>
                <a:gd name="T2" fmla="*/ 736 w 940"/>
                <a:gd name="T3" fmla="*/ 6 h 773"/>
                <a:gd name="T4" fmla="*/ 760 w 940"/>
                <a:gd name="T5" fmla="*/ 17 h 773"/>
                <a:gd name="T6" fmla="*/ 781 w 940"/>
                <a:gd name="T7" fmla="*/ 36 h 773"/>
                <a:gd name="T8" fmla="*/ 798 w 940"/>
                <a:gd name="T9" fmla="*/ 58 h 773"/>
                <a:gd name="T10" fmla="*/ 930 w 940"/>
                <a:gd name="T11" fmla="*/ 325 h 773"/>
                <a:gd name="T12" fmla="*/ 938 w 940"/>
                <a:gd name="T13" fmla="*/ 351 h 773"/>
                <a:gd name="T14" fmla="*/ 940 w 940"/>
                <a:gd name="T15" fmla="*/ 380 h 773"/>
                <a:gd name="T16" fmla="*/ 934 w 940"/>
                <a:gd name="T17" fmla="*/ 406 h 773"/>
                <a:gd name="T18" fmla="*/ 923 w 940"/>
                <a:gd name="T19" fmla="*/ 431 h 773"/>
                <a:gd name="T20" fmla="*/ 906 w 940"/>
                <a:gd name="T21" fmla="*/ 451 h 773"/>
                <a:gd name="T22" fmla="*/ 881 w 940"/>
                <a:gd name="T23" fmla="*/ 468 h 773"/>
                <a:gd name="T24" fmla="*/ 286 w 940"/>
                <a:gd name="T25" fmla="*/ 763 h 773"/>
                <a:gd name="T26" fmla="*/ 259 w 940"/>
                <a:gd name="T27" fmla="*/ 771 h 773"/>
                <a:gd name="T28" fmla="*/ 233 w 940"/>
                <a:gd name="T29" fmla="*/ 773 h 773"/>
                <a:gd name="T30" fmla="*/ 204 w 940"/>
                <a:gd name="T31" fmla="*/ 769 h 773"/>
                <a:gd name="T32" fmla="*/ 182 w 940"/>
                <a:gd name="T33" fmla="*/ 756 h 773"/>
                <a:gd name="T34" fmla="*/ 159 w 940"/>
                <a:gd name="T35" fmla="*/ 739 h 773"/>
                <a:gd name="T36" fmla="*/ 144 w 940"/>
                <a:gd name="T37" fmla="*/ 714 h 773"/>
                <a:gd name="T38" fmla="*/ 11 w 940"/>
                <a:gd name="T39" fmla="*/ 448 h 773"/>
                <a:gd name="T40" fmla="*/ 2 w 940"/>
                <a:gd name="T41" fmla="*/ 421 h 773"/>
                <a:gd name="T42" fmla="*/ 0 w 940"/>
                <a:gd name="T43" fmla="*/ 393 h 773"/>
                <a:gd name="T44" fmla="*/ 6 w 940"/>
                <a:gd name="T45" fmla="*/ 366 h 773"/>
                <a:gd name="T46" fmla="*/ 19 w 940"/>
                <a:gd name="T47" fmla="*/ 342 h 773"/>
                <a:gd name="T48" fmla="*/ 36 w 940"/>
                <a:gd name="T49" fmla="*/ 321 h 773"/>
                <a:gd name="T50" fmla="*/ 59 w 940"/>
                <a:gd name="T51" fmla="*/ 306 h 773"/>
                <a:gd name="T52" fmla="*/ 654 w 940"/>
                <a:gd name="T53" fmla="*/ 11 h 773"/>
                <a:gd name="T54" fmla="*/ 681 w 940"/>
                <a:gd name="T55" fmla="*/ 2 h 773"/>
                <a:gd name="T56" fmla="*/ 709 w 940"/>
                <a:gd name="T57" fmla="*/ 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73">
                  <a:moveTo>
                    <a:pt x="709" y="0"/>
                  </a:moveTo>
                  <a:lnTo>
                    <a:pt x="736" y="6"/>
                  </a:lnTo>
                  <a:lnTo>
                    <a:pt x="760" y="17"/>
                  </a:lnTo>
                  <a:lnTo>
                    <a:pt x="781" y="36"/>
                  </a:lnTo>
                  <a:lnTo>
                    <a:pt x="798" y="58"/>
                  </a:lnTo>
                  <a:lnTo>
                    <a:pt x="930" y="325"/>
                  </a:lnTo>
                  <a:lnTo>
                    <a:pt x="938" y="351"/>
                  </a:lnTo>
                  <a:lnTo>
                    <a:pt x="940" y="380"/>
                  </a:lnTo>
                  <a:lnTo>
                    <a:pt x="934" y="406"/>
                  </a:lnTo>
                  <a:lnTo>
                    <a:pt x="923" y="431"/>
                  </a:lnTo>
                  <a:lnTo>
                    <a:pt x="906" y="451"/>
                  </a:lnTo>
                  <a:lnTo>
                    <a:pt x="881" y="468"/>
                  </a:lnTo>
                  <a:lnTo>
                    <a:pt x="286" y="763"/>
                  </a:lnTo>
                  <a:lnTo>
                    <a:pt x="259" y="771"/>
                  </a:lnTo>
                  <a:lnTo>
                    <a:pt x="233" y="773"/>
                  </a:lnTo>
                  <a:lnTo>
                    <a:pt x="204" y="769"/>
                  </a:lnTo>
                  <a:lnTo>
                    <a:pt x="182" y="756"/>
                  </a:lnTo>
                  <a:lnTo>
                    <a:pt x="159" y="739"/>
                  </a:lnTo>
                  <a:lnTo>
                    <a:pt x="144" y="714"/>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8" name="Freeform 67"/>
            <p:cNvSpPr>
              <a:spLocks/>
            </p:cNvSpPr>
            <p:nvPr/>
          </p:nvSpPr>
          <p:spPr bwMode="auto">
            <a:xfrm>
              <a:off x="2872052" y="4313215"/>
              <a:ext cx="796771" cy="651827"/>
            </a:xfrm>
            <a:custGeom>
              <a:avLst/>
              <a:gdLst>
                <a:gd name="T0" fmla="*/ 227 w 940"/>
                <a:gd name="T1" fmla="*/ 0 h 769"/>
                <a:gd name="T2" fmla="*/ 256 w 940"/>
                <a:gd name="T3" fmla="*/ 2 h 769"/>
                <a:gd name="T4" fmla="*/ 282 w 940"/>
                <a:gd name="T5" fmla="*/ 9 h 769"/>
                <a:gd name="T6" fmla="*/ 880 w 940"/>
                <a:gd name="T7" fmla="*/ 300 h 769"/>
                <a:gd name="T8" fmla="*/ 904 w 940"/>
                <a:gd name="T9" fmla="*/ 315 h 769"/>
                <a:gd name="T10" fmla="*/ 921 w 940"/>
                <a:gd name="T11" fmla="*/ 336 h 769"/>
                <a:gd name="T12" fmla="*/ 934 w 940"/>
                <a:gd name="T13" fmla="*/ 361 h 769"/>
                <a:gd name="T14" fmla="*/ 940 w 940"/>
                <a:gd name="T15" fmla="*/ 387 h 769"/>
                <a:gd name="T16" fmla="*/ 938 w 940"/>
                <a:gd name="T17" fmla="*/ 415 h 769"/>
                <a:gd name="T18" fmla="*/ 929 w 940"/>
                <a:gd name="T19" fmla="*/ 442 h 769"/>
                <a:gd name="T20" fmla="*/ 798 w 940"/>
                <a:gd name="T21" fmla="*/ 708 h 769"/>
                <a:gd name="T22" fmla="*/ 783 w 940"/>
                <a:gd name="T23" fmla="*/ 733 h 769"/>
                <a:gd name="T24" fmla="*/ 762 w 940"/>
                <a:gd name="T25" fmla="*/ 752 h 769"/>
                <a:gd name="T26" fmla="*/ 738 w 940"/>
                <a:gd name="T27" fmla="*/ 763 h 769"/>
                <a:gd name="T28" fmla="*/ 711 w 940"/>
                <a:gd name="T29" fmla="*/ 769 h 769"/>
                <a:gd name="T30" fmla="*/ 685 w 940"/>
                <a:gd name="T31" fmla="*/ 767 h 769"/>
                <a:gd name="T32" fmla="*/ 657 w 940"/>
                <a:gd name="T33" fmla="*/ 757 h 769"/>
                <a:gd name="T34" fmla="*/ 59 w 940"/>
                <a:gd name="T35" fmla="*/ 468 h 769"/>
                <a:gd name="T36" fmla="*/ 36 w 940"/>
                <a:gd name="T37" fmla="*/ 453 h 769"/>
                <a:gd name="T38" fmla="*/ 17 w 940"/>
                <a:gd name="T39" fmla="*/ 432 h 769"/>
                <a:gd name="T40" fmla="*/ 6 w 940"/>
                <a:gd name="T41" fmla="*/ 408 h 769"/>
                <a:gd name="T42" fmla="*/ 0 w 940"/>
                <a:gd name="T43" fmla="*/ 381 h 769"/>
                <a:gd name="T44" fmla="*/ 2 w 940"/>
                <a:gd name="T45" fmla="*/ 353 h 769"/>
                <a:gd name="T46" fmla="*/ 10 w 940"/>
                <a:gd name="T47" fmla="*/ 327 h 769"/>
                <a:gd name="T48" fmla="*/ 140 w 940"/>
                <a:gd name="T49" fmla="*/ 58 h 769"/>
                <a:gd name="T50" fmla="*/ 155 w 940"/>
                <a:gd name="T51" fmla="*/ 36 h 769"/>
                <a:gd name="T52" fmla="*/ 176 w 940"/>
                <a:gd name="T53" fmla="*/ 17 h 769"/>
                <a:gd name="T54" fmla="*/ 201 w 940"/>
                <a:gd name="T55" fmla="*/ 5 h 769"/>
                <a:gd name="T56" fmla="*/ 227 w 940"/>
                <a:gd name="T57" fmla="*/ 0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69">
                  <a:moveTo>
                    <a:pt x="227" y="0"/>
                  </a:moveTo>
                  <a:lnTo>
                    <a:pt x="256" y="2"/>
                  </a:lnTo>
                  <a:lnTo>
                    <a:pt x="282" y="9"/>
                  </a:lnTo>
                  <a:lnTo>
                    <a:pt x="880" y="300"/>
                  </a:lnTo>
                  <a:lnTo>
                    <a:pt x="904" y="315"/>
                  </a:lnTo>
                  <a:lnTo>
                    <a:pt x="921" y="336"/>
                  </a:lnTo>
                  <a:lnTo>
                    <a:pt x="934" y="361"/>
                  </a:lnTo>
                  <a:lnTo>
                    <a:pt x="940" y="387"/>
                  </a:lnTo>
                  <a:lnTo>
                    <a:pt x="938" y="415"/>
                  </a:lnTo>
                  <a:lnTo>
                    <a:pt x="929" y="442"/>
                  </a:lnTo>
                  <a:lnTo>
                    <a:pt x="798" y="708"/>
                  </a:lnTo>
                  <a:lnTo>
                    <a:pt x="783" y="733"/>
                  </a:lnTo>
                  <a:lnTo>
                    <a:pt x="762" y="752"/>
                  </a:lnTo>
                  <a:lnTo>
                    <a:pt x="738" y="763"/>
                  </a:lnTo>
                  <a:lnTo>
                    <a:pt x="711" y="769"/>
                  </a:lnTo>
                  <a:lnTo>
                    <a:pt x="685" y="767"/>
                  </a:lnTo>
                  <a:lnTo>
                    <a:pt x="657" y="757"/>
                  </a:lnTo>
                  <a:lnTo>
                    <a:pt x="59" y="468"/>
                  </a:lnTo>
                  <a:lnTo>
                    <a:pt x="36" y="453"/>
                  </a:lnTo>
                  <a:lnTo>
                    <a:pt x="17" y="432"/>
                  </a:lnTo>
                  <a:lnTo>
                    <a:pt x="6" y="408"/>
                  </a:lnTo>
                  <a:lnTo>
                    <a:pt x="0" y="381"/>
                  </a:lnTo>
                  <a:lnTo>
                    <a:pt x="2" y="353"/>
                  </a:lnTo>
                  <a:lnTo>
                    <a:pt x="10" y="327"/>
                  </a:lnTo>
                  <a:lnTo>
                    <a:pt x="140" y="58"/>
                  </a:lnTo>
                  <a:lnTo>
                    <a:pt x="155" y="36"/>
                  </a:lnTo>
                  <a:lnTo>
                    <a:pt x="176" y="17"/>
                  </a:lnTo>
                  <a:lnTo>
                    <a:pt x="201" y="5"/>
                  </a:lnTo>
                  <a:lnTo>
                    <a:pt x="227"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9" name="Freeform 68"/>
            <p:cNvSpPr>
              <a:spLocks/>
            </p:cNvSpPr>
            <p:nvPr/>
          </p:nvSpPr>
          <p:spPr bwMode="auto">
            <a:xfrm>
              <a:off x="2481296" y="3635959"/>
              <a:ext cx="543330" cy="782361"/>
            </a:xfrm>
            <a:custGeom>
              <a:avLst/>
              <a:gdLst>
                <a:gd name="T0" fmla="*/ 403 w 641"/>
                <a:gd name="T1" fmla="*/ 0 h 923"/>
                <a:gd name="T2" fmla="*/ 431 w 641"/>
                <a:gd name="T3" fmla="*/ 5 h 923"/>
                <a:gd name="T4" fmla="*/ 456 w 641"/>
                <a:gd name="T5" fmla="*/ 17 h 923"/>
                <a:gd name="T6" fmla="*/ 477 w 641"/>
                <a:gd name="T7" fmla="*/ 34 h 923"/>
                <a:gd name="T8" fmla="*/ 492 w 641"/>
                <a:gd name="T9" fmla="*/ 56 h 923"/>
                <a:gd name="T10" fmla="*/ 501 w 641"/>
                <a:gd name="T11" fmla="*/ 83 h 923"/>
                <a:gd name="T12" fmla="*/ 639 w 641"/>
                <a:gd name="T13" fmla="*/ 733 h 923"/>
                <a:gd name="T14" fmla="*/ 641 w 641"/>
                <a:gd name="T15" fmla="*/ 761 h 923"/>
                <a:gd name="T16" fmla="*/ 635 w 641"/>
                <a:gd name="T17" fmla="*/ 787 h 923"/>
                <a:gd name="T18" fmla="*/ 624 w 641"/>
                <a:gd name="T19" fmla="*/ 812 h 923"/>
                <a:gd name="T20" fmla="*/ 607 w 641"/>
                <a:gd name="T21" fmla="*/ 833 h 923"/>
                <a:gd name="T22" fmla="*/ 584 w 641"/>
                <a:gd name="T23" fmla="*/ 850 h 923"/>
                <a:gd name="T24" fmla="*/ 558 w 641"/>
                <a:gd name="T25" fmla="*/ 859 h 923"/>
                <a:gd name="T26" fmla="*/ 267 w 641"/>
                <a:gd name="T27" fmla="*/ 922 h 923"/>
                <a:gd name="T28" fmla="*/ 238 w 641"/>
                <a:gd name="T29" fmla="*/ 923 h 923"/>
                <a:gd name="T30" fmla="*/ 210 w 641"/>
                <a:gd name="T31" fmla="*/ 918 h 923"/>
                <a:gd name="T32" fmla="*/ 185 w 641"/>
                <a:gd name="T33" fmla="*/ 906 h 923"/>
                <a:gd name="T34" fmla="*/ 165 w 641"/>
                <a:gd name="T35" fmla="*/ 888 h 923"/>
                <a:gd name="T36" fmla="*/ 149 w 641"/>
                <a:gd name="T37" fmla="*/ 865 h 923"/>
                <a:gd name="T38" fmla="*/ 140 w 641"/>
                <a:gd name="T39" fmla="*/ 838 h 923"/>
                <a:gd name="T40" fmla="*/ 2 w 641"/>
                <a:gd name="T41" fmla="*/ 189 h 923"/>
                <a:gd name="T42" fmla="*/ 0 w 641"/>
                <a:gd name="T43" fmla="*/ 160 h 923"/>
                <a:gd name="T44" fmla="*/ 6 w 641"/>
                <a:gd name="T45" fmla="*/ 134 h 923"/>
                <a:gd name="T46" fmla="*/ 17 w 641"/>
                <a:gd name="T47" fmla="*/ 109 h 923"/>
                <a:gd name="T48" fmla="*/ 34 w 641"/>
                <a:gd name="T49" fmla="*/ 88 h 923"/>
                <a:gd name="T50" fmla="*/ 57 w 641"/>
                <a:gd name="T51" fmla="*/ 73 h 923"/>
                <a:gd name="T52" fmla="*/ 85 w 641"/>
                <a:gd name="T53" fmla="*/ 64 h 923"/>
                <a:gd name="T54" fmla="*/ 374 w 641"/>
                <a:gd name="T55" fmla="*/ 2 h 923"/>
                <a:gd name="T56" fmla="*/ 403 w 641"/>
                <a:gd name="T57" fmla="*/ 0 h 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1" h="923">
                  <a:moveTo>
                    <a:pt x="403" y="0"/>
                  </a:moveTo>
                  <a:lnTo>
                    <a:pt x="431" y="5"/>
                  </a:lnTo>
                  <a:lnTo>
                    <a:pt x="456" y="17"/>
                  </a:lnTo>
                  <a:lnTo>
                    <a:pt x="477" y="34"/>
                  </a:lnTo>
                  <a:lnTo>
                    <a:pt x="492" y="56"/>
                  </a:lnTo>
                  <a:lnTo>
                    <a:pt x="501" y="83"/>
                  </a:lnTo>
                  <a:lnTo>
                    <a:pt x="639" y="733"/>
                  </a:lnTo>
                  <a:lnTo>
                    <a:pt x="641" y="761"/>
                  </a:lnTo>
                  <a:lnTo>
                    <a:pt x="635" y="787"/>
                  </a:lnTo>
                  <a:lnTo>
                    <a:pt x="624" y="812"/>
                  </a:lnTo>
                  <a:lnTo>
                    <a:pt x="607" y="833"/>
                  </a:lnTo>
                  <a:lnTo>
                    <a:pt x="584" y="850"/>
                  </a:lnTo>
                  <a:lnTo>
                    <a:pt x="558" y="859"/>
                  </a:lnTo>
                  <a:lnTo>
                    <a:pt x="267" y="922"/>
                  </a:lnTo>
                  <a:lnTo>
                    <a:pt x="238" y="923"/>
                  </a:lnTo>
                  <a:lnTo>
                    <a:pt x="210" y="918"/>
                  </a:lnTo>
                  <a:lnTo>
                    <a:pt x="185" y="906"/>
                  </a:lnTo>
                  <a:lnTo>
                    <a:pt x="165" y="888"/>
                  </a:lnTo>
                  <a:lnTo>
                    <a:pt x="149" y="865"/>
                  </a:lnTo>
                  <a:lnTo>
                    <a:pt x="140" y="838"/>
                  </a:lnTo>
                  <a:lnTo>
                    <a:pt x="2" y="189"/>
                  </a:lnTo>
                  <a:lnTo>
                    <a:pt x="0" y="160"/>
                  </a:lnTo>
                  <a:lnTo>
                    <a:pt x="6" y="134"/>
                  </a:lnTo>
                  <a:lnTo>
                    <a:pt x="17" y="109"/>
                  </a:lnTo>
                  <a:lnTo>
                    <a:pt x="34" y="88"/>
                  </a:lnTo>
                  <a:lnTo>
                    <a:pt x="57" y="73"/>
                  </a:lnTo>
                  <a:lnTo>
                    <a:pt x="85" y="64"/>
                  </a:lnTo>
                  <a:lnTo>
                    <a:pt x="374" y="2"/>
                  </a:lnTo>
                  <a:lnTo>
                    <a:pt x="403" y="0"/>
                  </a:lnTo>
                  <a:close/>
                </a:path>
              </a:pathLst>
            </a:custGeom>
            <a:solidFill>
              <a:schemeClr val="accent5"/>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dirty="0">
                <a:solidFill>
                  <a:prstClr val="black"/>
                </a:solidFill>
                <a:latin typeface="Calibri"/>
              </a:endParaRPr>
            </a:p>
          </p:txBody>
        </p:sp>
        <p:sp>
          <p:nvSpPr>
            <p:cNvPr id="70" name="Freeform 69"/>
            <p:cNvSpPr>
              <a:spLocks/>
            </p:cNvSpPr>
            <p:nvPr/>
          </p:nvSpPr>
          <p:spPr bwMode="auto">
            <a:xfrm>
              <a:off x="2556735" y="2844273"/>
              <a:ext cx="734046" cy="773885"/>
            </a:xfrm>
            <a:custGeom>
              <a:avLst/>
              <a:gdLst>
                <a:gd name="T0" fmla="*/ 520 w 866"/>
                <a:gd name="T1" fmla="*/ 0 h 913"/>
                <a:gd name="T2" fmla="*/ 548 w 866"/>
                <a:gd name="T3" fmla="*/ 0 h 913"/>
                <a:gd name="T4" fmla="*/ 575 w 866"/>
                <a:gd name="T5" fmla="*/ 10 h 913"/>
                <a:gd name="T6" fmla="*/ 599 w 866"/>
                <a:gd name="T7" fmla="*/ 25 h 913"/>
                <a:gd name="T8" fmla="*/ 828 w 866"/>
                <a:gd name="T9" fmla="*/ 214 h 913"/>
                <a:gd name="T10" fmla="*/ 847 w 866"/>
                <a:gd name="T11" fmla="*/ 235 h 913"/>
                <a:gd name="T12" fmla="*/ 860 w 866"/>
                <a:gd name="T13" fmla="*/ 259 h 913"/>
                <a:gd name="T14" fmla="*/ 866 w 866"/>
                <a:gd name="T15" fmla="*/ 286 h 913"/>
                <a:gd name="T16" fmla="*/ 864 w 866"/>
                <a:gd name="T17" fmla="*/ 314 h 913"/>
                <a:gd name="T18" fmla="*/ 856 w 866"/>
                <a:gd name="T19" fmla="*/ 340 h 913"/>
                <a:gd name="T20" fmla="*/ 841 w 866"/>
                <a:gd name="T21" fmla="*/ 363 h 913"/>
                <a:gd name="T22" fmla="*/ 416 w 866"/>
                <a:gd name="T23" fmla="*/ 875 h 913"/>
                <a:gd name="T24" fmla="*/ 395 w 866"/>
                <a:gd name="T25" fmla="*/ 894 h 913"/>
                <a:gd name="T26" fmla="*/ 371 w 866"/>
                <a:gd name="T27" fmla="*/ 907 h 913"/>
                <a:gd name="T28" fmla="*/ 344 w 866"/>
                <a:gd name="T29" fmla="*/ 913 h 913"/>
                <a:gd name="T30" fmla="*/ 318 w 866"/>
                <a:gd name="T31" fmla="*/ 911 h 913"/>
                <a:gd name="T32" fmla="*/ 291 w 866"/>
                <a:gd name="T33" fmla="*/ 903 h 913"/>
                <a:gd name="T34" fmla="*/ 267 w 866"/>
                <a:gd name="T35" fmla="*/ 888 h 913"/>
                <a:gd name="T36" fmla="*/ 38 w 866"/>
                <a:gd name="T37" fmla="*/ 697 h 913"/>
                <a:gd name="T38" fmla="*/ 19 w 866"/>
                <a:gd name="T39" fmla="*/ 677 h 913"/>
                <a:gd name="T40" fmla="*/ 6 w 866"/>
                <a:gd name="T41" fmla="*/ 652 h 913"/>
                <a:gd name="T42" fmla="*/ 0 w 866"/>
                <a:gd name="T43" fmla="*/ 626 h 913"/>
                <a:gd name="T44" fmla="*/ 2 w 866"/>
                <a:gd name="T45" fmla="*/ 599 h 913"/>
                <a:gd name="T46" fmla="*/ 9 w 866"/>
                <a:gd name="T47" fmla="*/ 573 h 913"/>
                <a:gd name="T48" fmla="*/ 24 w 866"/>
                <a:gd name="T49" fmla="*/ 548 h 913"/>
                <a:gd name="T50" fmla="*/ 448 w 866"/>
                <a:gd name="T51" fmla="*/ 38 h 913"/>
                <a:gd name="T52" fmla="*/ 469 w 866"/>
                <a:gd name="T53" fmla="*/ 19 h 913"/>
                <a:gd name="T54" fmla="*/ 493 w 866"/>
                <a:gd name="T55" fmla="*/ 6 h 913"/>
                <a:gd name="T56" fmla="*/ 520 w 866"/>
                <a:gd name="T57"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3">
                  <a:moveTo>
                    <a:pt x="520" y="0"/>
                  </a:moveTo>
                  <a:lnTo>
                    <a:pt x="548" y="0"/>
                  </a:lnTo>
                  <a:lnTo>
                    <a:pt x="575" y="10"/>
                  </a:lnTo>
                  <a:lnTo>
                    <a:pt x="599" y="25"/>
                  </a:lnTo>
                  <a:lnTo>
                    <a:pt x="828" y="214"/>
                  </a:lnTo>
                  <a:lnTo>
                    <a:pt x="847" y="235"/>
                  </a:lnTo>
                  <a:lnTo>
                    <a:pt x="860" y="259"/>
                  </a:lnTo>
                  <a:lnTo>
                    <a:pt x="866" y="286"/>
                  </a:lnTo>
                  <a:lnTo>
                    <a:pt x="864" y="314"/>
                  </a:lnTo>
                  <a:lnTo>
                    <a:pt x="856" y="340"/>
                  </a:lnTo>
                  <a:lnTo>
                    <a:pt x="841" y="363"/>
                  </a:lnTo>
                  <a:lnTo>
                    <a:pt x="416" y="875"/>
                  </a:lnTo>
                  <a:lnTo>
                    <a:pt x="395" y="894"/>
                  </a:lnTo>
                  <a:lnTo>
                    <a:pt x="371" y="907"/>
                  </a:lnTo>
                  <a:lnTo>
                    <a:pt x="344" y="913"/>
                  </a:lnTo>
                  <a:lnTo>
                    <a:pt x="318" y="911"/>
                  </a:lnTo>
                  <a:lnTo>
                    <a:pt x="291" y="903"/>
                  </a:lnTo>
                  <a:lnTo>
                    <a:pt x="267" y="888"/>
                  </a:lnTo>
                  <a:lnTo>
                    <a:pt x="38" y="697"/>
                  </a:lnTo>
                  <a:lnTo>
                    <a:pt x="19" y="677"/>
                  </a:lnTo>
                  <a:lnTo>
                    <a:pt x="6" y="652"/>
                  </a:lnTo>
                  <a:lnTo>
                    <a:pt x="0" y="626"/>
                  </a:lnTo>
                  <a:lnTo>
                    <a:pt x="2" y="599"/>
                  </a:lnTo>
                  <a:lnTo>
                    <a:pt x="9" y="573"/>
                  </a:lnTo>
                  <a:lnTo>
                    <a:pt x="24" y="548"/>
                  </a:lnTo>
                  <a:lnTo>
                    <a:pt x="448" y="38"/>
                  </a:lnTo>
                  <a:lnTo>
                    <a:pt x="469" y="19"/>
                  </a:lnTo>
                  <a:lnTo>
                    <a:pt x="493" y="6"/>
                  </a:lnTo>
                  <a:lnTo>
                    <a:pt x="520"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1" name="Freeform 70"/>
            <p:cNvSpPr>
              <a:spLocks/>
            </p:cNvSpPr>
            <p:nvPr/>
          </p:nvSpPr>
          <p:spPr bwMode="auto">
            <a:xfrm>
              <a:off x="3284000" y="2629823"/>
              <a:ext cx="744218" cy="432291"/>
            </a:xfrm>
            <a:custGeom>
              <a:avLst/>
              <a:gdLst>
                <a:gd name="T0" fmla="*/ 106 w 878"/>
                <a:gd name="T1" fmla="*/ 0 h 510"/>
                <a:gd name="T2" fmla="*/ 772 w 878"/>
                <a:gd name="T3" fmla="*/ 0 h 510"/>
                <a:gd name="T4" fmla="*/ 804 w 878"/>
                <a:gd name="T5" fmla="*/ 6 h 510"/>
                <a:gd name="T6" fmla="*/ 834 w 878"/>
                <a:gd name="T7" fmla="*/ 21 h 510"/>
                <a:gd name="T8" fmla="*/ 857 w 878"/>
                <a:gd name="T9" fmla="*/ 44 h 510"/>
                <a:gd name="T10" fmla="*/ 872 w 878"/>
                <a:gd name="T11" fmla="*/ 74 h 510"/>
                <a:gd name="T12" fmla="*/ 878 w 878"/>
                <a:gd name="T13" fmla="*/ 106 h 510"/>
                <a:gd name="T14" fmla="*/ 878 w 878"/>
                <a:gd name="T15" fmla="*/ 404 h 510"/>
                <a:gd name="T16" fmla="*/ 872 w 878"/>
                <a:gd name="T17" fmla="*/ 437 h 510"/>
                <a:gd name="T18" fmla="*/ 857 w 878"/>
                <a:gd name="T19" fmla="*/ 467 h 510"/>
                <a:gd name="T20" fmla="*/ 834 w 878"/>
                <a:gd name="T21" fmla="*/ 489 h 510"/>
                <a:gd name="T22" fmla="*/ 804 w 878"/>
                <a:gd name="T23" fmla="*/ 505 h 510"/>
                <a:gd name="T24" fmla="*/ 772 w 878"/>
                <a:gd name="T25" fmla="*/ 510 h 510"/>
                <a:gd name="T26" fmla="*/ 106 w 878"/>
                <a:gd name="T27" fmla="*/ 510 h 510"/>
                <a:gd name="T28" fmla="*/ 74 w 878"/>
                <a:gd name="T29" fmla="*/ 505 h 510"/>
                <a:gd name="T30" fmla="*/ 44 w 878"/>
                <a:gd name="T31" fmla="*/ 489 h 510"/>
                <a:gd name="T32" fmla="*/ 21 w 878"/>
                <a:gd name="T33" fmla="*/ 467 h 510"/>
                <a:gd name="T34" fmla="*/ 6 w 878"/>
                <a:gd name="T35" fmla="*/ 437 h 510"/>
                <a:gd name="T36" fmla="*/ 0 w 878"/>
                <a:gd name="T37" fmla="*/ 404 h 510"/>
                <a:gd name="T38" fmla="*/ 0 w 878"/>
                <a:gd name="T39" fmla="*/ 106 h 510"/>
                <a:gd name="T40" fmla="*/ 6 w 878"/>
                <a:gd name="T41" fmla="*/ 74 h 510"/>
                <a:gd name="T42" fmla="*/ 21 w 878"/>
                <a:gd name="T43" fmla="*/ 44 h 510"/>
                <a:gd name="T44" fmla="*/ 44 w 878"/>
                <a:gd name="T45" fmla="*/ 21 h 510"/>
                <a:gd name="T46" fmla="*/ 74 w 878"/>
                <a:gd name="T47" fmla="*/ 6 h 510"/>
                <a:gd name="T48" fmla="*/ 106 w 878"/>
                <a:gd name="T49"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510">
                  <a:moveTo>
                    <a:pt x="106" y="0"/>
                  </a:moveTo>
                  <a:lnTo>
                    <a:pt x="772" y="0"/>
                  </a:lnTo>
                  <a:lnTo>
                    <a:pt x="804" y="6"/>
                  </a:lnTo>
                  <a:lnTo>
                    <a:pt x="834" y="21"/>
                  </a:lnTo>
                  <a:lnTo>
                    <a:pt x="857" y="44"/>
                  </a:lnTo>
                  <a:lnTo>
                    <a:pt x="872" y="74"/>
                  </a:lnTo>
                  <a:lnTo>
                    <a:pt x="878" y="106"/>
                  </a:lnTo>
                  <a:lnTo>
                    <a:pt x="878" y="404"/>
                  </a:lnTo>
                  <a:lnTo>
                    <a:pt x="872" y="437"/>
                  </a:lnTo>
                  <a:lnTo>
                    <a:pt x="857" y="467"/>
                  </a:lnTo>
                  <a:lnTo>
                    <a:pt x="834" y="489"/>
                  </a:lnTo>
                  <a:lnTo>
                    <a:pt x="804" y="505"/>
                  </a:lnTo>
                  <a:lnTo>
                    <a:pt x="772" y="510"/>
                  </a:lnTo>
                  <a:lnTo>
                    <a:pt x="106" y="510"/>
                  </a:lnTo>
                  <a:lnTo>
                    <a:pt x="74" y="505"/>
                  </a:lnTo>
                  <a:lnTo>
                    <a:pt x="44" y="489"/>
                  </a:lnTo>
                  <a:lnTo>
                    <a:pt x="21" y="467"/>
                  </a:lnTo>
                  <a:lnTo>
                    <a:pt x="6" y="437"/>
                  </a:lnTo>
                  <a:lnTo>
                    <a:pt x="0" y="404"/>
                  </a:lnTo>
                  <a:lnTo>
                    <a:pt x="0" y="106"/>
                  </a:lnTo>
                  <a:lnTo>
                    <a:pt x="6" y="74"/>
                  </a:lnTo>
                  <a:lnTo>
                    <a:pt x="21" y="44"/>
                  </a:lnTo>
                  <a:lnTo>
                    <a:pt x="44" y="21"/>
                  </a:lnTo>
                  <a:lnTo>
                    <a:pt x="74" y="6"/>
                  </a:lnTo>
                  <a:lnTo>
                    <a:pt x="106"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2" name="Freeform 71"/>
            <p:cNvSpPr>
              <a:spLocks/>
            </p:cNvSpPr>
            <p:nvPr/>
          </p:nvSpPr>
          <p:spPr bwMode="auto">
            <a:xfrm>
              <a:off x="4035847" y="2926494"/>
              <a:ext cx="703532" cy="673865"/>
            </a:xfrm>
            <a:custGeom>
              <a:avLst/>
              <a:gdLst>
                <a:gd name="T0" fmla="*/ 155 w 830"/>
                <a:gd name="T1" fmla="*/ 0 h 795"/>
                <a:gd name="T2" fmla="*/ 136 w 830"/>
                <a:gd name="T3" fmla="*/ 20 h 795"/>
                <a:gd name="T4" fmla="*/ 125 w 830"/>
                <a:gd name="T5" fmla="*/ 45 h 795"/>
                <a:gd name="T6" fmla="*/ 119 w 830"/>
                <a:gd name="T7" fmla="*/ 71 h 795"/>
                <a:gd name="T8" fmla="*/ 121 w 830"/>
                <a:gd name="T9" fmla="*/ 98 h 795"/>
                <a:gd name="T10" fmla="*/ 129 w 830"/>
                <a:gd name="T11" fmla="*/ 124 h 795"/>
                <a:gd name="T12" fmla="*/ 144 w 830"/>
                <a:gd name="T13" fmla="*/ 149 h 795"/>
                <a:gd name="T14" fmla="*/ 569 w 830"/>
                <a:gd name="T15" fmla="*/ 657 h 795"/>
                <a:gd name="T16" fmla="*/ 590 w 830"/>
                <a:gd name="T17" fmla="*/ 678 h 795"/>
                <a:gd name="T18" fmla="*/ 615 w 830"/>
                <a:gd name="T19" fmla="*/ 689 h 795"/>
                <a:gd name="T20" fmla="*/ 641 w 830"/>
                <a:gd name="T21" fmla="*/ 695 h 795"/>
                <a:gd name="T22" fmla="*/ 668 w 830"/>
                <a:gd name="T23" fmla="*/ 695 h 795"/>
                <a:gd name="T24" fmla="*/ 694 w 830"/>
                <a:gd name="T25" fmla="*/ 687 h 795"/>
                <a:gd name="T26" fmla="*/ 719 w 830"/>
                <a:gd name="T27" fmla="*/ 672 h 795"/>
                <a:gd name="T28" fmla="*/ 830 w 830"/>
                <a:gd name="T29" fmla="*/ 578 h 795"/>
                <a:gd name="T30" fmla="*/ 828 w 830"/>
                <a:gd name="T31" fmla="*/ 580 h 795"/>
                <a:gd name="T32" fmla="*/ 600 w 830"/>
                <a:gd name="T33" fmla="*/ 770 h 795"/>
                <a:gd name="T34" fmla="*/ 577 w 830"/>
                <a:gd name="T35" fmla="*/ 786 h 795"/>
                <a:gd name="T36" fmla="*/ 550 w 830"/>
                <a:gd name="T37" fmla="*/ 793 h 795"/>
                <a:gd name="T38" fmla="*/ 522 w 830"/>
                <a:gd name="T39" fmla="*/ 795 h 795"/>
                <a:gd name="T40" fmla="*/ 496 w 830"/>
                <a:gd name="T41" fmla="*/ 789 h 795"/>
                <a:gd name="T42" fmla="*/ 471 w 830"/>
                <a:gd name="T43" fmla="*/ 776 h 795"/>
                <a:gd name="T44" fmla="*/ 450 w 830"/>
                <a:gd name="T45" fmla="*/ 757 h 795"/>
                <a:gd name="T46" fmla="*/ 25 w 830"/>
                <a:gd name="T47" fmla="*/ 247 h 795"/>
                <a:gd name="T48" fmla="*/ 10 w 830"/>
                <a:gd name="T49" fmla="*/ 223 h 795"/>
                <a:gd name="T50" fmla="*/ 2 w 830"/>
                <a:gd name="T51" fmla="*/ 196 h 795"/>
                <a:gd name="T52" fmla="*/ 0 w 830"/>
                <a:gd name="T53" fmla="*/ 170 h 795"/>
                <a:gd name="T54" fmla="*/ 6 w 830"/>
                <a:gd name="T55" fmla="*/ 143 h 795"/>
                <a:gd name="T56" fmla="*/ 19 w 830"/>
                <a:gd name="T57" fmla="*/ 119 h 795"/>
                <a:gd name="T58" fmla="*/ 38 w 830"/>
                <a:gd name="T59" fmla="*/ 98 h 795"/>
                <a:gd name="T60" fmla="*/ 155 w 830"/>
                <a:gd name="T61"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795">
                  <a:moveTo>
                    <a:pt x="155" y="0"/>
                  </a:moveTo>
                  <a:lnTo>
                    <a:pt x="136" y="20"/>
                  </a:lnTo>
                  <a:lnTo>
                    <a:pt x="125" y="45"/>
                  </a:lnTo>
                  <a:lnTo>
                    <a:pt x="119" y="71"/>
                  </a:lnTo>
                  <a:lnTo>
                    <a:pt x="121" y="98"/>
                  </a:lnTo>
                  <a:lnTo>
                    <a:pt x="129" y="124"/>
                  </a:lnTo>
                  <a:lnTo>
                    <a:pt x="144" y="149"/>
                  </a:lnTo>
                  <a:lnTo>
                    <a:pt x="569" y="657"/>
                  </a:lnTo>
                  <a:lnTo>
                    <a:pt x="590" y="678"/>
                  </a:lnTo>
                  <a:lnTo>
                    <a:pt x="615" y="689"/>
                  </a:lnTo>
                  <a:lnTo>
                    <a:pt x="641" y="695"/>
                  </a:lnTo>
                  <a:lnTo>
                    <a:pt x="668" y="695"/>
                  </a:lnTo>
                  <a:lnTo>
                    <a:pt x="694" y="687"/>
                  </a:lnTo>
                  <a:lnTo>
                    <a:pt x="719" y="672"/>
                  </a:lnTo>
                  <a:lnTo>
                    <a:pt x="830" y="578"/>
                  </a:lnTo>
                  <a:lnTo>
                    <a:pt x="828" y="580"/>
                  </a:lnTo>
                  <a:lnTo>
                    <a:pt x="600" y="770"/>
                  </a:lnTo>
                  <a:lnTo>
                    <a:pt x="577" y="786"/>
                  </a:lnTo>
                  <a:lnTo>
                    <a:pt x="550" y="793"/>
                  </a:lnTo>
                  <a:lnTo>
                    <a:pt x="522" y="795"/>
                  </a:lnTo>
                  <a:lnTo>
                    <a:pt x="496" y="789"/>
                  </a:lnTo>
                  <a:lnTo>
                    <a:pt x="471" y="776"/>
                  </a:lnTo>
                  <a:lnTo>
                    <a:pt x="450" y="757"/>
                  </a:lnTo>
                  <a:lnTo>
                    <a:pt x="25" y="247"/>
                  </a:lnTo>
                  <a:lnTo>
                    <a:pt x="10" y="223"/>
                  </a:lnTo>
                  <a:lnTo>
                    <a:pt x="2" y="196"/>
                  </a:lnTo>
                  <a:lnTo>
                    <a:pt x="0" y="170"/>
                  </a:lnTo>
                  <a:lnTo>
                    <a:pt x="6" y="143"/>
                  </a:lnTo>
                  <a:lnTo>
                    <a:pt x="19" y="119"/>
                  </a:lnTo>
                  <a:lnTo>
                    <a:pt x="38" y="98"/>
                  </a:lnTo>
                  <a:lnTo>
                    <a:pt x="155" y="0"/>
                  </a:lnTo>
                  <a:close/>
                </a:path>
              </a:pathLst>
            </a:custGeom>
            <a:solidFill>
              <a:schemeClr val="accent2">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3" name="Freeform 72"/>
            <p:cNvSpPr>
              <a:spLocks/>
            </p:cNvSpPr>
            <p:nvPr/>
          </p:nvSpPr>
          <p:spPr bwMode="auto">
            <a:xfrm>
              <a:off x="4300307" y="3605444"/>
              <a:ext cx="344985" cy="781513"/>
            </a:xfrm>
            <a:custGeom>
              <a:avLst/>
              <a:gdLst>
                <a:gd name="T0" fmla="*/ 240 w 407"/>
                <a:gd name="T1" fmla="*/ 0 h 922"/>
                <a:gd name="T2" fmla="*/ 269 w 407"/>
                <a:gd name="T3" fmla="*/ 2 h 922"/>
                <a:gd name="T4" fmla="*/ 407 w 407"/>
                <a:gd name="T5" fmla="*/ 32 h 922"/>
                <a:gd name="T6" fmla="*/ 376 w 407"/>
                <a:gd name="T7" fmla="*/ 34 h 922"/>
                <a:gd name="T8" fmla="*/ 348 w 407"/>
                <a:gd name="T9" fmla="*/ 43 h 922"/>
                <a:gd name="T10" fmla="*/ 324 w 407"/>
                <a:gd name="T11" fmla="*/ 60 h 922"/>
                <a:gd name="T12" fmla="*/ 305 w 407"/>
                <a:gd name="T13" fmla="*/ 85 h 922"/>
                <a:gd name="T14" fmla="*/ 293 w 407"/>
                <a:gd name="T15" fmla="*/ 115 h 922"/>
                <a:gd name="T16" fmla="*/ 151 w 407"/>
                <a:gd name="T17" fmla="*/ 763 h 922"/>
                <a:gd name="T18" fmla="*/ 150 w 407"/>
                <a:gd name="T19" fmla="*/ 791 h 922"/>
                <a:gd name="T20" fmla="*/ 155 w 407"/>
                <a:gd name="T21" fmla="*/ 818 h 922"/>
                <a:gd name="T22" fmla="*/ 167 w 407"/>
                <a:gd name="T23" fmla="*/ 842 h 922"/>
                <a:gd name="T24" fmla="*/ 184 w 407"/>
                <a:gd name="T25" fmla="*/ 863 h 922"/>
                <a:gd name="T26" fmla="*/ 206 w 407"/>
                <a:gd name="T27" fmla="*/ 880 h 922"/>
                <a:gd name="T28" fmla="*/ 233 w 407"/>
                <a:gd name="T29" fmla="*/ 890 h 922"/>
                <a:gd name="T30" fmla="*/ 386 w 407"/>
                <a:gd name="T31" fmla="*/ 922 h 922"/>
                <a:gd name="T32" fmla="*/ 375 w 407"/>
                <a:gd name="T33" fmla="*/ 920 h 922"/>
                <a:gd name="T34" fmla="*/ 83 w 407"/>
                <a:gd name="T35" fmla="*/ 857 h 922"/>
                <a:gd name="T36" fmla="*/ 57 w 407"/>
                <a:gd name="T37" fmla="*/ 848 h 922"/>
                <a:gd name="T38" fmla="*/ 34 w 407"/>
                <a:gd name="T39" fmla="*/ 831 h 922"/>
                <a:gd name="T40" fmla="*/ 15 w 407"/>
                <a:gd name="T41" fmla="*/ 810 h 922"/>
                <a:gd name="T42" fmla="*/ 4 w 407"/>
                <a:gd name="T43" fmla="*/ 786 h 922"/>
                <a:gd name="T44" fmla="*/ 0 w 407"/>
                <a:gd name="T45" fmla="*/ 759 h 922"/>
                <a:gd name="T46" fmla="*/ 2 w 407"/>
                <a:gd name="T47" fmla="*/ 731 h 922"/>
                <a:gd name="T48" fmla="*/ 142 w 407"/>
                <a:gd name="T49" fmla="*/ 83 h 922"/>
                <a:gd name="T50" fmla="*/ 153 w 407"/>
                <a:gd name="T51" fmla="*/ 56 h 922"/>
                <a:gd name="T52" fmla="*/ 168 w 407"/>
                <a:gd name="T53" fmla="*/ 34 h 922"/>
                <a:gd name="T54" fmla="*/ 189 w 407"/>
                <a:gd name="T55" fmla="*/ 15 h 922"/>
                <a:gd name="T56" fmla="*/ 214 w 407"/>
                <a:gd name="T57" fmla="*/ 4 h 922"/>
                <a:gd name="T58" fmla="*/ 240 w 407"/>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7" h="922">
                  <a:moveTo>
                    <a:pt x="240" y="0"/>
                  </a:moveTo>
                  <a:lnTo>
                    <a:pt x="269" y="2"/>
                  </a:lnTo>
                  <a:lnTo>
                    <a:pt x="407" y="32"/>
                  </a:lnTo>
                  <a:lnTo>
                    <a:pt x="376" y="34"/>
                  </a:lnTo>
                  <a:lnTo>
                    <a:pt x="348" y="43"/>
                  </a:lnTo>
                  <a:lnTo>
                    <a:pt x="324" y="60"/>
                  </a:lnTo>
                  <a:lnTo>
                    <a:pt x="305" y="85"/>
                  </a:lnTo>
                  <a:lnTo>
                    <a:pt x="293" y="115"/>
                  </a:lnTo>
                  <a:lnTo>
                    <a:pt x="151" y="763"/>
                  </a:lnTo>
                  <a:lnTo>
                    <a:pt x="150" y="791"/>
                  </a:lnTo>
                  <a:lnTo>
                    <a:pt x="155" y="818"/>
                  </a:lnTo>
                  <a:lnTo>
                    <a:pt x="167" y="842"/>
                  </a:lnTo>
                  <a:lnTo>
                    <a:pt x="184" y="863"/>
                  </a:lnTo>
                  <a:lnTo>
                    <a:pt x="206" y="880"/>
                  </a:lnTo>
                  <a:lnTo>
                    <a:pt x="233" y="890"/>
                  </a:lnTo>
                  <a:lnTo>
                    <a:pt x="386" y="922"/>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4" name="Freeform 73"/>
            <p:cNvSpPr>
              <a:spLocks/>
            </p:cNvSpPr>
            <p:nvPr/>
          </p:nvSpPr>
          <p:spPr bwMode="auto">
            <a:xfrm>
              <a:off x="3670519" y="4297109"/>
              <a:ext cx="789990" cy="493319"/>
            </a:xfrm>
            <a:custGeom>
              <a:avLst/>
              <a:gdLst>
                <a:gd name="T0" fmla="*/ 709 w 932"/>
                <a:gd name="T1" fmla="*/ 0 h 582"/>
                <a:gd name="T2" fmla="*/ 736 w 932"/>
                <a:gd name="T3" fmla="*/ 6 h 582"/>
                <a:gd name="T4" fmla="*/ 760 w 932"/>
                <a:gd name="T5" fmla="*/ 17 h 582"/>
                <a:gd name="T6" fmla="*/ 781 w 932"/>
                <a:gd name="T7" fmla="*/ 36 h 582"/>
                <a:gd name="T8" fmla="*/ 798 w 932"/>
                <a:gd name="T9" fmla="*/ 58 h 582"/>
                <a:gd name="T10" fmla="*/ 930 w 932"/>
                <a:gd name="T11" fmla="*/ 325 h 582"/>
                <a:gd name="T12" fmla="*/ 932 w 932"/>
                <a:gd name="T13" fmla="*/ 331 h 582"/>
                <a:gd name="T14" fmla="*/ 866 w 932"/>
                <a:gd name="T15" fmla="*/ 198 h 582"/>
                <a:gd name="T16" fmla="*/ 851 w 932"/>
                <a:gd name="T17" fmla="*/ 176 h 582"/>
                <a:gd name="T18" fmla="*/ 830 w 932"/>
                <a:gd name="T19" fmla="*/ 157 h 582"/>
                <a:gd name="T20" fmla="*/ 806 w 932"/>
                <a:gd name="T21" fmla="*/ 145 h 582"/>
                <a:gd name="T22" fmla="*/ 779 w 932"/>
                <a:gd name="T23" fmla="*/ 140 h 582"/>
                <a:gd name="T24" fmla="*/ 751 w 932"/>
                <a:gd name="T25" fmla="*/ 142 h 582"/>
                <a:gd name="T26" fmla="*/ 724 w 932"/>
                <a:gd name="T27" fmla="*/ 151 h 582"/>
                <a:gd name="T28" fmla="*/ 129 w 932"/>
                <a:gd name="T29" fmla="*/ 446 h 582"/>
                <a:gd name="T30" fmla="*/ 106 w 932"/>
                <a:gd name="T31" fmla="*/ 461 h 582"/>
                <a:gd name="T32" fmla="*/ 89 w 932"/>
                <a:gd name="T33" fmla="*/ 482 h 582"/>
                <a:gd name="T34" fmla="*/ 76 w 932"/>
                <a:gd name="T35" fmla="*/ 504 h 582"/>
                <a:gd name="T36" fmla="*/ 70 w 932"/>
                <a:gd name="T37" fmla="*/ 531 h 582"/>
                <a:gd name="T38" fmla="*/ 70 w 932"/>
                <a:gd name="T39" fmla="*/ 557 h 582"/>
                <a:gd name="T40" fmla="*/ 78 w 932"/>
                <a:gd name="T41" fmla="*/ 582 h 582"/>
                <a:gd name="T42" fmla="*/ 11 w 932"/>
                <a:gd name="T43" fmla="*/ 448 h 582"/>
                <a:gd name="T44" fmla="*/ 2 w 932"/>
                <a:gd name="T45" fmla="*/ 421 h 582"/>
                <a:gd name="T46" fmla="*/ 0 w 932"/>
                <a:gd name="T47" fmla="*/ 393 h 582"/>
                <a:gd name="T48" fmla="*/ 6 w 932"/>
                <a:gd name="T49" fmla="*/ 366 h 582"/>
                <a:gd name="T50" fmla="*/ 19 w 932"/>
                <a:gd name="T51" fmla="*/ 342 h 582"/>
                <a:gd name="T52" fmla="*/ 36 w 932"/>
                <a:gd name="T53" fmla="*/ 321 h 582"/>
                <a:gd name="T54" fmla="*/ 59 w 932"/>
                <a:gd name="T55" fmla="*/ 306 h 582"/>
                <a:gd name="T56" fmla="*/ 654 w 932"/>
                <a:gd name="T57" fmla="*/ 11 h 582"/>
                <a:gd name="T58" fmla="*/ 681 w 932"/>
                <a:gd name="T59" fmla="*/ 2 h 582"/>
                <a:gd name="T60" fmla="*/ 709 w 932"/>
                <a:gd name="T61"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2" h="582">
                  <a:moveTo>
                    <a:pt x="709" y="0"/>
                  </a:moveTo>
                  <a:lnTo>
                    <a:pt x="736" y="6"/>
                  </a:lnTo>
                  <a:lnTo>
                    <a:pt x="760" y="17"/>
                  </a:lnTo>
                  <a:lnTo>
                    <a:pt x="781" y="36"/>
                  </a:lnTo>
                  <a:lnTo>
                    <a:pt x="798" y="58"/>
                  </a:lnTo>
                  <a:lnTo>
                    <a:pt x="930" y="325"/>
                  </a:lnTo>
                  <a:lnTo>
                    <a:pt x="932" y="331"/>
                  </a:lnTo>
                  <a:lnTo>
                    <a:pt x="866" y="198"/>
                  </a:lnTo>
                  <a:lnTo>
                    <a:pt x="851" y="176"/>
                  </a:lnTo>
                  <a:lnTo>
                    <a:pt x="830" y="157"/>
                  </a:lnTo>
                  <a:lnTo>
                    <a:pt x="806" y="145"/>
                  </a:lnTo>
                  <a:lnTo>
                    <a:pt x="779" y="140"/>
                  </a:lnTo>
                  <a:lnTo>
                    <a:pt x="751" y="142"/>
                  </a:lnTo>
                  <a:lnTo>
                    <a:pt x="724" y="151"/>
                  </a:lnTo>
                  <a:lnTo>
                    <a:pt x="129" y="446"/>
                  </a:lnTo>
                  <a:lnTo>
                    <a:pt x="106" y="461"/>
                  </a:lnTo>
                  <a:lnTo>
                    <a:pt x="89" y="482"/>
                  </a:lnTo>
                  <a:lnTo>
                    <a:pt x="76" y="504"/>
                  </a:lnTo>
                  <a:lnTo>
                    <a:pt x="70" y="531"/>
                  </a:lnTo>
                  <a:lnTo>
                    <a:pt x="70" y="557"/>
                  </a:lnTo>
                  <a:lnTo>
                    <a:pt x="78" y="582"/>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5" name="Freeform 74"/>
            <p:cNvSpPr>
              <a:spLocks/>
            </p:cNvSpPr>
            <p:nvPr/>
          </p:nvSpPr>
          <p:spPr bwMode="auto">
            <a:xfrm>
              <a:off x="2934777" y="4313215"/>
              <a:ext cx="734046" cy="603511"/>
            </a:xfrm>
            <a:custGeom>
              <a:avLst/>
              <a:gdLst>
                <a:gd name="T0" fmla="*/ 153 w 866"/>
                <a:gd name="T1" fmla="*/ 0 h 712"/>
                <a:gd name="T2" fmla="*/ 182 w 866"/>
                <a:gd name="T3" fmla="*/ 2 h 712"/>
                <a:gd name="T4" fmla="*/ 208 w 866"/>
                <a:gd name="T5" fmla="*/ 9 h 712"/>
                <a:gd name="T6" fmla="*/ 806 w 866"/>
                <a:gd name="T7" fmla="*/ 300 h 712"/>
                <a:gd name="T8" fmla="*/ 830 w 866"/>
                <a:gd name="T9" fmla="*/ 315 h 712"/>
                <a:gd name="T10" fmla="*/ 847 w 866"/>
                <a:gd name="T11" fmla="*/ 336 h 712"/>
                <a:gd name="T12" fmla="*/ 860 w 866"/>
                <a:gd name="T13" fmla="*/ 361 h 712"/>
                <a:gd name="T14" fmla="*/ 866 w 866"/>
                <a:gd name="T15" fmla="*/ 387 h 712"/>
                <a:gd name="T16" fmla="*/ 864 w 866"/>
                <a:gd name="T17" fmla="*/ 415 h 712"/>
                <a:gd name="T18" fmla="*/ 855 w 866"/>
                <a:gd name="T19" fmla="*/ 442 h 712"/>
                <a:gd name="T20" fmla="*/ 724 w 866"/>
                <a:gd name="T21" fmla="*/ 708 h 712"/>
                <a:gd name="T22" fmla="*/ 724 w 866"/>
                <a:gd name="T23" fmla="*/ 712 h 712"/>
                <a:gd name="T24" fmla="*/ 789 w 866"/>
                <a:gd name="T25" fmla="*/ 580 h 712"/>
                <a:gd name="T26" fmla="*/ 796 w 866"/>
                <a:gd name="T27" fmla="*/ 553 h 712"/>
                <a:gd name="T28" fmla="*/ 798 w 866"/>
                <a:gd name="T29" fmla="*/ 525 h 712"/>
                <a:gd name="T30" fmla="*/ 792 w 866"/>
                <a:gd name="T31" fmla="*/ 499 h 712"/>
                <a:gd name="T32" fmla="*/ 781 w 866"/>
                <a:gd name="T33" fmla="*/ 474 h 712"/>
                <a:gd name="T34" fmla="*/ 762 w 866"/>
                <a:gd name="T35" fmla="*/ 453 h 712"/>
                <a:gd name="T36" fmla="*/ 739 w 866"/>
                <a:gd name="T37" fmla="*/ 438 h 712"/>
                <a:gd name="T38" fmla="*/ 142 w 866"/>
                <a:gd name="T39" fmla="*/ 147 h 712"/>
                <a:gd name="T40" fmla="*/ 115 w 866"/>
                <a:gd name="T41" fmla="*/ 140 h 712"/>
                <a:gd name="T42" fmla="*/ 87 w 866"/>
                <a:gd name="T43" fmla="*/ 138 h 712"/>
                <a:gd name="T44" fmla="*/ 63 w 866"/>
                <a:gd name="T45" fmla="*/ 143 h 712"/>
                <a:gd name="T46" fmla="*/ 38 w 866"/>
                <a:gd name="T47" fmla="*/ 155 h 712"/>
                <a:gd name="T48" fmla="*/ 17 w 866"/>
                <a:gd name="T49" fmla="*/ 172 h 712"/>
                <a:gd name="T50" fmla="*/ 0 w 866"/>
                <a:gd name="T51" fmla="*/ 194 h 712"/>
                <a:gd name="T52" fmla="*/ 66 w 866"/>
                <a:gd name="T53" fmla="*/ 58 h 712"/>
                <a:gd name="T54" fmla="*/ 81 w 866"/>
                <a:gd name="T55" fmla="*/ 36 h 712"/>
                <a:gd name="T56" fmla="*/ 102 w 866"/>
                <a:gd name="T57" fmla="*/ 17 h 712"/>
                <a:gd name="T58" fmla="*/ 127 w 866"/>
                <a:gd name="T59" fmla="*/ 5 h 712"/>
                <a:gd name="T60" fmla="*/ 153 w 866"/>
                <a:gd name="T61"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66" h="712">
                  <a:moveTo>
                    <a:pt x="153" y="0"/>
                  </a:moveTo>
                  <a:lnTo>
                    <a:pt x="182" y="2"/>
                  </a:lnTo>
                  <a:lnTo>
                    <a:pt x="208" y="9"/>
                  </a:lnTo>
                  <a:lnTo>
                    <a:pt x="806" y="300"/>
                  </a:lnTo>
                  <a:lnTo>
                    <a:pt x="830" y="315"/>
                  </a:lnTo>
                  <a:lnTo>
                    <a:pt x="847" y="336"/>
                  </a:lnTo>
                  <a:lnTo>
                    <a:pt x="860" y="361"/>
                  </a:lnTo>
                  <a:lnTo>
                    <a:pt x="866" y="387"/>
                  </a:lnTo>
                  <a:lnTo>
                    <a:pt x="864" y="415"/>
                  </a:lnTo>
                  <a:lnTo>
                    <a:pt x="855" y="442"/>
                  </a:lnTo>
                  <a:lnTo>
                    <a:pt x="724" y="708"/>
                  </a:lnTo>
                  <a:lnTo>
                    <a:pt x="724" y="712"/>
                  </a:lnTo>
                  <a:lnTo>
                    <a:pt x="789" y="580"/>
                  </a:lnTo>
                  <a:lnTo>
                    <a:pt x="796" y="553"/>
                  </a:lnTo>
                  <a:lnTo>
                    <a:pt x="798" y="525"/>
                  </a:lnTo>
                  <a:lnTo>
                    <a:pt x="792" y="499"/>
                  </a:lnTo>
                  <a:lnTo>
                    <a:pt x="781" y="474"/>
                  </a:lnTo>
                  <a:lnTo>
                    <a:pt x="762" y="453"/>
                  </a:lnTo>
                  <a:lnTo>
                    <a:pt x="739" y="438"/>
                  </a:lnTo>
                  <a:lnTo>
                    <a:pt x="142" y="147"/>
                  </a:lnTo>
                  <a:lnTo>
                    <a:pt x="115" y="140"/>
                  </a:lnTo>
                  <a:lnTo>
                    <a:pt x="87" y="138"/>
                  </a:lnTo>
                  <a:lnTo>
                    <a:pt x="63" y="143"/>
                  </a:lnTo>
                  <a:lnTo>
                    <a:pt x="38" y="155"/>
                  </a:lnTo>
                  <a:lnTo>
                    <a:pt x="17" y="172"/>
                  </a:lnTo>
                  <a:lnTo>
                    <a:pt x="0" y="194"/>
                  </a:lnTo>
                  <a:lnTo>
                    <a:pt x="66" y="58"/>
                  </a:lnTo>
                  <a:lnTo>
                    <a:pt x="81" y="36"/>
                  </a:lnTo>
                  <a:lnTo>
                    <a:pt x="102" y="17"/>
                  </a:lnTo>
                  <a:lnTo>
                    <a:pt x="127" y="5"/>
                  </a:lnTo>
                  <a:lnTo>
                    <a:pt x="153"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6" name="Freeform 75"/>
            <p:cNvSpPr>
              <a:spLocks/>
            </p:cNvSpPr>
            <p:nvPr/>
          </p:nvSpPr>
          <p:spPr bwMode="auto">
            <a:xfrm>
              <a:off x="2686422" y="3635959"/>
              <a:ext cx="338204" cy="781513"/>
            </a:xfrm>
            <a:custGeom>
              <a:avLst/>
              <a:gdLst>
                <a:gd name="T0" fmla="*/ 161 w 399"/>
                <a:gd name="T1" fmla="*/ 0 h 922"/>
                <a:gd name="T2" fmla="*/ 189 w 399"/>
                <a:gd name="T3" fmla="*/ 5 h 922"/>
                <a:gd name="T4" fmla="*/ 214 w 399"/>
                <a:gd name="T5" fmla="*/ 17 h 922"/>
                <a:gd name="T6" fmla="*/ 235 w 399"/>
                <a:gd name="T7" fmla="*/ 34 h 922"/>
                <a:gd name="T8" fmla="*/ 250 w 399"/>
                <a:gd name="T9" fmla="*/ 56 h 922"/>
                <a:gd name="T10" fmla="*/ 259 w 399"/>
                <a:gd name="T11" fmla="*/ 83 h 922"/>
                <a:gd name="T12" fmla="*/ 397 w 399"/>
                <a:gd name="T13" fmla="*/ 733 h 922"/>
                <a:gd name="T14" fmla="*/ 399 w 399"/>
                <a:gd name="T15" fmla="*/ 761 h 922"/>
                <a:gd name="T16" fmla="*/ 393 w 399"/>
                <a:gd name="T17" fmla="*/ 787 h 922"/>
                <a:gd name="T18" fmla="*/ 382 w 399"/>
                <a:gd name="T19" fmla="*/ 812 h 922"/>
                <a:gd name="T20" fmla="*/ 365 w 399"/>
                <a:gd name="T21" fmla="*/ 833 h 922"/>
                <a:gd name="T22" fmla="*/ 342 w 399"/>
                <a:gd name="T23" fmla="*/ 850 h 922"/>
                <a:gd name="T24" fmla="*/ 316 w 399"/>
                <a:gd name="T25" fmla="*/ 859 h 922"/>
                <a:gd name="T26" fmla="*/ 25 w 399"/>
                <a:gd name="T27" fmla="*/ 922 h 922"/>
                <a:gd name="T28" fmla="*/ 13 w 399"/>
                <a:gd name="T29" fmla="*/ 922 h 922"/>
                <a:gd name="T30" fmla="*/ 170 w 399"/>
                <a:gd name="T31" fmla="*/ 889 h 922"/>
                <a:gd name="T32" fmla="*/ 197 w 399"/>
                <a:gd name="T33" fmla="*/ 880 h 922"/>
                <a:gd name="T34" fmla="*/ 219 w 399"/>
                <a:gd name="T35" fmla="*/ 863 h 922"/>
                <a:gd name="T36" fmla="*/ 236 w 399"/>
                <a:gd name="T37" fmla="*/ 842 h 922"/>
                <a:gd name="T38" fmla="*/ 250 w 399"/>
                <a:gd name="T39" fmla="*/ 818 h 922"/>
                <a:gd name="T40" fmla="*/ 253 w 399"/>
                <a:gd name="T41" fmla="*/ 791 h 922"/>
                <a:gd name="T42" fmla="*/ 252 w 399"/>
                <a:gd name="T43" fmla="*/ 763 h 922"/>
                <a:gd name="T44" fmla="*/ 114 w 399"/>
                <a:gd name="T45" fmla="*/ 113 h 922"/>
                <a:gd name="T46" fmla="*/ 102 w 399"/>
                <a:gd name="T47" fmla="*/ 85 h 922"/>
                <a:gd name="T48" fmla="*/ 85 w 399"/>
                <a:gd name="T49" fmla="*/ 60 h 922"/>
                <a:gd name="T50" fmla="*/ 59 w 399"/>
                <a:gd name="T51" fmla="*/ 41 h 922"/>
                <a:gd name="T52" fmla="*/ 30 w 399"/>
                <a:gd name="T53" fmla="*/ 32 h 922"/>
                <a:gd name="T54" fmla="*/ 0 w 399"/>
                <a:gd name="T55" fmla="*/ 30 h 922"/>
                <a:gd name="T56" fmla="*/ 132 w 399"/>
                <a:gd name="T57" fmla="*/ 2 h 922"/>
                <a:gd name="T58" fmla="*/ 161 w 399"/>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9" h="922">
                  <a:moveTo>
                    <a:pt x="161" y="0"/>
                  </a:moveTo>
                  <a:lnTo>
                    <a:pt x="189" y="5"/>
                  </a:lnTo>
                  <a:lnTo>
                    <a:pt x="214" y="17"/>
                  </a:lnTo>
                  <a:lnTo>
                    <a:pt x="235" y="34"/>
                  </a:lnTo>
                  <a:lnTo>
                    <a:pt x="250" y="56"/>
                  </a:lnTo>
                  <a:lnTo>
                    <a:pt x="259" y="83"/>
                  </a:lnTo>
                  <a:lnTo>
                    <a:pt x="397" y="733"/>
                  </a:lnTo>
                  <a:lnTo>
                    <a:pt x="399" y="761"/>
                  </a:lnTo>
                  <a:lnTo>
                    <a:pt x="393" y="787"/>
                  </a:lnTo>
                  <a:lnTo>
                    <a:pt x="382" y="812"/>
                  </a:lnTo>
                  <a:lnTo>
                    <a:pt x="365" y="833"/>
                  </a:lnTo>
                  <a:lnTo>
                    <a:pt x="342" y="850"/>
                  </a:lnTo>
                  <a:lnTo>
                    <a:pt x="316" y="859"/>
                  </a:lnTo>
                  <a:lnTo>
                    <a:pt x="25" y="922"/>
                  </a:lnTo>
                  <a:lnTo>
                    <a:pt x="13" y="922"/>
                  </a:lnTo>
                  <a:lnTo>
                    <a:pt x="170" y="889"/>
                  </a:lnTo>
                  <a:lnTo>
                    <a:pt x="197" y="880"/>
                  </a:lnTo>
                  <a:lnTo>
                    <a:pt x="219" y="863"/>
                  </a:lnTo>
                  <a:lnTo>
                    <a:pt x="236" y="842"/>
                  </a:lnTo>
                  <a:lnTo>
                    <a:pt x="250" y="818"/>
                  </a:lnTo>
                  <a:lnTo>
                    <a:pt x="253" y="791"/>
                  </a:lnTo>
                  <a:lnTo>
                    <a:pt x="252" y="763"/>
                  </a:lnTo>
                  <a:lnTo>
                    <a:pt x="114" y="113"/>
                  </a:lnTo>
                  <a:lnTo>
                    <a:pt x="102" y="85"/>
                  </a:lnTo>
                  <a:lnTo>
                    <a:pt x="85" y="60"/>
                  </a:lnTo>
                  <a:lnTo>
                    <a:pt x="59" y="41"/>
                  </a:lnTo>
                  <a:lnTo>
                    <a:pt x="30" y="32"/>
                  </a:lnTo>
                  <a:lnTo>
                    <a:pt x="0" y="30"/>
                  </a:lnTo>
                  <a:lnTo>
                    <a:pt x="132" y="2"/>
                  </a:lnTo>
                  <a:lnTo>
                    <a:pt x="161" y="0"/>
                  </a:lnTo>
                  <a:close/>
                </a:path>
              </a:pathLst>
            </a:custGeom>
            <a:solidFill>
              <a:schemeClr val="accent5">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7" name="Freeform 76"/>
            <p:cNvSpPr>
              <a:spLocks/>
            </p:cNvSpPr>
            <p:nvPr/>
          </p:nvSpPr>
          <p:spPr bwMode="auto">
            <a:xfrm>
              <a:off x="2580468" y="2945141"/>
              <a:ext cx="710312" cy="673017"/>
            </a:xfrm>
            <a:custGeom>
              <a:avLst/>
              <a:gdLst>
                <a:gd name="T0" fmla="*/ 687 w 838"/>
                <a:gd name="T1" fmla="*/ 0 h 794"/>
                <a:gd name="T2" fmla="*/ 800 w 838"/>
                <a:gd name="T3" fmla="*/ 95 h 794"/>
                <a:gd name="T4" fmla="*/ 819 w 838"/>
                <a:gd name="T5" fmla="*/ 116 h 794"/>
                <a:gd name="T6" fmla="*/ 832 w 838"/>
                <a:gd name="T7" fmla="*/ 140 h 794"/>
                <a:gd name="T8" fmla="*/ 838 w 838"/>
                <a:gd name="T9" fmla="*/ 167 h 794"/>
                <a:gd name="T10" fmla="*/ 836 w 838"/>
                <a:gd name="T11" fmla="*/ 195 h 794"/>
                <a:gd name="T12" fmla="*/ 828 w 838"/>
                <a:gd name="T13" fmla="*/ 221 h 794"/>
                <a:gd name="T14" fmla="*/ 813 w 838"/>
                <a:gd name="T15" fmla="*/ 244 h 794"/>
                <a:gd name="T16" fmla="*/ 388 w 838"/>
                <a:gd name="T17" fmla="*/ 756 h 794"/>
                <a:gd name="T18" fmla="*/ 367 w 838"/>
                <a:gd name="T19" fmla="*/ 775 h 794"/>
                <a:gd name="T20" fmla="*/ 343 w 838"/>
                <a:gd name="T21" fmla="*/ 788 h 794"/>
                <a:gd name="T22" fmla="*/ 316 w 838"/>
                <a:gd name="T23" fmla="*/ 794 h 794"/>
                <a:gd name="T24" fmla="*/ 290 w 838"/>
                <a:gd name="T25" fmla="*/ 792 h 794"/>
                <a:gd name="T26" fmla="*/ 263 w 838"/>
                <a:gd name="T27" fmla="*/ 784 h 794"/>
                <a:gd name="T28" fmla="*/ 239 w 838"/>
                <a:gd name="T29" fmla="*/ 769 h 794"/>
                <a:gd name="T30" fmla="*/ 10 w 838"/>
                <a:gd name="T31" fmla="*/ 578 h 794"/>
                <a:gd name="T32" fmla="*/ 4 w 838"/>
                <a:gd name="T33" fmla="*/ 575 h 794"/>
                <a:gd name="T34" fmla="*/ 0 w 838"/>
                <a:gd name="T35" fmla="*/ 569 h 794"/>
                <a:gd name="T36" fmla="*/ 116 w 838"/>
                <a:gd name="T37" fmla="*/ 665 h 794"/>
                <a:gd name="T38" fmla="*/ 138 w 838"/>
                <a:gd name="T39" fmla="*/ 680 h 794"/>
                <a:gd name="T40" fmla="*/ 165 w 838"/>
                <a:gd name="T41" fmla="*/ 688 h 794"/>
                <a:gd name="T42" fmla="*/ 193 w 838"/>
                <a:gd name="T43" fmla="*/ 688 h 794"/>
                <a:gd name="T44" fmla="*/ 220 w 838"/>
                <a:gd name="T45" fmla="*/ 682 h 794"/>
                <a:gd name="T46" fmla="*/ 244 w 838"/>
                <a:gd name="T47" fmla="*/ 671 h 794"/>
                <a:gd name="T48" fmla="*/ 265 w 838"/>
                <a:gd name="T49" fmla="*/ 650 h 794"/>
                <a:gd name="T50" fmla="*/ 689 w 838"/>
                <a:gd name="T51" fmla="*/ 140 h 794"/>
                <a:gd name="T52" fmla="*/ 706 w 838"/>
                <a:gd name="T53" fmla="*/ 114 h 794"/>
                <a:gd name="T54" fmla="*/ 713 w 838"/>
                <a:gd name="T55" fmla="*/ 85 h 794"/>
                <a:gd name="T56" fmla="*/ 711 w 838"/>
                <a:gd name="T57" fmla="*/ 55 h 794"/>
                <a:gd name="T58" fmla="*/ 704 w 838"/>
                <a:gd name="T59" fmla="*/ 27 h 794"/>
                <a:gd name="T60" fmla="*/ 687 w 838"/>
                <a:gd name="T61"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8" h="794">
                  <a:moveTo>
                    <a:pt x="687" y="0"/>
                  </a:moveTo>
                  <a:lnTo>
                    <a:pt x="800" y="95"/>
                  </a:lnTo>
                  <a:lnTo>
                    <a:pt x="819" y="116"/>
                  </a:lnTo>
                  <a:lnTo>
                    <a:pt x="832" y="140"/>
                  </a:lnTo>
                  <a:lnTo>
                    <a:pt x="838" y="167"/>
                  </a:lnTo>
                  <a:lnTo>
                    <a:pt x="836" y="195"/>
                  </a:lnTo>
                  <a:lnTo>
                    <a:pt x="828" y="221"/>
                  </a:lnTo>
                  <a:lnTo>
                    <a:pt x="813" y="244"/>
                  </a:lnTo>
                  <a:lnTo>
                    <a:pt x="388" y="756"/>
                  </a:lnTo>
                  <a:lnTo>
                    <a:pt x="367" y="775"/>
                  </a:lnTo>
                  <a:lnTo>
                    <a:pt x="343" y="788"/>
                  </a:lnTo>
                  <a:lnTo>
                    <a:pt x="316" y="794"/>
                  </a:lnTo>
                  <a:lnTo>
                    <a:pt x="290" y="792"/>
                  </a:lnTo>
                  <a:lnTo>
                    <a:pt x="263" y="784"/>
                  </a:lnTo>
                  <a:lnTo>
                    <a:pt x="239" y="769"/>
                  </a:lnTo>
                  <a:lnTo>
                    <a:pt x="10" y="578"/>
                  </a:lnTo>
                  <a:lnTo>
                    <a:pt x="4" y="575"/>
                  </a:lnTo>
                  <a:lnTo>
                    <a:pt x="0" y="569"/>
                  </a:lnTo>
                  <a:lnTo>
                    <a:pt x="116" y="665"/>
                  </a:lnTo>
                  <a:lnTo>
                    <a:pt x="138" y="680"/>
                  </a:lnTo>
                  <a:lnTo>
                    <a:pt x="165" y="688"/>
                  </a:lnTo>
                  <a:lnTo>
                    <a:pt x="193" y="688"/>
                  </a:lnTo>
                  <a:lnTo>
                    <a:pt x="220" y="682"/>
                  </a:lnTo>
                  <a:lnTo>
                    <a:pt x="244" y="671"/>
                  </a:lnTo>
                  <a:lnTo>
                    <a:pt x="265" y="650"/>
                  </a:lnTo>
                  <a:lnTo>
                    <a:pt x="689" y="140"/>
                  </a:lnTo>
                  <a:lnTo>
                    <a:pt x="706" y="114"/>
                  </a:lnTo>
                  <a:lnTo>
                    <a:pt x="713" y="85"/>
                  </a:lnTo>
                  <a:lnTo>
                    <a:pt x="711" y="55"/>
                  </a:lnTo>
                  <a:lnTo>
                    <a:pt x="704" y="27"/>
                  </a:lnTo>
                  <a:lnTo>
                    <a:pt x="687" y="0"/>
                  </a:lnTo>
                  <a:close/>
                </a:path>
              </a:pathLst>
            </a:custGeom>
            <a:solidFill>
              <a:schemeClr val="accent6">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8" name="Freeform 77"/>
            <p:cNvSpPr>
              <a:spLocks/>
            </p:cNvSpPr>
            <p:nvPr/>
          </p:nvSpPr>
          <p:spPr bwMode="auto">
            <a:xfrm>
              <a:off x="3284000" y="2849359"/>
              <a:ext cx="744218" cy="212755"/>
            </a:xfrm>
            <a:custGeom>
              <a:avLst/>
              <a:gdLst>
                <a:gd name="T0" fmla="*/ 0 w 878"/>
                <a:gd name="T1" fmla="*/ 0 h 251"/>
                <a:gd name="T2" fmla="*/ 6 w 878"/>
                <a:gd name="T3" fmla="*/ 34 h 251"/>
                <a:gd name="T4" fmla="*/ 21 w 878"/>
                <a:gd name="T5" fmla="*/ 62 h 251"/>
                <a:gd name="T6" fmla="*/ 44 w 878"/>
                <a:gd name="T7" fmla="*/ 85 h 251"/>
                <a:gd name="T8" fmla="*/ 74 w 878"/>
                <a:gd name="T9" fmla="*/ 100 h 251"/>
                <a:gd name="T10" fmla="*/ 106 w 878"/>
                <a:gd name="T11" fmla="*/ 106 h 251"/>
                <a:gd name="T12" fmla="*/ 772 w 878"/>
                <a:gd name="T13" fmla="*/ 106 h 251"/>
                <a:gd name="T14" fmla="*/ 804 w 878"/>
                <a:gd name="T15" fmla="*/ 100 h 251"/>
                <a:gd name="T16" fmla="*/ 834 w 878"/>
                <a:gd name="T17" fmla="*/ 85 h 251"/>
                <a:gd name="T18" fmla="*/ 857 w 878"/>
                <a:gd name="T19" fmla="*/ 62 h 251"/>
                <a:gd name="T20" fmla="*/ 872 w 878"/>
                <a:gd name="T21" fmla="*/ 34 h 251"/>
                <a:gd name="T22" fmla="*/ 878 w 878"/>
                <a:gd name="T23" fmla="*/ 0 h 251"/>
                <a:gd name="T24" fmla="*/ 878 w 878"/>
                <a:gd name="T25" fmla="*/ 145 h 251"/>
                <a:gd name="T26" fmla="*/ 872 w 878"/>
                <a:gd name="T27" fmla="*/ 178 h 251"/>
                <a:gd name="T28" fmla="*/ 857 w 878"/>
                <a:gd name="T29" fmla="*/ 208 h 251"/>
                <a:gd name="T30" fmla="*/ 834 w 878"/>
                <a:gd name="T31" fmla="*/ 230 h 251"/>
                <a:gd name="T32" fmla="*/ 804 w 878"/>
                <a:gd name="T33" fmla="*/ 246 h 251"/>
                <a:gd name="T34" fmla="*/ 772 w 878"/>
                <a:gd name="T35" fmla="*/ 251 h 251"/>
                <a:gd name="T36" fmla="*/ 106 w 878"/>
                <a:gd name="T37" fmla="*/ 251 h 251"/>
                <a:gd name="T38" fmla="*/ 74 w 878"/>
                <a:gd name="T39" fmla="*/ 246 h 251"/>
                <a:gd name="T40" fmla="*/ 44 w 878"/>
                <a:gd name="T41" fmla="*/ 230 h 251"/>
                <a:gd name="T42" fmla="*/ 21 w 878"/>
                <a:gd name="T43" fmla="*/ 208 h 251"/>
                <a:gd name="T44" fmla="*/ 6 w 878"/>
                <a:gd name="T45" fmla="*/ 178 h 251"/>
                <a:gd name="T46" fmla="*/ 0 w 878"/>
                <a:gd name="T47" fmla="*/ 145 h 251"/>
                <a:gd name="T48" fmla="*/ 0 w 878"/>
                <a:gd name="T4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251">
                  <a:moveTo>
                    <a:pt x="0" y="0"/>
                  </a:moveTo>
                  <a:lnTo>
                    <a:pt x="6" y="34"/>
                  </a:lnTo>
                  <a:lnTo>
                    <a:pt x="21" y="62"/>
                  </a:lnTo>
                  <a:lnTo>
                    <a:pt x="44" y="85"/>
                  </a:lnTo>
                  <a:lnTo>
                    <a:pt x="74" y="100"/>
                  </a:lnTo>
                  <a:lnTo>
                    <a:pt x="106" y="106"/>
                  </a:lnTo>
                  <a:lnTo>
                    <a:pt x="772" y="106"/>
                  </a:lnTo>
                  <a:lnTo>
                    <a:pt x="804" y="100"/>
                  </a:lnTo>
                  <a:lnTo>
                    <a:pt x="834" y="85"/>
                  </a:lnTo>
                  <a:lnTo>
                    <a:pt x="857" y="62"/>
                  </a:lnTo>
                  <a:lnTo>
                    <a:pt x="872" y="34"/>
                  </a:lnTo>
                  <a:lnTo>
                    <a:pt x="878" y="0"/>
                  </a:lnTo>
                  <a:lnTo>
                    <a:pt x="878" y="145"/>
                  </a:lnTo>
                  <a:lnTo>
                    <a:pt x="872" y="178"/>
                  </a:lnTo>
                  <a:lnTo>
                    <a:pt x="857" y="208"/>
                  </a:lnTo>
                  <a:lnTo>
                    <a:pt x="834" y="230"/>
                  </a:lnTo>
                  <a:lnTo>
                    <a:pt x="804" y="246"/>
                  </a:lnTo>
                  <a:lnTo>
                    <a:pt x="772" y="251"/>
                  </a:lnTo>
                  <a:lnTo>
                    <a:pt x="106" y="251"/>
                  </a:lnTo>
                  <a:lnTo>
                    <a:pt x="74" y="246"/>
                  </a:lnTo>
                  <a:lnTo>
                    <a:pt x="44" y="230"/>
                  </a:lnTo>
                  <a:lnTo>
                    <a:pt x="21" y="208"/>
                  </a:lnTo>
                  <a:lnTo>
                    <a:pt x="6" y="178"/>
                  </a:lnTo>
                  <a:lnTo>
                    <a:pt x="0" y="145"/>
                  </a:lnTo>
                  <a:lnTo>
                    <a:pt x="0"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9" name="Freeform 78"/>
            <p:cNvSpPr>
              <a:spLocks/>
            </p:cNvSpPr>
            <p:nvPr/>
          </p:nvSpPr>
          <p:spPr bwMode="auto">
            <a:xfrm>
              <a:off x="2862729" y="3038380"/>
              <a:ext cx="1597781" cy="1564722"/>
            </a:xfrm>
            <a:custGeom>
              <a:avLst/>
              <a:gdLst>
                <a:gd name="T0" fmla="*/ 1261 w 1885"/>
                <a:gd name="T1" fmla="*/ 0 h 1846"/>
                <a:gd name="T2" fmla="*/ 1299 w 1885"/>
                <a:gd name="T3" fmla="*/ 4 h 1846"/>
                <a:gd name="T4" fmla="*/ 1337 w 1885"/>
                <a:gd name="T5" fmla="*/ 15 h 1846"/>
                <a:gd name="T6" fmla="*/ 1375 w 1885"/>
                <a:gd name="T7" fmla="*/ 34 h 1846"/>
                <a:gd name="T8" fmla="*/ 1409 w 1885"/>
                <a:gd name="T9" fmla="*/ 57 h 1846"/>
                <a:gd name="T10" fmla="*/ 1435 w 1885"/>
                <a:gd name="T11" fmla="*/ 81 h 1846"/>
                <a:gd name="T12" fmla="*/ 1838 w 1885"/>
                <a:gd name="T13" fmla="*/ 584 h 1846"/>
                <a:gd name="T14" fmla="*/ 1857 w 1885"/>
                <a:gd name="T15" fmla="*/ 614 h 1846"/>
                <a:gd name="T16" fmla="*/ 1872 w 1885"/>
                <a:gd name="T17" fmla="*/ 652 h 1846"/>
                <a:gd name="T18" fmla="*/ 1881 w 1885"/>
                <a:gd name="T19" fmla="*/ 693 h 1846"/>
                <a:gd name="T20" fmla="*/ 1885 w 1885"/>
                <a:gd name="T21" fmla="*/ 733 h 1846"/>
                <a:gd name="T22" fmla="*/ 1881 w 1885"/>
                <a:gd name="T23" fmla="*/ 771 h 1846"/>
                <a:gd name="T24" fmla="*/ 1740 w 1885"/>
                <a:gd name="T25" fmla="*/ 1396 h 1846"/>
                <a:gd name="T26" fmla="*/ 1726 w 1885"/>
                <a:gd name="T27" fmla="*/ 1432 h 1846"/>
                <a:gd name="T28" fmla="*/ 1708 w 1885"/>
                <a:gd name="T29" fmla="*/ 1468 h 1846"/>
                <a:gd name="T30" fmla="*/ 1681 w 1885"/>
                <a:gd name="T31" fmla="*/ 1500 h 1846"/>
                <a:gd name="T32" fmla="*/ 1651 w 1885"/>
                <a:gd name="T33" fmla="*/ 1526 h 1846"/>
                <a:gd name="T34" fmla="*/ 1621 w 1885"/>
                <a:gd name="T35" fmla="*/ 1547 h 1846"/>
                <a:gd name="T36" fmla="*/ 1042 w 1885"/>
                <a:gd name="T37" fmla="*/ 1827 h 1846"/>
                <a:gd name="T38" fmla="*/ 1006 w 1885"/>
                <a:gd name="T39" fmla="*/ 1840 h 1846"/>
                <a:gd name="T40" fmla="*/ 966 w 1885"/>
                <a:gd name="T41" fmla="*/ 1846 h 1846"/>
                <a:gd name="T42" fmla="*/ 925 w 1885"/>
                <a:gd name="T43" fmla="*/ 1846 h 1846"/>
                <a:gd name="T44" fmla="*/ 885 w 1885"/>
                <a:gd name="T45" fmla="*/ 1840 h 1846"/>
                <a:gd name="T46" fmla="*/ 851 w 1885"/>
                <a:gd name="T47" fmla="*/ 1829 h 1846"/>
                <a:gd name="T48" fmla="*/ 270 w 1885"/>
                <a:gd name="T49" fmla="*/ 1551 h 1846"/>
                <a:gd name="T50" fmla="*/ 238 w 1885"/>
                <a:gd name="T51" fmla="*/ 1532 h 1846"/>
                <a:gd name="T52" fmla="*/ 208 w 1885"/>
                <a:gd name="T53" fmla="*/ 1504 h 1846"/>
                <a:gd name="T54" fmla="*/ 182 w 1885"/>
                <a:gd name="T55" fmla="*/ 1472 h 1846"/>
                <a:gd name="T56" fmla="*/ 163 w 1885"/>
                <a:gd name="T57" fmla="*/ 1438 h 1846"/>
                <a:gd name="T58" fmla="*/ 149 w 1885"/>
                <a:gd name="T59" fmla="*/ 1402 h 1846"/>
                <a:gd name="T60" fmla="*/ 4 w 1885"/>
                <a:gd name="T61" fmla="*/ 776 h 1846"/>
                <a:gd name="T62" fmla="*/ 0 w 1885"/>
                <a:gd name="T63" fmla="*/ 739 h 1846"/>
                <a:gd name="T64" fmla="*/ 4 w 1885"/>
                <a:gd name="T65" fmla="*/ 699 h 1846"/>
                <a:gd name="T66" fmla="*/ 13 w 1885"/>
                <a:gd name="T67" fmla="*/ 657 h 1846"/>
                <a:gd name="T68" fmla="*/ 27 w 1885"/>
                <a:gd name="T69" fmla="*/ 620 h 1846"/>
                <a:gd name="T70" fmla="*/ 47 w 1885"/>
                <a:gd name="T71" fmla="*/ 589 h 1846"/>
                <a:gd name="T72" fmla="*/ 446 w 1885"/>
                <a:gd name="T73" fmla="*/ 85 h 1846"/>
                <a:gd name="T74" fmla="*/ 473 w 1885"/>
                <a:gd name="T75" fmla="*/ 58 h 1846"/>
                <a:gd name="T76" fmla="*/ 505 w 1885"/>
                <a:gd name="T77" fmla="*/ 36 h 1846"/>
                <a:gd name="T78" fmla="*/ 543 w 1885"/>
                <a:gd name="T79" fmla="*/ 19 h 1846"/>
                <a:gd name="T80" fmla="*/ 582 w 1885"/>
                <a:gd name="T81" fmla="*/ 6 h 1846"/>
                <a:gd name="T82" fmla="*/ 618 w 1885"/>
                <a:gd name="T83" fmla="*/ 2 h 1846"/>
                <a:gd name="T84" fmla="*/ 1261 w 1885"/>
                <a:gd name="T85" fmla="*/ 0 h 1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85" h="1846">
                  <a:moveTo>
                    <a:pt x="1261" y="0"/>
                  </a:moveTo>
                  <a:lnTo>
                    <a:pt x="1299" y="4"/>
                  </a:lnTo>
                  <a:lnTo>
                    <a:pt x="1337" y="15"/>
                  </a:lnTo>
                  <a:lnTo>
                    <a:pt x="1375" y="34"/>
                  </a:lnTo>
                  <a:lnTo>
                    <a:pt x="1409" y="57"/>
                  </a:lnTo>
                  <a:lnTo>
                    <a:pt x="1435" y="81"/>
                  </a:lnTo>
                  <a:lnTo>
                    <a:pt x="1838" y="584"/>
                  </a:lnTo>
                  <a:lnTo>
                    <a:pt x="1857" y="614"/>
                  </a:lnTo>
                  <a:lnTo>
                    <a:pt x="1872" y="652"/>
                  </a:lnTo>
                  <a:lnTo>
                    <a:pt x="1881" y="693"/>
                  </a:lnTo>
                  <a:lnTo>
                    <a:pt x="1885" y="733"/>
                  </a:lnTo>
                  <a:lnTo>
                    <a:pt x="1881" y="771"/>
                  </a:lnTo>
                  <a:lnTo>
                    <a:pt x="1740" y="1396"/>
                  </a:lnTo>
                  <a:lnTo>
                    <a:pt x="1726" y="1432"/>
                  </a:lnTo>
                  <a:lnTo>
                    <a:pt x="1708" y="1468"/>
                  </a:lnTo>
                  <a:lnTo>
                    <a:pt x="1681" y="1500"/>
                  </a:lnTo>
                  <a:lnTo>
                    <a:pt x="1651" y="1526"/>
                  </a:lnTo>
                  <a:lnTo>
                    <a:pt x="1621" y="1547"/>
                  </a:lnTo>
                  <a:lnTo>
                    <a:pt x="1042" y="1827"/>
                  </a:lnTo>
                  <a:lnTo>
                    <a:pt x="1006" y="1840"/>
                  </a:lnTo>
                  <a:lnTo>
                    <a:pt x="966" y="1846"/>
                  </a:lnTo>
                  <a:lnTo>
                    <a:pt x="925" y="1846"/>
                  </a:lnTo>
                  <a:lnTo>
                    <a:pt x="885" y="1840"/>
                  </a:lnTo>
                  <a:lnTo>
                    <a:pt x="851" y="1829"/>
                  </a:lnTo>
                  <a:lnTo>
                    <a:pt x="270" y="1551"/>
                  </a:lnTo>
                  <a:lnTo>
                    <a:pt x="238" y="1532"/>
                  </a:lnTo>
                  <a:lnTo>
                    <a:pt x="208" y="1504"/>
                  </a:lnTo>
                  <a:lnTo>
                    <a:pt x="182" y="1472"/>
                  </a:lnTo>
                  <a:lnTo>
                    <a:pt x="163" y="1438"/>
                  </a:lnTo>
                  <a:lnTo>
                    <a:pt x="149" y="1402"/>
                  </a:lnTo>
                  <a:lnTo>
                    <a:pt x="4" y="776"/>
                  </a:lnTo>
                  <a:lnTo>
                    <a:pt x="0" y="739"/>
                  </a:lnTo>
                  <a:lnTo>
                    <a:pt x="4" y="699"/>
                  </a:lnTo>
                  <a:lnTo>
                    <a:pt x="13" y="657"/>
                  </a:lnTo>
                  <a:lnTo>
                    <a:pt x="27" y="620"/>
                  </a:lnTo>
                  <a:lnTo>
                    <a:pt x="47" y="589"/>
                  </a:lnTo>
                  <a:lnTo>
                    <a:pt x="446" y="85"/>
                  </a:lnTo>
                  <a:lnTo>
                    <a:pt x="473" y="58"/>
                  </a:lnTo>
                  <a:lnTo>
                    <a:pt x="505" y="36"/>
                  </a:lnTo>
                  <a:lnTo>
                    <a:pt x="543" y="19"/>
                  </a:lnTo>
                  <a:lnTo>
                    <a:pt x="582" y="6"/>
                  </a:lnTo>
                  <a:lnTo>
                    <a:pt x="618" y="2"/>
                  </a:lnTo>
                  <a:lnTo>
                    <a:pt x="1261" y="0"/>
                  </a:lnTo>
                  <a:close/>
                </a:path>
              </a:pathLst>
            </a:custGeom>
            <a:gradFill flip="none" rotWithShape="1">
              <a:gsLst>
                <a:gs pos="0">
                  <a:schemeClr val="bg1"/>
                </a:gs>
                <a:gs pos="100000">
                  <a:schemeClr val="bg1">
                    <a:lumMod val="85000"/>
                  </a:schemeClr>
                </a:gs>
              </a:gsLst>
              <a:lin ang="2700000" scaled="1"/>
              <a:tileRect/>
            </a:gradFill>
            <a:ln w="0">
              <a:noFill/>
              <a:prstDash val="solid"/>
              <a:round/>
              <a:headEnd/>
              <a:tailEnd/>
            </a:ln>
            <a:effectLst>
              <a:outerShdw blurRad="190500" sx="102000" sy="102000" algn="ctr" rotWithShape="0">
                <a:prstClr val="black">
                  <a:alpha val="8000"/>
                </a:prstClr>
              </a:outerShdw>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80" name="TextBox 79"/>
            <p:cNvSpPr txBox="1"/>
            <p:nvPr/>
          </p:nvSpPr>
          <p:spPr>
            <a:xfrm>
              <a:off x="3477103" y="264445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01</a:t>
              </a:r>
              <a:endParaRPr lang="en-IN" sz="1400" b="1" dirty="0">
                <a:solidFill>
                  <a:prstClr val="white"/>
                </a:solidFill>
                <a:latin typeface="Arial" pitchFamily="34" charset="0"/>
                <a:cs typeface="Arial" pitchFamily="34" charset="0"/>
              </a:endParaRPr>
            </a:p>
          </p:txBody>
        </p:sp>
        <p:sp>
          <p:nvSpPr>
            <p:cNvPr id="81" name="TextBox 80"/>
            <p:cNvSpPr txBox="1"/>
            <p:nvPr/>
          </p:nvSpPr>
          <p:spPr>
            <a:xfrm rot="2937415">
              <a:off x="4250494" y="3028069"/>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02</a:t>
              </a:r>
              <a:endParaRPr lang="en-IN" sz="1400" b="1" dirty="0">
                <a:solidFill>
                  <a:prstClr val="white"/>
                </a:solidFill>
                <a:latin typeface="Arial" pitchFamily="34" charset="0"/>
                <a:cs typeface="Arial" pitchFamily="34" charset="0"/>
              </a:endParaRPr>
            </a:p>
          </p:txBody>
        </p:sp>
        <p:sp>
          <p:nvSpPr>
            <p:cNvPr id="82" name="TextBox 81"/>
            <p:cNvSpPr txBox="1"/>
            <p:nvPr/>
          </p:nvSpPr>
          <p:spPr>
            <a:xfrm rot="16949909">
              <a:off x="4433397" y="385845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03</a:t>
              </a:r>
              <a:endParaRPr lang="en-IN" sz="1400" b="1" dirty="0">
                <a:solidFill>
                  <a:prstClr val="white"/>
                </a:solidFill>
                <a:latin typeface="Arial" pitchFamily="34" charset="0"/>
                <a:cs typeface="Arial" pitchFamily="34" charset="0"/>
              </a:endParaRPr>
            </a:p>
          </p:txBody>
        </p:sp>
        <p:sp>
          <p:nvSpPr>
            <p:cNvPr id="83" name="TextBox 82"/>
            <p:cNvSpPr txBox="1"/>
            <p:nvPr/>
          </p:nvSpPr>
          <p:spPr>
            <a:xfrm rot="20026711">
              <a:off x="3893510" y="4523470"/>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04</a:t>
              </a:r>
              <a:endParaRPr lang="en-IN" sz="1400" b="1" dirty="0">
                <a:solidFill>
                  <a:prstClr val="white"/>
                </a:solidFill>
                <a:latin typeface="Arial" pitchFamily="34" charset="0"/>
                <a:cs typeface="Arial" pitchFamily="34" charset="0"/>
              </a:endParaRPr>
            </a:p>
          </p:txBody>
        </p:sp>
        <p:sp>
          <p:nvSpPr>
            <p:cNvPr id="84" name="TextBox 83"/>
            <p:cNvSpPr txBox="1"/>
            <p:nvPr/>
          </p:nvSpPr>
          <p:spPr>
            <a:xfrm rot="1465680">
              <a:off x="3051154" y="452901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05</a:t>
              </a:r>
              <a:endParaRPr lang="en-IN" sz="1400" b="1" dirty="0">
                <a:solidFill>
                  <a:prstClr val="white"/>
                </a:solidFill>
                <a:latin typeface="Arial" pitchFamily="34" charset="0"/>
                <a:cs typeface="Arial" pitchFamily="34" charset="0"/>
              </a:endParaRPr>
            </a:p>
          </p:txBody>
        </p:sp>
        <p:sp>
          <p:nvSpPr>
            <p:cNvPr id="86" name="TextBox 85"/>
            <p:cNvSpPr txBox="1"/>
            <p:nvPr/>
          </p:nvSpPr>
          <p:spPr>
            <a:xfrm rot="18533137">
              <a:off x="2696481" y="303272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07</a:t>
              </a:r>
              <a:endParaRPr lang="en-IN" sz="1400" b="1" dirty="0">
                <a:solidFill>
                  <a:prstClr val="white"/>
                </a:solidFill>
                <a:latin typeface="Arial" pitchFamily="34" charset="0"/>
                <a:cs typeface="Arial" pitchFamily="34" charset="0"/>
              </a:endParaRPr>
            </a:p>
          </p:txBody>
        </p:sp>
      </p:grpSp>
      <p:sp>
        <p:nvSpPr>
          <p:cNvPr id="101" name="Rounded Rectangle 100"/>
          <p:cNvSpPr/>
          <p:nvPr/>
        </p:nvSpPr>
        <p:spPr>
          <a:xfrm>
            <a:off x="6986066" y="1546324"/>
            <a:ext cx="4104456" cy="4629928"/>
          </a:xfrm>
          <a:prstGeom prst="roundRect">
            <a:avLst>
              <a:gd name="adj" fmla="val 779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a:solidFill>
                <a:prstClr val="white"/>
              </a:solidFill>
              <a:latin typeface="Calibri"/>
            </a:endParaRPr>
          </a:p>
        </p:txBody>
      </p:sp>
      <p:sp>
        <p:nvSpPr>
          <p:cNvPr id="102" name="Oval 101"/>
          <p:cNvSpPr/>
          <p:nvPr/>
        </p:nvSpPr>
        <p:spPr>
          <a:xfrm>
            <a:off x="8197708" y="681748"/>
            <a:ext cx="1681172" cy="1681172"/>
          </a:xfrm>
          <a:prstGeom prst="ellips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r>
              <a:rPr lang="en-IN" sz="4000" b="1" dirty="0">
                <a:solidFill>
                  <a:prstClr val="white"/>
                </a:solidFill>
                <a:latin typeface="Arial" pitchFamily="34" charset="0"/>
                <a:cs typeface="Arial" pitchFamily="34" charset="0"/>
              </a:rPr>
              <a:t>05</a:t>
            </a:r>
          </a:p>
        </p:txBody>
      </p:sp>
      <p:sp>
        <p:nvSpPr>
          <p:cNvPr id="116" name="TextBox 115">
            <a:extLst>
              <a:ext uri="{FF2B5EF4-FFF2-40B4-BE49-F238E27FC236}">
                <a16:creationId xmlns:a16="http://schemas.microsoft.com/office/drawing/2014/main" id="{7D2FD06F-46BB-4FD9-947D-1C4F3C525D69}"/>
              </a:ext>
            </a:extLst>
          </p:cNvPr>
          <p:cNvSpPr txBox="1"/>
          <p:nvPr/>
        </p:nvSpPr>
        <p:spPr>
          <a:xfrm>
            <a:off x="7573652" y="2352437"/>
            <a:ext cx="3076830" cy="400110"/>
          </a:xfrm>
          <a:prstGeom prst="rect">
            <a:avLst/>
          </a:prstGeom>
          <a:noFill/>
        </p:spPr>
        <p:txBody>
          <a:bodyPr wrap="square" rtlCol="0" anchor="b">
            <a:spAutoFit/>
          </a:bodyPr>
          <a:lstStyle/>
          <a:p>
            <a:pPr algn="ctr" defTabSz="1218987"/>
            <a:r>
              <a:rPr lang="en-GB" sz="2000" b="1" dirty="0">
                <a:solidFill>
                  <a:prstClr val="black">
                    <a:lumMod val="75000"/>
                    <a:lumOff val="25000"/>
                  </a:prstClr>
                </a:solidFill>
                <a:latin typeface="Arial" pitchFamily="34" charset="0"/>
                <a:cs typeface="Arial" pitchFamily="34" charset="0"/>
              </a:rPr>
              <a:t>Anomaly Detection</a:t>
            </a:r>
          </a:p>
        </p:txBody>
      </p:sp>
      <p:sp>
        <p:nvSpPr>
          <p:cNvPr id="5" name="TextBox 4">
            <a:extLst>
              <a:ext uri="{FF2B5EF4-FFF2-40B4-BE49-F238E27FC236}">
                <a16:creationId xmlns:a16="http://schemas.microsoft.com/office/drawing/2014/main" id="{52E14192-A94C-4D83-A18D-8DEC00CED532}"/>
              </a:ext>
            </a:extLst>
          </p:cNvPr>
          <p:cNvSpPr txBox="1"/>
          <p:nvPr/>
        </p:nvSpPr>
        <p:spPr>
          <a:xfrm>
            <a:off x="6986066" y="2720608"/>
            <a:ext cx="4104456" cy="2785378"/>
          </a:xfrm>
          <a:prstGeom prst="rect">
            <a:avLst/>
          </a:prstGeom>
          <a:noFill/>
        </p:spPr>
        <p:txBody>
          <a:bodyPr wrap="square" rtlCol="0">
            <a:spAutoFit/>
          </a:bodyPr>
          <a:lstStyle/>
          <a:p>
            <a:pPr marL="285750" indent="-285750">
              <a:buFont typeface="Arial" panose="020B0604020202020204" pitchFamily="34" charset="0"/>
              <a:buChar char="•"/>
            </a:pPr>
            <a:r>
              <a:rPr lang="en-US" sz="1750" dirty="0"/>
              <a:t>Anomaly detection in machine learning is the process of using machine learning models to identify anomalies rapidly. This serves several purposes, whether to maintain clean, high-quality data that you will use for processing or specific business purposes.</a:t>
            </a:r>
          </a:p>
          <a:p>
            <a:pPr marL="285750" indent="-285750">
              <a:buFont typeface="Arial" panose="020B0604020202020204" pitchFamily="34" charset="0"/>
              <a:buChar char="•"/>
            </a:pPr>
            <a:endParaRPr lang="en-US" sz="1750" dirty="0"/>
          </a:p>
          <a:p>
            <a:pPr marL="285750" indent="-285750">
              <a:buFont typeface="Arial" panose="020B0604020202020204" pitchFamily="34" charset="0"/>
              <a:buChar char="•"/>
            </a:pPr>
            <a:r>
              <a:rPr lang="en-US" sz="1750" dirty="0"/>
              <a:t>Techniques like </a:t>
            </a:r>
            <a:r>
              <a:rPr lang="en-US" sz="1750" b="1" dirty="0"/>
              <a:t>Isolation Forests </a:t>
            </a:r>
            <a:r>
              <a:rPr lang="en-US" sz="1750" dirty="0"/>
              <a:t>that detect abnormal transactions.</a:t>
            </a:r>
          </a:p>
        </p:txBody>
      </p:sp>
      <p:sp>
        <p:nvSpPr>
          <p:cNvPr id="97" name="TextBox 96">
            <a:extLst>
              <a:ext uri="{FF2B5EF4-FFF2-40B4-BE49-F238E27FC236}">
                <a16:creationId xmlns:a16="http://schemas.microsoft.com/office/drawing/2014/main" id="{C97D4F5D-33FA-46F0-B4F2-75E2FB6C0241}"/>
              </a:ext>
            </a:extLst>
          </p:cNvPr>
          <p:cNvSpPr txBox="1"/>
          <p:nvPr/>
        </p:nvSpPr>
        <p:spPr>
          <a:xfrm rot="15359598">
            <a:off x="2515186" y="389170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06</a:t>
            </a:r>
            <a:endParaRPr lang="en-IN" sz="1400" b="1" dirty="0">
              <a:solidFill>
                <a:prstClr val="white"/>
              </a:solidFill>
              <a:latin typeface="Arial" pitchFamily="34" charset="0"/>
              <a:cs typeface="Arial" pitchFamily="34" charset="0"/>
            </a:endParaRPr>
          </a:p>
        </p:txBody>
      </p:sp>
      <p:pic>
        <p:nvPicPr>
          <p:cNvPr id="47" name="Picture 46">
            <a:extLst>
              <a:ext uri="{FF2B5EF4-FFF2-40B4-BE49-F238E27FC236}">
                <a16:creationId xmlns:a16="http://schemas.microsoft.com/office/drawing/2014/main" id="{E5657E87-07B3-442E-BD03-1E5E29F5ACD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
        <p:nvSpPr>
          <p:cNvPr id="49" name="Title 1">
            <a:extLst>
              <a:ext uri="{FF2B5EF4-FFF2-40B4-BE49-F238E27FC236}">
                <a16:creationId xmlns:a16="http://schemas.microsoft.com/office/drawing/2014/main" id="{D0C0BBF6-E79A-4DDE-B296-7D8ED74A57E3}"/>
              </a:ext>
            </a:extLst>
          </p:cNvPr>
          <p:cNvSpPr>
            <a:spLocks noGrp="1"/>
          </p:cNvSpPr>
          <p:nvPr>
            <p:ph type="title"/>
          </p:nvPr>
        </p:nvSpPr>
        <p:spPr>
          <a:xfrm>
            <a:off x="69012" y="14494"/>
            <a:ext cx="9592574" cy="711081"/>
          </a:xfrm>
          <a:solidFill>
            <a:srgbClr val="0361AE"/>
          </a:solidFill>
        </p:spPr>
        <p:txBody>
          <a:bodyPr/>
          <a:lstStyle/>
          <a:p>
            <a:r>
              <a:rPr lang="en-IN" sz="2400" dirty="0">
                <a:solidFill>
                  <a:schemeClr val="bg1"/>
                </a:solidFill>
                <a:latin typeface="Arial" panose="020B0604020202020204" pitchFamily="34" charset="0"/>
                <a:cs typeface="Arial" panose="020B0604020202020204" pitchFamily="34" charset="0"/>
              </a:rPr>
              <a:t>Detection Techniques</a:t>
            </a:r>
          </a:p>
        </p:txBody>
      </p:sp>
      <p:sp>
        <p:nvSpPr>
          <p:cNvPr id="136" name="TextBox 135">
            <a:extLst>
              <a:ext uri="{FF2B5EF4-FFF2-40B4-BE49-F238E27FC236}">
                <a16:creationId xmlns:a16="http://schemas.microsoft.com/office/drawing/2014/main" id="{C2384F5D-FBCB-40AB-9E4D-4A8F15FE91C8}"/>
              </a:ext>
            </a:extLst>
          </p:cNvPr>
          <p:cNvSpPr txBox="1"/>
          <p:nvPr/>
        </p:nvSpPr>
        <p:spPr>
          <a:xfrm>
            <a:off x="3018794" y="1023469"/>
            <a:ext cx="1416177" cy="954107"/>
          </a:xfrm>
          <a:prstGeom prst="rect">
            <a:avLst/>
          </a:prstGeom>
          <a:noFill/>
        </p:spPr>
        <p:txBody>
          <a:bodyPr wrap="square" rtlCol="0" anchor="b">
            <a:spAutoFit/>
          </a:bodyPr>
          <a:lstStyle/>
          <a:p>
            <a:pPr algn="ctr" defTabSz="1218987"/>
            <a:r>
              <a:rPr lang="en-IN" sz="1400" b="1" dirty="0">
                <a:solidFill>
                  <a:schemeClr val="bg1"/>
                </a:solidFill>
                <a:latin typeface="Arial" panose="020B0604020202020204" pitchFamily="34" charset="0"/>
                <a:cs typeface="Arial" pitchFamily="34" charset="0"/>
              </a:rPr>
              <a:t>•	Rule-Based Systems</a:t>
            </a:r>
          </a:p>
        </p:txBody>
      </p:sp>
      <p:sp>
        <p:nvSpPr>
          <p:cNvPr id="137" name="TextBox 136">
            <a:extLst>
              <a:ext uri="{FF2B5EF4-FFF2-40B4-BE49-F238E27FC236}">
                <a16:creationId xmlns:a16="http://schemas.microsoft.com/office/drawing/2014/main" id="{14885A98-2CD1-4344-9B4C-0FDA04CBA45B}"/>
              </a:ext>
            </a:extLst>
          </p:cNvPr>
          <p:cNvSpPr txBox="1"/>
          <p:nvPr/>
        </p:nvSpPr>
        <p:spPr>
          <a:xfrm>
            <a:off x="4313633" y="2226546"/>
            <a:ext cx="1659954" cy="523220"/>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Logistic Regression</a:t>
            </a:r>
          </a:p>
        </p:txBody>
      </p:sp>
      <p:sp>
        <p:nvSpPr>
          <p:cNvPr id="138" name="TextBox 137">
            <a:extLst>
              <a:ext uri="{FF2B5EF4-FFF2-40B4-BE49-F238E27FC236}">
                <a16:creationId xmlns:a16="http://schemas.microsoft.com/office/drawing/2014/main" id="{D8AFE877-B24A-41FF-B0EC-DF18D9EB0621}"/>
              </a:ext>
            </a:extLst>
          </p:cNvPr>
          <p:cNvSpPr txBox="1"/>
          <p:nvPr/>
        </p:nvSpPr>
        <p:spPr>
          <a:xfrm>
            <a:off x="4679772" y="4056380"/>
            <a:ext cx="1644397"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Neural Networks </a:t>
            </a:r>
          </a:p>
        </p:txBody>
      </p:sp>
      <p:sp>
        <p:nvSpPr>
          <p:cNvPr id="140" name="TextBox 139">
            <a:extLst>
              <a:ext uri="{FF2B5EF4-FFF2-40B4-BE49-F238E27FC236}">
                <a16:creationId xmlns:a16="http://schemas.microsoft.com/office/drawing/2014/main" id="{39501723-7827-4946-BF53-E42C07F9EB95}"/>
              </a:ext>
            </a:extLst>
          </p:cNvPr>
          <p:cNvSpPr txBox="1"/>
          <p:nvPr/>
        </p:nvSpPr>
        <p:spPr>
          <a:xfrm>
            <a:off x="1414601" y="2545449"/>
            <a:ext cx="1615569" cy="307777"/>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Deep Learning</a:t>
            </a:r>
          </a:p>
        </p:txBody>
      </p:sp>
      <p:sp>
        <p:nvSpPr>
          <p:cNvPr id="141" name="TextBox 140">
            <a:extLst>
              <a:ext uri="{FF2B5EF4-FFF2-40B4-BE49-F238E27FC236}">
                <a16:creationId xmlns:a16="http://schemas.microsoft.com/office/drawing/2014/main" id="{7633A301-5ABD-4A93-B038-BAA418FD319F}"/>
              </a:ext>
            </a:extLst>
          </p:cNvPr>
          <p:cNvSpPr txBox="1"/>
          <p:nvPr/>
        </p:nvSpPr>
        <p:spPr>
          <a:xfrm>
            <a:off x="2248986" y="5366738"/>
            <a:ext cx="1297126" cy="523220"/>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Anomaly Detection</a:t>
            </a:r>
          </a:p>
        </p:txBody>
      </p:sp>
      <p:sp>
        <p:nvSpPr>
          <p:cNvPr id="142" name="TextBox 141">
            <a:extLst>
              <a:ext uri="{FF2B5EF4-FFF2-40B4-BE49-F238E27FC236}">
                <a16:creationId xmlns:a16="http://schemas.microsoft.com/office/drawing/2014/main" id="{3839EB97-E2F7-4226-8738-A130CE8C9AE8}"/>
              </a:ext>
            </a:extLst>
          </p:cNvPr>
          <p:cNvSpPr txBox="1"/>
          <p:nvPr/>
        </p:nvSpPr>
        <p:spPr>
          <a:xfrm>
            <a:off x="3690464" y="5349377"/>
            <a:ext cx="1597780"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Clustering</a:t>
            </a:r>
          </a:p>
        </p:txBody>
      </p:sp>
      <p:sp>
        <p:nvSpPr>
          <p:cNvPr id="143" name="TextBox 142">
            <a:extLst>
              <a:ext uri="{FF2B5EF4-FFF2-40B4-BE49-F238E27FC236}">
                <a16:creationId xmlns:a16="http://schemas.microsoft.com/office/drawing/2014/main" id="{CF202F4B-15FE-4D3D-B4A7-D08488BA0E24}"/>
              </a:ext>
            </a:extLst>
          </p:cNvPr>
          <p:cNvSpPr txBox="1"/>
          <p:nvPr/>
        </p:nvSpPr>
        <p:spPr>
          <a:xfrm>
            <a:off x="1040396" y="4046627"/>
            <a:ext cx="1620977" cy="492443"/>
          </a:xfrm>
          <a:prstGeom prst="rect">
            <a:avLst/>
          </a:prstGeom>
          <a:noFill/>
        </p:spPr>
        <p:txBody>
          <a:bodyPr wrap="square" rtlCol="0" anchor="b">
            <a:spAutoFit/>
          </a:bodyPr>
          <a:lstStyle/>
          <a:p>
            <a:pPr algn="ctr" defTabSz="1218987"/>
            <a:r>
              <a:rPr lang="en-US" sz="1300" b="1" dirty="0">
                <a:solidFill>
                  <a:schemeClr val="bg1"/>
                </a:solidFill>
                <a:latin typeface="Arial" panose="020B0604020202020204" pitchFamily="34" charset="0"/>
                <a:cs typeface="Arial" pitchFamily="34" charset="0"/>
              </a:rPr>
              <a:t>Gradient Boosting</a:t>
            </a:r>
          </a:p>
        </p:txBody>
      </p:sp>
    </p:spTree>
    <p:extLst>
      <p:ext uri="{BB962C8B-B14F-4D97-AF65-F5344CB8AC3E}">
        <p14:creationId xmlns:p14="http://schemas.microsoft.com/office/powerpoint/2010/main" val="3257178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p:cNvGrpSpPr/>
          <p:nvPr/>
        </p:nvGrpSpPr>
        <p:grpSpPr>
          <a:xfrm>
            <a:off x="1029200" y="1198179"/>
            <a:ext cx="5280728" cy="5195116"/>
            <a:chOff x="1027612" y="1198179"/>
            <a:chExt cx="5280728" cy="5195116"/>
          </a:xfrm>
        </p:grpSpPr>
        <p:grpSp>
          <p:nvGrpSpPr>
            <p:cNvPr id="57" name="Group 56"/>
            <p:cNvGrpSpPr/>
            <p:nvPr/>
          </p:nvGrpSpPr>
          <p:grpSpPr>
            <a:xfrm>
              <a:off x="1027612" y="1198179"/>
              <a:ext cx="5280728" cy="5195116"/>
              <a:chOff x="3407432" y="1152319"/>
              <a:chExt cx="5373960" cy="5286836"/>
            </a:xfrm>
            <a:effectLst>
              <a:outerShdw blurRad="381000" dist="88900" dir="2700000" algn="tl" rotWithShape="0">
                <a:prstClr val="black">
                  <a:alpha val="48000"/>
                </a:prstClr>
              </a:outerShdw>
            </a:effectLst>
          </p:grpSpPr>
          <p:sp>
            <p:nvSpPr>
              <p:cNvPr id="58" name="Freeform 57"/>
              <p:cNvSpPr>
                <a:spLocks/>
              </p:cNvSpPr>
              <p:nvPr/>
            </p:nvSpPr>
            <p:spPr bwMode="auto">
              <a:xfrm>
                <a:off x="5243895" y="1152319"/>
                <a:ext cx="1676883" cy="1931347"/>
              </a:xfrm>
              <a:custGeom>
                <a:avLst/>
                <a:gdLst>
                  <a:gd name="T0" fmla="*/ 1570 w 1944"/>
                  <a:gd name="T1" fmla="*/ 0 h 2239"/>
                  <a:gd name="T2" fmla="*/ 1579 w 1944"/>
                  <a:gd name="T3" fmla="*/ 0 h 2239"/>
                  <a:gd name="T4" fmla="*/ 1594 w 1944"/>
                  <a:gd name="T5" fmla="*/ 2 h 2239"/>
                  <a:gd name="T6" fmla="*/ 1613 w 1944"/>
                  <a:gd name="T7" fmla="*/ 4 h 2239"/>
                  <a:gd name="T8" fmla="*/ 1638 w 1944"/>
                  <a:gd name="T9" fmla="*/ 6 h 2239"/>
                  <a:gd name="T10" fmla="*/ 1664 w 1944"/>
                  <a:gd name="T11" fmla="*/ 11 h 2239"/>
                  <a:gd name="T12" fmla="*/ 1692 w 1944"/>
                  <a:gd name="T13" fmla="*/ 19 h 2239"/>
                  <a:gd name="T14" fmla="*/ 1725 w 1944"/>
                  <a:gd name="T15" fmla="*/ 28 h 2239"/>
                  <a:gd name="T16" fmla="*/ 1755 w 1944"/>
                  <a:gd name="T17" fmla="*/ 40 h 2239"/>
                  <a:gd name="T18" fmla="*/ 1787 w 1944"/>
                  <a:gd name="T19" fmla="*/ 57 h 2239"/>
                  <a:gd name="T20" fmla="*/ 1817 w 1944"/>
                  <a:gd name="T21" fmla="*/ 76 h 2239"/>
                  <a:gd name="T22" fmla="*/ 1846 w 1944"/>
                  <a:gd name="T23" fmla="*/ 98 h 2239"/>
                  <a:gd name="T24" fmla="*/ 1874 w 1944"/>
                  <a:gd name="T25" fmla="*/ 125 h 2239"/>
                  <a:gd name="T26" fmla="*/ 1897 w 1944"/>
                  <a:gd name="T27" fmla="*/ 157 h 2239"/>
                  <a:gd name="T28" fmla="*/ 1917 w 1944"/>
                  <a:gd name="T29" fmla="*/ 195 h 2239"/>
                  <a:gd name="T30" fmla="*/ 1933 w 1944"/>
                  <a:gd name="T31" fmla="*/ 238 h 2239"/>
                  <a:gd name="T32" fmla="*/ 1942 w 1944"/>
                  <a:gd name="T33" fmla="*/ 285 h 2239"/>
                  <a:gd name="T34" fmla="*/ 1944 w 1944"/>
                  <a:gd name="T35" fmla="*/ 340 h 2239"/>
                  <a:gd name="T36" fmla="*/ 1944 w 1944"/>
                  <a:gd name="T37" fmla="*/ 440 h 2239"/>
                  <a:gd name="T38" fmla="*/ 1944 w 1944"/>
                  <a:gd name="T39" fmla="*/ 531 h 2239"/>
                  <a:gd name="T40" fmla="*/ 1944 w 1944"/>
                  <a:gd name="T41" fmla="*/ 612 h 2239"/>
                  <a:gd name="T42" fmla="*/ 1944 w 1944"/>
                  <a:gd name="T43" fmla="*/ 684 h 2239"/>
                  <a:gd name="T44" fmla="*/ 1944 w 1944"/>
                  <a:gd name="T45" fmla="*/ 797 h 2239"/>
                  <a:gd name="T46" fmla="*/ 1944 w 1944"/>
                  <a:gd name="T47" fmla="*/ 839 h 2239"/>
                  <a:gd name="T48" fmla="*/ 1944 w 1944"/>
                  <a:gd name="T49" fmla="*/ 869 h 2239"/>
                  <a:gd name="T50" fmla="*/ 1944 w 1944"/>
                  <a:gd name="T51" fmla="*/ 886 h 2239"/>
                  <a:gd name="T52" fmla="*/ 1944 w 1944"/>
                  <a:gd name="T53" fmla="*/ 892 h 2239"/>
                  <a:gd name="T54" fmla="*/ 1314 w 1944"/>
                  <a:gd name="T55" fmla="*/ 2231 h 2239"/>
                  <a:gd name="T56" fmla="*/ 634 w 1944"/>
                  <a:gd name="T57" fmla="*/ 2239 h 2239"/>
                  <a:gd name="T58" fmla="*/ 0 w 1944"/>
                  <a:gd name="T59" fmla="*/ 886 h 2239"/>
                  <a:gd name="T60" fmla="*/ 0 w 1944"/>
                  <a:gd name="T61" fmla="*/ 312 h 2239"/>
                  <a:gd name="T62" fmla="*/ 0 w 1944"/>
                  <a:gd name="T63" fmla="*/ 308 h 2239"/>
                  <a:gd name="T64" fmla="*/ 0 w 1944"/>
                  <a:gd name="T65" fmla="*/ 301 h 2239"/>
                  <a:gd name="T66" fmla="*/ 0 w 1944"/>
                  <a:gd name="T67" fmla="*/ 287 h 2239"/>
                  <a:gd name="T68" fmla="*/ 2 w 1944"/>
                  <a:gd name="T69" fmla="*/ 268 h 2239"/>
                  <a:gd name="T70" fmla="*/ 6 w 1944"/>
                  <a:gd name="T71" fmla="*/ 248 h 2239"/>
                  <a:gd name="T72" fmla="*/ 13 w 1944"/>
                  <a:gd name="T73" fmla="*/ 223 h 2239"/>
                  <a:gd name="T74" fmla="*/ 21 w 1944"/>
                  <a:gd name="T75" fmla="*/ 197 h 2239"/>
                  <a:gd name="T76" fmla="*/ 32 w 1944"/>
                  <a:gd name="T77" fmla="*/ 170 h 2239"/>
                  <a:gd name="T78" fmla="*/ 47 w 1944"/>
                  <a:gd name="T79" fmla="*/ 142 h 2239"/>
                  <a:gd name="T80" fmla="*/ 64 w 1944"/>
                  <a:gd name="T81" fmla="*/ 115 h 2239"/>
                  <a:gd name="T82" fmla="*/ 87 w 1944"/>
                  <a:gd name="T83" fmla="*/ 89 h 2239"/>
                  <a:gd name="T84" fmla="*/ 115 w 1944"/>
                  <a:gd name="T85" fmla="*/ 66 h 2239"/>
                  <a:gd name="T86" fmla="*/ 148 w 1944"/>
                  <a:gd name="T87" fmla="*/ 44 h 2239"/>
                  <a:gd name="T88" fmla="*/ 185 w 1944"/>
                  <a:gd name="T89" fmla="*/ 27 h 2239"/>
                  <a:gd name="T90" fmla="*/ 229 w 1944"/>
                  <a:gd name="T91" fmla="*/ 13 h 2239"/>
                  <a:gd name="T92" fmla="*/ 278 w 1944"/>
                  <a:gd name="T93" fmla="*/ 4 h 2239"/>
                  <a:gd name="T94" fmla="*/ 337 w 1944"/>
                  <a:gd name="T95" fmla="*/ 0 h 2239"/>
                  <a:gd name="T96" fmla="*/ 1566 w 1944"/>
                  <a:gd name="T97" fmla="*/ 0 h 2239"/>
                  <a:gd name="T98" fmla="*/ 1570 w 1944"/>
                  <a:gd name="T99" fmla="*/ 0 h 2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4" h="2239">
                    <a:moveTo>
                      <a:pt x="1570" y="0"/>
                    </a:moveTo>
                    <a:lnTo>
                      <a:pt x="1579" y="0"/>
                    </a:lnTo>
                    <a:lnTo>
                      <a:pt x="1594" y="2"/>
                    </a:lnTo>
                    <a:lnTo>
                      <a:pt x="1613" y="4"/>
                    </a:lnTo>
                    <a:lnTo>
                      <a:pt x="1638" y="6"/>
                    </a:lnTo>
                    <a:lnTo>
                      <a:pt x="1664" y="11"/>
                    </a:lnTo>
                    <a:lnTo>
                      <a:pt x="1692" y="19"/>
                    </a:lnTo>
                    <a:lnTo>
                      <a:pt x="1725" y="28"/>
                    </a:lnTo>
                    <a:lnTo>
                      <a:pt x="1755" y="40"/>
                    </a:lnTo>
                    <a:lnTo>
                      <a:pt x="1787" y="57"/>
                    </a:lnTo>
                    <a:lnTo>
                      <a:pt x="1817" y="76"/>
                    </a:lnTo>
                    <a:lnTo>
                      <a:pt x="1846" y="98"/>
                    </a:lnTo>
                    <a:lnTo>
                      <a:pt x="1874" y="125"/>
                    </a:lnTo>
                    <a:lnTo>
                      <a:pt x="1897" y="157"/>
                    </a:lnTo>
                    <a:lnTo>
                      <a:pt x="1917" y="195"/>
                    </a:lnTo>
                    <a:lnTo>
                      <a:pt x="1933" y="238"/>
                    </a:lnTo>
                    <a:lnTo>
                      <a:pt x="1942" y="285"/>
                    </a:lnTo>
                    <a:lnTo>
                      <a:pt x="1944" y="340"/>
                    </a:lnTo>
                    <a:lnTo>
                      <a:pt x="1944" y="440"/>
                    </a:lnTo>
                    <a:lnTo>
                      <a:pt x="1944" y="531"/>
                    </a:lnTo>
                    <a:lnTo>
                      <a:pt x="1944" y="612"/>
                    </a:lnTo>
                    <a:lnTo>
                      <a:pt x="1944" y="684"/>
                    </a:lnTo>
                    <a:lnTo>
                      <a:pt x="1944" y="797"/>
                    </a:lnTo>
                    <a:lnTo>
                      <a:pt x="1944" y="839"/>
                    </a:lnTo>
                    <a:lnTo>
                      <a:pt x="1944" y="869"/>
                    </a:lnTo>
                    <a:lnTo>
                      <a:pt x="1944" y="886"/>
                    </a:lnTo>
                    <a:lnTo>
                      <a:pt x="1944" y="892"/>
                    </a:lnTo>
                    <a:lnTo>
                      <a:pt x="1314" y="2231"/>
                    </a:lnTo>
                    <a:lnTo>
                      <a:pt x="634" y="2239"/>
                    </a:lnTo>
                    <a:lnTo>
                      <a:pt x="0" y="886"/>
                    </a:lnTo>
                    <a:lnTo>
                      <a:pt x="0" y="312"/>
                    </a:lnTo>
                    <a:lnTo>
                      <a:pt x="0" y="308"/>
                    </a:lnTo>
                    <a:lnTo>
                      <a:pt x="0" y="301"/>
                    </a:lnTo>
                    <a:lnTo>
                      <a:pt x="0" y="287"/>
                    </a:lnTo>
                    <a:lnTo>
                      <a:pt x="2" y="268"/>
                    </a:lnTo>
                    <a:lnTo>
                      <a:pt x="6" y="248"/>
                    </a:lnTo>
                    <a:lnTo>
                      <a:pt x="13" y="223"/>
                    </a:lnTo>
                    <a:lnTo>
                      <a:pt x="21" y="197"/>
                    </a:lnTo>
                    <a:lnTo>
                      <a:pt x="32" y="170"/>
                    </a:lnTo>
                    <a:lnTo>
                      <a:pt x="47" y="142"/>
                    </a:lnTo>
                    <a:lnTo>
                      <a:pt x="64" y="115"/>
                    </a:lnTo>
                    <a:lnTo>
                      <a:pt x="87" y="89"/>
                    </a:lnTo>
                    <a:lnTo>
                      <a:pt x="115" y="66"/>
                    </a:lnTo>
                    <a:lnTo>
                      <a:pt x="148" y="44"/>
                    </a:lnTo>
                    <a:lnTo>
                      <a:pt x="185" y="27"/>
                    </a:lnTo>
                    <a:lnTo>
                      <a:pt x="229" y="13"/>
                    </a:lnTo>
                    <a:lnTo>
                      <a:pt x="278" y="4"/>
                    </a:lnTo>
                    <a:lnTo>
                      <a:pt x="337" y="0"/>
                    </a:lnTo>
                    <a:lnTo>
                      <a:pt x="1566" y="0"/>
                    </a:lnTo>
                    <a:lnTo>
                      <a:pt x="1570" y="0"/>
                    </a:lnTo>
                    <a:close/>
                  </a:path>
                </a:pathLst>
              </a:custGeom>
              <a:gradFill flip="none" rotWithShape="1">
                <a:gsLst>
                  <a:gs pos="0">
                    <a:schemeClr val="bg1"/>
                  </a:gs>
                  <a:gs pos="83000">
                    <a:schemeClr val="bg1">
                      <a:lumMod val="85000"/>
                    </a:schemeClr>
                  </a:gs>
                </a:gsLst>
                <a:lin ang="8100000" scaled="1"/>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59" name="Freeform 58"/>
              <p:cNvSpPr>
                <a:spLocks/>
              </p:cNvSpPr>
              <p:nvPr/>
            </p:nvSpPr>
            <p:spPr bwMode="auto">
              <a:xfrm>
                <a:off x="6461014" y="1592242"/>
                <a:ext cx="2087477" cy="1996904"/>
              </a:xfrm>
              <a:custGeom>
                <a:avLst/>
                <a:gdLst>
                  <a:gd name="T0" fmla="*/ 1299 w 2420"/>
                  <a:gd name="T1" fmla="*/ 0 h 2315"/>
                  <a:gd name="T2" fmla="*/ 1342 w 2420"/>
                  <a:gd name="T3" fmla="*/ 8 h 2315"/>
                  <a:gd name="T4" fmla="*/ 1388 w 2420"/>
                  <a:gd name="T5" fmla="*/ 23 h 2315"/>
                  <a:gd name="T6" fmla="*/ 1433 w 2420"/>
                  <a:gd name="T7" fmla="*/ 47 h 2315"/>
                  <a:gd name="T8" fmla="*/ 1480 w 2420"/>
                  <a:gd name="T9" fmla="*/ 85 h 2315"/>
                  <a:gd name="T10" fmla="*/ 1528 w 2420"/>
                  <a:gd name="T11" fmla="*/ 134 h 2315"/>
                  <a:gd name="T12" fmla="*/ 2316 w 2420"/>
                  <a:gd name="T13" fmla="*/ 1077 h 2315"/>
                  <a:gd name="T14" fmla="*/ 2318 w 2420"/>
                  <a:gd name="T15" fmla="*/ 1081 h 2315"/>
                  <a:gd name="T16" fmla="*/ 2325 w 2420"/>
                  <a:gd name="T17" fmla="*/ 1090 h 2315"/>
                  <a:gd name="T18" fmla="*/ 2337 w 2420"/>
                  <a:gd name="T19" fmla="*/ 1105 h 2315"/>
                  <a:gd name="T20" fmla="*/ 2350 w 2420"/>
                  <a:gd name="T21" fmla="*/ 1126 h 2315"/>
                  <a:gd name="T22" fmla="*/ 2365 w 2420"/>
                  <a:gd name="T23" fmla="*/ 1151 h 2315"/>
                  <a:gd name="T24" fmla="*/ 2380 w 2420"/>
                  <a:gd name="T25" fmla="*/ 1179 h 2315"/>
                  <a:gd name="T26" fmla="*/ 2395 w 2420"/>
                  <a:gd name="T27" fmla="*/ 1213 h 2315"/>
                  <a:gd name="T28" fmla="*/ 2407 w 2420"/>
                  <a:gd name="T29" fmla="*/ 1249 h 2315"/>
                  <a:gd name="T30" fmla="*/ 2416 w 2420"/>
                  <a:gd name="T31" fmla="*/ 1287 h 2315"/>
                  <a:gd name="T32" fmla="*/ 2420 w 2420"/>
                  <a:gd name="T33" fmla="*/ 1328 h 2315"/>
                  <a:gd name="T34" fmla="*/ 2420 w 2420"/>
                  <a:gd name="T35" fmla="*/ 1370 h 2315"/>
                  <a:gd name="T36" fmla="*/ 2412 w 2420"/>
                  <a:gd name="T37" fmla="*/ 1413 h 2315"/>
                  <a:gd name="T38" fmla="*/ 2399 w 2420"/>
                  <a:gd name="T39" fmla="*/ 1457 h 2315"/>
                  <a:gd name="T40" fmla="*/ 2375 w 2420"/>
                  <a:gd name="T41" fmla="*/ 1500 h 2315"/>
                  <a:gd name="T42" fmla="*/ 2343 w 2420"/>
                  <a:gd name="T43" fmla="*/ 1544 h 2315"/>
                  <a:gd name="T44" fmla="*/ 2297 w 2420"/>
                  <a:gd name="T45" fmla="*/ 1587 h 2315"/>
                  <a:gd name="T46" fmla="*/ 2227 w 2420"/>
                  <a:gd name="T47" fmla="*/ 1644 h 2315"/>
                  <a:gd name="T48" fmla="*/ 2163 w 2420"/>
                  <a:gd name="T49" fmla="*/ 1699 h 2315"/>
                  <a:gd name="T50" fmla="*/ 2104 w 2420"/>
                  <a:gd name="T51" fmla="*/ 1748 h 2315"/>
                  <a:gd name="T52" fmla="*/ 2053 w 2420"/>
                  <a:gd name="T53" fmla="*/ 1791 h 2315"/>
                  <a:gd name="T54" fmla="*/ 2006 w 2420"/>
                  <a:gd name="T55" fmla="*/ 1829 h 2315"/>
                  <a:gd name="T56" fmla="*/ 1966 w 2420"/>
                  <a:gd name="T57" fmla="*/ 1863 h 2315"/>
                  <a:gd name="T58" fmla="*/ 1934 w 2420"/>
                  <a:gd name="T59" fmla="*/ 1890 h 2315"/>
                  <a:gd name="T60" fmla="*/ 1908 w 2420"/>
                  <a:gd name="T61" fmla="*/ 1912 h 2315"/>
                  <a:gd name="T62" fmla="*/ 1889 w 2420"/>
                  <a:gd name="T63" fmla="*/ 1927 h 2315"/>
                  <a:gd name="T64" fmla="*/ 1877 w 2420"/>
                  <a:gd name="T65" fmla="*/ 1937 h 2315"/>
                  <a:gd name="T66" fmla="*/ 1874 w 2420"/>
                  <a:gd name="T67" fmla="*/ 1941 h 2315"/>
                  <a:gd name="T68" fmla="*/ 440 w 2420"/>
                  <a:gd name="T69" fmla="*/ 2315 h 2315"/>
                  <a:gd name="T70" fmla="*/ 0 w 2420"/>
                  <a:gd name="T71" fmla="*/ 1797 h 2315"/>
                  <a:gd name="T72" fmla="*/ 633 w 2420"/>
                  <a:gd name="T73" fmla="*/ 444 h 2315"/>
                  <a:gd name="T74" fmla="*/ 1074 w 2420"/>
                  <a:gd name="T75" fmla="*/ 76 h 2315"/>
                  <a:gd name="T76" fmla="*/ 1078 w 2420"/>
                  <a:gd name="T77" fmla="*/ 74 h 2315"/>
                  <a:gd name="T78" fmla="*/ 1087 w 2420"/>
                  <a:gd name="T79" fmla="*/ 64 h 2315"/>
                  <a:gd name="T80" fmla="*/ 1104 w 2420"/>
                  <a:gd name="T81" fmla="*/ 55 h 2315"/>
                  <a:gd name="T82" fmla="*/ 1125 w 2420"/>
                  <a:gd name="T83" fmla="*/ 42 h 2315"/>
                  <a:gd name="T84" fmla="*/ 1151 w 2420"/>
                  <a:gd name="T85" fmla="*/ 29 h 2315"/>
                  <a:gd name="T86" fmla="*/ 1183 w 2420"/>
                  <a:gd name="T87" fmla="*/ 15 h 2315"/>
                  <a:gd name="T88" fmla="*/ 1217 w 2420"/>
                  <a:gd name="T89" fmla="*/ 6 h 2315"/>
                  <a:gd name="T90" fmla="*/ 1257 w 2420"/>
                  <a:gd name="T91" fmla="*/ 0 h 2315"/>
                  <a:gd name="T92" fmla="*/ 1299 w 2420"/>
                  <a:gd name="T93" fmla="*/ 0 h 2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20" h="2315">
                    <a:moveTo>
                      <a:pt x="1299" y="0"/>
                    </a:moveTo>
                    <a:lnTo>
                      <a:pt x="1342" y="8"/>
                    </a:lnTo>
                    <a:lnTo>
                      <a:pt x="1388" y="23"/>
                    </a:lnTo>
                    <a:lnTo>
                      <a:pt x="1433" y="47"/>
                    </a:lnTo>
                    <a:lnTo>
                      <a:pt x="1480" y="85"/>
                    </a:lnTo>
                    <a:lnTo>
                      <a:pt x="1528" y="134"/>
                    </a:lnTo>
                    <a:lnTo>
                      <a:pt x="2316" y="1077"/>
                    </a:lnTo>
                    <a:lnTo>
                      <a:pt x="2318" y="1081"/>
                    </a:lnTo>
                    <a:lnTo>
                      <a:pt x="2325" y="1090"/>
                    </a:lnTo>
                    <a:lnTo>
                      <a:pt x="2337" y="1105"/>
                    </a:lnTo>
                    <a:lnTo>
                      <a:pt x="2350" y="1126"/>
                    </a:lnTo>
                    <a:lnTo>
                      <a:pt x="2365" y="1151"/>
                    </a:lnTo>
                    <a:lnTo>
                      <a:pt x="2380" y="1179"/>
                    </a:lnTo>
                    <a:lnTo>
                      <a:pt x="2395" y="1213"/>
                    </a:lnTo>
                    <a:lnTo>
                      <a:pt x="2407" y="1249"/>
                    </a:lnTo>
                    <a:lnTo>
                      <a:pt x="2416" y="1287"/>
                    </a:lnTo>
                    <a:lnTo>
                      <a:pt x="2420" y="1328"/>
                    </a:lnTo>
                    <a:lnTo>
                      <a:pt x="2420" y="1370"/>
                    </a:lnTo>
                    <a:lnTo>
                      <a:pt x="2412" y="1413"/>
                    </a:lnTo>
                    <a:lnTo>
                      <a:pt x="2399" y="1457"/>
                    </a:lnTo>
                    <a:lnTo>
                      <a:pt x="2375" y="1500"/>
                    </a:lnTo>
                    <a:lnTo>
                      <a:pt x="2343" y="1544"/>
                    </a:lnTo>
                    <a:lnTo>
                      <a:pt x="2297" y="1587"/>
                    </a:lnTo>
                    <a:lnTo>
                      <a:pt x="2227" y="1644"/>
                    </a:lnTo>
                    <a:lnTo>
                      <a:pt x="2163" y="1699"/>
                    </a:lnTo>
                    <a:lnTo>
                      <a:pt x="2104" y="1748"/>
                    </a:lnTo>
                    <a:lnTo>
                      <a:pt x="2053" y="1791"/>
                    </a:lnTo>
                    <a:lnTo>
                      <a:pt x="2006" y="1829"/>
                    </a:lnTo>
                    <a:lnTo>
                      <a:pt x="1966" y="1863"/>
                    </a:lnTo>
                    <a:lnTo>
                      <a:pt x="1934" y="1890"/>
                    </a:lnTo>
                    <a:lnTo>
                      <a:pt x="1908" y="1912"/>
                    </a:lnTo>
                    <a:lnTo>
                      <a:pt x="1889" y="1927"/>
                    </a:lnTo>
                    <a:lnTo>
                      <a:pt x="1877" y="1937"/>
                    </a:lnTo>
                    <a:lnTo>
                      <a:pt x="1874" y="1941"/>
                    </a:lnTo>
                    <a:lnTo>
                      <a:pt x="440" y="2315"/>
                    </a:lnTo>
                    <a:lnTo>
                      <a:pt x="0" y="1797"/>
                    </a:lnTo>
                    <a:lnTo>
                      <a:pt x="633" y="444"/>
                    </a:lnTo>
                    <a:lnTo>
                      <a:pt x="1074" y="76"/>
                    </a:lnTo>
                    <a:lnTo>
                      <a:pt x="1078" y="74"/>
                    </a:lnTo>
                    <a:lnTo>
                      <a:pt x="1087" y="64"/>
                    </a:lnTo>
                    <a:lnTo>
                      <a:pt x="1104" y="55"/>
                    </a:lnTo>
                    <a:lnTo>
                      <a:pt x="1125" y="42"/>
                    </a:lnTo>
                    <a:lnTo>
                      <a:pt x="1151" y="29"/>
                    </a:lnTo>
                    <a:lnTo>
                      <a:pt x="1183" y="15"/>
                    </a:lnTo>
                    <a:lnTo>
                      <a:pt x="1217" y="6"/>
                    </a:lnTo>
                    <a:lnTo>
                      <a:pt x="1257" y="0"/>
                    </a:lnTo>
                    <a:lnTo>
                      <a:pt x="1299" y="0"/>
                    </a:lnTo>
                    <a:close/>
                  </a:path>
                </a:pathLst>
              </a:custGeom>
              <a:gradFill flip="none" rotWithShape="1">
                <a:gsLst>
                  <a:gs pos="0">
                    <a:schemeClr val="bg1"/>
                  </a:gs>
                  <a:gs pos="92000">
                    <a:schemeClr val="bg1">
                      <a:lumMod val="85000"/>
                    </a:schemeClr>
                  </a:gs>
                </a:gsLst>
                <a:lin ang="11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0" name="Freeform 59"/>
              <p:cNvSpPr>
                <a:spLocks/>
              </p:cNvSpPr>
              <p:nvPr/>
            </p:nvSpPr>
            <p:spPr bwMode="auto">
              <a:xfrm>
                <a:off x="6710304" y="3375222"/>
                <a:ext cx="2071088" cy="1745889"/>
              </a:xfrm>
              <a:custGeom>
                <a:avLst/>
                <a:gdLst>
                  <a:gd name="T0" fmla="*/ 1596 w 2401"/>
                  <a:gd name="T1" fmla="*/ 0 h 2024"/>
                  <a:gd name="T2" fmla="*/ 2156 w 2401"/>
                  <a:gd name="T3" fmla="*/ 121 h 2024"/>
                  <a:gd name="T4" fmla="*/ 2159 w 2401"/>
                  <a:gd name="T5" fmla="*/ 123 h 2024"/>
                  <a:gd name="T6" fmla="*/ 2169 w 2401"/>
                  <a:gd name="T7" fmla="*/ 125 h 2024"/>
                  <a:gd name="T8" fmla="*/ 2182 w 2401"/>
                  <a:gd name="T9" fmla="*/ 129 h 2024"/>
                  <a:gd name="T10" fmla="*/ 2199 w 2401"/>
                  <a:gd name="T11" fmla="*/ 134 h 2024"/>
                  <a:gd name="T12" fmla="*/ 2218 w 2401"/>
                  <a:gd name="T13" fmla="*/ 142 h 2024"/>
                  <a:gd name="T14" fmla="*/ 2241 w 2401"/>
                  <a:gd name="T15" fmla="*/ 153 h 2024"/>
                  <a:gd name="T16" fmla="*/ 2265 w 2401"/>
                  <a:gd name="T17" fmla="*/ 166 h 2024"/>
                  <a:gd name="T18" fmla="*/ 2288 w 2401"/>
                  <a:gd name="T19" fmla="*/ 183 h 2024"/>
                  <a:gd name="T20" fmla="*/ 2313 w 2401"/>
                  <a:gd name="T21" fmla="*/ 204 h 2024"/>
                  <a:gd name="T22" fmla="*/ 2335 w 2401"/>
                  <a:gd name="T23" fmla="*/ 227 h 2024"/>
                  <a:gd name="T24" fmla="*/ 2356 w 2401"/>
                  <a:gd name="T25" fmla="*/ 255 h 2024"/>
                  <a:gd name="T26" fmla="*/ 2373 w 2401"/>
                  <a:gd name="T27" fmla="*/ 285 h 2024"/>
                  <a:gd name="T28" fmla="*/ 2386 w 2401"/>
                  <a:gd name="T29" fmla="*/ 323 h 2024"/>
                  <a:gd name="T30" fmla="*/ 2396 w 2401"/>
                  <a:gd name="T31" fmla="*/ 363 h 2024"/>
                  <a:gd name="T32" fmla="*/ 2401 w 2401"/>
                  <a:gd name="T33" fmla="*/ 408 h 2024"/>
                  <a:gd name="T34" fmla="*/ 2400 w 2401"/>
                  <a:gd name="T35" fmla="*/ 459 h 2024"/>
                  <a:gd name="T36" fmla="*/ 2390 w 2401"/>
                  <a:gd name="T37" fmla="*/ 516 h 2024"/>
                  <a:gd name="T38" fmla="*/ 2127 w 2401"/>
                  <a:gd name="T39" fmla="*/ 1717 h 2024"/>
                  <a:gd name="T40" fmla="*/ 2127 w 2401"/>
                  <a:gd name="T41" fmla="*/ 1721 h 2024"/>
                  <a:gd name="T42" fmla="*/ 2125 w 2401"/>
                  <a:gd name="T43" fmla="*/ 1731 h 2024"/>
                  <a:gd name="T44" fmla="*/ 2120 w 2401"/>
                  <a:gd name="T45" fmla="*/ 1748 h 2024"/>
                  <a:gd name="T46" fmla="*/ 2114 w 2401"/>
                  <a:gd name="T47" fmla="*/ 1769 h 2024"/>
                  <a:gd name="T48" fmla="*/ 2105 w 2401"/>
                  <a:gd name="T49" fmla="*/ 1793 h 2024"/>
                  <a:gd name="T50" fmla="*/ 2091 w 2401"/>
                  <a:gd name="T51" fmla="*/ 1820 h 2024"/>
                  <a:gd name="T52" fmla="*/ 2078 w 2401"/>
                  <a:gd name="T53" fmla="*/ 1848 h 2024"/>
                  <a:gd name="T54" fmla="*/ 2059 w 2401"/>
                  <a:gd name="T55" fmla="*/ 1878 h 2024"/>
                  <a:gd name="T56" fmla="*/ 2038 w 2401"/>
                  <a:gd name="T57" fmla="*/ 1908 h 2024"/>
                  <a:gd name="T58" fmla="*/ 2012 w 2401"/>
                  <a:gd name="T59" fmla="*/ 1937 h 2024"/>
                  <a:gd name="T60" fmla="*/ 1984 w 2401"/>
                  <a:gd name="T61" fmla="*/ 1961 h 2024"/>
                  <a:gd name="T62" fmla="*/ 1951 w 2401"/>
                  <a:gd name="T63" fmla="*/ 1986 h 2024"/>
                  <a:gd name="T64" fmla="*/ 1914 w 2401"/>
                  <a:gd name="T65" fmla="*/ 2003 h 2024"/>
                  <a:gd name="T66" fmla="*/ 1872 w 2401"/>
                  <a:gd name="T67" fmla="*/ 2016 h 2024"/>
                  <a:gd name="T68" fmla="*/ 1825 w 2401"/>
                  <a:gd name="T69" fmla="*/ 2024 h 2024"/>
                  <a:gd name="T70" fmla="*/ 1772 w 2401"/>
                  <a:gd name="T71" fmla="*/ 2024 h 2024"/>
                  <a:gd name="T72" fmla="*/ 1715 w 2401"/>
                  <a:gd name="T73" fmla="*/ 2014 h 2024"/>
                  <a:gd name="T74" fmla="*/ 1617 w 2401"/>
                  <a:gd name="T75" fmla="*/ 1993 h 2024"/>
                  <a:gd name="T76" fmla="*/ 1528 w 2401"/>
                  <a:gd name="T77" fmla="*/ 1974 h 2024"/>
                  <a:gd name="T78" fmla="*/ 1448 w 2401"/>
                  <a:gd name="T79" fmla="*/ 1957 h 2024"/>
                  <a:gd name="T80" fmla="*/ 1378 w 2401"/>
                  <a:gd name="T81" fmla="*/ 1940 h 2024"/>
                  <a:gd name="T82" fmla="*/ 1318 w 2401"/>
                  <a:gd name="T83" fmla="*/ 1929 h 2024"/>
                  <a:gd name="T84" fmla="*/ 1267 w 2401"/>
                  <a:gd name="T85" fmla="*/ 1918 h 2024"/>
                  <a:gd name="T86" fmla="*/ 1227 w 2401"/>
                  <a:gd name="T87" fmla="*/ 1908 h 2024"/>
                  <a:gd name="T88" fmla="*/ 1199 w 2401"/>
                  <a:gd name="T89" fmla="*/ 1903 h 2024"/>
                  <a:gd name="T90" fmla="*/ 1182 w 2401"/>
                  <a:gd name="T91" fmla="*/ 1899 h 2024"/>
                  <a:gd name="T92" fmla="*/ 1174 w 2401"/>
                  <a:gd name="T93" fmla="*/ 1897 h 2024"/>
                  <a:gd name="T94" fmla="*/ 0 w 2401"/>
                  <a:gd name="T95" fmla="*/ 998 h 2024"/>
                  <a:gd name="T96" fmla="*/ 138 w 2401"/>
                  <a:gd name="T97" fmla="*/ 331 h 2024"/>
                  <a:gd name="T98" fmla="*/ 1596 w 2401"/>
                  <a:gd name="T9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01" h="2024">
                    <a:moveTo>
                      <a:pt x="1596" y="0"/>
                    </a:moveTo>
                    <a:lnTo>
                      <a:pt x="2156" y="121"/>
                    </a:lnTo>
                    <a:lnTo>
                      <a:pt x="2159" y="123"/>
                    </a:lnTo>
                    <a:lnTo>
                      <a:pt x="2169" y="125"/>
                    </a:lnTo>
                    <a:lnTo>
                      <a:pt x="2182" y="129"/>
                    </a:lnTo>
                    <a:lnTo>
                      <a:pt x="2199" y="134"/>
                    </a:lnTo>
                    <a:lnTo>
                      <a:pt x="2218" y="142"/>
                    </a:lnTo>
                    <a:lnTo>
                      <a:pt x="2241" y="153"/>
                    </a:lnTo>
                    <a:lnTo>
                      <a:pt x="2265" y="166"/>
                    </a:lnTo>
                    <a:lnTo>
                      <a:pt x="2288" y="183"/>
                    </a:lnTo>
                    <a:lnTo>
                      <a:pt x="2313" y="204"/>
                    </a:lnTo>
                    <a:lnTo>
                      <a:pt x="2335" y="227"/>
                    </a:lnTo>
                    <a:lnTo>
                      <a:pt x="2356" y="255"/>
                    </a:lnTo>
                    <a:lnTo>
                      <a:pt x="2373" y="285"/>
                    </a:lnTo>
                    <a:lnTo>
                      <a:pt x="2386" y="323"/>
                    </a:lnTo>
                    <a:lnTo>
                      <a:pt x="2396" y="363"/>
                    </a:lnTo>
                    <a:lnTo>
                      <a:pt x="2401" y="408"/>
                    </a:lnTo>
                    <a:lnTo>
                      <a:pt x="2400" y="459"/>
                    </a:lnTo>
                    <a:lnTo>
                      <a:pt x="2390" y="516"/>
                    </a:lnTo>
                    <a:lnTo>
                      <a:pt x="2127" y="1717"/>
                    </a:lnTo>
                    <a:lnTo>
                      <a:pt x="2127" y="1721"/>
                    </a:lnTo>
                    <a:lnTo>
                      <a:pt x="2125" y="1731"/>
                    </a:lnTo>
                    <a:lnTo>
                      <a:pt x="2120" y="1748"/>
                    </a:lnTo>
                    <a:lnTo>
                      <a:pt x="2114" y="1769"/>
                    </a:lnTo>
                    <a:lnTo>
                      <a:pt x="2105" y="1793"/>
                    </a:lnTo>
                    <a:lnTo>
                      <a:pt x="2091" y="1820"/>
                    </a:lnTo>
                    <a:lnTo>
                      <a:pt x="2078" y="1848"/>
                    </a:lnTo>
                    <a:lnTo>
                      <a:pt x="2059" y="1878"/>
                    </a:lnTo>
                    <a:lnTo>
                      <a:pt x="2038" y="1908"/>
                    </a:lnTo>
                    <a:lnTo>
                      <a:pt x="2012" y="1937"/>
                    </a:lnTo>
                    <a:lnTo>
                      <a:pt x="1984" y="1961"/>
                    </a:lnTo>
                    <a:lnTo>
                      <a:pt x="1951" y="1986"/>
                    </a:lnTo>
                    <a:lnTo>
                      <a:pt x="1914" y="2003"/>
                    </a:lnTo>
                    <a:lnTo>
                      <a:pt x="1872" y="2016"/>
                    </a:lnTo>
                    <a:lnTo>
                      <a:pt x="1825" y="2024"/>
                    </a:lnTo>
                    <a:lnTo>
                      <a:pt x="1772" y="2024"/>
                    </a:lnTo>
                    <a:lnTo>
                      <a:pt x="1715" y="2014"/>
                    </a:lnTo>
                    <a:lnTo>
                      <a:pt x="1617" y="1993"/>
                    </a:lnTo>
                    <a:lnTo>
                      <a:pt x="1528" y="1974"/>
                    </a:lnTo>
                    <a:lnTo>
                      <a:pt x="1448" y="1957"/>
                    </a:lnTo>
                    <a:lnTo>
                      <a:pt x="1378" y="1940"/>
                    </a:lnTo>
                    <a:lnTo>
                      <a:pt x="1318" y="1929"/>
                    </a:lnTo>
                    <a:lnTo>
                      <a:pt x="1267" y="1918"/>
                    </a:lnTo>
                    <a:lnTo>
                      <a:pt x="1227" y="1908"/>
                    </a:lnTo>
                    <a:lnTo>
                      <a:pt x="1199" y="1903"/>
                    </a:lnTo>
                    <a:lnTo>
                      <a:pt x="1182" y="1899"/>
                    </a:lnTo>
                    <a:lnTo>
                      <a:pt x="1174" y="1897"/>
                    </a:lnTo>
                    <a:lnTo>
                      <a:pt x="0" y="998"/>
                    </a:lnTo>
                    <a:lnTo>
                      <a:pt x="138" y="331"/>
                    </a:lnTo>
                    <a:lnTo>
                      <a:pt x="1596" y="0"/>
                    </a:lnTo>
                    <a:close/>
                  </a:path>
                </a:pathLst>
              </a:custGeom>
              <a:gradFill flip="none" rotWithShape="1">
                <a:gsLst>
                  <a:gs pos="0">
                    <a:schemeClr val="bg1"/>
                  </a:gs>
                  <a:gs pos="89000">
                    <a:schemeClr val="bg1">
                      <a:lumMod val="85000"/>
                    </a:schemeClr>
                  </a:gs>
                </a:gsLst>
                <a:lin ang="14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1" name="Freeform 60"/>
              <p:cNvSpPr>
                <a:spLocks/>
              </p:cNvSpPr>
              <p:nvPr/>
            </p:nvSpPr>
            <p:spPr bwMode="auto">
              <a:xfrm>
                <a:off x="6128053" y="4282672"/>
                <a:ext cx="1781257" cy="2128880"/>
              </a:xfrm>
              <a:custGeom>
                <a:avLst/>
                <a:gdLst>
                  <a:gd name="T0" fmla="*/ 607 w 2065"/>
                  <a:gd name="T1" fmla="*/ 0 h 2468"/>
                  <a:gd name="T2" fmla="*/ 1777 w 2065"/>
                  <a:gd name="T3" fmla="*/ 930 h 2468"/>
                  <a:gd name="T4" fmla="*/ 2033 w 2065"/>
                  <a:gd name="T5" fmla="*/ 1444 h 2468"/>
                  <a:gd name="T6" fmla="*/ 2033 w 2065"/>
                  <a:gd name="T7" fmla="*/ 1448 h 2468"/>
                  <a:gd name="T8" fmla="*/ 2038 w 2065"/>
                  <a:gd name="T9" fmla="*/ 1455 h 2468"/>
                  <a:gd name="T10" fmla="*/ 2044 w 2065"/>
                  <a:gd name="T11" fmla="*/ 1470 h 2468"/>
                  <a:gd name="T12" fmla="*/ 2050 w 2065"/>
                  <a:gd name="T13" fmla="*/ 1489 h 2468"/>
                  <a:gd name="T14" fmla="*/ 2055 w 2065"/>
                  <a:gd name="T15" fmla="*/ 1512 h 2468"/>
                  <a:gd name="T16" fmla="*/ 2061 w 2065"/>
                  <a:gd name="T17" fmla="*/ 1540 h 2468"/>
                  <a:gd name="T18" fmla="*/ 2065 w 2065"/>
                  <a:gd name="T19" fmla="*/ 1569 h 2468"/>
                  <a:gd name="T20" fmla="*/ 2065 w 2065"/>
                  <a:gd name="T21" fmla="*/ 1601 h 2468"/>
                  <a:gd name="T22" fmla="*/ 2063 w 2065"/>
                  <a:gd name="T23" fmla="*/ 1635 h 2468"/>
                  <a:gd name="T24" fmla="*/ 2055 w 2065"/>
                  <a:gd name="T25" fmla="*/ 1671 h 2468"/>
                  <a:gd name="T26" fmla="*/ 2042 w 2065"/>
                  <a:gd name="T27" fmla="*/ 1705 h 2468"/>
                  <a:gd name="T28" fmla="*/ 2023 w 2065"/>
                  <a:gd name="T29" fmla="*/ 1741 h 2468"/>
                  <a:gd name="T30" fmla="*/ 1999 w 2065"/>
                  <a:gd name="T31" fmla="*/ 1776 h 2468"/>
                  <a:gd name="T32" fmla="*/ 1965 w 2065"/>
                  <a:gd name="T33" fmla="*/ 1810 h 2468"/>
                  <a:gd name="T34" fmla="*/ 1921 w 2065"/>
                  <a:gd name="T35" fmla="*/ 1843 h 2468"/>
                  <a:gd name="T36" fmla="*/ 1868 w 2065"/>
                  <a:gd name="T37" fmla="*/ 1873 h 2468"/>
                  <a:gd name="T38" fmla="*/ 768 w 2065"/>
                  <a:gd name="T39" fmla="*/ 2419 h 2468"/>
                  <a:gd name="T40" fmla="*/ 764 w 2065"/>
                  <a:gd name="T41" fmla="*/ 2421 h 2468"/>
                  <a:gd name="T42" fmla="*/ 754 w 2065"/>
                  <a:gd name="T43" fmla="*/ 2424 h 2468"/>
                  <a:gd name="T44" fmla="*/ 739 w 2065"/>
                  <a:gd name="T45" fmla="*/ 2432 h 2468"/>
                  <a:gd name="T46" fmla="*/ 719 w 2065"/>
                  <a:gd name="T47" fmla="*/ 2440 h 2468"/>
                  <a:gd name="T48" fmla="*/ 694 w 2065"/>
                  <a:gd name="T49" fmla="*/ 2447 h 2468"/>
                  <a:gd name="T50" fmla="*/ 664 w 2065"/>
                  <a:gd name="T51" fmla="*/ 2455 h 2468"/>
                  <a:gd name="T52" fmla="*/ 632 w 2065"/>
                  <a:gd name="T53" fmla="*/ 2460 h 2468"/>
                  <a:gd name="T54" fmla="*/ 597 w 2065"/>
                  <a:gd name="T55" fmla="*/ 2466 h 2468"/>
                  <a:gd name="T56" fmla="*/ 562 w 2065"/>
                  <a:gd name="T57" fmla="*/ 2468 h 2468"/>
                  <a:gd name="T58" fmla="*/ 524 w 2065"/>
                  <a:gd name="T59" fmla="*/ 2466 h 2468"/>
                  <a:gd name="T60" fmla="*/ 486 w 2065"/>
                  <a:gd name="T61" fmla="*/ 2458 h 2468"/>
                  <a:gd name="T62" fmla="*/ 446 w 2065"/>
                  <a:gd name="T63" fmla="*/ 2447 h 2468"/>
                  <a:gd name="T64" fmla="*/ 408 w 2065"/>
                  <a:gd name="T65" fmla="*/ 2430 h 2468"/>
                  <a:gd name="T66" fmla="*/ 372 w 2065"/>
                  <a:gd name="T67" fmla="*/ 2406 h 2468"/>
                  <a:gd name="T68" fmla="*/ 338 w 2065"/>
                  <a:gd name="T69" fmla="*/ 2373 h 2468"/>
                  <a:gd name="T70" fmla="*/ 306 w 2065"/>
                  <a:gd name="T71" fmla="*/ 2332 h 2468"/>
                  <a:gd name="T72" fmla="*/ 276 w 2065"/>
                  <a:gd name="T73" fmla="*/ 2283 h 2468"/>
                  <a:gd name="T74" fmla="*/ 236 w 2065"/>
                  <a:gd name="T75" fmla="*/ 2201 h 2468"/>
                  <a:gd name="T76" fmla="*/ 199 w 2065"/>
                  <a:gd name="T77" fmla="*/ 2126 h 2468"/>
                  <a:gd name="T78" fmla="*/ 164 w 2065"/>
                  <a:gd name="T79" fmla="*/ 2058 h 2468"/>
                  <a:gd name="T80" fmla="*/ 134 w 2065"/>
                  <a:gd name="T81" fmla="*/ 1996 h 2468"/>
                  <a:gd name="T82" fmla="*/ 108 w 2065"/>
                  <a:gd name="T83" fmla="*/ 1943 h 2468"/>
                  <a:gd name="T84" fmla="*/ 85 w 2065"/>
                  <a:gd name="T85" fmla="*/ 1895 h 2468"/>
                  <a:gd name="T86" fmla="*/ 66 w 2065"/>
                  <a:gd name="T87" fmla="*/ 1858 h 2468"/>
                  <a:gd name="T88" fmla="*/ 51 w 2065"/>
                  <a:gd name="T89" fmla="*/ 1827 h 2468"/>
                  <a:gd name="T90" fmla="*/ 40 w 2065"/>
                  <a:gd name="T91" fmla="*/ 1805 h 2468"/>
                  <a:gd name="T92" fmla="*/ 34 w 2065"/>
                  <a:gd name="T93" fmla="*/ 1792 h 2468"/>
                  <a:gd name="T94" fmla="*/ 30 w 2065"/>
                  <a:gd name="T95" fmla="*/ 1788 h 2468"/>
                  <a:gd name="T96" fmla="*/ 0 w 2065"/>
                  <a:gd name="T97" fmla="*/ 308 h 2468"/>
                  <a:gd name="T98" fmla="*/ 607 w 2065"/>
                  <a:gd name="T99"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65" h="2468">
                    <a:moveTo>
                      <a:pt x="607" y="0"/>
                    </a:moveTo>
                    <a:lnTo>
                      <a:pt x="1777" y="930"/>
                    </a:lnTo>
                    <a:lnTo>
                      <a:pt x="2033" y="1444"/>
                    </a:lnTo>
                    <a:lnTo>
                      <a:pt x="2033" y="1448"/>
                    </a:lnTo>
                    <a:lnTo>
                      <a:pt x="2038" y="1455"/>
                    </a:lnTo>
                    <a:lnTo>
                      <a:pt x="2044" y="1470"/>
                    </a:lnTo>
                    <a:lnTo>
                      <a:pt x="2050" y="1489"/>
                    </a:lnTo>
                    <a:lnTo>
                      <a:pt x="2055" y="1512"/>
                    </a:lnTo>
                    <a:lnTo>
                      <a:pt x="2061" y="1540"/>
                    </a:lnTo>
                    <a:lnTo>
                      <a:pt x="2065" y="1569"/>
                    </a:lnTo>
                    <a:lnTo>
                      <a:pt x="2065" y="1601"/>
                    </a:lnTo>
                    <a:lnTo>
                      <a:pt x="2063" y="1635"/>
                    </a:lnTo>
                    <a:lnTo>
                      <a:pt x="2055" y="1671"/>
                    </a:lnTo>
                    <a:lnTo>
                      <a:pt x="2042" y="1705"/>
                    </a:lnTo>
                    <a:lnTo>
                      <a:pt x="2023" y="1741"/>
                    </a:lnTo>
                    <a:lnTo>
                      <a:pt x="1999" y="1776"/>
                    </a:lnTo>
                    <a:lnTo>
                      <a:pt x="1965" y="1810"/>
                    </a:lnTo>
                    <a:lnTo>
                      <a:pt x="1921" y="1843"/>
                    </a:lnTo>
                    <a:lnTo>
                      <a:pt x="1868" y="1873"/>
                    </a:lnTo>
                    <a:lnTo>
                      <a:pt x="768" y="2419"/>
                    </a:lnTo>
                    <a:lnTo>
                      <a:pt x="764" y="2421"/>
                    </a:lnTo>
                    <a:lnTo>
                      <a:pt x="754" y="2424"/>
                    </a:lnTo>
                    <a:lnTo>
                      <a:pt x="739" y="2432"/>
                    </a:lnTo>
                    <a:lnTo>
                      <a:pt x="719" y="2440"/>
                    </a:lnTo>
                    <a:lnTo>
                      <a:pt x="694" y="2447"/>
                    </a:lnTo>
                    <a:lnTo>
                      <a:pt x="664" y="2455"/>
                    </a:lnTo>
                    <a:lnTo>
                      <a:pt x="632" y="2460"/>
                    </a:lnTo>
                    <a:lnTo>
                      <a:pt x="597" y="2466"/>
                    </a:lnTo>
                    <a:lnTo>
                      <a:pt x="562" y="2468"/>
                    </a:lnTo>
                    <a:lnTo>
                      <a:pt x="524" y="2466"/>
                    </a:lnTo>
                    <a:lnTo>
                      <a:pt x="486" y="2458"/>
                    </a:lnTo>
                    <a:lnTo>
                      <a:pt x="446" y="2447"/>
                    </a:lnTo>
                    <a:lnTo>
                      <a:pt x="408" y="2430"/>
                    </a:lnTo>
                    <a:lnTo>
                      <a:pt x="372" y="2406"/>
                    </a:lnTo>
                    <a:lnTo>
                      <a:pt x="338" y="2373"/>
                    </a:lnTo>
                    <a:lnTo>
                      <a:pt x="306" y="2332"/>
                    </a:lnTo>
                    <a:lnTo>
                      <a:pt x="276" y="2283"/>
                    </a:lnTo>
                    <a:lnTo>
                      <a:pt x="236" y="2201"/>
                    </a:lnTo>
                    <a:lnTo>
                      <a:pt x="199" y="2126"/>
                    </a:lnTo>
                    <a:lnTo>
                      <a:pt x="164" y="2058"/>
                    </a:lnTo>
                    <a:lnTo>
                      <a:pt x="134" y="1996"/>
                    </a:lnTo>
                    <a:lnTo>
                      <a:pt x="108" y="1943"/>
                    </a:lnTo>
                    <a:lnTo>
                      <a:pt x="85" y="1895"/>
                    </a:lnTo>
                    <a:lnTo>
                      <a:pt x="66" y="1858"/>
                    </a:lnTo>
                    <a:lnTo>
                      <a:pt x="51" y="1827"/>
                    </a:lnTo>
                    <a:lnTo>
                      <a:pt x="40" y="1805"/>
                    </a:lnTo>
                    <a:lnTo>
                      <a:pt x="34" y="1792"/>
                    </a:lnTo>
                    <a:lnTo>
                      <a:pt x="30" y="1788"/>
                    </a:lnTo>
                    <a:lnTo>
                      <a:pt x="0" y="308"/>
                    </a:lnTo>
                    <a:lnTo>
                      <a:pt x="607" y="0"/>
                    </a:lnTo>
                    <a:close/>
                  </a:path>
                </a:pathLst>
              </a:custGeom>
              <a:gradFill flip="none" rotWithShape="1">
                <a:gsLst>
                  <a:gs pos="0">
                    <a:schemeClr val="bg1"/>
                  </a:gs>
                  <a:gs pos="89000">
                    <a:schemeClr val="bg1">
                      <a:lumMod val="85000"/>
                    </a:schemeClr>
                  </a:gs>
                </a:gsLst>
                <a:lin ang="12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2" name="Freeform 61"/>
              <p:cNvSpPr>
                <a:spLocks/>
              </p:cNvSpPr>
              <p:nvPr/>
            </p:nvSpPr>
            <p:spPr bwMode="auto">
              <a:xfrm>
                <a:off x="4296766" y="4302511"/>
                <a:ext cx="1765730" cy="2136644"/>
              </a:xfrm>
              <a:custGeom>
                <a:avLst/>
                <a:gdLst>
                  <a:gd name="T0" fmla="*/ 1433 w 2047"/>
                  <a:gd name="T1" fmla="*/ 0 h 2477"/>
                  <a:gd name="T2" fmla="*/ 2047 w 2047"/>
                  <a:gd name="T3" fmla="*/ 291 h 2477"/>
                  <a:gd name="T4" fmla="*/ 2027 w 2047"/>
                  <a:gd name="T5" fmla="*/ 1784 h 2477"/>
                  <a:gd name="T6" fmla="*/ 1777 w 2047"/>
                  <a:gd name="T7" fmla="*/ 2299 h 2477"/>
                  <a:gd name="T8" fmla="*/ 1775 w 2047"/>
                  <a:gd name="T9" fmla="*/ 2303 h 2477"/>
                  <a:gd name="T10" fmla="*/ 1769 w 2047"/>
                  <a:gd name="T11" fmla="*/ 2311 h 2477"/>
                  <a:gd name="T12" fmla="*/ 1762 w 2047"/>
                  <a:gd name="T13" fmla="*/ 2324 h 2477"/>
                  <a:gd name="T14" fmla="*/ 1750 w 2047"/>
                  <a:gd name="T15" fmla="*/ 2341 h 2477"/>
                  <a:gd name="T16" fmla="*/ 1737 w 2047"/>
                  <a:gd name="T17" fmla="*/ 2360 h 2477"/>
                  <a:gd name="T18" fmla="*/ 1718 w 2047"/>
                  <a:gd name="T19" fmla="*/ 2381 h 2477"/>
                  <a:gd name="T20" fmla="*/ 1698 w 2047"/>
                  <a:gd name="T21" fmla="*/ 2401 h 2477"/>
                  <a:gd name="T22" fmla="*/ 1673 w 2047"/>
                  <a:gd name="T23" fmla="*/ 2422 h 2477"/>
                  <a:gd name="T24" fmla="*/ 1645 w 2047"/>
                  <a:gd name="T25" fmla="*/ 2441 h 2477"/>
                  <a:gd name="T26" fmla="*/ 1612 w 2047"/>
                  <a:gd name="T27" fmla="*/ 2456 h 2477"/>
                  <a:gd name="T28" fmla="*/ 1577 w 2047"/>
                  <a:gd name="T29" fmla="*/ 2469 h 2477"/>
                  <a:gd name="T30" fmla="*/ 1537 w 2047"/>
                  <a:gd name="T31" fmla="*/ 2475 h 2477"/>
                  <a:gd name="T32" fmla="*/ 1493 w 2047"/>
                  <a:gd name="T33" fmla="*/ 2477 h 2477"/>
                  <a:gd name="T34" fmla="*/ 1444 w 2047"/>
                  <a:gd name="T35" fmla="*/ 2469 h 2477"/>
                  <a:gd name="T36" fmla="*/ 1393 w 2047"/>
                  <a:gd name="T37" fmla="*/ 2456 h 2477"/>
                  <a:gd name="T38" fmla="*/ 1336 w 2047"/>
                  <a:gd name="T39" fmla="*/ 2434 h 2477"/>
                  <a:gd name="T40" fmla="*/ 230 w 2047"/>
                  <a:gd name="T41" fmla="*/ 1897 h 2477"/>
                  <a:gd name="T42" fmla="*/ 228 w 2047"/>
                  <a:gd name="T43" fmla="*/ 1895 h 2477"/>
                  <a:gd name="T44" fmla="*/ 219 w 2047"/>
                  <a:gd name="T45" fmla="*/ 1889 h 2477"/>
                  <a:gd name="T46" fmla="*/ 204 w 2047"/>
                  <a:gd name="T47" fmla="*/ 1882 h 2477"/>
                  <a:gd name="T48" fmla="*/ 185 w 2047"/>
                  <a:gd name="T49" fmla="*/ 1871 h 2477"/>
                  <a:gd name="T50" fmla="*/ 164 w 2047"/>
                  <a:gd name="T51" fmla="*/ 1855 h 2477"/>
                  <a:gd name="T52" fmla="*/ 139 w 2047"/>
                  <a:gd name="T53" fmla="*/ 1837 h 2477"/>
                  <a:gd name="T54" fmla="*/ 115 w 2047"/>
                  <a:gd name="T55" fmla="*/ 1816 h 2477"/>
                  <a:gd name="T56" fmla="*/ 90 w 2047"/>
                  <a:gd name="T57" fmla="*/ 1791 h 2477"/>
                  <a:gd name="T58" fmla="*/ 66 w 2047"/>
                  <a:gd name="T59" fmla="*/ 1763 h 2477"/>
                  <a:gd name="T60" fmla="*/ 45 w 2047"/>
                  <a:gd name="T61" fmla="*/ 1733 h 2477"/>
                  <a:gd name="T62" fmla="*/ 26 w 2047"/>
                  <a:gd name="T63" fmla="*/ 1699 h 2477"/>
                  <a:gd name="T64" fmla="*/ 13 w 2047"/>
                  <a:gd name="T65" fmla="*/ 1661 h 2477"/>
                  <a:gd name="T66" fmla="*/ 3 w 2047"/>
                  <a:gd name="T67" fmla="*/ 1619 h 2477"/>
                  <a:gd name="T68" fmla="*/ 0 w 2047"/>
                  <a:gd name="T69" fmla="*/ 1576 h 2477"/>
                  <a:gd name="T70" fmla="*/ 5 w 2047"/>
                  <a:gd name="T71" fmla="*/ 1529 h 2477"/>
                  <a:gd name="T72" fmla="*/ 17 w 2047"/>
                  <a:gd name="T73" fmla="*/ 1479 h 2477"/>
                  <a:gd name="T74" fmla="*/ 39 w 2047"/>
                  <a:gd name="T75" fmla="*/ 1425 h 2477"/>
                  <a:gd name="T76" fmla="*/ 79 w 2047"/>
                  <a:gd name="T77" fmla="*/ 1343 h 2477"/>
                  <a:gd name="T78" fmla="*/ 115 w 2047"/>
                  <a:gd name="T79" fmla="*/ 1268 h 2477"/>
                  <a:gd name="T80" fmla="*/ 149 w 2047"/>
                  <a:gd name="T81" fmla="*/ 1200 h 2477"/>
                  <a:gd name="T82" fmla="*/ 179 w 2047"/>
                  <a:gd name="T83" fmla="*/ 1137 h 2477"/>
                  <a:gd name="T84" fmla="*/ 204 w 2047"/>
                  <a:gd name="T85" fmla="*/ 1085 h 2477"/>
                  <a:gd name="T86" fmla="*/ 226 w 2047"/>
                  <a:gd name="T87" fmla="*/ 1037 h 2477"/>
                  <a:gd name="T88" fmla="*/ 245 w 2047"/>
                  <a:gd name="T89" fmla="*/ 1000 h 2477"/>
                  <a:gd name="T90" fmla="*/ 260 w 2047"/>
                  <a:gd name="T91" fmla="*/ 967 h 2477"/>
                  <a:gd name="T92" fmla="*/ 272 w 2047"/>
                  <a:gd name="T93" fmla="*/ 947 h 2477"/>
                  <a:gd name="T94" fmla="*/ 277 w 2047"/>
                  <a:gd name="T95" fmla="*/ 933 h 2477"/>
                  <a:gd name="T96" fmla="*/ 279 w 2047"/>
                  <a:gd name="T97" fmla="*/ 928 h 2477"/>
                  <a:gd name="T98" fmla="*/ 1433 w 2047"/>
                  <a:gd name="T99" fmla="*/ 0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47" h="2477">
                    <a:moveTo>
                      <a:pt x="1433" y="0"/>
                    </a:moveTo>
                    <a:lnTo>
                      <a:pt x="2047" y="291"/>
                    </a:lnTo>
                    <a:lnTo>
                      <a:pt x="2027" y="1784"/>
                    </a:lnTo>
                    <a:lnTo>
                      <a:pt x="1777" y="2299"/>
                    </a:lnTo>
                    <a:lnTo>
                      <a:pt x="1775" y="2303"/>
                    </a:lnTo>
                    <a:lnTo>
                      <a:pt x="1769" y="2311"/>
                    </a:lnTo>
                    <a:lnTo>
                      <a:pt x="1762" y="2324"/>
                    </a:lnTo>
                    <a:lnTo>
                      <a:pt x="1750" y="2341"/>
                    </a:lnTo>
                    <a:lnTo>
                      <a:pt x="1737" y="2360"/>
                    </a:lnTo>
                    <a:lnTo>
                      <a:pt x="1718" y="2381"/>
                    </a:lnTo>
                    <a:lnTo>
                      <a:pt x="1698" y="2401"/>
                    </a:lnTo>
                    <a:lnTo>
                      <a:pt x="1673" y="2422"/>
                    </a:lnTo>
                    <a:lnTo>
                      <a:pt x="1645" y="2441"/>
                    </a:lnTo>
                    <a:lnTo>
                      <a:pt x="1612" y="2456"/>
                    </a:lnTo>
                    <a:lnTo>
                      <a:pt x="1577" y="2469"/>
                    </a:lnTo>
                    <a:lnTo>
                      <a:pt x="1537" y="2475"/>
                    </a:lnTo>
                    <a:lnTo>
                      <a:pt x="1493" y="2477"/>
                    </a:lnTo>
                    <a:lnTo>
                      <a:pt x="1444" y="2469"/>
                    </a:lnTo>
                    <a:lnTo>
                      <a:pt x="1393" y="2456"/>
                    </a:lnTo>
                    <a:lnTo>
                      <a:pt x="1336" y="2434"/>
                    </a:lnTo>
                    <a:lnTo>
                      <a:pt x="230" y="1897"/>
                    </a:lnTo>
                    <a:lnTo>
                      <a:pt x="228" y="1895"/>
                    </a:lnTo>
                    <a:lnTo>
                      <a:pt x="219" y="1889"/>
                    </a:lnTo>
                    <a:lnTo>
                      <a:pt x="204" y="1882"/>
                    </a:lnTo>
                    <a:lnTo>
                      <a:pt x="185" y="1871"/>
                    </a:lnTo>
                    <a:lnTo>
                      <a:pt x="164" y="1855"/>
                    </a:lnTo>
                    <a:lnTo>
                      <a:pt x="139" y="1837"/>
                    </a:lnTo>
                    <a:lnTo>
                      <a:pt x="115" y="1816"/>
                    </a:lnTo>
                    <a:lnTo>
                      <a:pt x="90" y="1791"/>
                    </a:lnTo>
                    <a:lnTo>
                      <a:pt x="66" y="1763"/>
                    </a:lnTo>
                    <a:lnTo>
                      <a:pt x="45" y="1733"/>
                    </a:lnTo>
                    <a:lnTo>
                      <a:pt x="26" y="1699"/>
                    </a:lnTo>
                    <a:lnTo>
                      <a:pt x="13" y="1661"/>
                    </a:lnTo>
                    <a:lnTo>
                      <a:pt x="3" y="1619"/>
                    </a:lnTo>
                    <a:lnTo>
                      <a:pt x="0" y="1576"/>
                    </a:lnTo>
                    <a:lnTo>
                      <a:pt x="5" y="1529"/>
                    </a:lnTo>
                    <a:lnTo>
                      <a:pt x="17" y="1479"/>
                    </a:lnTo>
                    <a:lnTo>
                      <a:pt x="39" y="1425"/>
                    </a:lnTo>
                    <a:lnTo>
                      <a:pt x="79" y="1343"/>
                    </a:lnTo>
                    <a:lnTo>
                      <a:pt x="115" y="1268"/>
                    </a:lnTo>
                    <a:lnTo>
                      <a:pt x="149" y="1200"/>
                    </a:lnTo>
                    <a:lnTo>
                      <a:pt x="179" y="1137"/>
                    </a:lnTo>
                    <a:lnTo>
                      <a:pt x="204" y="1085"/>
                    </a:lnTo>
                    <a:lnTo>
                      <a:pt x="226" y="1037"/>
                    </a:lnTo>
                    <a:lnTo>
                      <a:pt x="245" y="1000"/>
                    </a:lnTo>
                    <a:lnTo>
                      <a:pt x="260" y="967"/>
                    </a:lnTo>
                    <a:lnTo>
                      <a:pt x="272" y="947"/>
                    </a:lnTo>
                    <a:lnTo>
                      <a:pt x="277" y="933"/>
                    </a:lnTo>
                    <a:lnTo>
                      <a:pt x="279" y="928"/>
                    </a:lnTo>
                    <a:lnTo>
                      <a:pt x="1433" y="0"/>
                    </a:lnTo>
                    <a:close/>
                  </a:path>
                </a:pathLst>
              </a:custGeom>
              <a:gradFill flip="none" rotWithShape="1">
                <a:gsLst>
                  <a:gs pos="0">
                    <a:schemeClr val="bg1"/>
                  </a:gs>
                  <a:gs pos="91000">
                    <a:schemeClr val="bg1">
                      <a:lumMod val="85000"/>
                    </a:schemeClr>
                  </a:gs>
                </a:gsLst>
                <a:lin ang="138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3" name="Freeform 62"/>
              <p:cNvSpPr>
                <a:spLocks/>
              </p:cNvSpPr>
              <p:nvPr/>
            </p:nvSpPr>
            <p:spPr bwMode="auto">
              <a:xfrm>
                <a:off x="3407432" y="3399375"/>
                <a:ext cx="2065050" cy="1749339"/>
              </a:xfrm>
              <a:custGeom>
                <a:avLst/>
                <a:gdLst>
                  <a:gd name="T0" fmla="*/ 804 w 2394"/>
                  <a:gd name="T1" fmla="*/ 0 h 2028"/>
                  <a:gd name="T2" fmla="*/ 2246 w 2394"/>
                  <a:gd name="T3" fmla="*/ 339 h 2028"/>
                  <a:gd name="T4" fmla="*/ 2394 w 2394"/>
                  <a:gd name="T5" fmla="*/ 1002 h 2028"/>
                  <a:gd name="T6" fmla="*/ 1201 w 2394"/>
                  <a:gd name="T7" fmla="*/ 1903 h 2028"/>
                  <a:gd name="T8" fmla="*/ 639 w 2394"/>
                  <a:gd name="T9" fmla="*/ 2022 h 2028"/>
                  <a:gd name="T10" fmla="*/ 635 w 2394"/>
                  <a:gd name="T11" fmla="*/ 2022 h 2028"/>
                  <a:gd name="T12" fmla="*/ 626 w 2394"/>
                  <a:gd name="T13" fmla="*/ 2024 h 2028"/>
                  <a:gd name="T14" fmla="*/ 611 w 2394"/>
                  <a:gd name="T15" fmla="*/ 2026 h 2028"/>
                  <a:gd name="T16" fmla="*/ 592 w 2394"/>
                  <a:gd name="T17" fmla="*/ 2028 h 2028"/>
                  <a:gd name="T18" fmla="*/ 567 w 2394"/>
                  <a:gd name="T19" fmla="*/ 2028 h 2028"/>
                  <a:gd name="T20" fmla="*/ 539 w 2394"/>
                  <a:gd name="T21" fmla="*/ 2026 h 2028"/>
                  <a:gd name="T22" fmla="*/ 511 w 2394"/>
                  <a:gd name="T23" fmla="*/ 2022 h 2028"/>
                  <a:gd name="T24" fmla="*/ 478 w 2394"/>
                  <a:gd name="T25" fmla="*/ 2014 h 2028"/>
                  <a:gd name="T26" fmla="*/ 446 w 2394"/>
                  <a:gd name="T27" fmla="*/ 2005 h 2028"/>
                  <a:gd name="T28" fmla="*/ 414 w 2394"/>
                  <a:gd name="T29" fmla="*/ 1988 h 2028"/>
                  <a:gd name="T30" fmla="*/ 384 w 2394"/>
                  <a:gd name="T31" fmla="*/ 1967 h 2028"/>
                  <a:gd name="T32" fmla="*/ 354 w 2394"/>
                  <a:gd name="T33" fmla="*/ 1941 h 2028"/>
                  <a:gd name="T34" fmla="*/ 325 w 2394"/>
                  <a:gd name="T35" fmla="*/ 1907 h 2028"/>
                  <a:gd name="T36" fmla="*/ 301 w 2394"/>
                  <a:gd name="T37" fmla="*/ 1865 h 2028"/>
                  <a:gd name="T38" fmla="*/ 280 w 2394"/>
                  <a:gd name="T39" fmla="*/ 1816 h 2028"/>
                  <a:gd name="T40" fmla="*/ 265 w 2394"/>
                  <a:gd name="T41" fmla="*/ 1758 h 2028"/>
                  <a:gd name="T42" fmla="*/ 9 w 2394"/>
                  <a:gd name="T43" fmla="*/ 556 h 2028"/>
                  <a:gd name="T44" fmla="*/ 9 w 2394"/>
                  <a:gd name="T45" fmla="*/ 552 h 2028"/>
                  <a:gd name="T46" fmla="*/ 8 w 2394"/>
                  <a:gd name="T47" fmla="*/ 541 h 2028"/>
                  <a:gd name="T48" fmla="*/ 4 w 2394"/>
                  <a:gd name="T49" fmla="*/ 524 h 2028"/>
                  <a:gd name="T50" fmla="*/ 2 w 2394"/>
                  <a:gd name="T51" fmla="*/ 503 h 2028"/>
                  <a:gd name="T52" fmla="*/ 0 w 2394"/>
                  <a:gd name="T53" fmla="*/ 477 h 2028"/>
                  <a:gd name="T54" fmla="*/ 0 w 2394"/>
                  <a:gd name="T55" fmla="*/ 446 h 2028"/>
                  <a:gd name="T56" fmla="*/ 2 w 2394"/>
                  <a:gd name="T57" fmla="*/ 414 h 2028"/>
                  <a:gd name="T58" fmla="*/ 6 w 2394"/>
                  <a:gd name="T59" fmla="*/ 380 h 2028"/>
                  <a:gd name="T60" fmla="*/ 13 w 2394"/>
                  <a:gd name="T61" fmla="*/ 344 h 2028"/>
                  <a:gd name="T62" fmla="*/ 25 w 2394"/>
                  <a:gd name="T63" fmla="*/ 308 h 2028"/>
                  <a:gd name="T64" fmla="*/ 40 w 2394"/>
                  <a:gd name="T65" fmla="*/ 273 h 2028"/>
                  <a:gd name="T66" fmla="*/ 61 w 2394"/>
                  <a:gd name="T67" fmla="*/ 239 h 2028"/>
                  <a:gd name="T68" fmla="*/ 87 w 2394"/>
                  <a:gd name="T69" fmla="*/ 206 h 2028"/>
                  <a:gd name="T70" fmla="*/ 121 w 2394"/>
                  <a:gd name="T71" fmla="*/ 176 h 2028"/>
                  <a:gd name="T72" fmla="*/ 161 w 2394"/>
                  <a:gd name="T73" fmla="*/ 152 h 2028"/>
                  <a:gd name="T74" fmla="*/ 208 w 2394"/>
                  <a:gd name="T75" fmla="*/ 129 h 2028"/>
                  <a:gd name="T76" fmla="*/ 263 w 2394"/>
                  <a:gd name="T77" fmla="*/ 114 h 2028"/>
                  <a:gd name="T78" fmla="*/ 361 w 2394"/>
                  <a:gd name="T79" fmla="*/ 93 h 2028"/>
                  <a:gd name="T80" fmla="*/ 450 w 2394"/>
                  <a:gd name="T81" fmla="*/ 74 h 2028"/>
                  <a:gd name="T82" fmla="*/ 529 w 2394"/>
                  <a:gd name="T83" fmla="*/ 57 h 2028"/>
                  <a:gd name="T84" fmla="*/ 601 w 2394"/>
                  <a:gd name="T85" fmla="*/ 42 h 2028"/>
                  <a:gd name="T86" fmla="*/ 662 w 2394"/>
                  <a:gd name="T87" fmla="*/ 31 h 2028"/>
                  <a:gd name="T88" fmla="*/ 713 w 2394"/>
                  <a:gd name="T89" fmla="*/ 19 h 2028"/>
                  <a:gd name="T90" fmla="*/ 753 w 2394"/>
                  <a:gd name="T91" fmla="*/ 10 h 2028"/>
                  <a:gd name="T92" fmla="*/ 781 w 2394"/>
                  <a:gd name="T93" fmla="*/ 4 h 2028"/>
                  <a:gd name="T94" fmla="*/ 798 w 2394"/>
                  <a:gd name="T95" fmla="*/ 0 h 2028"/>
                  <a:gd name="T96" fmla="*/ 804 w 2394"/>
                  <a:gd name="T97"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4" h="2028">
                    <a:moveTo>
                      <a:pt x="804" y="0"/>
                    </a:moveTo>
                    <a:lnTo>
                      <a:pt x="2246" y="339"/>
                    </a:lnTo>
                    <a:lnTo>
                      <a:pt x="2394" y="1002"/>
                    </a:lnTo>
                    <a:lnTo>
                      <a:pt x="1201" y="1903"/>
                    </a:lnTo>
                    <a:lnTo>
                      <a:pt x="639" y="2022"/>
                    </a:lnTo>
                    <a:lnTo>
                      <a:pt x="635" y="2022"/>
                    </a:lnTo>
                    <a:lnTo>
                      <a:pt x="626" y="2024"/>
                    </a:lnTo>
                    <a:lnTo>
                      <a:pt x="611" y="2026"/>
                    </a:lnTo>
                    <a:lnTo>
                      <a:pt x="592" y="2028"/>
                    </a:lnTo>
                    <a:lnTo>
                      <a:pt x="567" y="2028"/>
                    </a:lnTo>
                    <a:lnTo>
                      <a:pt x="539" y="2026"/>
                    </a:lnTo>
                    <a:lnTo>
                      <a:pt x="511" y="2022"/>
                    </a:lnTo>
                    <a:lnTo>
                      <a:pt x="478" y="2014"/>
                    </a:lnTo>
                    <a:lnTo>
                      <a:pt x="446" y="2005"/>
                    </a:lnTo>
                    <a:lnTo>
                      <a:pt x="414" y="1988"/>
                    </a:lnTo>
                    <a:lnTo>
                      <a:pt x="384" y="1967"/>
                    </a:lnTo>
                    <a:lnTo>
                      <a:pt x="354" y="1941"/>
                    </a:lnTo>
                    <a:lnTo>
                      <a:pt x="325" y="1907"/>
                    </a:lnTo>
                    <a:lnTo>
                      <a:pt x="301" y="1865"/>
                    </a:lnTo>
                    <a:lnTo>
                      <a:pt x="280" y="1816"/>
                    </a:lnTo>
                    <a:lnTo>
                      <a:pt x="265" y="1758"/>
                    </a:lnTo>
                    <a:lnTo>
                      <a:pt x="9" y="556"/>
                    </a:lnTo>
                    <a:lnTo>
                      <a:pt x="9" y="552"/>
                    </a:lnTo>
                    <a:lnTo>
                      <a:pt x="8" y="541"/>
                    </a:lnTo>
                    <a:lnTo>
                      <a:pt x="4" y="524"/>
                    </a:lnTo>
                    <a:lnTo>
                      <a:pt x="2" y="503"/>
                    </a:lnTo>
                    <a:lnTo>
                      <a:pt x="0" y="477"/>
                    </a:lnTo>
                    <a:lnTo>
                      <a:pt x="0" y="446"/>
                    </a:lnTo>
                    <a:lnTo>
                      <a:pt x="2" y="414"/>
                    </a:lnTo>
                    <a:lnTo>
                      <a:pt x="6" y="380"/>
                    </a:lnTo>
                    <a:lnTo>
                      <a:pt x="13" y="344"/>
                    </a:lnTo>
                    <a:lnTo>
                      <a:pt x="25" y="308"/>
                    </a:lnTo>
                    <a:lnTo>
                      <a:pt x="40" y="273"/>
                    </a:lnTo>
                    <a:lnTo>
                      <a:pt x="61" y="239"/>
                    </a:lnTo>
                    <a:lnTo>
                      <a:pt x="87" y="206"/>
                    </a:lnTo>
                    <a:lnTo>
                      <a:pt x="121" y="176"/>
                    </a:lnTo>
                    <a:lnTo>
                      <a:pt x="161" y="152"/>
                    </a:lnTo>
                    <a:lnTo>
                      <a:pt x="208" y="129"/>
                    </a:lnTo>
                    <a:lnTo>
                      <a:pt x="263" y="114"/>
                    </a:lnTo>
                    <a:lnTo>
                      <a:pt x="361" y="93"/>
                    </a:lnTo>
                    <a:lnTo>
                      <a:pt x="450" y="74"/>
                    </a:lnTo>
                    <a:lnTo>
                      <a:pt x="529" y="57"/>
                    </a:lnTo>
                    <a:lnTo>
                      <a:pt x="601" y="42"/>
                    </a:lnTo>
                    <a:lnTo>
                      <a:pt x="662" y="31"/>
                    </a:lnTo>
                    <a:lnTo>
                      <a:pt x="713" y="19"/>
                    </a:lnTo>
                    <a:lnTo>
                      <a:pt x="753" y="10"/>
                    </a:lnTo>
                    <a:lnTo>
                      <a:pt x="781" y="4"/>
                    </a:lnTo>
                    <a:lnTo>
                      <a:pt x="798" y="0"/>
                    </a:lnTo>
                    <a:lnTo>
                      <a:pt x="804" y="0"/>
                    </a:lnTo>
                    <a:close/>
                  </a:path>
                </a:pathLst>
              </a:custGeom>
              <a:solidFill>
                <a:srgbClr val="70AD47"/>
              </a:soli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4" name="Freeform 63"/>
              <p:cNvSpPr>
                <a:spLocks/>
              </p:cNvSpPr>
              <p:nvPr/>
            </p:nvSpPr>
            <p:spPr bwMode="auto">
              <a:xfrm>
                <a:off x="3616180" y="1621570"/>
                <a:ext cx="2099554" cy="1984828"/>
              </a:xfrm>
              <a:custGeom>
                <a:avLst/>
                <a:gdLst>
                  <a:gd name="T0" fmla="*/ 1178 w 2434"/>
                  <a:gd name="T1" fmla="*/ 0 h 2301"/>
                  <a:gd name="T2" fmla="*/ 1227 w 2434"/>
                  <a:gd name="T3" fmla="*/ 4 h 2301"/>
                  <a:gd name="T4" fmla="*/ 1276 w 2434"/>
                  <a:gd name="T5" fmla="*/ 19 h 2301"/>
                  <a:gd name="T6" fmla="*/ 1329 w 2434"/>
                  <a:gd name="T7" fmla="*/ 44 h 2301"/>
                  <a:gd name="T8" fmla="*/ 1382 w 2434"/>
                  <a:gd name="T9" fmla="*/ 81 h 2301"/>
                  <a:gd name="T10" fmla="*/ 1452 w 2434"/>
                  <a:gd name="T11" fmla="*/ 140 h 2301"/>
                  <a:gd name="T12" fmla="*/ 1517 w 2434"/>
                  <a:gd name="T13" fmla="*/ 193 h 2301"/>
                  <a:gd name="T14" fmla="*/ 1575 w 2434"/>
                  <a:gd name="T15" fmla="*/ 242 h 2301"/>
                  <a:gd name="T16" fmla="*/ 1628 w 2434"/>
                  <a:gd name="T17" fmla="*/ 286 h 2301"/>
                  <a:gd name="T18" fmla="*/ 1673 w 2434"/>
                  <a:gd name="T19" fmla="*/ 323 h 2301"/>
                  <a:gd name="T20" fmla="*/ 1713 w 2434"/>
                  <a:gd name="T21" fmla="*/ 357 h 2301"/>
                  <a:gd name="T22" fmla="*/ 1747 w 2434"/>
                  <a:gd name="T23" fmla="*/ 384 h 2301"/>
                  <a:gd name="T24" fmla="*/ 1772 w 2434"/>
                  <a:gd name="T25" fmla="*/ 406 h 2301"/>
                  <a:gd name="T26" fmla="*/ 1791 w 2434"/>
                  <a:gd name="T27" fmla="*/ 422 h 2301"/>
                  <a:gd name="T28" fmla="*/ 1804 w 2434"/>
                  <a:gd name="T29" fmla="*/ 431 h 2301"/>
                  <a:gd name="T30" fmla="*/ 1808 w 2434"/>
                  <a:gd name="T31" fmla="*/ 435 h 2301"/>
                  <a:gd name="T32" fmla="*/ 2434 w 2434"/>
                  <a:gd name="T33" fmla="*/ 1774 h 2301"/>
                  <a:gd name="T34" fmla="*/ 2004 w 2434"/>
                  <a:gd name="T35" fmla="*/ 2301 h 2301"/>
                  <a:gd name="T36" fmla="*/ 558 w 2434"/>
                  <a:gd name="T37" fmla="*/ 1925 h 2301"/>
                  <a:gd name="T38" fmla="*/ 117 w 2434"/>
                  <a:gd name="T39" fmla="*/ 1559 h 2301"/>
                  <a:gd name="T40" fmla="*/ 113 w 2434"/>
                  <a:gd name="T41" fmla="*/ 1557 h 2301"/>
                  <a:gd name="T42" fmla="*/ 106 w 2434"/>
                  <a:gd name="T43" fmla="*/ 1549 h 2301"/>
                  <a:gd name="T44" fmla="*/ 93 w 2434"/>
                  <a:gd name="T45" fmla="*/ 1536 h 2301"/>
                  <a:gd name="T46" fmla="*/ 78 w 2434"/>
                  <a:gd name="T47" fmla="*/ 1519 h 2301"/>
                  <a:gd name="T48" fmla="*/ 62 w 2434"/>
                  <a:gd name="T49" fmla="*/ 1498 h 2301"/>
                  <a:gd name="T50" fmla="*/ 45 w 2434"/>
                  <a:gd name="T51" fmla="*/ 1474 h 2301"/>
                  <a:gd name="T52" fmla="*/ 28 w 2434"/>
                  <a:gd name="T53" fmla="*/ 1446 h 2301"/>
                  <a:gd name="T54" fmla="*/ 15 w 2434"/>
                  <a:gd name="T55" fmla="*/ 1412 h 2301"/>
                  <a:gd name="T56" fmla="*/ 6 w 2434"/>
                  <a:gd name="T57" fmla="*/ 1376 h 2301"/>
                  <a:gd name="T58" fmla="*/ 0 w 2434"/>
                  <a:gd name="T59" fmla="*/ 1338 h 2301"/>
                  <a:gd name="T60" fmla="*/ 2 w 2434"/>
                  <a:gd name="T61" fmla="*/ 1294 h 2301"/>
                  <a:gd name="T62" fmla="*/ 9 w 2434"/>
                  <a:gd name="T63" fmla="*/ 1249 h 2301"/>
                  <a:gd name="T64" fmla="*/ 27 w 2434"/>
                  <a:gd name="T65" fmla="*/ 1202 h 2301"/>
                  <a:gd name="T66" fmla="*/ 55 w 2434"/>
                  <a:gd name="T67" fmla="*/ 1153 h 2301"/>
                  <a:gd name="T68" fmla="*/ 93 w 2434"/>
                  <a:gd name="T69" fmla="*/ 1102 h 2301"/>
                  <a:gd name="T70" fmla="*/ 877 w 2434"/>
                  <a:gd name="T71" fmla="*/ 155 h 2301"/>
                  <a:gd name="T72" fmla="*/ 881 w 2434"/>
                  <a:gd name="T73" fmla="*/ 151 h 2301"/>
                  <a:gd name="T74" fmla="*/ 891 w 2434"/>
                  <a:gd name="T75" fmla="*/ 142 h 2301"/>
                  <a:gd name="T76" fmla="*/ 904 w 2434"/>
                  <a:gd name="T77" fmla="*/ 127 h 2301"/>
                  <a:gd name="T78" fmla="*/ 925 w 2434"/>
                  <a:gd name="T79" fmla="*/ 108 h 2301"/>
                  <a:gd name="T80" fmla="*/ 949 w 2434"/>
                  <a:gd name="T81" fmla="*/ 87 h 2301"/>
                  <a:gd name="T82" fmla="*/ 978 w 2434"/>
                  <a:gd name="T83" fmla="*/ 66 h 2301"/>
                  <a:gd name="T84" fmla="*/ 1012 w 2434"/>
                  <a:gd name="T85" fmla="*/ 46 h 2301"/>
                  <a:gd name="T86" fmla="*/ 1049 w 2434"/>
                  <a:gd name="T87" fmla="*/ 27 h 2301"/>
                  <a:gd name="T88" fmla="*/ 1089 w 2434"/>
                  <a:gd name="T89" fmla="*/ 12 h 2301"/>
                  <a:gd name="T90" fmla="*/ 1133 w 2434"/>
                  <a:gd name="T91" fmla="*/ 2 h 2301"/>
                  <a:gd name="T92" fmla="*/ 1178 w 2434"/>
                  <a:gd name="T93" fmla="*/ 0 h 2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34" h="2301">
                    <a:moveTo>
                      <a:pt x="1178" y="0"/>
                    </a:moveTo>
                    <a:lnTo>
                      <a:pt x="1227" y="4"/>
                    </a:lnTo>
                    <a:lnTo>
                      <a:pt x="1276" y="19"/>
                    </a:lnTo>
                    <a:lnTo>
                      <a:pt x="1329" y="44"/>
                    </a:lnTo>
                    <a:lnTo>
                      <a:pt x="1382" y="81"/>
                    </a:lnTo>
                    <a:lnTo>
                      <a:pt x="1452" y="140"/>
                    </a:lnTo>
                    <a:lnTo>
                      <a:pt x="1517" y="193"/>
                    </a:lnTo>
                    <a:lnTo>
                      <a:pt x="1575" y="242"/>
                    </a:lnTo>
                    <a:lnTo>
                      <a:pt x="1628" y="286"/>
                    </a:lnTo>
                    <a:lnTo>
                      <a:pt x="1673" y="323"/>
                    </a:lnTo>
                    <a:lnTo>
                      <a:pt x="1713" y="357"/>
                    </a:lnTo>
                    <a:lnTo>
                      <a:pt x="1747" y="384"/>
                    </a:lnTo>
                    <a:lnTo>
                      <a:pt x="1772" y="406"/>
                    </a:lnTo>
                    <a:lnTo>
                      <a:pt x="1791" y="422"/>
                    </a:lnTo>
                    <a:lnTo>
                      <a:pt x="1804" y="431"/>
                    </a:lnTo>
                    <a:lnTo>
                      <a:pt x="1808" y="435"/>
                    </a:lnTo>
                    <a:lnTo>
                      <a:pt x="2434" y="1774"/>
                    </a:lnTo>
                    <a:lnTo>
                      <a:pt x="2004" y="2301"/>
                    </a:lnTo>
                    <a:lnTo>
                      <a:pt x="558" y="1925"/>
                    </a:lnTo>
                    <a:lnTo>
                      <a:pt x="117" y="1559"/>
                    </a:lnTo>
                    <a:lnTo>
                      <a:pt x="113" y="1557"/>
                    </a:lnTo>
                    <a:lnTo>
                      <a:pt x="106" y="1549"/>
                    </a:lnTo>
                    <a:lnTo>
                      <a:pt x="93" y="1536"/>
                    </a:lnTo>
                    <a:lnTo>
                      <a:pt x="78" y="1519"/>
                    </a:lnTo>
                    <a:lnTo>
                      <a:pt x="62" y="1498"/>
                    </a:lnTo>
                    <a:lnTo>
                      <a:pt x="45" y="1474"/>
                    </a:lnTo>
                    <a:lnTo>
                      <a:pt x="28" y="1446"/>
                    </a:lnTo>
                    <a:lnTo>
                      <a:pt x="15" y="1412"/>
                    </a:lnTo>
                    <a:lnTo>
                      <a:pt x="6" y="1376"/>
                    </a:lnTo>
                    <a:lnTo>
                      <a:pt x="0" y="1338"/>
                    </a:lnTo>
                    <a:lnTo>
                      <a:pt x="2" y="1294"/>
                    </a:lnTo>
                    <a:lnTo>
                      <a:pt x="9" y="1249"/>
                    </a:lnTo>
                    <a:lnTo>
                      <a:pt x="27" y="1202"/>
                    </a:lnTo>
                    <a:lnTo>
                      <a:pt x="55" y="1153"/>
                    </a:lnTo>
                    <a:lnTo>
                      <a:pt x="93" y="1102"/>
                    </a:lnTo>
                    <a:lnTo>
                      <a:pt x="877" y="155"/>
                    </a:lnTo>
                    <a:lnTo>
                      <a:pt x="881" y="151"/>
                    </a:lnTo>
                    <a:lnTo>
                      <a:pt x="891" y="142"/>
                    </a:lnTo>
                    <a:lnTo>
                      <a:pt x="904" y="127"/>
                    </a:lnTo>
                    <a:lnTo>
                      <a:pt x="925" y="108"/>
                    </a:lnTo>
                    <a:lnTo>
                      <a:pt x="949" y="87"/>
                    </a:lnTo>
                    <a:lnTo>
                      <a:pt x="978" y="66"/>
                    </a:lnTo>
                    <a:lnTo>
                      <a:pt x="1012" y="46"/>
                    </a:lnTo>
                    <a:lnTo>
                      <a:pt x="1049" y="27"/>
                    </a:lnTo>
                    <a:lnTo>
                      <a:pt x="1089" y="12"/>
                    </a:lnTo>
                    <a:lnTo>
                      <a:pt x="1133" y="2"/>
                    </a:lnTo>
                    <a:lnTo>
                      <a:pt x="1178" y="0"/>
                    </a:lnTo>
                    <a:close/>
                  </a:path>
                </a:pathLst>
              </a:custGeom>
              <a:solidFill>
                <a:schemeClr val="bg1">
                  <a:lumMod val="95000"/>
                </a:schemeClr>
              </a:solidFill>
              <a:ln w="19050">
                <a:no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dirty="0">
                  <a:solidFill>
                    <a:prstClr val="black"/>
                  </a:solidFill>
                  <a:latin typeface="Calibri"/>
                </a:endParaRPr>
              </a:p>
            </p:txBody>
          </p:sp>
        </p:grpSp>
        <p:sp>
          <p:nvSpPr>
            <p:cNvPr id="65" name="Freeform 64"/>
            <p:cNvSpPr>
              <a:spLocks/>
            </p:cNvSpPr>
            <p:nvPr/>
          </p:nvSpPr>
          <p:spPr bwMode="auto">
            <a:xfrm>
              <a:off x="4035847" y="2827320"/>
              <a:ext cx="734046" cy="773037"/>
            </a:xfrm>
            <a:custGeom>
              <a:avLst/>
              <a:gdLst>
                <a:gd name="T0" fmla="*/ 344 w 866"/>
                <a:gd name="T1" fmla="*/ 0 h 912"/>
                <a:gd name="T2" fmla="*/ 371 w 866"/>
                <a:gd name="T3" fmla="*/ 5 h 912"/>
                <a:gd name="T4" fmla="*/ 395 w 866"/>
                <a:gd name="T5" fmla="*/ 18 h 912"/>
                <a:gd name="T6" fmla="*/ 416 w 866"/>
                <a:gd name="T7" fmla="*/ 37 h 912"/>
                <a:gd name="T8" fmla="*/ 842 w 866"/>
                <a:gd name="T9" fmla="*/ 547 h 912"/>
                <a:gd name="T10" fmla="*/ 857 w 866"/>
                <a:gd name="T11" fmla="*/ 572 h 912"/>
                <a:gd name="T12" fmla="*/ 864 w 866"/>
                <a:gd name="T13" fmla="*/ 598 h 912"/>
                <a:gd name="T14" fmla="*/ 866 w 866"/>
                <a:gd name="T15" fmla="*/ 625 h 912"/>
                <a:gd name="T16" fmla="*/ 861 w 866"/>
                <a:gd name="T17" fmla="*/ 651 h 912"/>
                <a:gd name="T18" fmla="*/ 847 w 866"/>
                <a:gd name="T19" fmla="*/ 676 h 912"/>
                <a:gd name="T20" fmla="*/ 828 w 866"/>
                <a:gd name="T21" fmla="*/ 697 h 912"/>
                <a:gd name="T22" fmla="*/ 600 w 866"/>
                <a:gd name="T23" fmla="*/ 887 h 912"/>
                <a:gd name="T24" fmla="*/ 577 w 866"/>
                <a:gd name="T25" fmla="*/ 903 h 912"/>
                <a:gd name="T26" fmla="*/ 550 w 866"/>
                <a:gd name="T27" fmla="*/ 910 h 912"/>
                <a:gd name="T28" fmla="*/ 522 w 866"/>
                <a:gd name="T29" fmla="*/ 912 h 912"/>
                <a:gd name="T30" fmla="*/ 496 w 866"/>
                <a:gd name="T31" fmla="*/ 906 h 912"/>
                <a:gd name="T32" fmla="*/ 471 w 866"/>
                <a:gd name="T33" fmla="*/ 893 h 912"/>
                <a:gd name="T34" fmla="*/ 450 w 866"/>
                <a:gd name="T35" fmla="*/ 874 h 912"/>
                <a:gd name="T36" fmla="*/ 25 w 866"/>
                <a:gd name="T37" fmla="*/ 364 h 912"/>
                <a:gd name="T38" fmla="*/ 10 w 866"/>
                <a:gd name="T39" fmla="*/ 340 h 912"/>
                <a:gd name="T40" fmla="*/ 2 w 866"/>
                <a:gd name="T41" fmla="*/ 313 h 912"/>
                <a:gd name="T42" fmla="*/ 0 w 866"/>
                <a:gd name="T43" fmla="*/ 287 h 912"/>
                <a:gd name="T44" fmla="*/ 6 w 866"/>
                <a:gd name="T45" fmla="*/ 260 h 912"/>
                <a:gd name="T46" fmla="*/ 19 w 866"/>
                <a:gd name="T47" fmla="*/ 236 h 912"/>
                <a:gd name="T48" fmla="*/ 38 w 866"/>
                <a:gd name="T49" fmla="*/ 215 h 912"/>
                <a:gd name="T50" fmla="*/ 267 w 866"/>
                <a:gd name="T51" fmla="*/ 24 h 912"/>
                <a:gd name="T52" fmla="*/ 291 w 866"/>
                <a:gd name="T53" fmla="*/ 9 h 912"/>
                <a:gd name="T54" fmla="*/ 318 w 866"/>
                <a:gd name="T55" fmla="*/ 1 h 912"/>
                <a:gd name="T56" fmla="*/ 344 w 866"/>
                <a:gd name="T57"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2">
                  <a:moveTo>
                    <a:pt x="344" y="0"/>
                  </a:moveTo>
                  <a:lnTo>
                    <a:pt x="371" y="5"/>
                  </a:lnTo>
                  <a:lnTo>
                    <a:pt x="395" y="18"/>
                  </a:lnTo>
                  <a:lnTo>
                    <a:pt x="416" y="37"/>
                  </a:lnTo>
                  <a:lnTo>
                    <a:pt x="842" y="547"/>
                  </a:lnTo>
                  <a:lnTo>
                    <a:pt x="857" y="572"/>
                  </a:lnTo>
                  <a:lnTo>
                    <a:pt x="864" y="598"/>
                  </a:lnTo>
                  <a:lnTo>
                    <a:pt x="866" y="625"/>
                  </a:lnTo>
                  <a:lnTo>
                    <a:pt x="861" y="651"/>
                  </a:lnTo>
                  <a:lnTo>
                    <a:pt x="847" y="676"/>
                  </a:lnTo>
                  <a:lnTo>
                    <a:pt x="828" y="697"/>
                  </a:lnTo>
                  <a:lnTo>
                    <a:pt x="600" y="887"/>
                  </a:lnTo>
                  <a:lnTo>
                    <a:pt x="577" y="903"/>
                  </a:lnTo>
                  <a:lnTo>
                    <a:pt x="550" y="910"/>
                  </a:lnTo>
                  <a:lnTo>
                    <a:pt x="522" y="912"/>
                  </a:lnTo>
                  <a:lnTo>
                    <a:pt x="496" y="906"/>
                  </a:lnTo>
                  <a:lnTo>
                    <a:pt x="471" y="893"/>
                  </a:lnTo>
                  <a:lnTo>
                    <a:pt x="450" y="874"/>
                  </a:lnTo>
                  <a:lnTo>
                    <a:pt x="25" y="364"/>
                  </a:lnTo>
                  <a:lnTo>
                    <a:pt x="10" y="340"/>
                  </a:lnTo>
                  <a:lnTo>
                    <a:pt x="2" y="313"/>
                  </a:lnTo>
                  <a:lnTo>
                    <a:pt x="0" y="287"/>
                  </a:lnTo>
                  <a:lnTo>
                    <a:pt x="6" y="260"/>
                  </a:lnTo>
                  <a:lnTo>
                    <a:pt x="19" y="236"/>
                  </a:lnTo>
                  <a:lnTo>
                    <a:pt x="38" y="215"/>
                  </a:lnTo>
                  <a:lnTo>
                    <a:pt x="267" y="24"/>
                  </a:lnTo>
                  <a:lnTo>
                    <a:pt x="291" y="9"/>
                  </a:lnTo>
                  <a:lnTo>
                    <a:pt x="318" y="1"/>
                  </a:lnTo>
                  <a:lnTo>
                    <a:pt x="344"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6" name="Freeform 65"/>
            <p:cNvSpPr>
              <a:spLocks/>
            </p:cNvSpPr>
            <p:nvPr/>
          </p:nvSpPr>
          <p:spPr bwMode="auto">
            <a:xfrm>
              <a:off x="4300307" y="3605444"/>
              <a:ext cx="545025" cy="783208"/>
            </a:xfrm>
            <a:custGeom>
              <a:avLst/>
              <a:gdLst>
                <a:gd name="T0" fmla="*/ 240 w 643"/>
                <a:gd name="T1" fmla="*/ 0 h 924"/>
                <a:gd name="T2" fmla="*/ 269 w 643"/>
                <a:gd name="T3" fmla="*/ 2 h 924"/>
                <a:gd name="T4" fmla="*/ 560 w 643"/>
                <a:gd name="T5" fmla="*/ 64 h 924"/>
                <a:gd name="T6" fmla="*/ 586 w 643"/>
                <a:gd name="T7" fmla="*/ 73 h 924"/>
                <a:gd name="T8" fmla="*/ 609 w 643"/>
                <a:gd name="T9" fmla="*/ 90 h 924"/>
                <a:gd name="T10" fmla="*/ 626 w 643"/>
                <a:gd name="T11" fmla="*/ 111 h 924"/>
                <a:gd name="T12" fmla="*/ 639 w 643"/>
                <a:gd name="T13" fmla="*/ 136 h 924"/>
                <a:gd name="T14" fmla="*/ 643 w 643"/>
                <a:gd name="T15" fmla="*/ 162 h 924"/>
                <a:gd name="T16" fmla="*/ 641 w 643"/>
                <a:gd name="T17" fmla="*/ 191 h 924"/>
                <a:gd name="T18" fmla="*/ 499 w 643"/>
                <a:gd name="T19" fmla="*/ 839 h 924"/>
                <a:gd name="T20" fmla="*/ 490 w 643"/>
                <a:gd name="T21" fmla="*/ 867 h 924"/>
                <a:gd name="T22" fmla="*/ 475 w 643"/>
                <a:gd name="T23" fmla="*/ 888 h 924"/>
                <a:gd name="T24" fmla="*/ 454 w 643"/>
                <a:gd name="T25" fmla="*/ 907 h 924"/>
                <a:gd name="T26" fmla="*/ 429 w 643"/>
                <a:gd name="T27" fmla="*/ 918 h 924"/>
                <a:gd name="T28" fmla="*/ 403 w 643"/>
                <a:gd name="T29" fmla="*/ 924 h 924"/>
                <a:gd name="T30" fmla="*/ 375 w 643"/>
                <a:gd name="T31" fmla="*/ 920 h 924"/>
                <a:gd name="T32" fmla="*/ 83 w 643"/>
                <a:gd name="T33" fmla="*/ 857 h 924"/>
                <a:gd name="T34" fmla="*/ 57 w 643"/>
                <a:gd name="T35" fmla="*/ 848 h 924"/>
                <a:gd name="T36" fmla="*/ 34 w 643"/>
                <a:gd name="T37" fmla="*/ 831 h 924"/>
                <a:gd name="T38" fmla="*/ 15 w 643"/>
                <a:gd name="T39" fmla="*/ 810 h 924"/>
                <a:gd name="T40" fmla="*/ 4 w 643"/>
                <a:gd name="T41" fmla="*/ 786 h 924"/>
                <a:gd name="T42" fmla="*/ 0 w 643"/>
                <a:gd name="T43" fmla="*/ 759 h 924"/>
                <a:gd name="T44" fmla="*/ 2 w 643"/>
                <a:gd name="T45" fmla="*/ 731 h 924"/>
                <a:gd name="T46" fmla="*/ 142 w 643"/>
                <a:gd name="T47" fmla="*/ 83 h 924"/>
                <a:gd name="T48" fmla="*/ 153 w 643"/>
                <a:gd name="T49" fmla="*/ 56 h 924"/>
                <a:gd name="T50" fmla="*/ 168 w 643"/>
                <a:gd name="T51" fmla="*/ 34 h 924"/>
                <a:gd name="T52" fmla="*/ 189 w 643"/>
                <a:gd name="T53" fmla="*/ 15 h 924"/>
                <a:gd name="T54" fmla="*/ 214 w 643"/>
                <a:gd name="T55" fmla="*/ 4 h 924"/>
                <a:gd name="T56" fmla="*/ 240 w 643"/>
                <a:gd name="T57" fmla="*/ 0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3" h="924">
                  <a:moveTo>
                    <a:pt x="240" y="0"/>
                  </a:moveTo>
                  <a:lnTo>
                    <a:pt x="269" y="2"/>
                  </a:lnTo>
                  <a:lnTo>
                    <a:pt x="560" y="64"/>
                  </a:lnTo>
                  <a:lnTo>
                    <a:pt x="586" y="73"/>
                  </a:lnTo>
                  <a:lnTo>
                    <a:pt x="609" y="90"/>
                  </a:lnTo>
                  <a:lnTo>
                    <a:pt x="626" y="111"/>
                  </a:lnTo>
                  <a:lnTo>
                    <a:pt x="639" y="136"/>
                  </a:lnTo>
                  <a:lnTo>
                    <a:pt x="643" y="162"/>
                  </a:lnTo>
                  <a:lnTo>
                    <a:pt x="641" y="191"/>
                  </a:lnTo>
                  <a:lnTo>
                    <a:pt x="499" y="839"/>
                  </a:lnTo>
                  <a:lnTo>
                    <a:pt x="490" y="867"/>
                  </a:lnTo>
                  <a:lnTo>
                    <a:pt x="475" y="888"/>
                  </a:lnTo>
                  <a:lnTo>
                    <a:pt x="454" y="907"/>
                  </a:lnTo>
                  <a:lnTo>
                    <a:pt x="429" y="918"/>
                  </a:lnTo>
                  <a:lnTo>
                    <a:pt x="403" y="924"/>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7" name="Freeform 66"/>
            <p:cNvSpPr>
              <a:spLocks/>
            </p:cNvSpPr>
            <p:nvPr/>
          </p:nvSpPr>
          <p:spPr bwMode="auto">
            <a:xfrm>
              <a:off x="3670519" y="4297109"/>
              <a:ext cx="796771" cy="655217"/>
            </a:xfrm>
            <a:custGeom>
              <a:avLst/>
              <a:gdLst>
                <a:gd name="T0" fmla="*/ 709 w 940"/>
                <a:gd name="T1" fmla="*/ 0 h 773"/>
                <a:gd name="T2" fmla="*/ 736 w 940"/>
                <a:gd name="T3" fmla="*/ 6 h 773"/>
                <a:gd name="T4" fmla="*/ 760 w 940"/>
                <a:gd name="T5" fmla="*/ 17 h 773"/>
                <a:gd name="T6" fmla="*/ 781 w 940"/>
                <a:gd name="T7" fmla="*/ 36 h 773"/>
                <a:gd name="T8" fmla="*/ 798 w 940"/>
                <a:gd name="T9" fmla="*/ 58 h 773"/>
                <a:gd name="T10" fmla="*/ 930 w 940"/>
                <a:gd name="T11" fmla="*/ 325 h 773"/>
                <a:gd name="T12" fmla="*/ 938 w 940"/>
                <a:gd name="T13" fmla="*/ 351 h 773"/>
                <a:gd name="T14" fmla="*/ 940 w 940"/>
                <a:gd name="T15" fmla="*/ 380 h 773"/>
                <a:gd name="T16" fmla="*/ 934 w 940"/>
                <a:gd name="T17" fmla="*/ 406 h 773"/>
                <a:gd name="T18" fmla="*/ 923 w 940"/>
                <a:gd name="T19" fmla="*/ 431 h 773"/>
                <a:gd name="T20" fmla="*/ 906 w 940"/>
                <a:gd name="T21" fmla="*/ 451 h 773"/>
                <a:gd name="T22" fmla="*/ 881 w 940"/>
                <a:gd name="T23" fmla="*/ 468 h 773"/>
                <a:gd name="T24" fmla="*/ 286 w 940"/>
                <a:gd name="T25" fmla="*/ 763 h 773"/>
                <a:gd name="T26" fmla="*/ 259 w 940"/>
                <a:gd name="T27" fmla="*/ 771 h 773"/>
                <a:gd name="T28" fmla="*/ 233 w 940"/>
                <a:gd name="T29" fmla="*/ 773 h 773"/>
                <a:gd name="T30" fmla="*/ 204 w 940"/>
                <a:gd name="T31" fmla="*/ 769 h 773"/>
                <a:gd name="T32" fmla="*/ 182 w 940"/>
                <a:gd name="T33" fmla="*/ 756 h 773"/>
                <a:gd name="T34" fmla="*/ 159 w 940"/>
                <a:gd name="T35" fmla="*/ 739 h 773"/>
                <a:gd name="T36" fmla="*/ 144 w 940"/>
                <a:gd name="T37" fmla="*/ 714 h 773"/>
                <a:gd name="T38" fmla="*/ 11 w 940"/>
                <a:gd name="T39" fmla="*/ 448 h 773"/>
                <a:gd name="T40" fmla="*/ 2 w 940"/>
                <a:gd name="T41" fmla="*/ 421 h 773"/>
                <a:gd name="T42" fmla="*/ 0 w 940"/>
                <a:gd name="T43" fmla="*/ 393 h 773"/>
                <a:gd name="T44" fmla="*/ 6 w 940"/>
                <a:gd name="T45" fmla="*/ 366 h 773"/>
                <a:gd name="T46" fmla="*/ 19 w 940"/>
                <a:gd name="T47" fmla="*/ 342 h 773"/>
                <a:gd name="T48" fmla="*/ 36 w 940"/>
                <a:gd name="T49" fmla="*/ 321 h 773"/>
                <a:gd name="T50" fmla="*/ 59 w 940"/>
                <a:gd name="T51" fmla="*/ 306 h 773"/>
                <a:gd name="T52" fmla="*/ 654 w 940"/>
                <a:gd name="T53" fmla="*/ 11 h 773"/>
                <a:gd name="T54" fmla="*/ 681 w 940"/>
                <a:gd name="T55" fmla="*/ 2 h 773"/>
                <a:gd name="T56" fmla="*/ 709 w 940"/>
                <a:gd name="T57" fmla="*/ 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73">
                  <a:moveTo>
                    <a:pt x="709" y="0"/>
                  </a:moveTo>
                  <a:lnTo>
                    <a:pt x="736" y="6"/>
                  </a:lnTo>
                  <a:lnTo>
                    <a:pt x="760" y="17"/>
                  </a:lnTo>
                  <a:lnTo>
                    <a:pt x="781" y="36"/>
                  </a:lnTo>
                  <a:lnTo>
                    <a:pt x="798" y="58"/>
                  </a:lnTo>
                  <a:lnTo>
                    <a:pt x="930" y="325"/>
                  </a:lnTo>
                  <a:lnTo>
                    <a:pt x="938" y="351"/>
                  </a:lnTo>
                  <a:lnTo>
                    <a:pt x="940" y="380"/>
                  </a:lnTo>
                  <a:lnTo>
                    <a:pt x="934" y="406"/>
                  </a:lnTo>
                  <a:lnTo>
                    <a:pt x="923" y="431"/>
                  </a:lnTo>
                  <a:lnTo>
                    <a:pt x="906" y="451"/>
                  </a:lnTo>
                  <a:lnTo>
                    <a:pt x="881" y="468"/>
                  </a:lnTo>
                  <a:lnTo>
                    <a:pt x="286" y="763"/>
                  </a:lnTo>
                  <a:lnTo>
                    <a:pt x="259" y="771"/>
                  </a:lnTo>
                  <a:lnTo>
                    <a:pt x="233" y="773"/>
                  </a:lnTo>
                  <a:lnTo>
                    <a:pt x="204" y="769"/>
                  </a:lnTo>
                  <a:lnTo>
                    <a:pt x="182" y="756"/>
                  </a:lnTo>
                  <a:lnTo>
                    <a:pt x="159" y="739"/>
                  </a:lnTo>
                  <a:lnTo>
                    <a:pt x="144" y="714"/>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8" name="Freeform 67"/>
            <p:cNvSpPr>
              <a:spLocks/>
            </p:cNvSpPr>
            <p:nvPr/>
          </p:nvSpPr>
          <p:spPr bwMode="auto">
            <a:xfrm>
              <a:off x="2872052" y="4313215"/>
              <a:ext cx="796771" cy="651827"/>
            </a:xfrm>
            <a:custGeom>
              <a:avLst/>
              <a:gdLst>
                <a:gd name="T0" fmla="*/ 227 w 940"/>
                <a:gd name="T1" fmla="*/ 0 h 769"/>
                <a:gd name="T2" fmla="*/ 256 w 940"/>
                <a:gd name="T3" fmla="*/ 2 h 769"/>
                <a:gd name="T4" fmla="*/ 282 w 940"/>
                <a:gd name="T5" fmla="*/ 9 h 769"/>
                <a:gd name="T6" fmla="*/ 880 w 940"/>
                <a:gd name="T7" fmla="*/ 300 h 769"/>
                <a:gd name="T8" fmla="*/ 904 w 940"/>
                <a:gd name="T9" fmla="*/ 315 h 769"/>
                <a:gd name="T10" fmla="*/ 921 w 940"/>
                <a:gd name="T11" fmla="*/ 336 h 769"/>
                <a:gd name="T12" fmla="*/ 934 w 940"/>
                <a:gd name="T13" fmla="*/ 361 h 769"/>
                <a:gd name="T14" fmla="*/ 940 w 940"/>
                <a:gd name="T15" fmla="*/ 387 h 769"/>
                <a:gd name="T16" fmla="*/ 938 w 940"/>
                <a:gd name="T17" fmla="*/ 415 h 769"/>
                <a:gd name="T18" fmla="*/ 929 w 940"/>
                <a:gd name="T19" fmla="*/ 442 h 769"/>
                <a:gd name="T20" fmla="*/ 798 w 940"/>
                <a:gd name="T21" fmla="*/ 708 h 769"/>
                <a:gd name="T22" fmla="*/ 783 w 940"/>
                <a:gd name="T23" fmla="*/ 733 h 769"/>
                <a:gd name="T24" fmla="*/ 762 w 940"/>
                <a:gd name="T25" fmla="*/ 752 h 769"/>
                <a:gd name="T26" fmla="*/ 738 w 940"/>
                <a:gd name="T27" fmla="*/ 763 h 769"/>
                <a:gd name="T28" fmla="*/ 711 w 940"/>
                <a:gd name="T29" fmla="*/ 769 h 769"/>
                <a:gd name="T30" fmla="*/ 685 w 940"/>
                <a:gd name="T31" fmla="*/ 767 h 769"/>
                <a:gd name="T32" fmla="*/ 657 w 940"/>
                <a:gd name="T33" fmla="*/ 757 h 769"/>
                <a:gd name="T34" fmla="*/ 59 w 940"/>
                <a:gd name="T35" fmla="*/ 468 h 769"/>
                <a:gd name="T36" fmla="*/ 36 w 940"/>
                <a:gd name="T37" fmla="*/ 453 h 769"/>
                <a:gd name="T38" fmla="*/ 17 w 940"/>
                <a:gd name="T39" fmla="*/ 432 h 769"/>
                <a:gd name="T40" fmla="*/ 6 w 940"/>
                <a:gd name="T41" fmla="*/ 408 h 769"/>
                <a:gd name="T42" fmla="*/ 0 w 940"/>
                <a:gd name="T43" fmla="*/ 381 h 769"/>
                <a:gd name="T44" fmla="*/ 2 w 940"/>
                <a:gd name="T45" fmla="*/ 353 h 769"/>
                <a:gd name="T46" fmla="*/ 10 w 940"/>
                <a:gd name="T47" fmla="*/ 327 h 769"/>
                <a:gd name="T48" fmla="*/ 140 w 940"/>
                <a:gd name="T49" fmla="*/ 58 h 769"/>
                <a:gd name="T50" fmla="*/ 155 w 940"/>
                <a:gd name="T51" fmla="*/ 36 h 769"/>
                <a:gd name="T52" fmla="*/ 176 w 940"/>
                <a:gd name="T53" fmla="*/ 17 h 769"/>
                <a:gd name="T54" fmla="*/ 201 w 940"/>
                <a:gd name="T55" fmla="*/ 5 h 769"/>
                <a:gd name="T56" fmla="*/ 227 w 940"/>
                <a:gd name="T57" fmla="*/ 0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69">
                  <a:moveTo>
                    <a:pt x="227" y="0"/>
                  </a:moveTo>
                  <a:lnTo>
                    <a:pt x="256" y="2"/>
                  </a:lnTo>
                  <a:lnTo>
                    <a:pt x="282" y="9"/>
                  </a:lnTo>
                  <a:lnTo>
                    <a:pt x="880" y="300"/>
                  </a:lnTo>
                  <a:lnTo>
                    <a:pt x="904" y="315"/>
                  </a:lnTo>
                  <a:lnTo>
                    <a:pt x="921" y="336"/>
                  </a:lnTo>
                  <a:lnTo>
                    <a:pt x="934" y="361"/>
                  </a:lnTo>
                  <a:lnTo>
                    <a:pt x="940" y="387"/>
                  </a:lnTo>
                  <a:lnTo>
                    <a:pt x="938" y="415"/>
                  </a:lnTo>
                  <a:lnTo>
                    <a:pt x="929" y="442"/>
                  </a:lnTo>
                  <a:lnTo>
                    <a:pt x="798" y="708"/>
                  </a:lnTo>
                  <a:lnTo>
                    <a:pt x="783" y="733"/>
                  </a:lnTo>
                  <a:lnTo>
                    <a:pt x="762" y="752"/>
                  </a:lnTo>
                  <a:lnTo>
                    <a:pt x="738" y="763"/>
                  </a:lnTo>
                  <a:lnTo>
                    <a:pt x="711" y="769"/>
                  </a:lnTo>
                  <a:lnTo>
                    <a:pt x="685" y="767"/>
                  </a:lnTo>
                  <a:lnTo>
                    <a:pt x="657" y="757"/>
                  </a:lnTo>
                  <a:lnTo>
                    <a:pt x="59" y="468"/>
                  </a:lnTo>
                  <a:lnTo>
                    <a:pt x="36" y="453"/>
                  </a:lnTo>
                  <a:lnTo>
                    <a:pt x="17" y="432"/>
                  </a:lnTo>
                  <a:lnTo>
                    <a:pt x="6" y="408"/>
                  </a:lnTo>
                  <a:lnTo>
                    <a:pt x="0" y="381"/>
                  </a:lnTo>
                  <a:lnTo>
                    <a:pt x="2" y="353"/>
                  </a:lnTo>
                  <a:lnTo>
                    <a:pt x="10" y="327"/>
                  </a:lnTo>
                  <a:lnTo>
                    <a:pt x="140" y="58"/>
                  </a:lnTo>
                  <a:lnTo>
                    <a:pt x="155" y="36"/>
                  </a:lnTo>
                  <a:lnTo>
                    <a:pt x="176" y="17"/>
                  </a:lnTo>
                  <a:lnTo>
                    <a:pt x="201" y="5"/>
                  </a:lnTo>
                  <a:lnTo>
                    <a:pt x="227"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9" name="Freeform 68"/>
            <p:cNvSpPr>
              <a:spLocks/>
            </p:cNvSpPr>
            <p:nvPr/>
          </p:nvSpPr>
          <p:spPr bwMode="auto">
            <a:xfrm>
              <a:off x="2481296" y="3635959"/>
              <a:ext cx="543330" cy="782361"/>
            </a:xfrm>
            <a:custGeom>
              <a:avLst/>
              <a:gdLst>
                <a:gd name="T0" fmla="*/ 403 w 641"/>
                <a:gd name="T1" fmla="*/ 0 h 923"/>
                <a:gd name="T2" fmla="*/ 431 w 641"/>
                <a:gd name="T3" fmla="*/ 5 h 923"/>
                <a:gd name="T4" fmla="*/ 456 w 641"/>
                <a:gd name="T5" fmla="*/ 17 h 923"/>
                <a:gd name="T6" fmla="*/ 477 w 641"/>
                <a:gd name="T7" fmla="*/ 34 h 923"/>
                <a:gd name="T8" fmla="*/ 492 w 641"/>
                <a:gd name="T9" fmla="*/ 56 h 923"/>
                <a:gd name="T10" fmla="*/ 501 w 641"/>
                <a:gd name="T11" fmla="*/ 83 h 923"/>
                <a:gd name="T12" fmla="*/ 639 w 641"/>
                <a:gd name="T13" fmla="*/ 733 h 923"/>
                <a:gd name="T14" fmla="*/ 641 w 641"/>
                <a:gd name="T15" fmla="*/ 761 h 923"/>
                <a:gd name="T16" fmla="*/ 635 w 641"/>
                <a:gd name="T17" fmla="*/ 787 h 923"/>
                <a:gd name="T18" fmla="*/ 624 w 641"/>
                <a:gd name="T19" fmla="*/ 812 h 923"/>
                <a:gd name="T20" fmla="*/ 607 w 641"/>
                <a:gd name="T21" fmla="*/ 833 h 923"/>
                <a:gd name="T22" fmla="*/ 584 w 641"/>
                <a:gd name="T23" fmla="*/ 850 h 923"/>
                <a:gd name="T24" fmla="*/ 558 w 641"/>
                <a:gd name="T25" fmla="*/ 859 h 923"/>
                <a:gd name="T26" fmla="*/ 267 w 641"/>
                <a:gd name="T27" fmla="*/ 922 h 923"/>
                <a:gd name="T28" fmla="*/ 238 w 641"/>
                <a:gd name="T29" fmla="*/ 923 h 923"/>
                <a:gd name="T30" fmla="*/ 210 w 641"/>
                <a:gd name="T31" fmla="*/ 918 h 923"/>
                <a:gd name="T32" fmla="*/ 185 w 641"/>
                <a:gd name="T33" fmla="*/ 906 h 923"/>
                <a:gd name="T34" fmla="*/ 165 w 641"/>
                <a:gd name="T35" fmla="*/ 888 h 923"/>
                <a:gd name="T36" fmla="*/ 149 w 641"/>
                <a:gd name="T37" fmla="*/ 865 h 923"/>
                <a:gd name="T38" fmla="*/ 140 w 641"/>
                <a:gd name="T39" fmla="*/ 838 h 923"/>
                <a:gd name="T40" fmla="*/ 2 w 641"/>
                <a:gd name="T41" fmla="*/ 189 h 923"/>
                <a:gd name="T42" fmla="*/ 0 w 641"/>
                <a:gd name="T43" fmla="*/ 160 h 923"/>
                <a:gd name="T44" fmla="*/ 6 w 641"/>
                <a:gd name="T45" fmla="*/ 134 h 923"/>
                <a:gd name="T46" fmla="*/ 17 w 641"/>
                <a:gd name="T47" fmla="*/ 109 h 923"/>
                <a:gd name="T48" fmla="*/ 34 w 641"/>
                <a:gd name="T49" fmla="*/ 88 h 923"/>
                <a:gd name="T50" fmla="*/ 57 w 641"/>
                <a:gd name="T51" fmla="*/ 73 h 923"/>
                <a:gd name="T52" fmla="*/ 85 w 641"/>
                <a:gd name="T53" fmla="*/ 64 h 923"/>
                <a:gd name="T54" fmla="*/ 374 w 641"/>
                <a:gd name="T55" fmla="*/ 2 h 923"/>
                <a:gd name="T56" fmla="*/ 403 w 641"/>
                <a:gd name="T57" fmla="*/ 0 h 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1" h="923">
                  <a:moveTo>
                    <a:pt x="403" y="0"/>
                  </a:moveTo>
                  <a:lnTo>
                    <a:pt x="431" y="5"/>
                  </a:lnTo>
                  <a:lnTo>
                    <a:pt x="456" y="17"/>
                  </a:lnTo>
                  <a:lnTo>
                    <a:pt x="477" y="34"/>
                  </a:lnTo>
                  <a:lnTo>
                    <a:pt x="492" y="56"/>
                  </a:lnTo>
                  <a:lnTo>
                    <a:pt x="501" y="83"/>
                  </a:lnTo>
                  <a:lnTo>
                    <a:pt x="639" y="733"/>
                  </a:lnTo>
                  <a:lnTo>
                    <a:pt x="641" y="761"/>
                  </a:lnTo>
                  <a:lnTo>
                    <a:pt x="635" y="787"/>
                  </a:lnTo>
                  <a:lnTo>
                    <a:pt x="624" y="812"/>
                  </a:lnTo>
                  <a:lnTo>
                    <a:pt x="607" y="833"/>
                  </a:lnTo>
                  <a:lnTo>
                    <a:pt x="584" y="850"/>
                  </a:lnTo>
                  <a:lnTo>
                    <a:pt x="558" y="859"/>
                  </a:lnTo>
                  <a:lnTo>
                    <a:pt x="267" y="922"/>
                  </a:lnTo>
                  <a:lnTo>
                    <a:pt x="238" y="923"/>
                  </a:lnTo>
                  <a:lnTo>
                    <a:pt x="210" y="918"/>
                  </a:lnTo>
                  <a:lnTo>
                    <a:pt x="185" y="906"/>
                  </a:lnTo>
                  <a:lnTo>
                    <a:pt x="165" y="888"/>
                  </a:lnTo>
                  <a:lnTo>
                    <a:pt x="149" y="865"/>
                  </a:lnTo>
                  <a:lnTo>
                    <a:pt x="140" y="838"/>
                  </a:lnTo>
                  <a:lnTo>
                    <a:pt x="2" y="189"/>
                  </a:lnTo>
                  <a:lnTo>
                    <a:pt x="0" y="160"/>
                  </a:lnTo>
                  <a:lnTo>
                    <a:pt x="6" y="134"/>
                  </a:lnTo>
                  <a:lnTo>
                    <a:pt x="17" y="109"/>
                  </a:lnTo>
                  <a:lnTo>
                    <a:pt x="34" y="88"/>
                  </a:lnTo>
                  <a:lnTo>
                    <a:pt x="57" y="73"/>
                  </a:lnTo>
                  <a:lnTo>
                    <a:pt x="85" y="64"/>
                  </a:lnTo>
                  <a:lnTo>
                    <a:pt x="374" y="2"/>
                  </a:lnTo>
                  <a:lnTo>
                    <a:pt x="403" y="0"/>
                  </a:lnTo>
                  <a:close/>
                </a:path>
              </a:pathLst>
            </a:custGeom>
            <a:solidFill>
              <a:schemeClr val="accent5"/>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0" name="Freeform 69"/>
            <p:cNvSpPr>
              <a:spLocks/>
            </p:cNvSpPr>
            <p:nvPr/>
          </p:nvSpPr>
          <p:spPr bwMode="auto">
            <a:xfrm>
              <a:off x="2556735" y="2844273"/>
              <a:ext cx="734046" cy="773885"/>
            </a:xfrm>
            <a:custGeom>
              <a:avLst/>
              <a:gdLst>
                <a:gd name="T0" fmla="*/ 520 w 866"/>
                <a:gd name="T1" fmla="*/ 0 h 913"/>
                <a:gd name="T2" fmla="*/ 548 w 866"/>
                <a:gd name="T3" fmla="*/ 0 h 913"/>
                <a:gd name="T4" fmla="*/ 575 w 866"/>
                <a:gd name="T5" fmla="*/ 10 h 913"/>
                <a:gd name="T6" fmla="*/ 599 w 866"/>
                <a:gd name="T7" fmla="*/ 25 h 913"/>
                <a:gd name="T8" fmla="*/ 828 w 866"/>
                <a:gd name="T9" fmla="*/ 214 h 913"/>
                <a:gd name="T10" fmla="*/ 847 w 866"/>
                <a:gd name="T11" fmla="*/ 235 h 913"/>
                <a:gd name="T12" fmla="*/ 860 w 866"/>
                <a:gd name="T13" fmla="*/ 259 h 913"/>
                <a:gd name="T14" fmla="*/ 866 w 866"/>
                <a:gd name="T15" fmla="*/ 286 h 913"/>
                <a:gd name="T16" fmla="*/ 864 w 866"/>
                <a:gd name="T17" fmla="*/ 314 h 913"/>
                <a:gd name="T18" fmla="*/ 856 w 866"/>
                <a:gd name="T19" fmla="*/ 340 h 913"/>
                <a:gd name="T20" fmla="*/ 841 w 866"/>
                <a:gd name="T21" fmla="*/ 363 h 913"/>
                <a:gd name="T22" fmla="*/ 416 w 866"/>
                <a:gd name="T23" fmla="*/ 875 h 913"/>
                <a:gd name="T24" fmla="*/ 395 w 866"/>
                <a:gd name="T25" fmla="*/ 894 h 913"/>
                <a:gd name="T26" fmla="*/ 371 w 866"/>
                <a:gd name="T27" fmla="*/ 907 h 913"/>
                <a:gd name="T28" fmla="*/ 344 w 866"/>
                <a:gd name="T29" fmla="*/ 913 h 913"/>
                <a:gd name="T30" fmla="*/ 318 w 866"/>
                <a:gd name="T31" fmla="*/ 911 h 913"/>
                <a:gd name="T32" fmla="*/ 291 w 866"/>
                <a:gd name="T33" fmla="*/ 903 h 913"/>
                <a:gd name="T34" fmla="*/ 267 w 866"/>
                <a:gd name="T35" fmla="*/ 888 h 913"/>
                <a:gd name="T36" fmla="*/ 38 w 866"/>
                <a:gd name="T37" fmla="*/ 697 h 913"/>
                <a:gd name="T38" fmla="*/ 19 w 866"/>
                <a:gd name="T39" fmla="*/ 677 h 913"/>
                <a:gd name="T40" fmla="*/ 6 w 866"/>
                <a:gd name="T41" fmla="*/ 652 h 913"/>
                <a:gd name="T42" fmla="*/ 0 w 866"/>
                <a:gd name="T43" fmla="*/ 626 h 913"/>
                <a:gd name="T44" fmla="*/ 2 w 866"/>
                <a:gd name="T45" fmla="*/ 599 h 913"/>
                <a:gd name="T46" fmla="*/ 9 w 866"/>
                <a:gd name="T47" fmla="*/ 573 h 913"/>
                <a:gd name="T48" fmla="*/ 24 w 866"/>
                <a:gd name="T49" fmla="*/ 548 h 913"/>
                <a:gd name="T50" fmla="*/ 448 w 866"/>
                <a:gd name="T51" fmla="*/ 38 h 913"/>
                <a:gd name="T52" fmla="*/ 469 w 866"/>
                <a:gd name="T53" fmla="*/ 19 h 913"/>
                <a:gd name="T54" fmla="*/ 493 w 866"/>
                <a:gd name="T55" fmla="*/ 6 h 913"/>
                <a:gd name="T56" fmla="*/ 520 w 866"/>
                <a:gd name="T57"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3">
                  <a:moveTo>
                    <a:pt x="520" y="0"/>
                  </a:moveTo>
                  <a:lnTo>
                    <a:pt x="548" y="0"/>
                  </a:lnTo>
                  <a:lnTo>
                    <a:pt x="575" y="10"/>
                  </a:lnTo>
                  <a:lnTo>
                    <a:pt x="599" y="25"/>
                  </a:lnTo>
                  <a:lnTo>
                    <a:pt x="828" y="214"/>
                  </a:lnTo>
                  <a:lnTo>
                    <a:pt x="847" y="235"/>
                  </a:lnTo>
                  <a:lnTo>
                    <a:pt x="860" y="259"/>
                  </a:lnTo>
                  <a:lnTo>
                    <a:pt x="866" y="286"/>
                  </a:lnTo>
                  <a:lnTo>
                    <a:pt x="864" y="314"/>
                  </a:lnTo>
                  <a:lnTo>
                    <a:pt x="856" y="340"/>
                  </a:lnTo>
                  <a:lnTo>
                    <a:pt x="841" y="363"/>
                  </a:lnTo>
                  <a:lnTo>
                    <a:pt x="416" y="875"/>
                  </a:lnTo>
                  <a:lnTo>
                    <a:pt x="395" y="894"/>
                  </a:lnTo>
                  <a:lnTo>
                    <a:pt x="371" y="907"/>
                  </a:lnTo>
                  <a:lnTo>
                    <a:pt x="344" y="913"/>
                  </a:lnTo>
                  <a:lnTo>
                    <a:pt x="318" y="911"/>
                  </a:lnTo>
                  <a:lnTo>
                    <a:pt x="291" y="903"/>
                  </a:lnTo>
                  <a:lnTo>
                    <a:pt x="267" y="888"/>
                  </a:lnTo>
                  <a:lnTo>
                    <a:pt x="38" y="697"/>
                  </a:lnTo>
                  <a:lnTo>
                    <a:pt x="19" y="677"/>
                  </a:lnTo>
                  <a:lnTo>
                    <a:pt x="6" y="652"/>
                  </a:lnTo>
                  <a:lnTo>
                    <a:pt x="0" y="626"/>
                  </a:lnTo>
                  <a:lnTo>
                    <a:pt x="2" y="599"/>
                  </a:lnTo>
                  <a:lnTo>
                    <a:pt x="9" y="573"/>
                  </a:lnTo>
                  <a:lnTo>
                    <a:pt x="24" y="548"/>
                  </a:lnTo>
                  <a:lnTo>
                    <a:pt x="448" y="38"/>
                  </a:lnTo>
                  <a:lnTo>
                    <a:pt x="469" y="19"/>
                  </a:lnTo>
                  <a:lnTo>
                    <a:pt x="493" y="6"/>
                  </a:lnTo>
                  <a:lnTo>
                    <a:pt x="520"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1" name="Freeform 70"/>
            <p:cNvSpPr>
              <a:spLocks/>
            </p:cNvSpPr>
            <p:nvPr/>
          </p:nvSpPr>
          <p:spPr bwMode="auto">
            <a:xfrm>
              <a:off x="3284000" y="2629823"/>
              <a:ext cx="744218" cy="432291"/>
            </a:xfrm>
            <a:custGeom>
              <a:avLst/>
              <a:gdLst>
                <a:gd name="T0" fmla="*/ 106 w 878"/>
                <a:gd name="T1" fmla="*/ 0 h 510"/>
                <a:gd name="T2" fmla="*/ 772 w 878"/>
                <a:gd name="T3" fmla="*/ 0 h 510"/>
                <a:gd name="T4" fmla="*/ 804 w 878"/>
                <a:gd name="T5" fmla="*/ 6 h 510"/>
                <a:gd name="T6" fmla="*/ 834 w 878"/>
                <a:gd name="T7" fmla="*/ 21 h 510"/>
                <a:gd name="T8" fmla="*/ 857 w 878"/>
                <a:gd name="T9" fmla="*/ 44 h 510"/>
                <a:gd name="T10" fmla="*/ 872 w 878"/>
                <a:gd name="T11" fmla="*/ 74 h 510"/>
                <a:gd name="T12" fmla="*/ 878 w 878"/>
                <a:gd name="T13" fmla="*/ 106 h 510"/>
                <a:gd name="T14" fmla="*/ 878 w 878"/>
                <a:gd name="T15" fmla="*/ 404 h 510"/>
                <a:gd name="T16" fmla="*/ 872 w 878"/>
                <a:gd name="T17" fmla="*/ 437 h 510"/>
                <a:gd name="T18" fmla="*/ 857 w 878"/>
                <a:gd name="T19" fmla="*/ 467 h 510"/>
                <a:gd name="T20" fmla="*/ 834 w 878"/>
                <a:gd name="T21" fmla="*/ 489 h 510"/>
                <a:gd name="T22" fmla="*/ 804 w 878"/>
                <a:gd name="T23" fmla="*/ 505 h 510"/>
                <a:gd name="T24" fmla="*/ 772 w 878"/>
                <a:gd name="T25" fmla="*/ 510 h 510"/>
                <a:gd name="T26" fmla="*/ 106 w 878"/>
                <a:gd name="T27" fmla="*/ 510 h 510"/>
                <a:gd name="T28" fmla="*/ 74 w 878"/>
                <a:gd name="T29" fmla="*/ 505 h 510"/>
                <a:gd name="T30" fmla="*/ 44 w 878"/>
                <a:gd name="T31" fmla="*/ 489 h 510"/>
                <a:gd name="T32" fmla="*/ 21 w 878"/>
                <a:gd name="T33" fmla="*/ 467 h 510"/>
                <a:gd name="T34" fmla="*/ 6 w 878"/>
                <a:gd name="T35" fmla="*/ 437 h 510"/>
                <a:gd name="T36" fmla="*/ 0 w 878"/>
                <a:gd name="T37" fmla="*/ 404 h 510"/>
                <a:gd name="T38" fmla="*/ 0 w 878"/>
                <a:gd name="T39" fmla="*/ 106 h 510"/>
                <a:gd name="T40" fmla="*/ 6 w 878"/>
                <a:gd name="T41" fmla="*/ 74 h 510"/>
                <a:gd name="T42" fmla="*/ 21 w 878"/>
                <a:gd name="T43" fmla="*/ 44 h 510"/>
                <a:gd name="T44" fmla="*/ 44 w 878"/>
                <a:gd name="T45" fmla="*/ 21 h 510"/>
                <a:gd name="T46" fmla="*/ 74 w 878"/>
                <a:gd name="T47" fmla="*/ 6 h 510"/>
                <a:gd name="T48" fmla="*/ 106 w 878"/>
                <a:gd name="T49"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510">
                  <a:moveTo>
                    <a:pt x="106" y="0"/>
                  </a:moveTo>
                  <a:lnTo>
                    <a:pt x="772" y="0"/>
                  </a:lnTo>
                  <a:lnTo>
                    <a:pt x="804" y="6"/>
                  </a:lnTo>
                  <a:lnTo>
                    <a:pt x="834" y="21"/>
                  </a:lnTo>
                  <a:lnTo>
                    <a:pt x="857" y="44"/>
                  </a:lnTo>
                  <a:lnTo>
                    <a:pt x="872" y="74"/>
                  </a:lnTo>
                  <a:lnTo>
                    <a:pt x="878" y="106"/>
                  </a:lnTo>
                  <a:lnTo>
                    <a:pt x="878" y="404"/>
                  </a:lnTo>
                  <a:lnTo>
                    <a:pt x="872" y="437"/>
                  </a:lnTo>
                  <a:lnTo>
                    <a:pt x="857" y="467"/>
                  </a:lnTo>
                  <a:lnTo>
                    <a:pt x="834" y="489"/>
                  </a:lnTo>
                  <a:lnTo>
                    <a:pt x="804" y="505"/>
                  </a:lnTo>
                  <a:lnTo>
                    <a:pt x="772" y="510"/>
                  </a:lnTo>
                  <a:lnTo>
                    <a:pt x="106" y="510"/>
                  </a:lnTo>
                  <a:lnTo>
                    <a:pt x="74" y="505"/>
                  </a:lnTo>
                  <a:lnTo>
                    <a:pt x="44" y="489"/>
                  </a:lnTo>
                  <a:lnTo>
                    <a:pt x="21" y="467"/>
                  </a:lnTo>
                  <a:lnTo>
                    <a:pt x="6" y="437"/>
                  </a:lnTo>
                  <a:lnTo>
                    <a:pt x="0" y="404"/>
                  </a:lnTo>
                  <a:lnTo>
                    <a:pt x="0" y="106"/>
                  </a:lnTo>
                  <a:lnTo>
                    <a:pt x="6" y="74"/>
                  </a:lnTo>
                  <a:lnTo>
                    <a:pt x="21" y="44"/>
                  </a:lnTo>
                  <a:lnTo>
                    <a:pt x="44" y="21"/>
                  </a:lnTo>
                  <a:lnTo>
                    <a:pt x="74" y="6"/>
                  </a:lnTo>
                  <a:lnTo>
                    <a:pt x="106"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2" name="Freeform 71"/>
            <p:cNvSpPr>
              <a:spLocks/>
            </p:cNvSpPr>
            <p:nvPr/>
          </p:nvSpPr>
          <p:spPr bwMode="auto">
            <a:xfrm>
              <a:off x="4035847" y="2926494"/>
              <a:ext cx="703532" cy="673865"/>
            </a:xfrm>
            <a:custGeom>
              <a:avLst/>
              <a:gdLst>
                <a:gd name="T0" fmla="*/ 155 w 830"/>
                <a:gd name="T1" fmla="*/ 0 h 795"/>
                <a:gd name="T2" fmla="*/ 136 w 830"/>
                <a:gd name="T3" fmla="*/ 20 h 795"/>
                <a:gd name="T4" fmla="*/ 125 w 830"/>
                <a:gd name="T5" fmla="*/ 45 h 795"/>
                <a:gd name="T6" fmla="*/ 119 w 830"/>
                <a:gd name="T7" fmla="*/ 71 h 795"/>
                <a:gd name="T8" fmla="*/ 121 w 830"/>
                <a:gd name="T9" fmla="*/ 98 h 795"/>
                <a:gd name="T10" fmla="*/ 129 w 830"/>
                <a:gd name="T11" fmla="*/ 124 h 795"/>
                <a:gd name="T12" fmla="*/ 144 w 830"/>
                <a:gd name="T13" fmla="*/ 149 h 795"/>
                <a:gd name="T14" fmla="*/ 569 w 830"/>
                <a:gd name="T15" fmla="*/ 657 h 795"/>
                <a:gd name="T16" fmla="*/ 590 w 830"/>
                <a:gd name="T17" fmla="*/ 678 h 795"/>
                <a:gd name="T18" fmla="*/ 615 w 830"/>
                <a:gd name="T19" fmla="*/ 689 h 795"/>
                <a:gd name="T20" fmla="*/ 641 w 830"/>
                <a:gd name="T21" fmla="*/ 695 h 795"/>
                <a:gd name="T22" fmla="*/ 668 w 830"/>
                <a:gd name="T23" fmla="*/ 695 h 795"/>
                <a:gd name="T24" fmla="*/ 694 w 830"/>
                <a:gd name="T25" fmla="*/ 687 h 795"/>
                <a:gd name="T26" fmla="*/ 719 w 830"/>
                <a:gd name="T27" fmla="*/ 672 h 795"/>
                <a:gd name="T28" fmla="*/ 830 w 830"/>
                <a:gd name="T29" fmla="*/ 578 h 795"/>
                <a:gd name="T30" fmla="*/ 828 w 830"/>
                <a:gd name="T31" fmla="*/ 580 h 795"/>
                <a:gd name="T32" fmla="*/ 600 w 830"/>
                <a:gd name="T33" fmla="*/ 770 h 795"/>
                <a:gd name="T34" fmla="*/ 577 w 830"/>
                <a:gd name="T35" fmla="*/ 786 h 795"/>
                <a:gd name="T36" fmla="*/ 550 w 830"/>
                <a:gd name="T37" fmla="*/ 793 h 795"/>
                <a:gd name="T38" fmla="*/ 522 w 830"/>
                <a:gd name="T39" fmla="*/ 795 h 795"/>
                <a:gd name="T40" fmla="*/ 496 w 830"/>
                <a:gd name="T41" fmla="*/ 789 h 795"/>
                <a:gd name="T42" fmla="*/ 471 w 830"/>
                <a:gd name="T43" fmla="*/ 776 h 795"/>
                <a:gd name="T44" fmla="*/ 450 w 830"/>
                <a:gd name="T45" fmla="*/ 757 h 795"/>
                <a:gd name="T46" fmla="*/ 25 w 830"/>
                <a:gd name="T47" fmla="*/ 247 h 795"/>
                <a:gd name="T48" fmla="*/ 10 w 830"/>
                <a:gd name="T49" fmla="*/ 223 h 795"/>
                <a:gd name="T50" fmla="*/ 2 w 830"/>
                <a:gd name="T51" fmla="*/ 196 h 795"/>
                <a:gd name="T52" fmla="*/ 0 w 830"/>
                <a:gd name="T53" fmla="*/ 170 h 795"/>
                <a:gd name="T54" fmla="*/ 6 w 830"/>
                <a:gd name="T55" fmla="*/ 143 h 795"/>
                <a:gd name="T56" fmla="*/ 19 w 830"/>
                <a:gd name="T57" fmla="*/ 119 h 795"/>
                <a:gd name="T58" fmla="*/ 38 w 830"/>
                <a:gd name="T59" fmla="*/ 98 h 795"/>
                <a:gd name="T60" fmla="*/ 155 w 830"/>
                <a:gd name="T61"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795">
                  <a:moveTo>
                    <a:pt x="155" y="0"/>
                  </a:moveTo>
                  <a:lnTo>
                    <a:pt x="136" y="20"/>
                  </a:lnTo>
                  <a:lnTo>
                    <a:pt x="125" y="45"/>
                  </a:lnTo>
                  <a:lnTo>
                    <a:pt x="119" y="71"/>
                  </a:lnTo>
                  <a:lnTo>
                    <a:pt x="121" y="98"/>
                  </a:lnTo>
                  <a:lnTo>
                    <a:pt x="129" y="124"/>
                  </a:lnTo>
                  <a:lnTo>
                    <a:pt x="144" y="149"/>
                  </a:lnTo>
                  <a:lnTo>
                    <a:pt x="569" y="657"/>
                  </a:lnTo>
                  <a:lnTo>
                    <a:pt x="590" y="678"/>
                  </a:lnTo>
                  <a:lnTo>
                    <a:pt x="615" y="689"/>
                  </a:lnTo>
                  <a:lnTo>
                    <a:pt x="641" y="695"/>
                  </a:lnTo>
                  <a:lnTo>
                    <a:pt x="668" y="695"/>
                  </a:lnTo>
                  <a:lnTo>
                    <a:pt x="694" y="687"/>
                  </a:lnTo>
                  <a:lnTo>
                    <a:pt x="719" y="672"/>
                  </a:lnTo>
                  <a:lnTo>
                    <a:pt x="830" y="578"/>
                  </a:lnTo>
                  <a:lnTo>
                    <a:pt x="828" y="580"/>
                  </a:lnTo>
                  <a:lnTo>
                    <a:pt x="600" y="770"/>
                  </a:lnTo>
                  <a:lnTo>
                    <a:pt x="577" y="786"/>
                  </a:lnTo>
                  <a:lnTo>
                    <a:pt x="550" y="793"/>
                  </a:lnTo>
                  <a:lnTo>
                    <a:pt x="522" y="795"/>
                  </a:lnTo>
                  <a:lnTo>
                    <a:pt x="496" y="789"/>
                  </a:lnTo>
                  <a:lnTo>
                    <a:pt x="471" y="776"/>
                  </a:lnTo>
                  <a:lnTo>
                    <a:pt x="450" y="757"/>
                  </a:lnTo>
                  <a:lnTo>
                    <a:pt x="25" y="247"/>
                  </a:lnTo>
                  <a:lnTo>
                    <a:pt x="10" y="223"/>
                  </a:lnTo>
                  <a:lnTo>
                    <a:pt x="2" y="196"/>
                  </a:lnTo>
                  <a:lnTo>
                    <a:pt x="0" y="170"/>
                  </a:lnTo>
                  <a:lnTo>
                    <a:pt x="6" y="143"/>
                  </a:lnTo>
                  <a:lnTo>
                    <a:pt x="19" y="119"/>
                  </a:lnTo>
                  <a:lnTo>
                    <a:pt x="38" y="98"/>
                  </a:lnTo>
                  <a:lnTo>
                    <a:pt x="155" y="0"/>
                  </a:lnTo>
                  <a:close/>
                </a:path>
              </a:pathLst>
            </a:custGeom>
            <a:solidFill>
              <a:schemeClr val="accent2">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3" name="Freeform 72"/>
            <p:cNvSpPr>
              <a:spLocks/>
            </p:cNvSpPr>
            <p:nvPr/>
          </p:nvSpPr>
          <p:spPr bwMode="auto">
            <a:xfrm>
              <a:off x="4300307" y="3605444"/>
              <a:ext cx="344985" cy="781513"/>
            </a:xfrm>
            <a:custGeom>
              <a:avLst/>
              <a:gdLst>
                <a:gd name="T0" fmla="*/ 240 w 407"/>
                <a:gd name="T1" fmla="*/ 0 h 922"/>
                <a:gd name="T2" fmla="*/ 269 w 407"/>
                <a:gd name="T3" fmla="*/ 2 h 922"/>
                <a:gd name="T4" fmla="*/ 407 w 407"/>
                <a:gd name="T5" fmla="*/ 32 h 922"/>
                <a:gd name="T6" fmla="*/ 376 w 407"/>
                <a:gd name="T7" fmla="*/ 34 h 922"/>
                <a:gd name="T8" fmla="*/ 348 w 407"/>
                <a:gd name="T9" fmla="*/ 43 h 922"/>
                <a:gd name="T10" fmla="*/ 324 w 407"/>
                <a:gd name="T11" fmla="*/ 60 h 922"/>
                <a:gd name="T12" fmla="*/ 305 w 407"/>
                <a:gd name="T13" fmla="*/ 85 h 922"/>
                <a:gd name="T14" fmla="*/ 293 w 407"/>
                <a:gd name="T15" fmla="*/ 115 h 922"/>
                <a:gd name="T16" fmla="*/ 151 w 407"/>
                <a:gd name="T17" fmla="*/ 763 h 922"/>
                <a:gd name="T18" fmla="*/ 150 w 407"/>
                <a:gd name="T19" fmla="*/ 791 h 922"/>
                <a:gd name="T20" fmla="*/ 155 w 407"/>
                <a:gd name="T21" fmla="*/ 818 h 922"/>
                <a:gd name="T22" fmla="*/ 167 w 407"/>
                <a:gd name="T23" fmla="*/ 842 h 922"/>
                <a:gd name="T24" fmla="*/ 184 w 407"/>
                <a:gd name="T25" fmla="*/ 863 h 922"/>
                <a:gd name="T26" fmla="*/ 206 w 407"/>
                <a:gd name="T27" fmla="*/ 880 h 922"/>
                <a:gd name="T28" fmla="*/ 233 w 407"/>
                <a:gd name="T29" fmla="*/ 890 h 922"/>
                <a:gd name="T30" fmla="*/ 386 w 407"/>
                <a:gd name="T31" fmla="*/ 922 h 922"/>
                <a:gd name="T32" fmla="*/ 375 w 407"/>
                <a:gd name="T33" fmla="*/ 920 h 922"/>
                <a:gd name="T34" fmla="*/ 83 w 407"/>
                <a:gd name="T35" fmla="*/ 857 h 922"/>
                <a:gd name="T36" fmla="*/ 57 w 407"/>
                <a:gd name="T37" fmla="*/ 848 h 922"/>
                <a:gd name="T38" fmla="*/ 34 w 407"/>
                <a:gd name="T39" fmla="*/ 831 h 922"/>
                <a:gd name="T40" fmla="*/ 15 w 407"/>
                <a:gd name="T41" fmla="*/ 810 h 922"/>
                <a:gd name="T42" fmla="*/ 4 w 407"/>
                <a:gd name="T43" fmla="*/ 786 h 922"/>
                <a:gd name="T44" fmla="*/ 0 w 407"/>
                <a:gd name="T45" fmla="*/ 759 h 922"/>
                <a:gd name="T46" fmla="*/ 2 w 407"/>
                <a:gd name="T47" fmla="*/ 731 h 922"/>
                <a:gd name="T48" fmla="*/ 142 w 407"/>
                <a:gd name="T49" fmla="*/ 83 h 922"/>
                <a:gd name="T50" fmla="*/ 153 w 407"/>
                <a:gd name="T51" fmla="*/ 56 h 922"/>
                <a:gd name="T52" fmla="*/ 168 w 407"/>
                <a:gd name="T53" fmla="*/ 34 h 922"/>
                <a:gd name="T54" fmla="*/ 189 w 407"/>
                <a:gd name="T55" fmla="*/ 15 h 922"/>
                <a:gd name="T56" fmla="*/ 214 w 407"/>
                <a:gd name="T57" fmla="*/ 4 h 922"/>
                <a:gd name="T58" fmla="*/ 240 w 407"/>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7" h="922">
                  <a:moveTo>
                    <a:pt x="240" y="0"/>
                  </a:moveTo>
                  <a:lnTo>
                    <a:pt x="269" y="2"/>
                  </a:lnTo>
                  <a:lnTo>
                    <a:pt x="407" y="32"/>
                  </a:lnTo>
                  <a:lnTo>
                    <a:pt x="376" y="34"/>
                  </a:lnTo>
                  <a:lnTo>
                    <a:pt x="348" y="43"/>
                  </a:lnTo>
                  <a:lnTo>
                    <a:pt x="324" y="60"/>
                  </a:lnTo>
                  <a:lnTo>
                    <a:pt x="305" y="85"/>
                  </a:lnTo>
                  <a:lnTo>
                    <a:pt x="293" y="115"/>
                  </a:lnTo>
                  <a:lnTo>
                    <a:pt x="151" y="763"/>
                  </a:lnTo>
                  <a:lnTo>
                    <a:pt x="150" y="791"/>
                  </a:lnTo>
                  <a:lnTo>
                    <a:pt x="155" y="818"/>
                  </a:lnTo>
                  <a:lnTo>
                    <a:pt x="167" y="842"/>
                  </a:lnTo>
                  <a:lnTo>
                    <a:pt x="184" y="863"/>
                  </a:lnTo>
                  <a:lnTo>
                    <a:pt x="206" y="880"/>
                  </a:lnTo>
                  <a:lnTo>
                    <a:pt x="233" y="890"/>
                  </a:lnTo>
                  <a:lnTo>
                    <a:pt x="386" y="922"/>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4" name="Freeform 73"/>
            <p:cNvSpPr>
              <a:spLocks/>
            </p:cNvSpPr>
            <p:nvPr/>
          </p:nvSpPr>
          <p:spPr bwMode="auto">
            <a:xfrm>
              <a:off x="3670519" y="4297109"/>
              <a:ext cx="789990" cy="493319"/>
            </a:xfrm>
            <a:custGeom>
              <a:avLst/>
              <a:gdLst>
                <a:gd name="T0" fmla="*/ 709 w 932"/>
                <a:gd name="T1" fmla="*/ 0 h 582"/>
                <a:gd name="T2" fmla="*/ 736 w 932"/>
                <a:gd name="T3" fmla="*/ 6 h 582"/>
                <a:gd name="T4" fmla="*/ 760 w 932"/>
                <a:gd name="T5" fmla="*/ 17 h 582"/>
                <a:gd name="T6" fmla="*/ 781 w 932"/>
                <a:gd name="T7" fmla="*/ 36 h 582"/>
                <a:gd name="T8" fmla="*/ 798 w 932"/>
                <a:gd name="T9" fmla="*/ 58 h 582"/>
                <a:gd name="T10" fmla="*/ 930 w 932"/>
                <a:gd name="T11" fmla="*/ 325 h 582"/>
                <a:gd name="T12" fmla="*/ 932 w 932"/>
                <a:gd name="T13" fmla="*/ 331 h 582"/>
                <a:gd name="T14" fmla="*/ 866 w 932"/>
                <a:gd name="T15" fmla="*/ 198 h 582"/>
                <a:gd name="T16" fmla="*/ 851 w 932"/>
                <a:gd name="T17" fmla="*/ 176 h 582"/>
                <a:gd name="T18" fmla="*/ 830 w 932"/>
                <a:gd name="T19" fmla="*/ 157 h 582"/>
                <a:gd name="T20" fmla="*/ 806 w 932"/>
                <a:gd name="T21" fmla="*/ 145 h 582"/>
                <a:gd name="T22" fmla="*/ 779 w 932"/>
                <a:gd name="T23" fmla="*/ 140 h 582"/>
                <a:gd name="T24" fmla="*/ 751 w 932"/>
                <a:gd name="T25" fmla="*/ 142 h 582"/>
                <a:gd name="T26" fmla="*/ 724 w 932"/>
                <a:gd name="T27" fmla="*/ 151 h 582"/>
                <a:gd name="T28" fmla="*/ 129 w 932"/>
                <a:gd name="T29" fmla="*/ 446 h 582"/>
                <a:gd name="T30" fmla="*/ 106 w 932"/>
                <a:gd name="T31" fmla="*/ 461 h 582"/>
                <a:gd name="T32" fmla="*/ 89 w 932"/>
                <a:gd name="T33" fmla="*/ 482 h 582"/>
                <a:gd name="T34" fmla="*/ 76 w 932"/>
                <a:gd name="T35" fmla="*/ 504 h 582"/>
                <a:gd name="T36" fmla="*/ 70 w 932"/>
                <a:gd name="T37" fmla="*/ 531 h 582"/>
                <a:gd name="T38" fmla="*/ 70 w 932"/>
                <a:gd name="T39" fmla="*/ 557 h 582"/>
                <a:gd name="T40" fmla="*/ 78 w 932"/>
                <a:gd name="T41" fmla="*/ 582 h 582"/>
                <a:gd name="T42" fmla="*/ 11 w 932"/>
                <a:gd name="T43" fmla="*/ 448 h 582"/>
                <a:gd name="T44" fmla="*/ 2 w 932"/>
                <a:gd name="T45" fmla="*/ 421 h 582"/>
                <a:gd name="T46" fmla="*/ 0 w 932"/>
                <a:gd name="T47" fmla="*/ 393 h 582"/>
                <a:gd name="T48" fmla="*/ 6 w 932"/>
                <a:gd name="T49" fmla="*/ 366 h 582"/>
                <a:gd name="T50" fmla="*/ 19 w 932"/>
                <a:gd name="T51" fmla="*/ 342 h 582"/>
                <a:gd name="T52" fmla="*/ 36 w 932"/>
                <a:gd name="T53" fmla="*/ 321 h 582"/>
                <a:gd name="T54" fmla="*/ 59 w 932"/>
                <a:gd name="T55" fmla="*/ 306 h 582"/>
                <a:gd name="T56" fmla="*/ 654 w 932"/>
                <a:gd name="T57" fmla="*/ 11 h 582"/>
                <a:gd name="T58" fmla="*/ 681 w 932"/>
                <a:gd name="T59" fmla="*/ 2 h 582"/>
                <a:gd name="T60" fmla="*/ 709 w 932"/>
                <a:gd name="T61"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2" h="582">
                  <a:moveTo>
                    <a:pt x="709" y="0"/>
                  </a:moveTo>
                  <a:lnTo>
                    <a:pt x="736" y="6"/>
                  </a:lnTo>
                  <a:lnTo>
                    <a:pt x="760" y="17"/>
                  </a:lnTo>
                  <a:lnTo>
                    <a:pt x="781" y="36"/>
                  </a:lnTo>
                  <a:lnTo>
                    <a:pt x="798" y="58"/>
                  </a:lnTo>
                  <a:lnTo>
                    <a:pt x="930" y="325"/>
                  </a:lnTo>
                  <a:lnTo>
                    <a:pt x="932" y="331"/>
                  </a:lnTo>
                  <a:lnTo>
                    <a:pt x="866" y="198"/>
                  </a:lnTo>
                  <a:lnTo>
                    <a:pt x="851" y="176"/>
                  </a:lnTo>
                  <a:lnTo>
                    <a:pt x="830" y="157"/>
                  </a:lnTo>
                  <a:lnTo>
                    <a:pt x="806" y="145"/>
                  </a:lnTo>
                  <a:lnTo>
                    <a:pt x="779" y="140"/>
                  </a:lnTo>
                  <a:lnTo>
                    <a:pt x="751" y="142"/>
                  </a:lnTo>
                  <a:lnTo>
                    <a:pt x="724" y="151"/>
                  </a:lnTo>
                  <a:lnTo>
                    <a:pt x="129" y="446"/>
                  </a:lnTo>
                  <a:lnTo>
                    <a:pt x="106" y="461"/>
                  </a:lnTo>
                  <a:lnTo>
                    <a:pt x="89" y="482"/>
                  </a:lnTo>
                  <a:lnTo>
                    <a:pt x="76" y="504"/>
                  </a:lnTo>
                  <a:lnTo>
                    <a:pt x="70" y="531"/>
                  </a:lnTo>
                  <a:lnTo>
                    <a:pt x="70" y="557"/>
                  </a:lnTo>
                  <a:lnTo>
                    <a:pt x="78" y="582"/>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5" name="Freeform 74"/>
            <p:cNvSpPr>
              <a:spLocks/>
            </p:cNvSpPr>
            <p:nvPr/>
          </p:nvSpPr>
          <p:spPr bwMode="auto">
            <a:xfrm>
              <a:off x="2934777" y="4313215"/>
              <a:ext cx="734046" cy="603511"/>
            </a:xfrm>
            <a:custGeom>
              <a:avLst/>
              <a:gdLst>
                <a:gd name="T0" fmla="*/ 153 w 866"/>
                <a:gd name="T1" fmla="*/ 0 h 712"/>
                <a:gd name="T2" fmla="*/ 182 w 866"/>
                <a:gd name="T3" fmla="*/ 2 h 712"/>
                <a:gd name="T4" fmla="*/ 208 w 866"/>
                <a:gd name="T5" fmla="*/ 9 h 712"/>
                <a:gd name="T6" fmla="*/ 806 w 866"/>
                <a:gd name="T7" fmla="*/ 300 h 712"/>
                <a:gd name="T8" fmla="*/ 830 w 866"/>
                <a:gd name="T9" fmla="*/ 315 h 712"/>
                <a:gd name="T10" fmla="*/ 847 w 866"/>
                <a:gd name="T11" fmla="*/ 336 h 712"/>
                <a:gd name="T12" fmla="*/ 860 w 866"/>
                <a:gd name="T13" fmla="*/ 361 h 712"/>
                <a:gd name="T14" fmla="*/ 866 w 866"/>
                <a:gd name="T15" fmla="*/ 387 h 712"/>
                <a:gd name="T16" fmla="*/ 864 w 866"/>
                <a:gd name="T17" fmla="*/ 415 h 712"/>
                <a:gd name="T18" fmla="*/ 855 w 866"/>
                <a:gd name="T19" fmla="*/ 442 h 712"/>
                <a:gd name="T20" fmla="*/ 724 w 866"/>
                <a:gd name="T21" fmla="*/ 708 h 712"/>
                <a:gd name="T22" fmla="*/ 724 w 866"/>
                <a:gd name="T23" fmla="*/ 712 h 712"/>
                <a:gd name="T24" fmla="*/ 789 w 866"/>
                <a:gd name="T25" fmla="*/ 580 h 712"/>
                <a:gd name="T26" fmla="*/ 796 w 866"/>
                <a:gd name="T27" fmla="*/ 553 h 712"/>
                <a:gd name="T28" fmla="*/ 798 w 866"/>
                <a:gd name="T29" fmla="*/ 525 h 712"/>
                <a:gd name="T30" fmla="*/ 792 w 866"/>
                <a:gd name="T31" fmla="*/ 499 h 712"/>
                <a:gd name="T32" fmla="*/ 781 w 866"/>
                <a:gd name="T33" fmla="*/ 474 h 712"/>
                <a:gd name="T34" fmla="*/ 762 w 866"/>
                <a:gd name="T35" fmla="*/ 453 h 712"/>
                <a:gd name="T36" fmla="*/ 739 w 866"/>
                <a:gd name="T37" fmla="*/ 438 h 712"/>
                <a:gd name="T38" fmla="*/ 142 w 866"/>
                <a:gd name="T39" fmla="*/ 147 h 712"/>
                <a:gd name="T40" fmla="*/ 115 w 866"/>
                <a:gd name="T41" fmla="*/ 140 h 712"/>
                <a:gd name="T42" fmla="*/ 87 w 866"/>
                <a:gd name="T43" fmla="*/ 138 h 712"/>
                <a:gd name="T44" fmla="*/ 63 w 866"/>
                <a:gd name="T45" fmla="*/ 143 h 712"/>
                <a:gd name="T46" fmla="*/ 38 w 866"/>
                <a:gd name="T47" fmla="*/ 155 h 712"/>
                <a:gd name="T48" fmla="*/ 17 w 866"/>
                <a:gd name="T49" fmla="*/ 172 h 712"/>
                <a:gd name="T50" fmla="*/ 0 w 866"/>
                <a:gd name="T51" fmla="*/ 194 h 712"/>
                <a:gd name="T52" fmla="*/ 66 w 866"/>
                <a:gd name="T53" fmla="*/ 58 h 712"/>
                <a:gd name="T54" fmla="*/ 81 w 866"/>
                <a:gd name="T55" fmla="*/ 36 h 712"/>
                <a:gd name="T56" fmla="*/ 102 w 866"/>
                <a:gd name="T57" fmla="*/ 17 h 712"/>
                <a:gd name="T58" fmla="*/ 127 w 866"/>
                <a:gd name="T59" fmla="*/ 5 h 712"/>
                <a:gd name="T60" fmla="*/ 153 w 866"/>
                <a:gd name="T61"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66" h="712">
                  <a:moveTo>
                    <a:pt x="153" y="0"/>
                  </a:moveTo>
                  <a:lnTo>
                    <a:pt x="182" y="2"/>
                  </a:lnTo>
                  <a:lnTo>
                    <a:pt x="208" y="9"/>
                  </a:lnTo>
                  <a:lnTo>
                    <a:pt x="806" y="300"/>
                  </a:lnTo>
                  <a:lnTo>
                    <a:pt x="830" y="315"/>
                  </a:lnTo>
                  <a:lnTo>
                    <a:pt x="847" y="336"/>
                  </a:lnTo>
                  <a:lnTo>
                    <a:pt x="860" y="361"/>
                  </a:lnTo>
                  <a:lnTo>
                    <a:pt x="866" y="387"/>
                  </a:lnTo>
                  <a:lnTo>
                    <a:pt x="864" y="415"/>
                  </a:lnTo>
                  <a:lnTo>
                    <a:pt x="855" y="442"/>
                  </a:lnTo>
                  <a:lnTo>
                    <a:pt x="724" y="708"/>
                  </a:lnTo>
                  <a:lnTo>
                    <a:pt x="724" y="712"/>
                  </a:lnTo>
                  <a:lnTo>
                    <a:pt x="789" y="580"/>
                  </a:lnTo>
                  <a:lnTo>
                    <a:pt x="796" y="553"/>
                  </a:lnTo>
                  <a:lnTo>
                    <a:pt x="798" y="525"/>
                  </a:lnTo>
                  <a:lnTo>
                    <a:pt x="792" y="499"/>
                  </a:lnTo>
                  <a:lnTo>
                    <a:pt x="781" y="474"/>
                  </a:lnTo>
                  <a:lnTo>
                    <a:pt x="762" y="453"/>
                  </a:lnTo>
                  <a:lnTo>
                    <a:pt x="739" y="438"/>
                  </a:lnTo>
                  <a:lnTo>
                    <a:pt x="142" y="147"/>
                  </a:lnTo>
                  <a:lnTo>
                    <a:pt x="115" y="140"/>
                  </a:lnTo>
                  <a:lnTo>
                    <a:pt x="87" y="138"/>
                  </a:lnTo>
                  <a:lnTo>
                    <a:pt x="63" y="143"/>
                  </a:lnTo>
                  <a:lnTo>
                    <a:pt x="38" y="155"/>
                  </a:lnTo>
                  <a:lnTo>
                    <a:pt x="17" y="172"/>
                  </a:lnTo>
                  <a:lnTo>
                    <a:pt x="0" y="194"/>
                  </a:lnTo>
                  <a:lnTo>
                    <a:pt x="66" y="58"/>
                  </a:lnTo>
                  <a:lnTo>
                    <a:pt x="81" y="36"/>
                  </a:lnTo>
                  <a:lnTo>
                    <a:pt x="102" y="17"/>
                  </a:lnTo>
                  <a:lnTo>
                    <a:pt x="127" y="5"/>
                  </a:lnTo>
                  <a:lnTo>
                    <a:pt x="153"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6" name="Freeform 75"/>
            <p:cNvSpPr>
              <a:spLocks/>
            </p:cNvSpPr>
            <p:nvPr/>
          </p:nvSpPr>
          <p:spPr bwMode="auto">
            <a:xfrm>
              <a:off x="2686422" y="3635959"/>
              <a:ext cx="338204" cy="781513"/>
            </a:xfrm>
            <a:custGeom>
              <a:avLst/>
              <a:gdLst>
                <a:gd name="T0" fmla="*/ 161 w 399"/>
                <a:gd name="T1" fmla="*/ 0 h 922"/>
                <a:gd name="T2" fmla="*/ 189 w 399"/>
                <a:gd name="T3" fmla="*/ 5 h 922"/>
                <a:gd name="T4" fmla="*/ 214 w 399"/>
                <a:gd name="T5" fmla="*/ 17 h 922"/>
                <a:gd name="T6" fmla="*/ 235 w 399"/>
                <a:gd name="T7" fmla="*/ 34 h 922"/>
                <a:gd name="T8" fmla="*/ 250 w 399"/>
                <a:gd name="T9" fmla="*/ 56 h 922"/>
                <a:gd name="T10" fmla="*/ 259 w 399"/>
                <a:gd name="T11" fmla="*/ 83 h 922"/>
                <a:gd name="T12" fmla="*/ 397 w 399"/>
                <a:gd name="T13" fmla="*/ 733 h 922"/>
                <a:gd name="T14" fmla="*/ 399 w 399"/>
                <a:gd name="T15" fmla="*/ 761 h 922"/>
                <a:gd name="T16" fmla="*/ 393 w 399"/>
                <a:gd name="T17" fmla="*/ 787 h 922"/>
                <a:gd name="T18" fmla="*/ 382 w 399"/>
                <a:gd name="T19" fmla="*/ 812 h 922"/>
                <a:gd name="T20" fmla="*/ 365 w 399"/>
                <a:gd name="T21" fmla="*/ 833 h 922"/>
                <a:gd name="T22" fmla="*/ 342 w 399"/>
                <a:gd name="T23" fmla="*/ 850 h 922"/>
                <a:gd name="T24" fmla="*/ 316 w 399"/>
                <a:gd name="T25" fmla="*/ 859 h 922"/>
                <a:gd name="T26" fmla="*/ 25 w 399"/>
                <a:gd name="T27" fmla="*/ 922 h 922"/>
                <a:gd name="T28" fmla="*/ 13 w 399"/>
                <a:gd name="T29" fmla="*/ 922 h 922"/>
                <a:gd name="T30" fmla="*/ 170 w 399"/>
                <a:gd name="T31" fmla="*/ 889 h 922"/>
                <a:gd name="T32" fmla="*/ 197 w 399"/>
                <a:gd name="T33" fmla="*/ 880 h 922"/>
                <a:gd name="T34" fmla="*/ 219 w 399"/>
                <a:gd name="T35" fmla="*/ 863 h 922"/>
                <a:gd name="T36" fmla="*/ 236 w 399"/>
                <a:gd name="T37" fmla="*/ 842 h 922"/>
                <a:gd name="T38" fmla="*/ 250 w 399"/>
                <a:gd name="T39" fmla="*/ 818 h 922"/>
                <a:gd name="T40" fmla="*/ 253 w 399"/>
                <a:gd name="T41" fmla="*/ 791 h 922"/>
                <a:gd name="T42" fmla="*/ 252 w 399"/>
                <a:gd name="T43" fmla="*/ 763 h 922"/>
                <a:gd name="T44" fmla="*/ 114 w 399"/>
                <a:gd name="T45" fmla="*/ 113 h 922"/>
                <a:gd name="T46" fmla="*/ 102 w 399"/>
                <a:gd name="T47" fmla="*/ 85 h 922"/>
                <a:gd name="T48" fmla="*/ 85 w 399"/>
                <a:gd name="T49" fmla="*/ 60 h 922"/>
                <a:gd name="T50" fmla="*/ 59 w 399"/>
                <a:gd name="T51" fmla="*/ 41 h 922"/>
                <a:gd name="T52" fmla="*/ 30 w 399"/>
                <a:gd name="T53" fmla="*/ 32 h 922"/>
                <a:gd name="T54" fmla="*/ 0 w 399"/>
                <a:gd name="T55" fmla="*/ 30 h 922"/>
                <a:gd name="T56" fmla="*/ 132 w 399"/>
                <a:gd name="T57" fmla="*/ 2 h 922"/>
                <a:gd name="T58" fmla="*/ 161 w 399"/>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9" h="922">
                  <a:moveTo>
                    <a:pt x="161" y="0"/>
                  </a:moveTo>
                  <a:lnTo>
                    <a:pt x="189" y="5"/>
                  </a:lnTo>
                  <a:lnTo>
                    <a:pt x="214" y="17"/>
                  </a:lnTo>
                  <a:lnTo>
                    <a:pt x="235" y="34"/>
                  </a:lnTo>
                  <a:lnTo>
                    <a:pt x="250" y="56"/>
                  </a:lnTo>
                  <a:lnTo>
                    <a:pt x="259" y="83"/>
                  </a:lnTo>
                  <a:lnTo>
                    <a:pt x="397" y="733"/>
                  </a:lnTo>
                  <a:lnTo>
                    <a:pt x="399" y="761"/>
                  </a:lnTo>
                  <a:lnTo>
                    <a:pt x="393" y="787"/>
                  </a:lnTo>
                  <a:lnTo>
                    <a:pt x="382" y="812"/>
                  </a:lnTo>
                  <a:lnTo>
                    <a:pt x="365" y="833"/>
                  </a:lnTo>
                  <a:lnTo>
                    <a:pt x="342" y="850"/>
                  </a:lnTo>
                  <a:lnTo>
                    <a:pt x="316" y="859"/>
                  </a:lnTo>
                  <a:lnTo>
                    <a:pt x="25" y="922"/>
                  </a:lnTo>
                  <a:lnTo>
                    <a:pt x="13" y="922"/>
                  </a:lnTo>
                  <a:lnTo>
                    <a:pt x="170" y="889"/>
                  </a:lnTo>
                  <a:lnTo>
                    <a:pt x="197" y="880"/>
                  </a:lnTo>
                  <a:lnTo>
                    <a:pt x="219" y="863"/>
                  </a:lnTo>
                  <a:lnTo>
                    <a:pt x="236" y="842"/>
                  </a:lnTo>
                  <a:lnTo>
                    <a:pt x="250" y="818"/>
                  </a:lnTo>
                  <a:lnTo>
                    <a:pt x="253" y="791"/>
                  </a:lnTo>
                  <a:lnTo>
                    <a:pt x="252" y="763"/>
                  </a:lnTo>
                  <a:lnTo>
                    <a:pt x="114" y="113"/>
                  </a:lnTo>
                  <a:lnTo>
                    <a:pt x="102" y="85"/>
                  </a:lnTo>
                  <a:lnTo>
                    <a:pt x="85" y="60"/>
                  </a:lnTo>
                  <a:lnTo>
                    <a:pt x="59" y="41"/>
                  </a:lnTo>
                  <a:lnTo>
                    <a:pt x="30" y="32"/>
                  </a:lnTo>
                  <a:lnTo>
                    <a:pt x="0" y="30"/>
                  </a:lnTo>
                  <a:lnTo>
                    <a:pt x="132" y="2"/>
                  </a:lnTo>
                  <a:lnTo>
                    <a:pt x="161" y="0"/>
                  </a:lnTo>
                  <a:close/>
                </a:path>
              </a:pathLst>
            </a:custGeom>
            <a:solidFill>
              <a:schemeClr val="accent5">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7" name="Freeform 76"/>
            <p:cNvSpPr>
              <a:spLocks/>
            </p:cNvSpPr>
            <p:nvPr/>
          </p:nvSpPr>
          <p:spPr bwMode="auto">
            <a:xfrm>
              <a:off x="2580468" y="2945141"/>
              <a:ext cx="710312" cy="673017"/>
            </a:xfrm>
            <a:custGeom>
              <a:avLst/>
              <a:gdLst>
                <a:gd name="T0" fmla="*/ 687 w 838"/>
                <a:gd name="T1" fmla="*/ 0 h 794"/>
                <a:gd name="T2" fmla="*/ 800 w 838"/>
                <a:gd name="T3" fmla="*/ 95 h 794"/>
                <a:gd name="T4" fmla="*/ 819 w 838"/>
                <a:gd name="T5" fmla="*/ 116 h 794"/>
                <a:gd name="T6" fmla="*/ 832 w 838"/>
                <a:gd name="T7" fmla="*/ 140 h 794"/>
                <a:gd name="T8" fmla="*/ 838 w 838"/>
                <a:gd name="T9" fmla="*/ 167 h 794"/>
                <a:gd name="T10" fmla="*/ 836 w 838"/>
                <a:gd name="T11" fmla="*/ 195 h 794"/>
                <a:gd name="T12" fmla="*/ 828 w 838"/>
                <a:gd name="T13" fmla="*/ 221 h 794"/>
                <a:gd name="T14" fmla="*/ 813 w 838"/>
                <a:gd name="T15" fmla="*/ 244 h 794"/>
                <a:gd name="T16" fmla="*/ 388 w 838"/>
                <a:gd name="T17" fmla="*/ 756 h 794"/>
                <a:gd name="T18" fmla="*/ 367 w 838"/>
                <a:gd name="T19" fmla="*/ 775 h 794"/>
                <a:gd name="T20" fmla="*/ 343 w 838"/>
                <a:gd name="T21" fmla="*/ 788 h 794"/>
                <a:gd name="T22" fmla="*/ 316 w 838"/>
                <a:gd name="T23" fmla="*/ 794 h 794"/>
                <a:gd name="T24" fmla="*/ 290 w 838"/>
                <a:gd name="T25" fmla="*/ 792 h 794"/>
                <a:gd name="T26" fmla="*/ 263 w 838"/>
                <a:gd name="T27" fmla="*/ 784 h 794"/>
                <a:gd name="T28" fmla="*/ 239 w 838"/>
                <a:gd name="T29" fmla="*/ 769 h 794"/>
                <a:gd name="T30" fmla="*/ 10 w 838"/>
                <a:gd name="T31" fmla="*/ 578 h 794"/>
                <a:gd name="T32" fmla="*/ 4 w 838"/>
                <a:gd name="T33" fmla="*/ 575 h 794"/>
                <a:gd name="T34" fmla="*/ 0 w 838"/>
                <a:gd name="T35" fmla="*/ 569 h 794"/>
                <a:gd name="T36" fmla="*/ 116 w 838"/>
                <a:gd name="T37" fmla="*/ 665 h 794"/>
                <a:gd name="T38" fmla="*/ 138 w 838"/>
                <a:gd name="T39" fmla="*/ 680 h 794"/>
                <a:gd name="T40" fmla="*/ 165 w 838"/>
                <a:gd name="T41" fmla="*/ 688 h 794"/>
                <a:gd name="T42" fmla="*/ 193 w 838"/>
                <a:gd name="T43" fmla="*/ 688 h 794"/>
                <a:gd name="T44" fmla="*/ 220 w 838"/>
                <a:gd name="T45" fmla="*/ 682 h 794"/>
                <a:gd name="T46" fmla="*/ 244 w 838"/>
                <a:gd name="T47" fmla="*/ 671 h 794"/>
                <a:gd name="T48" fmla="*/ 265 w 838"/>
                <a:gd name="T49" fmla="*/ 650 h 794"/>
                <a:gd name="T50" fmla="*/ 689 w 838"/>
                <a:gd name="T51" fmla="*/ 140 h 794"/>
                <a:gd name="T52" fmla="*/ 706 w 838"/>
                <a:gd name="T53" fmla="*/ 114 h 794"/>
                <a:gd name="T54" fmla="*/ 713 w 838"/>
                <a:gd name="T55" fmla="*/ 85 h 794"/>
                <a:gd name="T56" fmla="*/ 711 w 838"/>
                <a:gd name="T57" fmla="*/ 55 h 794"/>
                <a:gd name="T58" fmla="*/ 704 w 838"/>
                <a:gd name="T59" fmla="*/ 27 h 794"/>
                <a:gd name="T60" fmla="*/ 687 w 838"/>
                <a:gd name="T61"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8" h="794">
                  <a:moveTo>
                    <a:pt x="687" y="0"/>
                  </a:moveTo>
                  <a:lnTo>
                    <a:pt x="800" y="95"/>
                  </a:lnTo>
                  <a:lnTo>
                    <a:pt x="819" y="116"/>
                  </a:lnTo>
                  <a:lnTo>
                    <a:pt x="832" y="140"/>
                  </a:lnTo>
                  <a:lnTo>
                    <a:pt x="838" y="167"/>
                  </a:lnTo>
                  <a:lnTo>
                    <a:pt x="836" y="195"/>
                  </a:lnTo>
                  <a:lnTo>
                    <a:pt x="828" y="221"/>
                  </a:lnTo>
                  <a:lnTo>
                    <a:pt x="813" y="244"/>
                  </a:lnTo>
                  <a:lnTo>
                    <a:pt x="388" y="756"/>
                  </a:lnTo>
                  <a:lnTo>
                    <a:pt x="367" y="775"/>
                  </a:lnTo>
                  <a:lnTo>
                    <a:pt x="343" y="788"/>
                  </a:lnTo>
                  <a:lnTo>
                    <a:pt x="316" y="794"/>
                  </a:lnTo>
                  <a:lnTo>
                    <a:pt x="290" y="792"/>
                  </a:lnTo>
                  <a:lnTo>
                    <a:pt x="263" y="784"/>
                  </a:lnTo>
                  <a:lnTo>
                    <a:pt x="239" y="769"/>
                  </a:lnTo>
                  <a:lnTo>
                    <a:pt x="10" y="578"/>
                  </a:lnTo>
                  <a:lnTo>
                    <a:pt x="4" y="575"/>
                  </a:lnTo>
                  <a:lnTo>
                    <a:pt x="0" y="569"/>
                  </a:lnTo>
                  <a:lnTo>
                    <a:pt x="116" y="665"/>
                  </a:lnTo>
                  <a:lnTo>
                    <a:pt x="138" y="680"/>
                  </a:lnTo>
                  <a:lnTo>
                    <a:pt x="165" y="688"/>
                  </a:lnTo>
                  <a:lnTo>
                    <a:pt x="193" y="688"/>
                  </a:lnTo>
                  <a:lnTo>
                    <a:pt x="220" y="682"/>
                  </a:lnTo>
                  <a:lnTo>
                    <a:pt x="244" y="671"/>
                  </a:lnTo>
                  <a:lnTo>
                    <a:pt x="265" y="650"/>
                  </a:lnTo>
                  <a:lnTo>
                    <a:pt x="689" y="140"/>
                  </a:lnTo>
                  <a:lnTo>
                    <a:pt x="706" y="114"/>
                  </a:lnTo>
                  <a:lnTo>
                    <a:pt x="713" y="85"/>
                  </a:lnTo>
                  <a:lnTo>
                    <a:pt x="711" y="55"/>
                  </a:lnTo>
                  <a:lnTo>
                    <a:pt x="704" y="27"/>
                  </a:lnTo>
                  <a:lnTo>
                    <a:pt x="687" y="0"/>
                  </a:lnTo>
                  <a:close/>
                </a:path>
              </a:pathLst>
            </a:custGeom>
            <a:solidFill>
              <a:schemeClr val="accent6">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8" name="Freeform 77"/>
            <p:cNvSpPr>
              <a:spLocks/>
            </p:cNvSpPr>
            <p:nvPr/>
          </p:nvSpPr>
          <p:spPr bwMode="auto">
            <a:xfrm>
              <a:off x="3284000" y="2849359"/>
              <a:ext cx="744218" cy="212755"/>
            </a:xfrm>
            <a:custGeom>
              <a:avLst/>
              <a:gdLst>
                <a:gd name="T0" fmla="*/ 0 w 878"/>
                <a:gd name="T1" fmla="*/ 0 h 251"/>
                <a:gd name="T2" fmla="*/ 6 w 878"/>
                <a:gd name="T3" fmla="*/ 34 h 251"/>
                <a:gd name="T4" fmla="*/ 21 w 878"/>
                <a:gd name="T5" fmla="*/ 62 h 251"/>
                <a:gd name="T6" fmla="*/ 44 w 878"/>
                <a:gd name="T7" fmla="*/ 85 h 251"/>
                <a:gd name="T8" fmla="*/ 74 w 878"/>
                <a:gd name="T9" fmla="*/ 100 h 251"/>
                <a:gd name="T10" fmla="*/ 106 w 878"/>
                <a:gd name="T11" fmla="*/ 106 h 251"/>
                <a:gd name="T12" fmla="*/ 772 w 878"/>
                <a:gd name="T13" fmla="*/ 106 h 251"/>
                <a:gd name="T14" fmla="*/ 804 w 878"/>
                <a:gd name="T15" fmla="*/ 100 h 251"/>
                <a:gd name="T16" fmla="*/ 834 w 878"/>
                <a:gd name="T17" fmla="*/ 85 h 251"/>
                <a:gd name="T18" fmla="*/ 857 w 878"/>
                <a:gd name="T19" fmla="*/ 62 h 251"/>
                <a:gd name="T20" fmla="*/ 872 w 878"/>
                <a:gd name="T21" fmla="*/ 34 h 251"/>
                <a:gd name="T22" fmla="*/ 878 w 878"/>
                <a:gd name="T23" fmla="*/ 0 h 251"/>
                <a:gd name="T24" fmla="*/ 878 w 878"/>
                <a:gd name="T25" fmla="*/ 145 h 251"/>
                <a:gd name="T26" fmla="*/ 872 w 878"/>
                <a:gd name="T27" fmla="*/ 178 h 251"/>
                <a:gd name="T28" fmla="*/ 857 w 878"/>
                <a:gd name="T29" fmla="*/ 208 h 251"/>
                <a:gd name="T30" fmla="*/ 834 w 878"/>
                <a:gd name="T31" fmla="*/ 230 h 251"/>
                <a:gd name="T32" fmla="*/ 804 w 878"/>
                <a:gd name="T33" fmla="*/ 246 h 251"/>
                <a:gd name="T34" fmla="*/ 772 w 878"/>
                <a:gd name="T35" fmla="*/ 251 h 251"/>
                <a:gd name="T36" fmla="*/ 106 w 878"/>
                <a:gd name="T37" fmla="*/ 251 h 251"/>
                <a:gd name="T38" fmla="*/ 74 w 878"/>
                <a:gd name="T39" fmla="*/ 246 h 251"/>
                <a:gd name="T40" fmla="*/ 44 w 878"/>
                <a:gd name="T41" fmla="*/ 230 h 251"/>
                <a:gd name="T42" fmla="*/ 21 w 878"/>
                <a:gd name="T43" fmla="*/ 208 h 251"/>
                <a:gd name="T44" fmla="*/ 6 w 878"/>
                <a:gd name="T45" fmla="*/ 178 h 251"/>
                <a:gd name="T46" fmla="*/ 0 w 878"/>
                <a:gd name="T47" fmla="*/ 145 h 251"/>
                <a:gd name="T48" fmla="*/ 0 w 878"/>
                <a:gd name="T4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251">
                  <a:moveTo>
                    <a:pt x="0" y="0"/>
                  </a:moveTo>
                  <a:lnTo>
                    <a:pt x="6" y="34"/>
                  </a:lnTo>
                  <a:lnTo>
                    <a:pt x="21" y="62"/>
                  </a:lnTo>
                  <a:lnTo>
                    <a:pt x="44" y="85"/>
                  </a:lnTo>
                  <a:lnTo>
                    <a:pt x="74" y="100"/>
                  </a:lnTo>
                  <a:lnTo>
                    <a:pt x="106" y="106"/>
                  </a:lnTo>
                  <a:lnTo>
                    <a:pt x="772" y="106"/>
                  </a:lnTo>
                  <a:lnTo>
                    <a:pt x="804" y="100"/>
                  </a:lnTo>
                  <a:lnTo>
                    <a:pt x="834" y="85"/>
                  </a:lnTo>
                  <a:lnTo>
                    <a:pt x="857" y="62"/>
                  </a:lnTo>
                  <a:lnTo>
                    <a:pt x="872" y="34"/>
                  </a:lnTo>
                  <a:lnTo>
                    <a:pt x="878" y="0"/>
                  </a:lnTo>
                  <a:lnTo>
                    <a:pt x="878" y="145"/>
                  </a:lnTo>
                  <a:lnTo>
                    <a:pt x="872" y="178"/>
                  </a:lnTo>
                  <a:lnTo>
                    <a:pt x="857" y="208"/>
                  </a:lnTo>
                  <a:lnTo>
                    <a:pt x="834" y="230"/>
                  </a:lnTo>
                  <a:lnTo>
                    <a:pt x="804" y="246"/>
                  </a:lnTo>
                  <a:lnTo>
                    <a:pt x="772" y="251"/>
                  </a:lnTo>
                  <a:lnTo>
                    <a:pt x="106" y="251"/>
                  </a:lnTo>
                  <a:lnTo>
                    <a:pt x="74" y="246"/>
                  </a:lnTo>
                  <a:lnTo>
                    <a:pt x="44" y="230"/>
                  </a:lnTo>
                  <a:lnTo>
                    <a:pt x="21" y="208"/>
                  </a:lnTo>
                  <a:lnTo>
                    <a:pt x="6" y="178"/>
                  </a:lnTo>
                  <a:lnTo>
                    <a:pt x="0" y="145"/>
                  </a:lnTo>
                  <a:lnTo>
                    <a:pt x="0"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9" name="Freeform 78"/>
            <p:cNvSpPr>
              <a:spLocks/>
            </p:cNvSpPr>
            <p:nvPr/>
          </p:nvSpPr>
          <p:spPr bwMode="auto">
            <a:xfrm>
              <a:off x="2862729" y="3038380"/>
              <a:ext cx="1597781" cy="1564722"/>
            </a:xfrm>
            <a:custGeom>
              <a:avLst/>
              <a:gdLst>
                <a:gd name="T0" fmla="*/ 1261 w 1885"/>
                <a:gd name="T1" fmla="*/ 0 h 1846"/>
                <a:gd name="T2" fmla="*/ 1299 w 1885"/>
                <a:gd name="T3" fmla="*/ 4 h 1846"/>
                <a:gd name="T4" fmla="*/ 1337 w 1885"/>
                <a:gd name="T5" fmla="*/ 15 h 1846"/>
                <a:gd name="T6" fmla="*/ 1375 w 1885"/>
                <a:gd name="T7" fmla="*/ 34 h 1846"/>
                <a:gd name="T8" fmla="*/ 1409 w 1885"/>
                <a:gd name="T9" fmla="*/ 57 h 1846"/>
                <a:gd name="T10" fmla="*/ 1435 w 1885"/>
                <a:gd name="T11" fmla="*/ 81 h 1846"/>
                <a:gd name="T12" fmla="*/ 1838 w 1885"/>
                <a:gd name="T13" fmla="*/ 584 h 1846"/>
                <a:gd name="T14" fmla="*/ 1857 w 1885"/>
                <a:gd name="T15" fmla="*/ 614 h 1846"/>
                <a:gd name="T16" fmla="*/ 1872 w 1885"/>
                <a:gd name="T17" fmla="*/ 652 h 1846"/>
                <a:gd name="T18" fmla="*/ 1881 w 1885"/>
                <a:gd name="T19" fmla="*/ 693 h 1846"/>
                <a:gd name="T20" fmla="*/ 1885 w 1885"/>
                <a:gd name="T21" fmla="*/ 733 h 1846"/>
                <a:gd name="T22" fmla="*/ 1881 w 1885"/>
                <a:gd name="T23" fmla="*/ 771 h 1846"/>
                <a:gd name="T24" fmla="*/ 1740 w 1885"/>
                <a:gd name="T25" fmla="*/ 1396 h 1846"/>
                <a:gd name="T26" fmla="*/ 1726 w 1885"/>
                <a:gd name="T27" fmla="*/ 1432 h 1846"/>
                <a:gd name="T28" fmla="*/ 1708 w 1885"/>
                <a:gd name="T29" fmla="*/ 1468 h 1846"/>
                <a:gd name="T30" fmla="*/ 1681 w 1885"/>
                <a:gd name="T31" fmla="*/ 1500 h 1846"/>
                <a:gd name="T32" fmla="*/ 1651 w 1885"/>
                <a:gd name="T33" fmla="*/ 1526 h 1846"/>
                <a:gd name="T34" fmla="*/ 1621 w 1885"/>
                <a:gd name="T35" fmla="*/ 1547 h 1846"/>
                <a:gd name="T36" fmla="*/ 1042 w 1885"/>
                <a:gd name="T37" fmla="*/ 1827 h 1846"/>
                <a:gd name="T38" fmla="*/ 1006 w 1885"/>
                <a:gd name="T39" fmla="*/ 1840 h 1846"/>
                <a:gd name="T40" fmla="*/ 966 w 1885"/>
                <a:gd name="T41" fmla="*/ 1846 h 1846"/>
                <a:gd name="T42" fmla="*/ 925 w 1885"/>
                <a:gd name="T43" fmla="*/ 1846 h 1846"/>
                <a:gd name="T44" fmla="*/ 885 w 1885"/>
                <a:gd name="T45" fmla="*/ 1840 h 1846"/>
                <a:gd name="T46" fmla="*/ 851 w 1885"/>
                <a:gd name="T47" fmla="*/ 1829 h 1846"/>
                <a:gd name="T48" fmla="*/ 270 w 1885"/>
                <a:gd name="T49" fmla="*/ 1551 h 1846"/>
                <a:gd name="T50" fmla="*/ 238 w 1885"/>
                <a:gd name="T51" fmla="*/ 1532 h 1846"/>
                <a:gd name="T52" fmla="*/ 208 w 1885"/>
                <a:gd name="T53" fmla="*/ 1504 h 1846"/>
                <a:gd name="T54" fmla="*/ 182 w 1885"/>
                <a:gd name="T55" fmla="*/ 1472 h 1846"/>
                <a:gd name="T56" fmla="*/ 163 w 1885"/>
                <a:gd name="T57" fmla="*/ 1438 h 1846"/>
                <a:gd name="T58" fmla="*/ 149 w 1885"/>
                <a:gd name="T59" fmla="*/ 1402 h 1846"/>
                <a:gd name="T60" fmla="*/ 4 w 1885"/>
                <a:gd name="T61" fmla="*/ 776 h 1846"/>
                <a:gd name="T62" fmla="*/ 0 w 1885"/>
                <a:gd name="T63" fmla="*/ 739 h 1846"/>
                <a:gd name="T64" fmla="*/ 4 w 1885"/>
                <a:gd name="T65" fmla="*/ 699 h 1846"/>
                <a:gd name="T66" fmla="*/ 13 w 1885"/>
                <a:gd name="T67" fmla="*/ 657 h 1846"/>
                <a:gd name="T68" fmla="*/ 27 w 1885"/>
                <a:gd name="T69" fmla="*/ 620 h 1846"/>
                <a:gd name="T70" fmla="*/ 47 w 1885"/>
                <a:gd name="T71" fmla="*/ 589 h 1846"/>
                <a:gd name="T72" fmla="*/ 446 w 1885"/>
                <a:gd name="T73" fmla="*/ 85 h 1846"/>
                <a:gd name="T74" fmla="*/ 473 w 1885"/>
                <a:gd name="T75" fmla="*/ 58 h 1846"/>
                <a:gd name="T76" fmla="*/ 505 w 1885"/>
                <a:gd name="T77" fmla="*/ 36 h 1846"/>
                <a:gd name="T78" fmla="*/ 543 w 1885"/>
                <a:gd name="T79" fmla="*/ 19 h 1846"/>
                <a:gd name="T80" fmla="*/ 582 w 1885"/>
                <a:gd name="T81" fmla="*/ 6 h 1846"/>
                <a:gd name="T82" fmla="*/ 618 w 1885"/>
                <a:gd name="T83" fmla="*/ 2 h 1846"/>
                <a:gd name="T84" fmla="*/ 1261 w 1885"/>
                <a:gd name="T85" fmla="*/ 0 h 1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85" h="1846">
                  <a:moveTo>
                    <a:pt x="1261" y="0"/>
                  </a:moveTo>
                  <a:lnTo>
                    <a:pt x="1299" y="4"/>
                  </a:lnTo>
                  <a:lnTo>
                    <a:pt x="1337" y="15"/>
                  </a:lnTo>
                  <a:lnTo>
                    <a:pt x="1375" y="34"/>
                  </a:lnTo>
                  <a:lnTo>
                    <a:pt x="1409" y="57"/>
                  </a:lnTo>
                  <a:lnTo>
                    <a:pt x="1435" y="81"/>
                  </a:lnTo>
                  <a:lnTo>
                    <a:pt x="1838" y="584"/>
                  </a:lnTo>
                  <a:lnTo>
                    <a:pt x="1857" y="614"/>
                  </a:lnTo>
                  <a:lnTo>
                    <a:pt x="1872" y="652"/>
                  </a:lnTo>
                  <a:lnTo>
                    <a:pt x="1881" y="693"/>
                  </a:lnTo>
                  <a:lnTo>
                    <a:pt x="1885" y="733"/>
                  </a:lnTo>
                  <a:lnTo>
                    <a:pt x="1881" y="771"/>
                  </a:lnTo>
                  <a:lnTo>
                    <a:pt x="1740" y="1396"/>
                  </a:lnTo>
                  <a:lnTo>
                    <a:pt x="1726" y="1432"/>
                  </a:lnTo>
                  <a:lnTo>
                    <a:pt x="1708" y="1468"/>
                  </a:lnTo>
                  <a:lnTo>
                    <a:pt x="1681" y="1500"/>
                  </a:lnTo>
                  <a:lnTo>
                    <a:pt x="1651" y="1526"/>
                  </a:lnTo>
                  <a:lnTo>
                    <a:pt x="1621" y="1547"/>
                  </a:lnTo>
                  <a:lnTo>
                    <a:pt x="1042" y="1827"/>
                  </a:lnTo>
                  <a:lnTo>
                    <a:pt x="1006" y="1840"/>
                  </a:lnTo>
                  <a:lnTo>
                    <a:pt x="966" y="1846"/>
                  </a:lnTo>
                  <a:lnTo>
                    <a:pt x="925" y="1846"/>
                  </a:lnTo>
                  <a:lnTo>
                    <a:pt x="885" y="1840"/>
                  </a:lnTo>
                  <a:lnTo>
                    <a:pt x="851" y="1829"/>
                  </a:lnTo>
                  <a:lnTo>
                    <a:pt x="270" y="1551"/>
                  </a:lnTo>
                  <a:lnTo>
                    <a:pt x="238" y="1532"/>
                  </a:lnTo>
                  <a:lnTo>
                    <a:pt x="208" y="1504"/>
                  </a:lnTo>
                  <a:lnTo>
                    <a:pt x="182" y="1472"/>
                  </a:lnTo>
                  <a:lnTo>
                    <a:pt x="163" y="1438"/>
                  </a:lnTo>
                  <a:lnTo>
                    <a:pt x="149" y="1402"/>
                  </a:lnTo>
                  <a:lnTo>
                    <a:pt x="4" y="776"/>
                  </a:lnTo>
                  <a:lnTo>
                    <a:pt x="0" y="739"/>
                  </a:lnTo>
                  <a:lnTo>
                    <a:pt x="4" y="699"/>
                  </a:lnTo>
                  <a:lnTo>
                    <a:pt x="13" y="657"/>
                  </a:lnTo>
                  <a:lnTo>
                    <a:pt x="27" y="620"/>
                  </a:lnTo>
                  <a:lnTo>
                    <a:pt x="47" y="589"/>
                  </a:lnTo>
                  <a:lnTo>
                    <a:pt x="446" y="85"/>
                  </a:lnTo>
                  <a:lnTo>
                    <a:pt x="473" y="58"/>
                  </a:lnTo>
                  <a:lnTo>
                    <a:pt x="505" y="36"/>
                  </a:lnTo>
                  <a:lnTo>
                    <a:pt x="543" y="19"/>
                  </a:lnTo>
                  <a:lnTo>
                    <a:pt x="582" y="6"/>
                  </a:lnTo>
                  <a:lnTo>
                    <a:pt x="618" y="2"/>
                  </a:lnTo>
                  <a:lnTo>
                    <a:pt x="1261" y="0"/>
                  </a:lnTo>
                  <a:close/>
                </a:path>
              </a:pathLst>
            </a:custGeom>
            <a:gradFill flip="none" rotWithShape="1">
              <a:gsLst>
                <a:gs pos="0">
                  <a:schemeClr val="bg1"/>
                </a:gs>
                <a:gs pos="100000">
                  <a:schemeClr val="bg1">
                    <a:lumMod val="85000"/>
                  </a:schemeClr>
                </a:gs>
              </a:gsLst>
              <a:lin ang="2700000" scaled="1"/>
              <a:tileRect/>
            </a:gradFill>
            <a:ln w="0">
              <a:noFill/>
              <a:prstDash val="solid"/>
              <a:round/>
              <a:headEnd/>
              <a:tailEnd/>
            </a:ln>
            <a:effectLst>
              <a:outerShdw blurRad="190500" sx="102000" sy="102000" algn="ctr" rotWithShape="0">
                <a:prstClr val="black">
                  <a:alpha val="8000"/>
                </a:prstClr>
              </a:outerShdw>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80" name="TextBox 79"/>
            <p:cNvSpPr txBox="1"/>
            <p:nvPr/>
          </p:nvSpPr>
          <p:spPr>
            <a:xfrm>
              <a:off x="3477103" y="264445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01</a:t>
              </a:r>
              <a:endParaRPr lang="en-IN" sz="1400" b="1" dirty="0">
                <a:solidFill>
                  <a:prstClr val="white"/>
                </a:solidFill>
                <a:latin typeface="Arial" pitchFamily="34" charset="0"/>
                <a:cs typeface="Arial" pitchFamily="34" charset="0"/>
              </a:endParaRPr>
            </a:p>
          </p:txBody>
        </p:sp>
        <p:sp>
          <p:nvSpPr>
            <p:cNvPr id="81" name="TextBox 80"/>
            <p:cNvSpPr txBox="1"/>
            <p:nvPr/>
          </p:nvSpPr>
          <p:spPr>
            <a:xfrm rot="2937415">
              <a:off x="4250494" y="3028069"/>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02</a:t>
              </a:r>
              <a:endParaRPr lang="en-IN" sz="1400" b="1" dirty="0">
                <a:solidFill>
                  <a:prstClr val="white"/>
                </a:solidFill>
                <a:latin typeface="Arial" pitchFamily="34" charset="0"/>
                <a:cs typeface="Arial" pitchFamily="34" charset="0"/>
              </a:endParaRPr>
            </a:p>
          </p:txBody>
        </p:sp>
        <p:sp>
          <p:nvSpPr>
            <p:cNvPr id="82" name="TextBox 81"/>
            <p:cNvSpPr txBox="1"/>
            <p:nvPr/>
          </p:nvSpPr>
          <p:spPr>
            <a:xfrm rot="16949909">
              <a:off x="4433397" y="385845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03</a:t>
              </a:r>
              <a:endParaRPr lang="en-IN" sz="1400" b="1" dirty="0">
                <a:solidFill>
                  <a:prstClr val="white"/>
                </a:solidFill>
                <a:latin typeface="Arial" pitchFamily="34" charset="0"/>
                <a:cs typeface="Arial" pitchFamily="34" charset="0"/>
              </a:endParaRPr>
            </a:p>
          </p:txBody>
        </p:sp>
        <p:sp>
          <p:nvSpPr>
            <p:cNvPr id="83" name="TextBox 82"/>
            <p:cNvSpPr txBox="1"/>
            <p:nvPr/>
          </p:nvSpPr>
          <p:spPr>
            <a:xfrm rot="20026711">
              <a:off x="3893510" y="4523470"/>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04</a:t>
              </a:r>
              <a:endParaRPr lang="en-IN" sz="1400" b="1" dirty="0">
                <a:solidFill>
                  <a:prstClr val="white"/>
                </a:solidFill>
                <a:latin typeface="Arial" pitchFamily="34" charset="0"/>
                <a:cs typeface="Arial" pitchFamily="34" charset="0"/>
              </a:endParaRPr>
            </a:p>
          </p:txBody>
        </p:sp>
        <p:sp>
          <p:nvSpPr>
            <p:cNvPr id="84" name="TextBox 83"/>
            <p:cNvSpPr txBox="1"/>
            <p:nvPr/>
          </p:nvSpPr>
          <p:spPr>
            <a:xfrm rot="1465680">
              <a:off x="3051154" y="452901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05</a:t>
              </a:r>
              <a:endParaRPr lang="en-IN" sz="1400" b="1" dirty="0">
                <a:solidFill>
                  <a:prstClr val="white"/>
                </a:solidFill>
                <a:latin typeface="Arial" pitchFamily="34" charset="0"/>
                <a:cs typeface="Arial" pitchFamily="34" charset="0"/>
              </a:endParaRPr>
            </a:p>
          </p:txBody>
        </p:sp>
        <p:sp>
          <p:nvSpPr>
            <p:cNvPr id="86" name="TextBox 85"/>
            <p:cNvSpPr txBox="1"/>
            <p:nvPr/>
          </p:nvSpPr>
          <p:spPr>
            <a:xfrm rot="18533137">
              <a:off x="2696481" y="303272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07</a:t>
              </a:r>
              <a:endParaRPr lang="en-IN" sz="1400" b="1" dirty="0">
                <a:solidFill>
                  <a:prstClr val="white"/>
                </a:solidFill>
                <a:latin typeface="Arial" pitchFamily="34" charset="0"/>
                <a:cs typeface="Arial" pitchFamily="34" charset="0"/>
              </a:endParaRPr>
            </a:p>
          </p:txBody>
        </p:sp>
      </p:grpSp>
      <p:sp>
        <p:nvSpPr>
          <p:cNvPr id="101" name="Rounded Rectangle 100"/>
          <p:cNvSpPr/>
          <p:nvPr/>
        </p:nvSpPr>
        <p:spPr>
          <a:xfrm>
            <a:off x="7058384" y="1548969"/>
            <a:ext cx="4104456" cy="4844325"/>
          </a:xfrm>
          <a:prstGeom prst="roundRect">
            <a:avLst>
              <a:gd name="adj" fmla="val 779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a:solidFill>
                <a:prstClr val="white"/>
              </a:solidFill>
              <a:latin typeface="Calibri"/>
            </a:endParaRPr>
          </a:p>
        </p:txBody>
      </p:sp>
      <p:sp>
        <p:nvSpPr>
          <p:cNvPr id="102" name="Oval 101"/>
          <p:cNvSpPr/>
          <p:nvPr/>
        </p:nvSpPr>
        <p:spPr>
          <a:xfrm>
            <a:off x="8197708" y="708384"/>
            <a:ext cx="1681172" cy="1681172"/>
          </a:xfrm>
          <a:prstGeom prst="ellipse">
            <a:avLst/>
          </a:prstGeom>
          <a:solidFill>
            <a:schemeClr val="accent6"/>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r>
              <a:rPr lang="en-IN" sz="4000" b="1" dirty="0">
                <a:solidFill>
                  <a:prstClr val="white"/>
                </a:solidFill>
                <a:latin typeface="Arial" pitchFamily="34" charset="0"/>
                <a:cs typeface="Arial" pitchFamily="34" charset="0"/>
              </a:rPr>
              <a:t>06</a:t>
            </a:r>
          </a:p>
        </p:txBody>
      </p:sp>
      <p:sp>
        <p:nvSpPr>
          <p:cNvPr id="97" name="TextBox 96">
            <a:extLst>
              <a:ext uri="{FF2B5EF4-FFF2-40B4-BE49-F238E27FC236}">
                <a16:creationId xmlns:a16="http://schemas.microsoft.com/office/drawing/2014/main" id="{4DDB53BB-AA14-4C69-BC28-B6D427BFDCFC}"/>
              </a:ext>
            </a:extLst>
          </p:cNvPr>
          <p:cNvSpPr txBox="1"/>
          <p:nvPr/>
        </p:nvSpPr>
        <p:spPr>
          <a:xfrm rot="15359598">
            <a:off x="2515186" y="389170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06</a:t>
            </a:r>
            <a:endParaRPr lang="en-IN" sz="1400" b="1" dirty="0">
              <a:solidFill>
                <a:prstClr val="white"/>
              </a:solidFill>
              <a:latin typeface="Arial" pitchFamily="34" charset="0"/>
              <a:cs typeface="Arial" pitchFamily="34" charset="0"/>
            </a:endParaRPr>
          </a:p>
        </p:txBody>
      </p:sp>
      <p:sp>
        <p:nvSpPr>
          <p:cNvPr id="5" name="TextBox 4">
            <a:extLst>
              <a:ext uri="{FF2B5EF4-FFF2-40B4-BE49-F238E27FC236}">
                <a16:creationId xmlns:a16="http://schemas.microsoft.com/office/drawing/2014/main" id="{3DC2C7B1-F064-44B1-8CC6-F9726E5547A9}"/>
              </a:ext>
            </a:extLst>
          </p:cNvPr>
          <p:cNvSpPr txBox="1"/>
          <p:nvPr/>
        </p:nvSpPr>
        <p:spPr>
          <a:xfrm>
            <a:off x="7004482" y="2388094"/>
            <a:ext cx="4083728" cy="3416320"/>
          </a:xfrm>
          <a:prstGeom prst="rect">
            <a:avLst/>
          </a:prstGeom>
          <a:noFill/>
        </p:spPr>
        <p:txBody>
          <a:bodyPr wrap="square" rtlCol="0">
            <a:spAutoFit/>
          </a:bodyPr>
          <a:lstStyle/>
          <a:p>
            <a:pPr marL="285750" indent="-285750">
              <a:buFont typeface="Arial" panose="020B0604020202020204" pitchFamily="34" charset="0"/>
              <a:buChar char="•"/>
            </a:pPr>
            <a:r>
              <a:rPr lang="en-US" dirty="0"/>
              <a:t>Gradient boosting is a type of machine learning boosting. It relies on the intuition that the best possible next model, when combined with previous models, minimizes the overall prediction error. The key idea is to set the target outcomes for this next model in order to minimize the error.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Builds models sequentially, focusing on correcting errors made by previous models.</a:t>
            </a:r>
          </a:p>
        </p:txBody>
      </p:sp>
      <p:pic>
        <p:nvPicPr>
          <p:cNvPr id="46" name="Picture 45">
            <a:extLst>
              <a:ext uri="{FF2B5EF4-FFF2-40B4-BE49-F238E27FC236}">
                <a16:creationId xmlns:a16="http://schemas.microsoft.com/office/drawing/2014/main" id="{9A9CFF3D-3B97-4BF5-892A-52F8D2901AB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
        <p:nvSpPr>
          <p:cNvPr id="48" name="Title 1">
            <a:extLst>
              <a:ext uri="{FF2B5EF4-FFF2-40B4-BE49-F238E27FC236}">
                <a16:creationId xmlns:a16="http://schemas.microsoft.com/office/drawing/2014/main" id="{5EC75238-AA37-4B5C-9B49-72999C105253}"/>
              </a:ext>
            </a:extLst>
          </p:cNvPr>
          <p:cNvSpPr>
            <a:spLocks noGrp="1"/>
          </p:cNvSpPr>
          <p:nvPr>
            <p:ph type="title"/>
          </p:nvPr>
        </p:nvSpPr>
        <p:spPr>
          <a:xfrm>
            <a:off x="69012" y="14494"/>
            <a:ext cx="9592574" cy="711081"/>
          </a:xfrm>
          <a:solidFill>
            <a:srgbClr val="0361AE"/>
          </a:solidFill>
        </p:spPr>
        <p:txBody>
          <a:bodyPr/>
          <a:lstStyle/>
          <a:p>
            <a:r>
              <a:rPr lang="en-IN" sz="2400" dirty="0">
                <a:solidFill>
                  <a:schemeClr val="bg1"/>
                </a:solidFill>
                <a:latin typeface="Arial" panose="020B0604020202020204" pitchFamily="34" charset="0"/>
                <a:cs typeface="Arial" panose="020B0604020202020204" pitchFamily="34" charset="0"/>
              </a:rPr>
              <a:t>Detection Techniques</a:t>
            </a:r>
          </a:p>
        </p:txBody>
      </p:sp>
      <p:sp>
        <p:nvSpPr>
          <p:cNvPr id="56" name="TextBox 55">
            <a:extLst>
              <a:ext uri="{FF2B5EF4-FFF2-40B4-BE49-F238E27FC236}">
                <a16:creationId xmlns:a16="http://schemas.microsoft.com/office/drawing/2014/main" id="{65848645-3F54-4C47-8773-AB4BD0F41E7B}"/>
              </a:ext>
            </a:extLst>
          </p:cNvPr>
          <p:cNvSpPr txBox="1"/>
          <p:nvPr/>
        </p:nvSpPr>
        <p:spPr>
          <a:xfrm>
            <a:off x="3018794" y="1023469"/>
            <a:ext cx="1416177" cy="954107"/>
          </a:xfrm>
          <a:prstGeom prst="rect">
            <a:avLst/>
          </a:prstGeom>
          <a:noFill/>
        </p:spPr>
        <p:txBody>
          <a:bodyPr wrap="square" rtlCol="0" anchor="b">
            <a:spAutoFit/>
          </a:bodyPr>
          <a:lstStyle/>
          <a:p>
            <a:pPr algn="ctr" defTabSz="1218987"/>
            <a:r>
              <a:rPr lang="en-IN" sz="1400" b="1" dirty="0">
                <a:solidFill>
                  <a:schemeClr val="bg1"/>
                </a:solidFill>
                <a:latin typeface="Arial" panose="020B0604020202020204" pitchFamily="34" charset="0"/>
                <a:cs typeface="Arial" pitchFamily="34" charset="0"/>
              </a:rPr>
              <a:t>•	Rule-Based Systems</a:t>
            </a:r>
          </a:p>
        </p:txBody>
      </p:sp>
      <p:sp>
        <p:nvSpPr>
          <p:cNvPr id="85" name="TextBox 84">
            <a:extLst>
              <a:ext uri="{FF2B5EF4-FFF2-40B4-BE49-F238E27FC236}">
                <a16:creationId xmlns:a16="http://schemas.microsoft.com/office/drawing/2014/main" id="{B447834B-769A-41E7-ADA0-6DDFDCFCD74A}"/>
              </a:ext>
            </a:extLst>
          </p:cNvPr>
          <p:cNvSpPr txBox="1"/>
          <p:nvPr/>
        </p:nvSpPr>
        <p:spPr>
          <a:xfrm>
            <a:off x="4313633" y="2226546"/>
            <a:ext cx="1659954" cy="523220"/>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Logistic Regression</a:t>
            </a:r>
          </a:p>
        </p:txBody>
      </p:sp>
      <p:sp>
        <p:nvSpPr>
          <p:cNvPr id="87" name="TextBox 86">
            <a:extLst>
              <a:ext uri="{FF2B5EF4-FFF2-40B4-BE49-F238E27FC236}">
                <a16:creationId xmlns:a16="http://schemas.microsoft.com/office/drawing/2014/main" id="{D433E56B-4A96-4F56-84D4-B4ABCDD0EC5A}"/>
              </a:ext>
            </a:extLst>
          </p:cNvPr>
          <p:cNvSpPr txBox="1"/>
          <p:nvPr/>
        </p:nvSpPr>
        <p:spPr>
          <a:xfrm>
            <a:off x="4679772" y="4056380"/>
            <a:ext cx="1644397"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Neural Networks </a:t>
            </a:r>
          </a:p>
        </p:txBody>
      </p:sp>
      <p:sp>
        <p:nvSpPr>
          <p:cNvPr id="88" name="TextBox 87">
            <a:extLst>
              <a:ext uri="{FF2B5EF4-FFF2-40B4-BE49-F238E27FC236}">
                <a16:creationId xmlns:a16="http://schemas.microsoft.com/office/drawing/2014/main" id="{4F9F9420-74F1-4F17-98B2-CC5B8A737AE3}"/>
              </a:ext>
            </a:extLst>
          </p:cNvPr>
          <p:cNvSpPr txBox="1"/>
          <p:nvPr/>
        </p:nvSpPr>
        <p:spPr>
          <a:xfrm>
            <a:off x="1040396" y="4046627"/>
            <a:ext cx="1620977" cy="492443"/>
          </a:xfrm>
          <a:prstGeom prst="rect">
            <a:avLst/>
          </a:prstGeom>
          <a:noFill/>
        </p:spPr>
        <p:txBody>
          <a:bodyPr wrap="square" rtlCol="0" anchor="b">
            <a:spAutoFit/>
          </a:bodyPr>
          <a:lstStyle/>
          <a:p>
            <a:pPr algn="ctr" defTabSz="1218987"/>
            <a:r>
              <a:rPr lang="en-US" sz="1300" b="1" dirty="0">
                <a:solidFill>
                  <a:schemeClr val="bg1"/>
                </a:solidFill>
                <a:latin typeface="Arial" panose="020B0604020202020204" pitchFamily="34" charset="0"/>
                <a:cs typeface="Arial" pitchFamily="34" charset="0"/>
              </a:rPr>
              <a:t>Gradient Boosting</a:t>
            </a:r>
          </a:p>
        </p:txBody>
      </p:sp>
      <p:sp>
        <p:nvSpPr>
          <p:cNvPr id="98" name="TextBox 97">
            <a:extLst>
              <a:ext uri="{FF2B5EF4-FFF2-40B4-BE49-F238E27FC236}">
                <a16:creationId xmlns:a16="http://schemas.microsoft.com/office/drawing/2014/main" id="{F4D2F100-6F83-4CFB-918B-15B92C15B65C}"/>
              </a:ext>
            </a:extLst>
          </p:cNvPr>
          <p:cNvSpPr txBox="1"/>
          <p:nvPr/>
        </p:nvSpPr>
        <p:spPr>
          <a:xfrm>
            <a:off x="1414601" y="2545449"/>
            <a:ext cx="1615569" cy="307777"/>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Deep Learning</a:t>
            </a:r>
          </a:p>
        </p:txBody>
      </p:sp>
      <p:sp>
        <p:nvSpPr>
          <p:cNvPr id="99" name="TextBox 98">
            <a:extLst>
              <a:ext uri="{FF2B5EF4-FFF2-40B4-BE49-F238E27FC236}">
                <a16:creationId xmlns:a16="http://schemas.microsoft.com/office/drawing/2014/main" id="{A3B6A44F-0C47-4B06-90D8-6C89FB388622}"/>
              </a:ext>
            </a:extLst>
          </p:cNvPr>
          <p:cNvSpPr txBox="1"/>
          <p:nvPr/>
        </p:nvSpPr>
        <p:spPr>
          <a:xfrm>
            <a:off x="2248986" y="5366738"/>
            <a:ext cx="1297126" cy="523220"/>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Anomaly Detection</a:t>
            </a:r>
          </a:p>
        </p:txBody>
      </p:sp>
      <p:sp>
        <p:nvSpPr>
          <p:cNvPr id="100" name="TextBox 99">
            <a:extLst>
              <a:ext uri="{FF2B5EF4-FFF2-40B4-BE49-F238E27FC236}">
                <a16:creationId xmlns:a16="http://schemas.microsoft.com/office/drawing/2014/main" id="{5CD00FB4-B787-4B5A-8940-791746E33FB2}"/>
              </a:ext>
            </a:extLst>
          </p:cNvPr>
          <p:cNvSpPr txBox="1"/>
          <p:nvPr/>
        </p:nvSpPr>
        <p:spPr>
          <a:xfrm>
            <a:off x="3690464" y="5349377"/>
            <a:ext cx="1597780"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Clustering</a:t>
            </a:r>
          </a:p>
        </p:txBody>
      </p:sp>
    </p:spTree>
    <p:extLst>
      <p:ext uri="{BB962C8B-B14F-4D97-AF65-F5344CB8AC3E}">
        <p14:creationId xmlns:p14="http://schemas.microsoft.com/office/powerpoint/2010/main" val="1283291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p:cNvGrpSpPr/>
          <p:nvPr/>
        </p:nvGrpSpPr>
        <p:grpSpPr>
          <a:xfrm>
            <a:off x="1029200" y="1198179"/>
            <a:ext cx="5280728" cy="5195116"/>
            <a:chOff x="1027612" y="1198179"/>
            <a:chExt cx="5280728" cy="5195116"/>
          </a:xfrm>
        </p:grpSpPr>
        <p:grpSp>
          <p:nvGrpSpPr>
            <p:cNvPr id="57" name="Group 56"/>
            <p:cNvGrpSpPr/>
            <p:nvPr/>
          </p:nvGrpSpPr>
          <p:grpSpPr>
            <a:xfrm>
              <a:off x="1027612" y="1198179"/>
              <a:ext cx="5280728" cy="5195116"/>
              <a:chOff x="3407432" y="1152319"/>
              <a:chExt cx="5373960" cy="5286836"/>
            </a:xfrm>
            <a:effectLst>
              <a:outerShdw blurRad="381000" dist="88900" dir="2700000" algn="tl" rotWithShape="0">
                <a:prstClr val="black">
                  <a:alpha val="48000"/>
                </a:prstClr>
              </a:outerShdw>
            </a:effectLst>
          </p:grpSpPr>
          <p:sp>
            <p:nvSpPr>
              <p:cNvPr id="58" name="Freeform 57"/>
              <p:cNvSpPr>
                <a:spLocks/>
              </p:cNvSpPr>
              <p:nvPr/>
            </p:nvSpPr>
            <p:spPr bwMode="auto">
              <a:xfrm>
                <a:off x="5243895" y="1152319"/>
                <a:ext cx="1676883" cy="1931347"/>
              </a:xfrm>
              <a:custGeom>
                <a:avLst/>
                <a:gdLst>
                  <a:gd name="T0" fmla="*/ 1570 w 1944"/>
                  <a:gd name="T1" fmla="*/ 0 h 2239"/>
                  <a:gd name="T2" fmla="*/ 1579 w 1944"/>
                  <a:gd name="T3" fmla="*/ 0 h 2239"/>
                  <a:gd name="T4" fmla="*/ 1594 w 1944"/>
                  <a:gd name="T5" fmla="*/ 2 h 2239"/>
                  <a:gd name="T6" fmla="*/ 1613 w 1944"/>
                  <a:gd name="T7" fmla="*/ 4 h 2239"/>
                  <a:gd name="T8" fmla="*/ 1638 w 1944"/>
                  <a:gd name="T9" fmla="*/ 6 h 2239"/>
                  <a:gd name="T10" fmla="*/ 1664 w 1944"/>
                  <a:gd name="T11" fmla="*/ 11 h 2239"/>
                  <a:gd name="T12" fmla="*/ 1692 w 1944"/>
                  <a:gd name="T13" fmla="*/ 19 h 2239"/>
                  <a:gd name="T14" fmla="*/ 1725 w 1944"/>
                  <a:gd name="T15" fmla="*/ 28 h 2239"/>
                  <a:gd name="T16" fmla="*/ 1755 w 1944"/>
                  <a:gd name="T17" fmla="*/ 40 h 2239"/>
                  <a:gd name="T18" fmla="*/ 1787 w 1944"/>
                  <a:gd name="T19" fmla="*/ 57 h 2239"/>
                  <a:gd name="T20" fmla="*/ 1817 w 1944"/>
                  <a:gd name="T21" fmla="*/ 76 h 2239"/>
                  <a:gd name="T22" fmla="*/ 1846 w 1944"/>
                  <a:gd name="T23" fmla="*/ 98 h 2239"/>
                  <a:gd name="T24" fmla="*/ 1874 w 1944"/>
                  <a:gd name="T25" fmla="*/ 125 h 2239"/>
                  <a:gd name="T26" fmla="*/ 1897 w 1944"/>
                  <a:gd name="T27" fmla="*/ 157 h 2239"/>
                  <a:gd name="T28" fmla="*/ 1917 w 1944"/>
                  <a:gd name="T29" fmla="*/ 195 h 2239"/>
                  <a:gd name="T30" fmla="*/ 1933 w 1944"/>
                  <a:gd name="T31" fmla="*/ 238 h 2239"/>
                  <a:gd name="T32" fmla="*/ 1942 w 1944"/>
                  <a:gd name="T33" fmla="*/ 285 h 2239"/>
                  <a:gd name="T34" fmla="*/ 1944 w 1944"/>
                  <a:gd name="T35" fmla="*/ 340 h 2239"/>
                  <a:gd name="T36" fmla="*/ 1944 w 1944"/>
                  <a:gd name="T37" fmla="*/ 440 h 2239"/>
                  <a:gd name="T38" fmla="*/ 1944 w 1944"/>
                  <a:gd name="T39" fmla="*/ 531 h 2239"/>
                  <a:gd name="T40" fmla="*/ 1944 w 1944"/>
                  <a:gd name="T41" fmla="*/ 612 h 2239"/>
                  <a:gd name="T42" fmla="*/ 1944 w 1944"/>
                  <a:gd name="T43" fmla="*/ 684 h 2239"/>
                  <a:gd name="T44" fmla="*/ 1944 w 1944"/>
                  <a:gd name="T45" fmla="*/ 797 h 2239"/>
                  <a:gd name="T46" fmla="*/ 1944 w 1944"/>
                  <a:gd name="T47" fmla="*/ 839 h 2239"/>
                  <a:gd name="T48" fmla="*/ 1944 w 1944"/>
                  <a:gd name="T49" fmla="*/ 869 h 2239"/>
                  <a:gd name="T50" fmla="*/ 1944 w 1944"/>
                  <a:gd name="T51" fmla="*/ 886 h 2239"/>
                  <a:gd name="T52" fmla="*/ 1944 w 1944"/>
                  <a:gd name="T53" fmla="*/ 892 h 2239"/>
                  <a:gd name="T54" fmla="*/ 1314 w 1944"/>
                  <a:gd name="T55" fmla="*/ 2231 h 2239"/>
                  <a:gd name="T56" fmla="*/ 634 w 1944"/>
                  <a:gd name="T57" fmla="*/ 2239 h 2239"/>
                  <a:gd name="T58" fmla="*/ 0 w 1944"/>
                  <a:gd name="T59" fmla="*/ 886 h 2239"/>
                  <a:gd name="T60" fmla="*/ 0 w 1944"/>
                  <a:gd name="T61" fmla="*/ 312 h 2239"/>
                  <a:gd name="T62" fmla="*/ 0 w 1944"/>
                  <a:gd name="T63" fmla="*/ 308 h 2239"/>
                  <a:gd name="T64" fmla="*/ 0 w 1944"/>
                  <a:gd name="T65" fmla="*/ 301 h 2239"/>
                  <a:gd name="T66" fmla="*/ 0 w 1944"/>
                  <a:gd name="T67" fmla="*/ 287 h 2239"/>
                  <a:gd name="T68" fmla="*/ 2 w 1944"/>
                  <a:gd name="T69" fmla="*/ 268 h 2239"/>
                  <a:gd name="T70" fmla="*/ 6 w 1944"/>
                  <a:gd name="T71" fmla="*/ 248 h 2239"/>
                  <a:gd name="T72" fmla="*/ 13 w 1944"/>
                  <a:gd name="T73" fmla="*/ 223 h 2239"/>
                  <a:gd name="T74" fmla="*/ 21 w 1944"/>
                  <a:gd name="T75" fmla="*/ 197 h 2239"/>
                  <a:gd name="T76" fmla="*/ 32 w 1944"/>
                  <a:gd name="T77" fmla="*/ 170 h 2239"/>
                  <a:gd name="T78" fmla="*/ 47 w 1944"/>
                  <a:gd name="T79" fmla="*/ 142 h 2239"/>
                  <a:gd name="T80" fmla="*/ 64 w 1944"/>
                  <a:gd name="T81" fmla="*/ 115 h 2239"/>
                  <a:gd name="T82" fmla="*/ 87 w 1944"/>
                  <a:gd name="T83" fmla="*/ 89 h 2239"/>
                  <a:gd name="T84" fmla="*/ 115 w 1944"/>
                  <a:gd name="T85" fmla="*/ 66 h 2239"/>
                  <a:gd name="T86" fmla="*/ 148 w 1944"/>
                  <a:gd name="T87" fmla="*/ 44 h 2239"/>
                  <a:gd name="T88" fmla="*/ 185 w 1944"/>
                  <a:gd name="T89" fmla="*/ 27 h 2239"/>
                  <a:gd name="T90" fmla="*/ 229 w 1944"/>
                  <a:gd name="T91" fmla="*/ 13 h 2239"/>
                  <a:gd name="T92" fmla="*/ 278 w 1944"/>
                  <a:gd name="T93" fmla="*/ 4 h 2239"/>
                  <a:gd name="T94" fmla="*/ 337 w 1944"/>
                  <a:gd name="T95" fmla="*/ 0 h 2239"/>
                  <a:gd name="T96" fmla="*/ 1566 w 1944"/>
                  <a:gd name="T97" fmla="*/ 0 h 2239"/>
                  <a:gd name="T98" fmla="*/ 1570 w 1944"/>
                  <a:gd name="T99" fmla="*/ 0 h 2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4" h="2239">
                    <a:moveTo>
                      <a:pt x="1570" y="0"/>
                    </a:moveTo>
                    <a:lnTo>
                      <a:pt x="1579" y="0"/>
                    </a:lnTo>
                    <a:lnTo>
                      <a:pt x="1594" y="2"/>
                    </a:lnTo>
                    <a:lnTo>
                      <a:pt x="1613" y="4"/>
                    </a:lnTo>
                    <a:lnTo>
                      <a:pt x="1638" y="6"/>
                    </a:lnTo>
                    <a:lnTo>
                      <a:pt x="1664" y="11"/>
                    </a:lnTo>
                    <a:lnTo>
                      <a:pt x="1692" y="19"/>
                    </a:lnTo>
                    <a:lnTo>
                      <a:pt x="1725" y="28"/>
                    </a:lnTo>
                    <a:lnTo>
                      <a:pt x="1755" y="40"/>
                    </a:lnTo>
                    <a:lnTo>
                      <a:pt x="1787" y="57"/>
                    </a:lnTo>
                    <a:lnTo>
                      <a:pt x="1817" y="76"/>
                    </a:lnTo>
                    <a:lnTo>
                      <a:pt x="1846" y="98"/>
                    </a:lnTo>
                    <a:lnTo>
                      <a:pt x="1874" y="125"/>
                    </a:lnTo>
                    <a:lnTo>
                      <a:pt x="1897" y="157"/>
                    </a:lnTo>
                    <a:lnTo>
                      <a:pt x="1917" y="195"/>
                    </a:lnTo>
                    <a:lnTo>
                      <a:pt x="1933" y="238"/>
                    </a:lnTo>
                    <a:lnTo>
                      <a:pt x="1942" y="285"/>
                    </a:lnTo>
                    <a:lnTo>
                      <a:pt x="1944" y="340"/>
                    </a:lnTo>
                    <a:lnTo>
                      <a:pt x="1944" y="440"/>
                    </a:lnTo>
                    <a:lnTo>
                      <a:pt x="1944" y="531"/>
                    </a:lnTo>
                    <a:lnTo>
                      <a:pt x="1944" y="612"/>
                    </a:lnTo>
                    <a:lnTo>
                      <a:pt x="1944" y="684"/>
                    </a:lnTo>
                    <a:lnTo>
                      <a:pt x="1944" y="797"/>
                    </a:lnTo>
                    <a:lnTo>
                      <a:pt x="1944" y="839"/>
                    </a:lnTo>
                    <a:lnTo>
                      <a:pt x="1944" y="869"/>
                    </a:lnTo>
                    <a:lnTo>
                      <a:pt x="1944" y="886"/>
                    </a:lnTo>
                    <a:lnTo>
                      <a:pt x="1944" y="892"/>
                    </a:lnTo>
                    <a:lnTo>
                      <a:pt x="1314" y="2231"/>
                    </a:lnTo>
                    <a:lnTo>
                      <a:pt x="634" y="2239"/>
                    </a:lnTo>
                    <a:lnTo>
                      <a:pt x="0" y="886"/>
                    </a:lnTo>
                    <a:lnTo>
                      <a:pt x="0" y="312"/>
                    </a:lnTo>
                    <a:lnTo>
                      <a:pt x="0" y="308"/>
                    </a:lnTo>
                    <a:lnTo>
                      <a:pt x="0" y="301"/>
                    </a:lnTo>
                    <a:lnTo>
                      <a:pt x="0" y="287"/>
                    </a:lnTo>
                    <a:lnTo>
                      <a:pt x="2" y="268"/>
                    </a:lnTo>
                    <a:lnTo>
                      <a:pt x="6" y="248"/>
                    </a:lnTo>
                    <a:lnTo>
                      <a:pt x="13" y="223"/>
                    </a:lnTo>
                    <a:lnTo>
                      <a:pt x="21" y="197"/>
                    </a:lnTo>
                    <a:lnTo>
                      <a:pt x="32" y="170"/>
                    </a:lnTo>
                    <a:lnTo>
                      <a:pt x="47" y="142"/>
                    </a:lnTo>
                    <a:lnTo>
                      <a:pt x="64" y="115"/>
                    </a:lnTo>
                    <a:lnTo>
                      <a:pt x="87" y="89"/>
                    </a:lnTo>
                    <a:lnTo>
                      <a:pt x="115" y="66"/>
                    </a:lnTo>
                    <a:lnTo>
                      <a:pt x="148" y="44"/>
                    </a:lnTo>
                    <a:lnTo>
                      <a:pt x="185" y="27"/>
                    </a:lnTo>
                    <a:lnTo>
                      <a:pt x="229" y="13"/>
                    </a:lnTo>
                    <a:lnTo>
                      <a:pt x="278" y="4"/>
                    </a:lnTo>
                    <a:lnTo>
                      <a:pt x="337" y="0"/>
                    </a:lnTo>
                    <a:lnTo>
                      <a:pt x="1566" y="0"/>
                    </a:lnTo>
                    <a:lnTo>
                      <a:pt x="1570" y="0"/>
                    </a:lnTo>
                    <a:close/>
                  </a:path>
                </a:pathLst>
              </a:custGeom>
              <a:gradFill flip="none" rotWithShape="1">
                <a:gsLst>
                  <a:gs pos="0">
                    <a:schemeClr val="bg1"/>
                  </a:gs>
                  <a:gs pos="83000">
                    <a:schemeClr val="bg1">
                      <a:lumMod val="85000"/>
                    </a:schemeClr>
                  </a:gs>
                </a:gsLst>
                <a:lin ang="8100000" scaled="1"/>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59" name="Freeform 58"/>
              <p:cNvSpPr>
                <a:spLocks/>
              </p:cNvSpPr>
              <p:nvPr/>
            </p:nvSpPr>
            <p:spPr bwMode="auto">
              <a:xfrm>
                <a:off x="6461014" y="1592242"/>
                <a:ext cx="2087477" cy="1996904"/>
              </a:xfrm>
              <a:custGeom>
                <a:avLst/>
                <a:gdLst>
                  <a:gd name="T0" fmla="*/ 1299 w 2420"/>
                  <a:gd name="T1" fmla="*/ 0 h 2315"/>
                  <a:gd name="T2" fmla="*/ 1342 w 2420"/>
                  <a:gd name="T3" fmla="*/ 8 h 2315"/>
                  <a:gd name="T4" fmla="*/ 1388 w 2420"/>
                  <a:gd name="T5" fmla="*/ 23 h 2315"/>
                  <a:gd name="T6" fmla="*/ 1433 w 2420"/>
                  <a:gd name="T7" fmla="*/ 47 h 2315"/>
                  <a:gd name="T8" fmla="*/ 1480 w 2420"/>
                  <a:gd name="T9" fmla="*/ 85 h 2315"/>
                  <a:gd name="T10" fmla="*/ 1528 w 2420"/>
                  <a:gd name="T11" fmla="*/ 134 h 2315"/>
                  <a:gd name="T12" fmla="*/ 2316 w 2420"/>
                  <a:gd name="T13" fmla="*/ 1077 h 2315"/>
                  <a:gd name="T14" fmla="*/ 2318 w 2420"/>
                  <a:gd name="T15" fmla="*/ 1081 h 2315"/>
                  <a:gd name="T16" fmla="*/ 2325 w 2420"/>
                  <a:gd name="T17" fmla="*/ 1090 h 2315"/>
                  <a:gd name="T18" fmla="*/ 2337 w 2420"/>
                  <a:gd name="T19" fmla="*/ 1105 h 2315"/>
                  <a:gd name="T20" fmla="*/ 2350 w 2420"/>
                  <a:gd name="T21" fmla="*/ 1126 h 2315"/>
                  <a:gd name="T22" fmla="*/ 2365 w 2420"/>
                  <a:gd name="T23" fmla="*/ 1151 h 2315"/>
                  <a:gd name="T24" fmla="*/ 2380 w 2420"/>
                  <a:gd name="T25" fmla="*/ 1179 h 2315"/>
                  <a:gd name="T26" fmla="*/ 2395 w 2420"/>
                  <a:gd name="T27" fmla="*/ 1213 h 2315"/>
                  <a:gd name="T28" fmla="*/ 2407 w 2420"/>
                  <a:gd name="T29" fmla="*/ 1249 h 2315"/>
                  <a:gd name="T30" fmla="*/ 2416 w 2420"/>
                  <a:gd name="T31" fmla="*/ 1287 h 2315"/>
                  <a:gd name="T32" fmla="*/ 2420 w 2420"/>
                  <a:gd name="T33" fmla="*/ 1328 h 2315"/>
                  <a:gd name="T34" fmla="*/ 2420 w 2420"/>
                  <a:gd name="T35" fmla="*/ 1370 h 2315"/>
                  <a:gd name="T36" fmla="*/ 2412 w 2420"/>
                  <a:gd name="T37" fmla="*/ 1413 h 2315"/>
                  <a:gd name="T38" fmla="*/ 2399 w 2420"/>
                  <a:gd name="T39" fmla="*/ 1457 h 2315"/>
                  <a:gd name="T40" fmla="*/ 2375 w 2420"/>
                  <a:gd name="T41" fmla="*/ 1500 h 2315"/>
                  <a:gd name="T42" fmla="*/ 2343 w 2420"/>
                  <a:gd name="T43" fmla="*/ 1544 h 2315"/>
                  <a:gd name="T44" fmla="*/ 2297 w 2420"/>
                  <a:gd name="T45" fmla="*/ 1587 h 2315"/>
                  <a:gd name="T46" fmla="*/ 2227 w 2420"/>
                  <a:gd name="T47" fmla="*/ 1644 h 2315"/>
                  <a:gd name="T48" fmla="*/ 2163 w 2420"/>
                  <a:gd name="T49" fmla="*/ 1699 h 2315"/>
                  <a:gd name="T50" fmla="*/ 2104 w 2420"/>
                  <a:gd name="T51" fmla="*/ 1748 h 2315"/>
                  <a:gd name="T52" fmla="*/ 2053 w 2420"/>
                  <a:gd name="T53" fmla="*/ 1791 h 2315"/>
                  <a:gd name="T54" fmla="*/ 2006 w 2420"/>
                  <a:gd name="T55" fmla="*/ 1829 h 2315"/>
                  <a:gd name="T56" fmla="*/ 1966 w 2420"/>
                  <a:gd name="T57" fmla="*/ 1863 h 2315"/>
                  <a:gd name="T58" fmla="*/ 1934 w 2420"/>
                  <a:gd name="T59" fmla="*/ 1890 h 2315"/>
                  <a:gd name="T60" fmla="*/ 1908 w 2420"/>
                  <a:gd name="T61" fmla="*/ 1912 h 2315"/>
                  <a:gd name="T62" fmla="*/ 1889 w 2420"/>
                  <a:gd name="T63" fmla="*/ 1927 h 2315"/>
                  <a:gd name="T64" fmla="*/ 1877 w 2420"/>
                  <a:gd name="T65" fmla="*/ 1937 h 2315"/>
                  <a:gd name="T66" fmla="*/ 1874 w 2420"/>
                  <a:gd name="T67" fmla="*/ 1941 h 2315"/>
                  <a:gd name="T68" fmla="*/ 440 w 2420"/>
                  <a:gd name="T69" fmla="*/ 2315 h 2315"/>
                  <a:gd name="T70" fmla="*/ 0 w 2420"/>
                  <a:gd name="T71" fmla="*/ 1797 h 2315"/>
                  <a:gd name="T72" fmla="*/ 633 w 2420"/>
                  <a:gd name="T73" fmla="*/ 444 h 2315"/>
                  <a:gd name="T74" fmla="*/ 1074 w 2420"/>
                  <a:gd name="T75" fmla="*/ 76 h 2315"/>
                  <a:gd name="T76" fmla="*/ 1078 w 2420"/>
                  <a:gd name="T77" fmla="*/ 74 h 2315"/>
                  <a:gd name="T78" fmla="*/ 1087 w 2420"/>
                  <a:gd name="T79" fmla="*/ 64 h 2315"/>
                  <a:gd name="T80" fmla="*/ 1104 w 2420"/>
                  <a:gd name="T81" fmla="*/ 55 h 2315"/>
                  <a:gd name="T82" fmla="*/ 1125 w 2420"/>
                  <a:gd name="T83" fmla="*/ 42 h 2315"/>
                  <a:gd name="T84" fmla="*/ 1151 w 2420"/>
                  <a:gd name="T85" fmla="*/ 29 h 2315"/>
                  <a:gd name="T86" fmla="*/ 1183 w 2420"/>
                  <a:gd name="T87" fmla="*/ 15 h 2315"/>
                  <a:gd name="T88" fmla="*/ 1217 w 2420"/>
                  <a:gd name="T89" fmla="*/ 6 h 2315"/>
                  <a:gd name="T90" fmla="*/ 1257 w 2420"/>
                  <a:gd name="T91" fmla="*/ 0 h 2315"/>
                  <a:gd name="T92" fmla="*/ 1299 w 2420"/>
                  <a:gd name="T93" fmla="*/ 0 h 2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20" h="2315">
                    <a:moveTo>
                      <a:pt x="1299" y="0"/>
                    </a:moveTo>
                    <a:lnTo>
                      <a:pt x="1342" y="8"/>
                    </a:lnTo>
                    <a:lnTo>
                      <a:pt x="1388" y="23"/>
                    </a:lnTo>
                    <a:lnTo>
                      <a:pt x="1433" y="47"/>
                    </a:lnTo>
                    <a:lnTo>
                      <a:pt x="1480" y="85"/>
                    </a:lnTo>
                    <a:lnTo>
                      <a:pt x="1528" y="134"/>
                    </a:lnTo>
                    <a:lnTo>
                      <a:pt x="2316" y="1077"/>
                    </a:lnTo>
                    <a:lnTo>
                      <a:pt x="2318" y="1081"/>
                    </a:lnTo>
                    <a:lnTo>
                      <a:pt x="2325" y="1090"/>
                    </a:lnTo>
                    <a:lnTo>
                      <a:pt x="2337" y="1105"/>
                    </a:lnTo>
                    <a:lnTo>
                      <a:pt x="2350" y="1126"/>
                    </a:lnTo>
                    <a:lnTo>
                      <a:pt x="2365" y="1151"/>
                    </a:lnTo>
                    <a:lnTo>
                      <a:pt x="2380" y="1179"/>
                    </a:lnTo>
                    <a:lnTo>
                      <a:pt x="2395" y="1213"/>
                    </a:lnTo>
                    <a:lnTo>
                      <a:pt x="2407" y="1249"/>
                    </a:lnTo>
                    <a:lnTo>
                      <a:pt x="2416" y="1287"/>
                    </a:lnTo>
                    <a:lnTo>
                      <a:pt x="2420" y="1328"/>
                    </a:lnTo>
                    <a:lnTo>
                      <a:pt x="2420" y="1370"/>
                    </a:lnTo>
                    <a:lnTo>
                      <a:pt x="2412" y="1413"/>
                    </a:lnTo>
                    <a:lnTo>
                      <a:pt x="2399" y="1457"/>
                    </a:lnTo>
                    <a:lnTo>
                      <a:pt x="2375" y="1500"/>
                    </a:lnTo>
                    <a:lnTo>
                      <a:pt x="2343" y="1544"/>
                    </a:lnTo>
                    <a:lnTo>
                      <a:pt x="2297" y="1587"/>
                    </a:lnTo>
                    <a:lnTo>
                      <a:pt x="2227" y="1644"/>
                    </a:lnTo>
                    <a:lnTo>
                      <a:pt x="2163" y="1699"/>
                    </a:lnTo>
                    <a:lnTo>
                      <a:pt x="2104" y="1748"/>
                    </a:lnTo>
                    <a:lnTo>
                      <a:pt x="2053" y="1791"/>
                    </a:lnTo>
                    <a:lnTo>
                      <a:pt x="2006" y="1829"/>
                    </a:lnTo>
                    <a:lnTo>
                      <a:pt x="1966" y="1863"/>
                    </a:lnTo>
                    <a:lnTo>
                      <a:pt x="1934" y="1890"/>
                    </a:lnTo>
                    <a:lnTo>
                      <a:pt x="1908" y="1912"/>
                    </a:lnTo>
                    <a:lnTo>
                      <a:pt x="1889" y="1927"/>
                    </a:lnTo>
                    <a:lnTo>
                      <a:pt x="1877" y="1937"/>
                    </a:lnTo>
                    <a:lnTo>
                      <a:pt x="1874" y="1941"/>
                    </a:lnTo>
                    <a:lnTo>
                      <a:pt x="440" y="2315"/>
                    </a:lnTo>
                    <a:lnTo>
                      <a:pt x="0" y="1797"/>
                    </a:lnTo>
                    <a:lnTo>
                      <a:pt x="633" y="444"/>
                    </a:lnTo>
                    <a:lnTo>
                      <a:pt x="1074" y="76"/>
                    </a:lnTo>
                    <a:lnTo>
                      <a:pt x="1078" y="74"/>
                    </a:lnTo>
                    <a:lnTo>
                      <a:pt x="1087" y="64"/>
                    </a:lnTo>
                    <a:lnTo>
                      <a:pt x="1104" y="55"/>
                    </a:lnTo>
                    <a:lnTo>
                      <a:pt x="1125" y="42"/>
                    </a:lnTo>
                    <a:lnTo>
                      <a:pt x="1151" y="29"/>
                    </a:lnTo>
                    <a:lnTo>
                      <a:pt x="1183" y="15"/>
                    </a:lnTo>
                    <a:lnTo>
                      <a:pt x="1217" y="6"/>
                    </a:lnTo>
                    <a:lnTo>
                      <a:pt x="1257" y="0"/>
                    </a:lnTo>
                    <a:lnTo>
                      <a:pt x="1299" y="0"/>
                    </a:lnTo>
                    <a:close/>
                  </a:path>
                </a:pathLst>
              </a:custGeom>
              <a:gradFill flip="none" rotWithShape="1">
                <a:gsLst>
                  <a:gs pos="0">
                    <a:schemeClr val="bg1"/>
                  </a:gs>
                  <a:gs pos="92000">
                    <a:schemeClr val="bg1">
                      <a:lumMod val="85000"/>
                    </a:schemeClr>
                  </a:gs>
                </a:gsLst>
                <a:lin ang="11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0" name="Freeform 59"/>
              <p:cNvSpPr>
                <a:spLocks/>
              </p:cNvSpPr>
              <p:nvPr/>
            </p:nvSpPr>
            <p:spPr bwMode="auto">
              <a:xfrm>
                <a:off x="6710304" y="3375222"/>
                <a:ext cx="2071088" cy="1745889"/>
              </a:xfrm>
              <a:custGeom>
                <a:avLst/>
                <a:gdLst>
                  <a:gd name="T0" fmla="*/ 1596 w 2401"/>
                  <a:gd name="T1" fmla="*/ 0 h 2024"/>
                  <a:gd name="T2" fmla="*/ 2156 w 2401"/>
                  <a:gd name="T3" fmla="*/ 121 h 2024"/>
                  <a:gd name="T4" fmla="*/ 2159 w 2401"/>
                  <a:gd name="T5" fmla="*/ 123 h 2024"/>
                  <a:gd name="T6" fmla="*/ 2169 w 2401"/>
                  <a:gd name="T7" fmla="*/ 125 h 2024"/>
                  <a:gd name="T8" fmla="*/ 2182 w 2401"/>
                  <a:gd name="T9" fmla="*/ 129 h 2024"/>
                  <a:gd name="T10" fmla="*/ 2199 w 2401"/>
                  <a:gd name="T11" fmla="*/ 134 h 2024"/>
                  <a:gd name="T12" fmla="*/ 2218 w 2401"/>
                  <a:gd name="T13" fmla="*/ 142 h 2024"/>
                  <a:gd name="T14" fmla="*/ 2241 w 2401"/>
                  <a:gd name="T15" fmla="*/ 153 h 2024"/>
                  <a:gd name="T16" fmla="*/ 2265 w 2401"/>
                  <a:gd name="T17" fmla="*/ 166 h 2024"/>
                  <a:gd name="T18" fmla="*/ 2288 w 2401"/>
                  <a:gd name="T19" fmla="*/ 183 h 2024"/>
                  <a:gd name="T20" fmla="*/ 2313 w 2401"/>
                  <a:gd name="T21" fmla="*/ 204 h 2024"/>
                  <a:gd name="T22" fmla="*/ 2335 w 2401"/>
                  <a:gd name="T23" fmla="*/ 227 h 2024"/>
                  <a:gd name="T24" fmla="*/ 2356 w 2401"/>
                  <a:gd name="T25" fmla="*/ 255 h 2024"/>
                  <a:gd name="T26" fmla="*/ 2373 w 2401"/>
                  <a:gd name="T27" fmla="*/ 285 h 2024"/>
                  <a:gd name="T28" fmla="*/ 2386 w 2401"/>
                  <a:gd name="T29" fmla="*/ 323 h 2024"/>
                  <a:gd name="T30" fmla="*/ 2396 w 2401"/>
                  <a:gd name="T31" fmla="*/ 363 h 2024"/>
                  <a:gd name="T32" fmla="*/ 2401 w 2401"/>
                  <a:gd name="T33" fmla="*/ 408 h 2024"/>
                  <a:gd name="T34" fmla="*/ 2400 w 2401"/>
                  <a:gd name="T35" fmla="*/ 459 h 2024"/>
                  <a:gd name="T36" fmla="*/ 2390 w 2401"/>
                  <a:gd name="T37" fmla="*/ 516 h 2024"/>
                  <a:gd name="T38" fmla="*/ 2127 w 2401"/>
                  <a:gd name="T39" fmla="*/ 1717 h 2024"/>
                  <a:gd name="T40" fmla="*/ 2127 w 2401"/>
                  <a:gd name="T41" fmla="*/ 1721 h 2024"/>
                  <a:gd name="T42" fmla="*/ 2125 w 2401"/>
                  <a:gd name="T43" fmla="*/ 1731 h 2024"/>
                  <a:gd name="T44" fmla="*/ 2120 w 2401"/>
                  <a:gd name="T45" fmla="*/ 1748 h 2024"/>
                  <a:gd name="T46" fmla="*/ 2114 w 2401"/>
                  <a:gd name="T47" fmla="*/ 1769 h 2024"/>
                  <a:gd name="T48" fmla="*/ 2105 w 2401"/>
                  <a:gd name="T49" fmla="*/ 1793 h 2024"/>
                  <a:gd name="T50" fmla="*/ 2091 w 2401"/>
                  <a:gd name="T51" fmla="*/ 1820 h 2024"/>
                  <a:gd name="T52" fmla="*/ 2078 w 2401"/>
                  <a:gd name="T53" fmla="*/ 1848 h 2024"/>
                  <a:gd name="T54" fmla="*/ 2059 w 2401"/>
                  <a:gd name="T55" fmla="*/ 1878 h 2024"/>
                  <a:gd name="T56" fmla="*/ 2038 w 2401"/>
                  <a:gd name="T57" fmla="*/ 1908 h 2024"/>
                  <a:gd name="T58" fmla="*/ 2012 w 2401"/>
                  <a:gd name="T59" fmla="*/ 1937 h 2024"/>
                  <a:gd name="T60" fmla="*/ 1984 w 2401"/>
                  <a:gd name="T61" fmla="*/ 1961 h 2024"/>
                  <a:gd name="T62" fmla="*/ 1951 w 2401"/>
                  <a:gd name="T63" fmla="*/ 1986 h 2024"/>
                  <a:gd name="T64" fmla="*/ 1914 w 2401"/>
                  <a:gd name="T65" fmla="*/ 2003 h 2024"/>
                  <a:gd name="T66" fmla="*/ 1872 w 2401"/>
                  <a:gd name="T67" fmla="*/ 2016 h 2024"/>
                  <a:gd name="T68" fmla="*/ 1825 w 2401"/>
                  <a:gd name="T69" fmla="*/ 2024 h 2024"/>
                  <a:gd name="T70" fmla="*/ 1772 w 2401"/>
                  <a:gd name="T71" fmla="*/ 2024 h 2024"/>
                  <a:gd name="T72" fmla="*/ 1715 w 2401"/>
                  <a:gd name="T73" fmla="*/ 2014 h 2024"/>
                  <a:gd name="T74" fmla="*/ 1617 w 2401"/>
                  <a:gd name="T75" fmla="*/ 1993 h 2024"/>
                  <a:gd name="T76" fmla="*/ 1528 w 2401"/>
                  <a:gd name="T77" fmla="*/ 1974 h 2024"/>
                  <a:gd name="T78" fmla="*/ 1448 w 2401"/>
                  <a:gd name="T79" fmla="*/ 1957 h 2024"/>
                  <a:gd name="T80" fmla="*/ 1378 w 2401"/>
                  <a:gd name="T81" fmla="*/ 1940 h 2024"/>
                  <a:gd name="T82" fmla="*/ 1318 w 2401"/>
                  <a:gd name="T83" fmla="*/ 1929 h 2024"/>
                  <a:gd name="T84" fmla="*/ 1267 w 2401"/>
                  <a:gd name="T85" fmla="*/ 1918 h 2024"/>
                  <a:gd name="T86" fmla="*/ 1227 w 2401"/>
                  <a:gd name="T87" fmla="*/ 1908 h 2024"/>
                  <a:gd name="T88" fmla="*/ 1199 w 2401"/>
                  <a:gd name="T89" fmla="*/ 1903 h 2024"/>
                  <a:gd name="T90" fmla="*/ 1182 w 2401"/>
                  <a:gd name="T91" fmla="*/ 1899 h 2024"/>
                  <a:gd name="T92" fmla="*/ 1174 w 2401"/>
                  <a:gd name="T93" fmla="*/ 1897 h 2024"/>
                  <a:gd name="T94" fmla="*/ 0 w 2401"/>
                  <a:gd name="T95" fmla="*/ 998 h 2024"/>
                  <a:gd name="T96" fmla="*/ 138 w 2401"/>
                  <a:gd name="T97" fmla="*/ 331 h 2024"/>
                  <a:gd name="T98" fmla="*/ 1596 w 2401"/>
                  <a:gd name="T9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01" h="2024">
                    <a:moveTo>
                      <a:pt x="1596" y="0"/>
                    </a:moveTo>
                    <a:lnTo>
                      <a:pt x="2156" y="121"/>
                    </a:lnTo>
                    <a:lnTo>
                      <a:pt x="2159" y="123"/>
                    </a:lnTo>
                    <a:lnTo>
                      <a:pt x="2169" y="125"/>
                    </a:lnTo>
                    <a:lnTo>
                      <a:pt x="2182" y="129"/>
                    </a:lnTo>
                    <a:lnTo>
                      <a:pt x="2199" y="134"/>
                    </a:lnTo>
                    <a:lnTo>
                      <a:pt x="2218" y="142"/>
                    </a:lnTo>
                    <a:lnTo>
                      <a:pt x="2241" y="153"/>
                    </a:lnTo>
                    <a:lnTo>
                      <a:pt x="2265" y="166"/>
                    </a:lnTo>
                    <a:lnTo>
                      <a:pt x="2288" y="183"/>
                    </a:lnTo>
                    <a:lnTo>
                      <a:pt x="2313" y="204"/>
                    </a:lnTo>
                    <a:lnTo>
                      <a:pt x="2335" y="227"/>
                    </a:lnTo>
                    <a:lnTo>
                      <a:pt x="2356" y="255"/>
                    </a:lnTo>
                    <a:lnTo>
                      <a:pt x="2373" y="285"/>
                    </a:lnTo>
                    <a:lnTo>
                      <a:pt x="2386" y="323"/>
                    </a:lnTo>
                    <a:lnTo>
                      <a:pt x="2396" y="363"/>
                    </a:lnTo>
                    <a:lnTo>
                      <a:pt x="2401" y="408"/>
                    </a:lnTo>
                    <a:lnTo>
                      <a:pt x="2400" y="459"/>
                    </a:lnTo>
                    <a:lnTo>
                      <a:pt x="2390" y="516"/>
                    </a:lnTo>
                    <a:lnTo>
                      <a:pt x="2127" y="1717"/>
                    </a:lnTo>
                    <a:lnTo>
                      <a:pt x="2127" y="1721"/>
                    </a:lnTo>
                    <a:lnTo>
                      <a:pt x="2125" y="1731"/>
                    </a:lnTo>
                    <a:lnTo>
                      <a:pt x="2120" y="1748"/>
                    </a:lnTo>
                    <a:lnTo>
                      <a:pt x="2114" y="1769"/>
                    </a:lnTo>
                    <a:lnTo>
                      <a:pt x="2105" y="1793"/>
                    </a:lnTo>
                    <a:lnTo>
                      <a:pt x="2091" y="1820"/>
                    </a:lnTo>
                    <a:lnTo>
                      <a:pt x="2078" y="1848"/>
                    </a:lnTo>
                    <a:lnTo>
                      <a:pt x="2059" y="1878"/>
                    </a:lnTo>
                    <a:lnTo>
                      <a:pt x="2038" y="1908"/>
                    </a:lnTo>
                    <a:lnTo>
                      <a:pt x="2012" y="1937"/>
                    </a:lnTo>
                    <a:lnTo>
                      <a:pt x="1984" y="1961"/>
                    </a:lnTo>
                    <a:lnTo>
                      <a:pt x="1951" y="1986"/>
                    </a:lnTo>
                    <a:lnTo>
                      <a:pt x="1914" y="2003"/>
                    </a:lnTo>
                    <a:lnTo>
                      <a:pt x="1872" y="2016"/>
                    </a:lnTo>
                    <a:lnTo>
                      <a:pt x="1825" y="2024"/>
                    </a:lnTo>
                    <a:lnTo>
                      <a:pt x="1772" y="2024"/>
                    </a:lnTo>
                    <a:lnTo>
                      <a:pt x="1715" y="2014"/>
                    </a:lnTo>
                    <a:lnTo>
                      <a:pt x="1617" y="1993"/>
                    </a:lnTo>
                    <a:lnTo>
                      <a:pt x="1528" y="1974"/>
                    </a:lnTo>
                    <a:lnTo>
                      <a:pt x="1448" y="1957"/>
                    </a:lnTo>
                    <a:lnTo>
                      <a:pt x="1378" y="1940"/>
                    </a:lnTo>
                    <a:lnTo>
                      <a:pt x="1318" y="1929"/>
                    </a:lnTo>
                    <a:lnTo>
                      <a:pt x="1267" y="1918"/>
                    </a:lnTo>
                    <a:lnTo>
                      <a:pt x="1227" y="1908"/>
                    </a:lnTo>
                    <a:lnTo>
                      <a:pt x="1199" y="1903"/>
                    </a:lnTo>
                    <a:lnTo>
                      <a:pt x="1182" y="1899"/>
                    </a:lnTo>
                    <a:lnTo>
                      <a:pt x="1174" y="1897"/>
                    </a:lnTo>
                    <a:lnTo>
                      <a:pt x="0" y="998"/>
                    </a:lnTo>
                    <a:lnTo>
                      <a:pt x="138" y="331"/>
                    </a:lnTo>
                    <a:lnTo>
                      <a:pt x="1596" y="0"/>
                    </a:lnTo>
                    <a:close/>
                  </a:path>
                </a:pathLst>
              </a:custGeom>
              <a:gradFill flip="none" rotWithShape="1">
                <a:gsLst>
                  <a:gs pos="0">
                    <a:schemeClr val="bg1"/>
                  </a:gs>
                  <a:gs pos="89000">
                    <a:schemeClr val="bg1">
                      <a:lumMod val="85000"/>
                    </a:schemeClr>
                  </a:gs>
                </a:gsLst>
                <a:lin ang="14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1" name="Freeform 60"/>
              <p:cNvSpPr>
                <a:spLocks/>
              </p:cNvSpPr>
              <p:nvPr/>
            </p:nvSpPr>
            <p:spPr bwMode="auto">
              <a:xfrm>
                <a:off x="6128053" y="4282672"/>
                <a:ext cx="1781257" cy="2128880"/>
              </a:xfrm>
              <a:custGeom>
                <a:avLst/>
                <a:gdLst>
                  <a:gd name="T0" fmla="*/ 607 w 2065"/>
                  <a:gd name="T1" fmla="*/ 0 h 2468"/>
                  <a:gd name="T2" fmla="*/ 1777 w 2065"/>
                  <a:gd name="T3" fmla="*/ 930 h 2468"/>
                  <a:gd name="T4" fmla="*/ 2033 w 2065"/>
                  <a:gd name="T5" fmla="*/ 1444 h 2468"/>
                  <a:gd name="T6" fmla="*/ 2033 w 2065"/>
                  <a:gd name="T7" fmla="*/ 1448 h 2468"/>
                  <a:gd name="T8" fmla="*/ 2038 w 2065"/>
                  <a:gd name="T9" fmla="*/ 1455 h 2468"/>
                  <a:gd name="T10" fmla="*/ 2044 w 2065"/>
                  <a:gd name="T11" fmla="*/ 1470 h 2468"/>
                  <a:gd name="T12" fmla="*/ 2050 w 2065"/>
                  <a:gd name="T13" fmla="*/ 1489 h 2468"/>
                  <a:gd name="T14" fmla="*/ 2055 w 2065"/>
                  <a:gd name="T15" fmla="*/ 1512 h 2468"/>
                  <a:gd name="T16" fmla="*/ 2061 w 2065"/>
                  <a:gd name="T17" fmla="*/ 1540 h 2468"/>
                  <a:gd name="T18" fmla="*/ 2065 w 2065"/>
                  <a:gd name="T19" fmla="*/ 1569 h 2468"/>
                  <a:gd name="T20" fmla="*/ 2065 w 2065"/>
                  <a:gd name="T21" fmla="*/ 1601 h 2468"/>
                  <a:gd name="T22" fmla="*/ 2063 w 2065"/>
                  <a:gd name="T23" fmla="*/ 1635 h 2468"/>
                  <a:gd name="T24" fmla="*/ 2055 w 2065"/>
                  <a:gd name="T25" fmla="*/ 1671 h 2468"/>
                  <a:gd name="T26" fmla="*/ 2042 w 2065"/>
                  <a:gd name="T27" fmla="*/ 1705 h 2468"/>
                  <a:gd name="T28" fmla="*/ 2023 w 2065"/>
                  <a:gd name="T29" fmla="*/ 1741 h 2468"/>
                  <a:gd name="T30" fmla="*/ 1999 w 2065"/>
                  <a:gd name="T31" fmla="*/ 1776 h 2468"/>
                  <a:gd name="T32" fmla="*/ 1965 w 2065"/>
                  <a:gd name="T33" fmla="*/ 1810 h 2468"/>
                  <a:gd name="T34" fmla="*/ 1921 w 2065"/>
                  <a:gd name="T35" fmla="*/ 1843 h 2468"/>
                  <a:gd name="T36" fmla="*/ 1868 w 2065"/>
                  <a:gd name="T37" fmla="*/ 1873 h 2468"/>
                  <a:gd name="T38" fmla="*/ 768 w 2065"/>
                  <a:gd name="T39" fmla="*/ 2419 h 2468"/>
                  <a:gd name="T40" fmla="*/ 764 w 2065"/>
                  <a:gd name="T41" fmla="*/ 2421 h 2468"/>
                  <a:gd name="T42" fmla="*/ 754 w 2065"/>
                  <a:gd name="T43" fmla="*/ 2424 h 2468"/>
                  <a:gd name="T44" fmla="*/ 739 w 2065"/>
                  <a:gd name="T45" fmla="*/ 2432 h 2468"/>
                  <a:gd name="T46" fmla="*/ 719 w 2065"/>
                  <a:gd name="T47" fmla="*/ 2440 h 2468"/>
                  <a:gd name="T48" fmla="*/ 694 w 2065"/>
                  <a:gd name="T49" fmla="*/ 2447 h 2468"/>
                  <a:gd name="T50" fmla="*/ 664 w 2065"/>
                  <a:gd name="T51" fmla="*/ 2455 h 2468"/>
                  <a:gd name="T52" fmla="*/ 632 w 2065"/>
                  <a:gd name="T53" fmla="*/ 2460 h 2468"/>
                  <a:gd name="T54" fmla="*/ 597 w 2065"/>
                  <a:gd name="T55" fmla="*/ 2466 h 2468"/>
                  <a:gd name="T56" fmla="*/ 562 w 2065"/>
                  <a:gd name="T57" fmla="*/ 2468 h 2468"/>
                  <a:gd name="T58" fmla="*/ 524 w 2065"/>
                  <a:gd name="T59" fmla="*/ 2466 h 2468"/>
                  <a:gd name="T60" fmla="*/ 486 w 2065"/>
                  <a:gd name="T61" fmla="*/ 2458 h 2468"/>
                  <a:gd name="T62" fmla="*/ 446 w 2065"/>
                  <a:gd name="T63" fmla="*/ 2447 h 2468"/>
                  <a:gd name="T64" fmla="*/ 408 w 2065"/>
                  <a:gd name="T65" fmla="*/ 2430 h 2468"/>
                  <a:gd name="T66" fmla="*/ 372 w 2065"/>
                  <a:gd name="T67" fmla="*/ 2406 h 2468"/>
                  <a:gd name="T68" fmla="*/ 338 w 2065"/>
                  <a:gd name="T69" fmla="*/ 2373 h 2468"/>
                  <a:gd name="T70" fmla="*/ 306 w 2065"/>
                  <a:gd name="T71" fmla="*/ 2332 h 2468"/>
                  <a:gd name="T72" fmla="*/ 276 w 2065"/>
                  <a:gd name="T73" fmla="*/ 2283 h 2468"/>
                  <a:gd name="T74" fmla="*/ 236 w 2065"/>
                  <a:gd name="T75" fmla="*/ 2201 h 2468"/>
                  <a:gd name="T76" fmla="*/ 199 w 2065"/>
                  <a:gd name="T77" fmla="*/ 2126 h 2468"/>
                  <a:gd name="T78" fmla="*/ 164 w 2065"/>
                  <a:gd name="T79" fmla="*/ 2058 h 2468"/>
                  <a:gd name="T80" fmla="*/ 134 w 2065"/>
                  <a:gd name="T81" fmla="*/ 1996 h 2468"/>
                  <a:gd name="T82" fmla="*/ 108 w 2065"/>
                  <a:gd name="T83" fmla="*/ 1943 h 2468"/>
                  <a:gd name="T84" fmla="*/ 85 w 2065"/>
                  <a:gd name="T85" fmla="*/ 1895 h 2468"/>
                  <a:gd name="T86" fmla="*/ 66 w 2065"/>
                  <a:gd name="T87" fmla="*/ 1858 h 2468"/>
                  <a:gd name="T88" fmla="*/ 51 w 2065"/>
                  <a:gd name="T89" fmla="*/ 1827 h 2468"/>
                  <a:gd name="T90" fmla="*/ 40 w 2065"/>
                  <a:gd name="T91" fmla="*/ 1805 h 2468"/>
                  <a:gd name="T92" fmla="*/ 34 w 2065"/>
                  <a:gd name="T93" fmla="*/ 1792 h 2468"/>
                  <a:gd name="T94" fmla="*/ 30 w 2065"/>
                  <a:gd name="T95" fmla="*/ 1788 h 2468"/>
                  <a:gd name="T96" fmla="*/ 0 w 2065"/>
                  <a:gd name="T97" fmla="*/ 308 h 2468"/>
                  <a:gd name="T98" fmla="*/ 607 w 2065"/>
                  <a:gd name="T99"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65" h="2468">
                    <a:moveTo>
                      <a:pt x="607" y="0"/>
                    </a:moveTo>
                    <a:lnTo>
                      <a:pt x="1777" y="930"/>
                    </a:lnTo>
                    <a:lnTo>
                      <a:pt x="2033" y="1444"/>
                    </a:lnTo>
                    <a:lnTo>
                      <a:pt x="2033" y="1448"/>
                    </a:lnTo>
                    <a:lnTo>
                      <a:pt x="2038" y="1455"/>
                    </a:lnTo>
                    <a:lnTo>
                      <a:pt x="2044" y="1470"/>
                    </a:lnTo>
                    <a:lnTo>
                      <a:pt x="2050" y="1489"/>
                    </a:lnTo>
                    <a:lnTo>
                      <a:pt x="2055" y="1512"/>
                    </a:lnTo>
                    <a:lnTo>
                      <a:pt x="2061" y="1540"/>
                    </a:lnTo>
                    <a:lnTo>
                      <a:pt x="2065" y="1569"/>
                    </a:lnTo>
                    <a:lnTo>
                      <a:pt x="2065" y="1601"/>
                    </a:lnTo>
                    <a:lnTo>
                      <a:pt x="2063" y="1635"/>
                    </a:lnTo>
                    <a:lnTo>
                      <a:pt x="2055" y="1671"/>
                    </a:lnTo>
                    <a:lnTo>
                      <a:pt x="2042" y="1705"/>
                    </a:lnTo>
                    <a:lnTo>
                      <a:pt x="2023" y="1741"/>
                    </a:lnTo>
                    <a:lnTo>
                      <a:pt x="1999" y="1776"/>
                    </a:lnTo>
                    <a:lnTo>
                      <a:pt x="1965" y="1810"/>
                    </a:lnTo>
                    <a:lnTo>
                      <a:pt x="1921" y="1843"/>
                    </a:lnTo>
                    <a:lnTo>
                      <a:pt x="1868" y="1873"/>
                    </a:lnTo>
                    <a:lnTo>
                      <a:pt x="768" y="2419"/>
                    </a:lnTo>
                    <a:lnTo>
                      <a:pt x="764" y="2421"/>
                    </a:lnTo>
                    <a:lnTo>
                      <a:pt x="754" y="2424"/>
                    </a:lnTo>
                    <a:lnTo>
                      <a:pt x="739" y="2432"/>
                    </a:lnTo>
                    <a:lnTo>
                      <a:pt x="719" y="2440"/>
                    </a:lnTo>
                    <a:lnTo>
                      <a:pt x="694" y="2447"/>
                    </a:lnTo>
                    <a:lnTo>
                      <a:pt x="664" y="2455"/>
                    </a:lnTo>
                    <a:lnTo>
                      <a:pt x="632" y="2460"/>
                    </a:lnTo>
                    <a:lnTo>
                      <a:pt x="597" y="2466"/>
                    </a:lnTo>
                    <a:lnTo>
                      <a:pt x="562" y="2468"/>
                    </a:lnTo>
                    <a:lnTo>
                      <a:pt x="524" y="2466"/>
                    </a:lnTo>
                    <a:lnTo>
                      <a:pt x="486" y="2458"/>
                    </a:lnTo>
                    <a:lnTo>
                      <a:pt x="446" y="2447"/>
                    </a:lnTo>
                    <a:lnTo>
                      <a:pt x="408" y="2430"/>
                    </a:lnTo>
                    <a:lnTo>
                      <a:pt x="372" y="2406"/>
                    </a:lnTo>
                    <a:lnTo>
                      <a:pt x="338" y="2373"/>
                    </a:lnTo>
                    <a:lnTo>
                      <a:pt x="306" y="2332"/>
                    </a:lnTo>
                    <a:lnTo>
                      <a:pt x="276" y="2283"/>
                    </a:lnTo>
                    <a:lnTo>
                      <a:pt x="236" y="2201"/>
                    </a:lnTo>
                    <a:lnTo>
                      <a:pt x="199" y="2126"/>
                    </a:lnTo>
                    <a:lnTo>
                      <a:pt x="164" y="2058"/>
                    </a:lnTo>
                    <a:lnTo>
                      <a:pt x="134" y="1996"/>
                    </a:lnTo>
                    <a:lnTo>
                      <a:pt x="108" y="1943"/>
                    </a:lnTo>
                    <a:lnTo>
                      <a:pt x="85" y="1895"/>
                    </a:lnTo>
                    <a:lnTo>
                      <a:pt x="66" y="1858"/>
                    </a:lnTo>
                    <a:lnTo>
                      <a:pt x="51" y="1827"/>
                    </a:lnTo>
                    <a:lnTo>
                      <a:pt x="40" y="1805"/>
                    </a:lnTo>
                    <a:lnTo>
                      <a:pt x="34" y="1792"/>
                    </a:lnTo>
                    <a:lnTo>
                      <a:pt x="30" y="1788"/>
                    </a:lnTo>
                    <a:lnTo>
                      <a:pt x="0" y="308"/>
                    </a:lnTo>
                    <a:lnTo>
                      <a:pt x="607" y="0"/>
                    </a:lnTo>
                    <a:close/>
                  </a:path>
                </a:pathLst>
              </a:custGeom>
              <a:gradFill flip="none" rotWithShape="1">
                <a:gsLst>
                  <a:gs pos="0">
                    <a:schemeClr val="bg1"/>
                  </a:gs>
                  <a:gs pos="89000">
                    <a:schemeClr val="bg1">
                      <a:lumMod val="85000"/>
                    </a:schemeClr>
                  </a:gs>
                </a:gsLst>
                <a:lin ang="12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2" name="Freeform 61"/>
              <p:cNvSpPr>
                <a:spLocks/>
              </p:cNvSpPr>
              <p:nvPr/>
            </p:nvSpPr>
            <p:spPr bwMode="auto">
              <a:xfrm>
                <a:off x="4296766" y="4302511"/>
                <a:ext cx="1765730" cy="2136644"/>
              </a:xfrm>
              <a:custGeom>
                <a:avLst/>
                <a:gdLst>
                  <a:gd name="T0" fmla="*/ 1433 w 2047"/>
                  <a:gd name="T1" fmla="*/ 0 h 2477"/>
                  <a:gd name="T2" fmla="*/ 2047 w 2047"/>
                  <a:gd name="T3" fmla="*/ 291 h 2477"/>
                  <a:gd name="T4" fmla="*/ 2027 w 2047"/>
                  <a:gd name="T5" fmla="*/ 1784 h 2477"/>
                  <a:gd name="T6" fmla="*/ 1777 w 2047"/>
                  <a:gd name="T7" fmla="*/ 2299 h 2477"/>
                  <a:gd name="T8" fmla="*/ 1775 w 2047"/>
                  <a:gd name="T9" fmla="*/ 2303 h 2477"/>
                  <a:gd name="T10" fmla="*/ 1769 w 2047"/>
                  <a:gd name="T11" fmla="*/ 2311 h 2477"/>
                  <a:gd name="T12" fmla="*/ 1762 w 2047"/>
                  <a:gd name="T13" fmla="*/ 2324 h 2477"/>
                  <a:gd name="T14" fmla="*/ 1750 w 2047"/>
                  <a:gd name="T15" fmla="*/ 2341 h 2477"/>
                  <a:gd name="T16" fmla="*/ 1737 w 2047"/>
                  <a:gd name="T17" fmla="*/ 2360 h 2477"/>
                  <a:gd name="T18" fmla="*/ 1718 w 2047"/>
                  <a:gd name="T19" fmla="*/ 2381 h 2477"/>
                  <a:gd name="T20" fmla="*/ 1698 w 2047"/>
                  <a:gd name="T21" fmla="*/ 2401 h 2477"/>
                  <a:gd name="T22" fmla="*/ 1673 w 2047"/>
                  <a:gd name="T23" fmla="*/ 2422 h 2477"/>
                  <a:gd name="T24" fmla="*/ 1645 w 2047"/>
                  <a:gd name="T25" fmla="*/ 2441 h 2477"/>
                  <a:gd name="T26" fmla="*/ 1612 w 2047"/>
                  <a:gd name="T27" fmla="*/ 2456 h 2477"/>
                  <a:gd name="T28" fmla="*/ 1577 w 2047"/>
                  <a:gd name="T29" fmla="*/ 2469 h 2477"/>
                  <a:gd name="T30" fmla="*/ 1537 w 2047"/>
                  <a:gd name="T31" fmla="*/ 2475 h 2477"/>
                  <a:gd name="T32" fmla="*/ 1493 w 2047"/>
                  <a:gd name="T33" fmla="*/ 2477 h 2477"/>
                  <a:gd name="T34" fmla="*/ 1444 w 2047"/>
                  <a:gd name="T35" fmla="*/ 2469 h 2477"/>
                  <a:gd name="T36" fmla="*/ 1393 w 2047"/>
                  <a:gd name="T37" fmla="*/ 2456 h 2477"/>
                  <a:gd name="T38" fmla="*/ 1336 w 2047"/>
                  <a:gd name="T39" fmla="*/ 2434 h 2477"/>
                  <a:gd name="T40" fmla="*/ 230 w 2047"/>
                  <a:gd name="T41" fmla="*/ 1897 h 2477"/>
                  <a:gd name="T42" fmla="*/ 228 w 2047"/>
                  <a:gd name="T43" fmla="*/ 1895 h 2477"/>
                  <a:gd name="T44" fmla="*/ 219 w 2047"/>
                  <a:gd name="T45" fmla="*/ 1889 h 2477"/>
                  <a:gd name="T46" fmla="*/ 204 w 2047"/>
                  <a:gd name="T47" fmla="*/ 1882 h 2477"/>
                  <a:gd name="T48" fmla="*/ 185 w 2047"/>
                  <a:gd name="T49" fmla="*/ 1871 h 2477"/>
                  <a:gd name="T50" fmla="*/ 164 w 2047"/>
                  <a:gd name="T51" fmla="*/ 1855 h 2477"/>
                  <a:gd name="T52" fmla="*/ 139 w 2047"/>
                  <a:gd name="T53" fmla="*/ 1837 h 2477"/>
                  <a:gd name="T54" fmla="*/ 115 w 2047"/>
                  <a:gd name="T55" fmla="*/ 1816 h 2477"/>
                  <a:gd name="T56" fmla="*/ 90 w 2047"/>
                  <a:gd name="T57" fmla="*/ 1791 h 2477"/>
                  <a:gd name="T58" fmla="*/ 66 w 2047"/>
                  <a:gd name="T59" fmla="*/ 1763 h 2477"/>
                  <a:gd name="T60" fmla="*/ 45 w 2047"/>
                  <a:gd name="T61" fmla="*/ 1733 h 2477"/>
                  <a:gd name="T62" fmla="*/ 26 w 2047"/>
                  <a:gd name="T63" fmla="*/ 1699 h 2477"/>
                  <a:gd name="T64" fmla="*/ 13 w 2047"/>
                  <a:gd name="T65" fmla="*/ 1661 h 2477"/>
                  <a:gd name="T66" fmla="*/ 3 w 2047"/>
                  <a:gd name="T67" fmla="*/ 1619 h 2477"/>
                  <a:gd name="T68" fmla="*/ 0 w 2047"/>
                  <a:gd name="T69" fmla="*/ 1576 h 2477"/>
                  <a:gd name="T70" fmla="*/ 5 w 2047"/>
                  <a:gd name="T71" fmla="*/ 1529 h 2477"/>
                  <a:gd name="T72" fmla="*/ 17 w 2047"/>
                  <a:gd name="T73" fmla="*/ 1479 h 2477"/>
                  <a:gd name="T74" fmla="*/ 39 w 2047"/>
                  <a:gd name="T75" fmla="*/ 1425 h 2477"/>
                  <a:gd name="T76" fmla="*/ 79 w 2047"/>
                  <a:gd name="T77" fmla="*/ 1343 h 2477"/>
                  <a:gd name="T78" fmla="*/ 115 w 2047"/>
                  <a:gd name="T79" fmla="*/ 1268 h 2477"/>
                  <a:gd name="T80" fmla="*/ 149 w 2047"/>
                  <a:gd name="T81" fmla="*/ 1200 h 2477"/>
                  <a:gd name="T82" fmla="*/ 179 w 2047"/>
                  <a:gd name="T83" fmla="*/ 1137 h 2477"/>
                  <a:gd name="T84" fmla="*/ 204 w 2047"/>
                  <a:gd name="T85" fmla="*/ 1085 h 2477"/>
                  <a:gd name="T86" fmla="*/ 226 w 2047"/>
                  <a:gd name="T87" fmla="*/ 1037 h 2477"/>
                  <a:gd name="T88" fmla="*/ 245 w 2047"/>
                  <a:gd name="T89" fmla="*/ 1000 h 2477"/>
                  <a:gd name="T90" fmla="*/ 260 w 2047"/>
                  <a:gd name="T91" fmla="*/ 967 h 2477"/>
                  <a:gd name="T92" fmla="*/ 272 w 2047"/>
                  <a:gd name="T93" fmla="*/ 947 h 2477"/>
                  <a:gd name="T94" fmla="*/ 277 w 2047"/>
                  <a:gd name="T95" fmla="*/ 933 h 2477"/>
                  <a:gd name="T96" fmla="*/ 279 w 2047"/>
                  <a:gd name="T97" fmla="*/ 928 h 2477"/>
                  <a:gd name="T98" fmla="*/ 1433 w 2047"/>
                  <a:gd name="T99" fmla="*/ 0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47" h="2477">
                    <a:moveTo>
                      <a:pt x="1433" y="0"/>
                    </a:moveTo>
                    <a:lnTo>
                      <a:pt x="2047" y="291"/>
                    </a:lnTo>
                    <a:lnTo>
                      <a:pt x="2027" y="1784"/>
                    </a:lnTo>
                    <a:lnTo>
                      <a:pt x="1777" y="2299"/>
                    </a:lnTo>
                    <a:lnTo>
                      <a:pt x="1775" y="2303"/>
                    </a:lnTo>
                    <a:lnTo>
                      <a:pt x="1769" y="2311"/>
                    </a:lnTo>
                    <a:lnTo>
                      <a:pt x="1762" y="2324"/>
                    </a:lnTo>
                    <a:lnTo>
                      <a:pt x="1750" y="2341"/>
                    </a:lnTo>
                    <a:lnTo>
                      <a:pt x="1737" y="2360"/>
                    </a:lnTo>
                    <a:lnTo>
                      <a:pt x="1718" y="2381"/>
                    </a:lnTo>
                    <a:lnTo>
                      <a:pt x="1698" y="2401"/>
                    </a:lnTo>
                    <a:lnTo>
                      <a:pt x="1673" y="2422"/>
                    </a:lnTo>
                    <a:lnTo>
                      <a:pt x="1645" y="2441"/>
                    </a:lnTo>
                    <a:lnTo>
                      <a:pt x="1612" y="2456"/>
                    </a:lnTo>
                    <a:lnTo>
                      <a:pt x="1577" y="2469"/>
                    </a:lnTo>
                    <a:lnTo>
                      <a:pt x="1537" y="2475"/>
                    </a:lnTo>
                    <a:lnTo>
                      <a:pt x="1493" y="2477"/>
                    </a:lnTo>
                    <a:lnTo>
                      <a:pt x="1444" y="2469"/>
                    </a:lnTo>
                    <a:lnTo>
                      <a:pt x="1393" y="2456"/>
                    </a:lnTo>
                    <a:lnTo>
                      <a:pt x="1336" y="2434"/>
                    </a:lnTo>
                    <a:lnTo>
                      <a:pt x="230" y="1897"/>
                    </a:lnTo>
                    <a:lnTo>
                      <a:pt x="228" y="1895"/>
                    </a:lnTo>
                    <a:lnTo>
                      <a:pt x="219" y="1889"/>
                    </a:lnTo>
                    <a:lnTo>
                      <a:pt x="204" y="1882"/>
                    </a:lnTo>
                    <a:lnTo>
                      <a:pt x="185" y="1871"/>
                    </a:lnTo>
                    <a:lnTo>
                      <a:pt x="164" y="1855"/>
                    </a:lnTo>
                    <a:lnTo>
                      <a:pt x="139" y="1837"/>
                    </a:lnTo>
                    <a:lnTo>
                      <a:pt x="115" y="1816"/>
                    </a:lnTo>
                    <a:lnTo>
                      <a:pt x="90" y="1791"/>
                    </a:lnTo>
                    <a:lnTo>
                      <a:pt x="66" y="1763"/>
                    </a:lnTo>
                    <a:lnTo>
                      <a:pt x="45" y="1733"/>
                    </a:lnTo>
                    <a:lnTo>
                      <a:pt x="26" y="1699"/>
                    </a:lnTo>
                    <a:lnTo>
                      <a:pt x="13" y="1661"/>
                    </a:lnTo>
                    <a:lnTo>
                      <a:pt x="3" y="1619"/>
                    </a:lnTo>
                    <a:lnTo>
                      <a:pt x="0" y="1576"/>
                    </a:lnTo>
                    <a:lnTo>
                      <a:pt x="5" y="1529"/>
                    </a:lnTo>
                    <a:lnTo>
                      <a:pt x="17" y="1479"/>
                    </a:lnTo>
                    <a:lnTo>
                      <a:pt x="39" y="1425"/>
                    </a:lnTo>
                    <a:lnTo>
                      <a:pt x="79" y="1343"/>
                    </a:lnTo>
                    <a:lnTo>
                      <a:pt x="115" y="1268"/>
                    </a:lnTo>
                    <a:lnTo>
                      <a:pt x="149" y="1200"/>
                    </a:lnTo>
                    <a:lnTo>
                      <a:pt x="179" y="1137"/>
                    </a:lnTo>
                    <a:lnTo>
                      <a:pt x="204" y="1085"/>
                    </a:lnTo>
                    <a:lnTo>
                      <a:pt x="226" y="1037"/>
                    </a:lnTo>
                    <a:lnTo>
                      <a:pt x="245" y="1000"/>
                    </a:lnTo>
                    <a:lnTo>
                      <a:pt x="260" y="967"/>
                    </a:lnTo>
                    <a:lnTo>
                      <a:pt x="272" y="947"/>
                    </a:lnTo>
                    <a:lnTo>
                      <a:pt x="277" y="933"/>
                    </a:lnTo>
                    <a:lnTo>
                      <a:pt x="279" y="928"/>
                    </a:lnTo>
                    <a:lnTo>
                      <a:pt x="1433" y="0"/>
                    </a:lnTo>
                    <a:close/>
                  </a:path>
                </a:pathLst>
              </a:custGeom>
              <a:gradFill flip="none" rotWithShape="1">
                <a:gsLst>
                  <a:gs pos="0">
                    <a:schemeClr val="bg1"/>
                  </a:gs>
                  <a:gs pos="91000">
                    <a:schemeClr val="bg1">
                      <a:lumMod val="85000"/>
                    </a:schemeClr>
                  </a:gs>
                </a:gsLst>
                <a:lin ang="138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3" name="Freeform 62"/>
              <p:cNvSpPr>
                <a:spLocks/>
              </p:cNvSpPr>
              <p:nvPr/>
            </p:nvSpPr>
            <p:spPr bwMode="auto">
              <a:xfrm>
                <a:off x="3407432" y="3399375"/>
                <a:ext cx="2065050" cy="1749339"/>
              </a:xfrm>
              <a:custGeom>
                <a:avLst/>
                <a:gdLst>
                  <a:gd name="T0" fmla="*/ 804 w 2394"/>
                  <a:gd name="T1" fmla="*/ 0 h 2028"/>
                  <a:gd name="T2" fmla="*/ 2246 w 2394"/>
                  <a:gd name="T3" fmla="*/ 339 h 2028"/>
                  <a:gd name="T4" fmla="*/ 2394 w 2394"/>
                  <a:gd name="T5" fmla="*/ 1002 h 2028"/>
                  <a:gd name="T6" fmla="*/ 1201 w 2394"/>
                  <a:gd name="T7" fmla="*/ 1903 h 2028"/>
                  <a:gd name="T8" fmla="*/ 639 w 2394"/>
                  <a:gd name="T9" fmla="*/ 2022 h 2028"/>
                  <a:gd name="T10" fmla="*/ 635 w 2394"/>
                  <a:gd name="T11" fmla="*/ 2022 h 2028"/>
                  <a:gd name="T12" fmla="*/ 626 w 2394"/>
                  <a:gd name="T13" fmla="*/ 2024 h 2028"/>
                  <a:gd name="T14" fmla="*/ 611 w 2394"/>
                  <a:gd name="T15" fmla="*/ 2026 h 2028"/>
                  <a:gd name="T16" fmla="*/ 592 w 2394"/>
                  <a:gd name="T17" fmla="*/ 2028 h 2028"/>
                  <a:gd name="T18" fmla="*/ 567 w 2394"/>
                  <a:gd name="T19" fmla="*/ 2028 h 2028"/>
                  <a:gd name="T20" fmla="*/ 539 w 2394"/>
                  <a:gd name="T21" fmla="*/ 2026 h 2028"/>
                  <a:gd name="T22" fmla="*/ 511 w 2394"/>
                  <a:gd name="T23" fmla="*/ 2022 h 2028"/>
                  <a:gd name="T24" fmla="*/ 478 w 2394"/>
                  <a:gd name="T25" fmla="*/ 2014 h 2028"/>
                  <a:gd name="T26" fmla="*/ 446 w 2394"/>
                  <a:gd name="T27" fmla="*/ 2005 h 2028"/>
                  <a:gd name="T28" fmla="*/ 414 w 2394"/>
                  <a:gd name="T29" fmla="*/ 1988 h 2028"/>
                  <a:gd name="T30" fmla="*/ 384 w 2394"/>
                  <a:gd name="T31" fmla="*/ 1967 h 2028"/>
                  <a:gd name="T32" fmla="*/ 354 w 2394"/>
                  <a:gd name="T33" fmla="*/ 1941 h 2028"/>
                  <a:gd name="T34" fmla="*/ 325 w 2394"/>
                  <a:gd name="T35" fmla="*/ 1907 h 2028"/>
                  <a:gd name="T36" fmla="*/ 301 w 2394"/>
                  <a:gd name="T37" fmla="*/ 1865 h 2028"/>
                  <a:gd name="T38" fmla="*/ 280 w 2394"/>
                  <a:gd name="T39" fmla="*/ 1816 h 2028"/>
                  <a:gd name="T40" fmla="*/ 265 w 2394"/>
                  <a:gd name="T41" fmla="*/ 1758 h 2028"/>
                  <a:gd name="T42" fmla="*/ 9 w 2394"/>
                  <a:gd name="T43" fmla="*/ 556 h 2028"/>
                  <a:gd name="T44" fmla="*/ 9 w 2394"/>
                  <a:gd name="T45" fmla="*/ 552 h 2028"/>
                  <a:gd name="T46" fmla="*/ 8 w 2394"/>
                  <a:gd name="T47" fmla="*/ 541 h 2028"/>
                  <a:gd name="T48" fmla="*/ 4 w 2394"/>
                  <a:gd name="T49" fmla="*/ 524 h 2028"/>
                  <a:gd name="T50" fmla="*/ 2 w 2394"/>
                  <a:gd name="T51" fmla="*/ 503 h 2028"/>
                  <a:gd name="T52" fmla="*/ 0 w 2394"/>
                  <a:gd name="T53" fmla="*/ 477 h 2028"/>
                  <a:gd name="T54" fmla="*/ 0 w 2394"/>
                  <a:gd name="T55" fmla="*/ 446 h 2028"/>
                  <a:gd name="T56" fmla="*/ 2 w 2394"/>
                  <a:gd name="T57" fmla="*/ 414 h 2028"/>
                  <a:gd name="T58" fmla="*/ 6 w 2394"/>
                  <a:gd name="T59" fmla="*/ 380 h 2028"/>
                  <a:gd name="T60" fmla="*/ 13 w 2394"/>
                  <a:gd name="T61" fmla="*/ 344 h 2028"/>
                  <a:gd name="T62" fmla="*/ 25 w 2394"/>
                  <a:gd name="T63" fmla="*/ 308 h 2028"/>
                  <a:gd name="T64" fmla="*/ 40 w 2394"/>
                  <a:gd name="T65" fmla="*/ 273 h 2028"/>
                  <a:gd name="T66" fmla="*/ 61 w 2394"/>
                  <a:gd name="T67" fmla="*/ 239 h 2028"/>
                  <a:gd name="T68" fmla="*/ 87 w 2394"/>
                  <a:gd name="T69" fmla="*/ 206 h 2028"/>
                  <a:gd name="T70" fmla="*/ 121 w 2394"/>
                  <a:gd name="T71" fmla="*/ 176 h 2028"/>
                  <a:gd name="T72" fmla="*/ 161 w 2394"/>
                  <a:gd name="T73" fmla="*/ 152 h 2028"/>
                  <a:gd name="T74" fmla="*/ 208 w 2394"/>
                  <a:gd name="T75" fmla="*/ 129 h 2028"/>
                  <a:gd name="T76" fmla="*/ 263 w 2394"/>
                  <a:gd name="T77" fmla="*/ 114 h 2028"/>
                  <a:gd name="T78" fmla="*/ 361 w 2394"/>
                  <a:gd name="T79" fmla="*/ 93 h 2028"/>
                  <a:gd name="T80" fmla="*/ 450 w 2394"/>
                  <a:gd name="T81" fmla="*/ 74 h 2028"/>
                  <a:gd name="T82" fmla="*/ 529 w 2394"/>
                  <a:gd name="T83" fmla="*/ 57 h 2028"/>
                  <a:gd name="T84" fmla="*/ 601 w 2394"/>
                  <a:gd name="T85" fmla="*/ 42 h 2028"/>
                  <a:gd name="T86" fmla="*/ 662 w 2394"/>
                  <a:gd name="T87" fmla="*/ 31 h 2028"/>
                  <a:gd name="T88" fmla="*/ 713 w 2394"/>
                  <a:gd name="T89" fmla="*/ 19 h 2028"/>
                  <a:gd name="T90" fmla="*/ 753 w 2394"/>
                  <a:gd name="T91" fmla="*/ 10 h 2028"/>
                  <a:gd name="T92" fmla="*/ 781 w 2394"/>
                  <a:gd name="T93" fmla="*/ 4 h 2028"/>
                  <a:gd name="T94" fmla="*/ 798 w 2394"/>
                  <a:gd name="T95" fmla="*/ 0 h 2028"/>
                  <a:gd name="T96" fmla="*/ 804 w 2394"/>
                  <a:gd name="T97"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4" h="2028">
                    <a:moveTo>
                      <a:pt x="804" y="0"/>
                    </a:moveTo>
                    <a:lnTo>
                      <a:pt x="2246" y="339"/>
                    </a:lnTo>
                    <a:lnTo>
                      <a:pt x="2394" y="1002"/>
                    </a:lnTo>
                    <a:lnTo>
                      <a:pt x="1201" y="1903"/>
                    </a:lnTo>
                    <a:lnTo>
                      <a:pt x="639" y="2022"/>
                    </a:lnTo>
                    <a:lnTo>
                      <a:pt x="635" y="2022"/>
                    </a:lnTo>
                    <a:lnTo>
                      <a:pt x="626" y="2024"/>
                    </a:lnTo>
                    <a:lnTo>
                      <a:pt x="611" y="2026"/>
                    </a:lnTo>
                    <a:lnTo>
                      <a:pt x="592" y="2028"/>
                    </a:lnTo>
                    <a:lnTo>
                      <a:pt x="567" y="2028"/>
                    </a:lnTo>
                    <a:lnTo>
                      <a:pt x="539" y="2026"/>
                    </a:lnTo>
                    <a:lnTo>
                      <a:pt x="511" y="2022"/>
                    </a:lnTo>
                    <a:lnTo>
                      <a:pt x="478" y="2014"/>
                    </a:lnTo>
                    <a:lnTo>
                      <a:pt x="446" y="2005"/>
                    </a:lnTo>
                    <a:lnTo>
                      <a:pt x="414" y="1988"/>
                    </a:lnTo>
                    <a:lnTo>
                      <a:pt x="384" y="1967"/>
                    </a:lnTo>
                    <a:lnTo>
                      <a:pt x="354" y="1941"/>
                    </a:lnTo>
                    <a:lnTo>
                      <a:pt x="325" y="1907"/>
                    </a:lnTo>
                    <a:lnTo>
                      <a:pt x="301" y="1865"/>
                    </a:lnTo>
                    <a:lnTo>
                      <a:pt x="280" y="1816"/>
                    </a:lnTo>
                    <a:lnTo>
                      <a:pt x="265" y="1758"/>
                    </a:lnTo>
                    <a:lnTo>
                      <a:pt x="9" y="556"/>
                    </a:lnTo>
                    <a:lnTo>
                      <a:pt x="9" y="552"/>
                    </a:lnTo>
                    <a:lnTo>
                      <a:pt x="8" y="541"/>
                    </a:lnTo>
                    <a:lnTo>
                      <a:pt x="4" y="524"/>
                    </a:lnTo>
                    <a:lnTo>
                      <a:pt x="2" y="503"/>
                    </a:lnTo>
                    <a:lnTo>
                      <a:pt x="0" y="477"/>
                    </a:lnTo>
                    <a:lnTo>
                      <a:pt x="0" y="446"/>
                    </a:lnTo>
                    <a:lnTo>
                      <a:pt x="2" y="414"/>
                    </a:lnTo>
                    <a:lnTo>
                      <a:pt x="6" y="380"/>
                    </a:lnTo>
                    <a:lnTo>
                      <a:pt x="13" y="344"/>
                    </a:lnTo>
                    <a:lnTo>
                      <a:pt x="25" y="308"/>
                    </a:lnTo>
                    <a:lnTo>
                      <a:pt x="40" y="273"/>
                    </a:lnTo>
                    <a:lnTo>
                      <a:pt x="61" y="239"/>
                    </a:lnTo>
                    <a:lnTo>
                      <a:pt x="87" y="206"/>
                    </a:lnTo>
                    <a:lnTo>
                      <a:pt x="121" y="176"/>
                    </a:lnTo>
                    <a:lnTo>
                      <a:pt x="161" y="152"/>
                    </a:lnTo>
                    <a:lnTo>
                      <a:pt x="208" y="129"/>
                    </a:lnTo>
                    <a:lnTo>
                      <a:pt x="263" y="114"/>
                    </a:lnTo>
                    <a:lnTo>
                      <a:pt x="361" y="93"/>
                    </a:lnTo>
                    <a:lnTo>
                      <a:pt x="450" y="74"/>
                    </a:lnTo>
                    <a:lnTo>
                      <a:pt x="529" y="57"/>
                    </a:lnTo>
                    <a:lnTo>
                      <a:pt x="601" y="42"/>
                    </a:lnTo>
                    <a:lnTo>
                      <a:pt x="662" y="31"/>
                    </a:lnTo>
                    <a:lnTo>
                      <a:pt x="713" y="19"/>
                    </a:lnTo>
                    <a:lnTo>
                      <a:pt x="753" y="10"/>
                    </a:lnTo>
                    <a:lnTo>
                      <a:pt x="781" y="4"/>
                    </a:lnTo>
                    <a:lnTo>
                      <a:pt x="798" y="0"/>
                    </a:lnTo>
                    <a:lnTo>
                      <a:pt x="804" y="0"/>
                    </a:lnTo>
                    <a:close/>
                  </a:path>
                </a:pathLst>
              </a:custGeom>
              <a:gradFill flip="none" rotWithShape="1">
                <a:gsLst>
                  <a:gs pos="0">
                    <a:schemeClr val="accent5"/>
                  </a:gs>
                  <a:gs pos="94000">
                    <a:schemeClr val="accent5">
                      <a:lumMod val="75000"/>
                    </a:schemeClr>
                  </a:gs>
                </a:gsLst>
                <a:lin ang="9600000" scaled="0"/>
                <a:tileRect/>
              </a:gradFill>
              <a:ln w="19050">
                <a:solidFill>
                  <a:schemeClr val="accent5"/>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4" name="Freeform 63"/>
              <p:cNvSpPr>
                <a:spLocks/>
              </p:cNvSpPr>
              <p:nvPr/>
            </p:nvSpPr>
            <p:spPr bwMode="auto">
              <a:xfrm>
                <a:off x="3616180" y="1621570"/>
                <a:ext cx="2099554" cy="1984828"/>
              </a:xfrm>
              <a:custGeom>
                <a:avLst/>
                <a:gdLst>
                  <a:gd name="T0" fmla="*/ 1178 w 2434"/>
                  <a:gd name="T1" fmla="*/ 0 h 2301"/>
                  <a:gd name="T2" fmla="*/ 1227 w 2434"/>
                  <a:gd name="T3" fmla="*/ 4 h 2301"/>
                  <a:gd name="T4" fmla="*/ 1276 w 2434"/>
                  <a:gd name="T5" fmla="*/ 19 h 2301"/>
                  <a:gd name="T6" fmla="*/ 1329 w 2434"/>
                  <a:gd name="T7" fmla="*/ 44 h 2301"/>
                  <a:gd name="T8" fmla="*/ 1382 w 2434"/>
                  <a:gd name="T9" fmla="*/ 81 h 2301"/>
                  <a:gd name="T10" fmla="*/ 1452 w 2434"/>
                  <a:gd name="T11" fmla="*/ 140 h 2301"/>
                  <a:gd name="T12" fmla="*/ 1517 w 2434"/>
                  <a:gd name="T13" fmla="*/ 193 h 2301"/>
                  <a:gd name="T14" fmla="*/ 1575 w 2434"/>
                  <a:gd name="T15" fmla="*/ 242 h 2301"/>
                  <a:gd name="T16" fmla="*/ 1628 w 2434"/>
                  <a:gd name="T17" fmla="*/ 286 h 2301"/>
                  <a:gd name="T18" fmla="*/ 1673 w 2434"/>
                  <a:gd name="T19" fmla="*/ 323 h 2301"/>
                  <a:gd name="T20" fmla="*/ 1713 w 2434"/>
                  <a:gd name="T21" fmla="*/ 357 h 2301"/>
                  <a:gd name="T22" fmla="*/ 1747 w 2434"/>
                  <a:gd name="T23" fmla="*/ 384 h 2301"/>
                  <a:gd name="T24" fmla="*/ 1772 w 2434"/>
                  <a:gd name="T25" fmla="*/ 406 h 2301"/>
                  <a:gd name="T26" fmla="*/ 1791 w 2434"/>
                  <a:gd name="T27" fmla="*/ 422 h 2301"/>
                  <a:gd name="T28" fmla="*/ 1804 w 2434"/>
                  <a:gd name="T29" fmla="*/ 431 h 2301"/>
                  <a:gd name="T30" fmla="*/ 1808 w 2434"/>
                  <a:gd name="T31" fmla="*/ 435 h 2301"/>
                  <a:gd name="T32" fmla="*/ 2434 w 2434"/>
                  <a:gd name="T33" fmla="*/ 1774 h 2301"/>
                  <a:gd name="T34" fmla="*/ 2004 w 2434"/>
                  <a:gd name="T35" fmla="*/ 2301 h 2301"/>
                  <a:gd name="T36" fmla="*/ 558 w 2434"/>
                  <a:gd name="T37" fmla="*/ 1925 h 2301"/>
                  <a:gd name="T38" fmla="*/ 117 w 2434"/>
                  <a:gd name="T39" fmla="*/ 1559 h 2301"/>
                  <a:gd name="T40" fmla="*/ 113 w 2434"/>
                  <a:gd name="T41" fmla="*/ 1557 h 2301"/>
                  <a:gd name="T42" fmla="*/ 106 w 2434"/>
                  <a:gd name="T43" fmla="*/ 1549 h 2301"/>
                  <a:gd name="T44" fmla="*/ 93 w 2434"/>
                  <a:gd name="T45" fmla="*/ 1536 h 2301"/>
                  <a:gd name="T46" fmla="*/ 78 w 2434"/>
                  <a:gd name="T47" fmla="*/ 1519 h 2301"/>
                  <a:gd name="T48" fmla="*/ 62 w 2434"/>
                  <a:gd name="T49" fmla="*/ 1498 h 2301"/>
                  <a:gd name="T50" fmla="*/ 45 w 2434"/>
                  <a:gd name="T51" fmla="*/ 1474 h 2301"/>
                  <a:gd name="T52" fmla="*/ 28 w 2434"/>
                  <a:gd name="T53" fmla="*/ 1446 h 2301"/>
                  <a:gd name="T54" fmla="*/ 15 w 2434"/>
                  <a:gd name="T55" fmla="*/ 1412 h 2301"/>
                  <a:gd name="T56" fmla="*/ 6 w 2434"/>
                  <a:gd name="T57" fmla="*/ 1376 h 2301"/>
                  <a:gd name="T58" fmla="*/ 0 w 2434"/>
                  <a:gd name="T59" fmla="*/ 1338 h 2301"/>
                  <a:gd name="T60" fmla="*/ 2 w 2434"/>
                  <a:gd name="T61" fmla="*/ 1294 h 2301"/>
                  <a:gd name="T62" fmla="*/ 9 w 2434"/>
                  <a:gd name="T63" fmla="*/ 1249 h 2301"/>
                  <a:gd name="T64" fmla="*/ 27 w 2434"/>
                  <a:gd name="T65" fmla="*/ 1202 h 2301"/>
                  <a:gd name="T66" fmla="*/ 55 w 2434"/>
                  <a:gd name="T67" fmla="*/ 1153 h 2301"/>
                  <a:gd name="T68" fmla="*/ 93 w 2434"/>
                  <a:gd name="T69" fmla="*/ 1102 h 2301"/>
                  <a:gd name="T70" fmla="*/ 877 w 2434"/>
                  <a:gd name="T71" fmla="*/ 155 h 2301"/>
                  <a:gd name="T72" fmla="*/ 881 w 2434"/>
                  <a:gd name="T73" fmla="*/ 151 h 2301"/>
                  <a:gd name="T74" fmla="*/ 891 w 2434"/>
                  <a:gd name="T75" fmla="*/ 142 h 2301"/>
                  <a:gd name="T76" fmla="*/ 904 w 2434"/>
                  <a:gd name="T77" fmla="*/ 127 h 2301"/>
                  <a:gd name="T78" fmla="*/ 925 w 2434"/>
                  <a:gd name="T79" fmla="*/ 108 h 2301"/>
                  <a:gd name="T80" fmla="*/ 949 w 2434"/>
                  <a:gd name="T81" fmla="*/ 87 h 2301"/>
                  <a:gd name="T82" fmla="*/ 978 w 2434"/>
                  <a:gd name="T83" fmla="*/ 66 h 2301"/>
                  <a:gd name="T84" fmla="*/ 1012 w 2434"/>
                  <a:gd name="T85" fmla="*/ 46 h 2301"/>
                  <a:gd name="T86" fmla="*/ 1049 w 2434"/>
                  <a:gd name="T87" fmla="*/ 27 h 2301"/>
                  <a:gd name="T88" fmla="*/ 1089 w 2434"/>
                  <a:gd name="T89" fmla="*/ 12 h 2301"/>
                  <a:gd name="T90" fmla="*/ 1133 w 2434"/>
                  <a:gd name="T91" fmla="*/ 2 h 2301"/>
                  <a:gd name="T92" fmla="*/ 1178 w 2434"/>
                  <a:gd name="T93" fmla="*/ 0 h 2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34" h="2301">
                    <a:moveTo>
                      <a:pt x="1178" y="0"/>
                    </a:moveTo>
                    <a:lnTo>
                      <a:pt x="1227" y="4"/>
                    </a:lnTo>
                    <a:lnTo>
                      <a:pt x="1276" y="19"/>
                    </a:lnTo>
                    <a:lnTo>
                      <a:pt x="1329" y="44"/>
                    </a:lnTo>
                    <a:lnTo>
                      <a:pt x="1382" y="81"/>
                    </a:lnTo>
                    <a:lnTo>
                      <a:pt x="1452" y="140"/>
                    </a:lnTo>
                    <a:lnTo>
                      <a:pt x="1517" y="193"/>
                    </a:lnTo>
                    <a:lnTo>
                      <a:pt x="1575" y="242"/>
                    </a:lnTo>
                    <a:lnTo>
                      <a:pt x="1628" y="286"/>
                    </a:lnTo>
                    <a:lnTo>
                      <a:pt x="1673" y="323"/>
                    </a:lnTo>
                    <a:lnTo>
                      <a:pt x="1713" y="357"/>
                    </a:lnTo>
                    <a:lnTo>
                      <a:pt x="1747" y="384"/>
                    </a:lnTo>
                    <a:lnTo>
                      <a:pt x="1772" y="406"/>
                    </a:lnTo>
                    <a:lnTo>
                      <a:pt x="1791" y="422"/>
                    </a:lnTo>
                    <a:lnTo>
                      <a:pt x="1804" y="431"/>
                    </a:lnTo>
                    <a:lnTo>
                      <a:pt x="1808" y="435"/>
                    </a:lnTo>
                    <a:lnTo>
                      <a:pt x="2434" y="1774"/>
                    </a:lnTo>
                    <a:lnTo>
                      <a:pt x="2004" y="2301"/>
                    </a:lnTo>
                    <a:lnTo>
                      <a:pt x="558" y="1925"/>
                    </a:lnTo>
                    <a:lnTo>
                      <a:pt x="117" y="1559"/>
                    </a:lnTo>
                    <a:lnTo>
                      <a:pt x="113" y="1557"/>
                    </a:lnTo>
                    <a:lnTo>
                      <a:pt x="106" y="1549"/>
                    </a:lnTo>
                    <a:lnTo>
                      <a:pt x="93" y="1536"/>
                    </a:lnTo>
                    <a:lnTo>
                      <a:pt x="78" y="1519"/>
                    </a:lnTo>
                    <a:lnTo>
                      <a:pt x="62" y="1498"/>
                    </a:lnTo>
                    <a:lnTo>
                      <a:pt x="45" y="1474"/>
                    </a:lnTo>
                    <a:lnTo>
                      <a:pt x="28" y="1446"/>
                    </a:lnTo>
                    <a:lnTo>
                      <a:pt x="15" y="1412"/>
                    </a:lnTo>
                    <a:lnTo>
                      <a:pt x="6" y="1376"/>
                    </a:lnTo>
                    <a:lnTo>
                      <a:pt x="0" y="1338"/>
                    </a:lnTo>
                    <a:lnTo>
                      <a:pt x="2" y="1294"/>
                    </a:lnTo>
                    <a:lnTo>
                      <a:pt x="9" y="1249"/>
                    </a:lnTo>
                    <a:lnTo>
                      <a:pt x="27" y="1202"/>
                    </a:lnTo>
                    <a:lnTo>
                      <a:pt x="55" y="1153"/>
                    </a:lnTo>
                    <a:lnTo>
                      <a:pt x="93" y="1102"/>
                    </a:lnTo>
                    <a:lnTo>
                      <a:pt x="877" y="155"/>
                    </a:lnTo>
                    <a:lnTo>
                      <a:pt x="881" y="151"/>
                    </a:lnTo>
                    <a:lnTo>
                      <a:pt x="891" y="142"/>
                    </a:lnTo>
                    <a:lnTo>
                      <a:pt x="904" y="127"/>
                    </a:lnTo>
                    <a:lnTo>
                      <a:pt x="925" y="108"/>
                    </a:lnTo>
                    <a:lnTo>
                      <a:pt x="949" y="87"/>
                    </a:lnTo>
                    <a:lnTo>
                      <a:pt x="978" y="66"/>
                    </a:lnTo>
                    <a:lnTo>
                      <a:pt x="1012" y="46"/>
                    </a:lnTo>
                    <a:lnTo>
                      <a:pt x="1049" y="27"/>
                    </a:lnTo>
                    <a:lnTo>
                      <a:pt x="1089" y="12"/>
                    </a:lnTo>
                    <a:lnTo>
                      <a:pt x="1133" y="2"/>
                    </a:lnTo>
                    <a:lnTo>
                      <a:pt x="1178" y="0"/>
                    </a:lnTo>
                    <a:close/>
                  </a:path>
                </a:pathLst>
              </a:custGeom>
              <a:gradFill flip="none" rotWithShape="1">
                <a:gsLst>
                  <a:gs pos="0">
                    <a:schemeClr val="bg1"/>
                  </a:gs>
                  <a:gs pos="93000">
                    <a:schemeClr val="bg1">
                      <a:lumMod val="85000"/>
                    </a:schemeClr>
                  </a:gs>
                </a:gsLst>
                <a:lin ang="120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grpSp>
        <p:sp>
          <p:nvSpPr>
            <p:cNvPr id="65" name="Freeform 64"/>
            <p:cNvSpPr>
              <a:spLocks/>
            </p:cNvSpPr>
            <p:nvPr/>
          </p:nvSpPr>
          <p:spPr bwMode="auto">
            <a:xfrm>
              <a:off x="4035847" y="2827320"/>
              <a:ext cx="734046" cy="773037"/>
            </a:xfrm>
            <a:custGeom>
              <a:avLst/>
              <a:gdLst>
                <a:gd name="T0" fmla="*/ 344 w 866"/>
                <a:gd name="T1" fmla="*/ 0 h 912"/>
                <a:gd name="T2" fmla="*/ 371 w 866"/>
                <a:gd name="T3" fmla="*/ 5 h 912"/>
                <a:gd name="T4" fmla="*/ 395 w 866"/>
                <a:gd name="T5" fmla="*/ 18 h 912"/>
                <a:gd name="T6" fmla="*/ 416 w 866"/>
                <a:gd name="T7" fmla="*/ 37 h 912"/>
                <a:gd name="T8" fmla="*/ 842 w 866"/>
                <a:gd name="T9" fmla="*/ 547 h 912"/>
                <a:gd name="T10" fmla="*/ 857 w 866"/>
                <a:gd name="T11" fmla="*/ 572 h 912"/>
                <a:gd name="T12" fmla="*/ 864 w 866"/>
                <a:gd name="T13" fmla="*/ 598 h 912"/>
                <a:gd name="T14" fmla="*/ 866 w 866"/>
                <a:gd name="T15" fmla="*/ 625 h 912"/>
                <a:gd name="T16" fmla="*/ 861 w 866"/>
                <a:gd name="T17" fmla="*/ 651 h 912"/>
                <a:gd name="T18" fmla="*/ 847 w 866"/>
                <a:gd name="T19" fmla="*/ 676 h 912"/>
                <a:gd name="T20" fmla="*/ 828 w 866"/>
                <a:gd name="T21" fmla="*/ 697 h 912"/>
                <a:gd name="T22" fmla="*/ 600 w 866"/>
                <a:gd name="T23" fmla="*/ 887 h 912"/>
                <a:gd name="T24" fmla="*/ 577 w 866"/>
                <a:gd name="T25" fmla="*/ 903 h 912"/>
                <a:gd name="T26" fmla="*/ 550 w 866"/>
                <a:gd name="T27" fmla="*/ 910 h 912"/>
                <a:gd name="T28" fmla="*/ 522 w 866"/>
                <a:gd name="T29" fmla="*/ 912 h 912"/>
                <a:gd name="T30" fmla="*/ 496 w 866"/>
                <a:gd name="T31" fmla="*/ 906 h 912"/>
                <a:gd name="T32" fmla="*/ 471 w 866"/>
                <a:gd name="T33" fmla="*/ 893 h 912"/>
                <a:gd name="T34" fmla="*/ 450 w 866"/>
                <a:gd name="T35" fmla="*/ 874 h 912"/>
                <a:gd name="T36" fmla="*/ 25 w 866"/>
                <a:gd name="T37" fmla="*/ 364 h 912"/>
                <a:gd name="T38" fmla="*/ 10 w 866"/>
                <a:gd name="T39" fmla="*/ 340 h 912"/>
                <a:gd name="T40" fmla="*/ 2 w 866"/>
                <a:gd name="T41" fmla="*/ 313 h 912"/>
                <a:gd name="T42" fmla="*/ 0 w 866"/>
                <a:gd name="T43" fmla="*/ 287 h 912"/>
                <a:gd name="T44" fmla="*/ 6 w 866"/>
                <a:gd name="T45" fmla="*/ 260 h 912"/>
                <a:gd name="T46" fmla="*/ 19 w 866"/>
                <a:gd name="T47" fmla="*/ 236 h 912"/>
                <a:gd name="T48" fmla="*/ 38 w 866"/>
                <a:gd name="T49" fmla="*/ 215 h 912"/>
                <a:gd name="T50" fmla="*/ 267 w 866"/>
                <a:gd name="T51" fmla="*/ 24 h 912"/>
                <a:gd name="T52" fmla="*/ 291 w 866"/>
                <a:gd name="T53" fmla="*/ 9 h 912"/>
                <a:gd name="T54" fmla="*/ 318 w 866"/>
                <a:gd name="T55" fmla="*/ 1 h 912"/>
                <a:gd name="T56" fmla="*/ 344 w 866"/>
                <a:gd name="T57"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2">
                  <a:moveTo>
                    <a:pt x="344" y="0"/>
                  </a:moveTo>
                  <a:lnTo>
                    <a:pt x="371" y="5"/>
                  </a:lnTo>
                  <a:lnTo>
                    <a:pt x="395" y="18"/>
                  </a:lnTo>
                  <a:lnTo>
                    <a:pt x="416" y="37"/>
                  </a:lnTo>
                  <a:lnTo>
                    <a:pt x="842" y="547"/>
                  </a:lnTo>
                  <a:lnTo>
                    <a:pt x="857" y="572"/>
                  </a:lnTo>
                  <a:lnTo>
                    <a:pt x="864" y="598"/>
                  </a:lnTo>
                  <a:lnTo>
                    <a:pt x="866" y="625"/>
                  </a:lnTo>
                  <a:lnTo>
                    <a:pt x="861" y="651"/>
                  </a:lnTo>
                  <a:lnTo>
                    <a:pt x="847" y="676"/>
                  </a:lnTo>
                  <a:lnTo>
                    <a:pt x="828" y="697"/>
                  </a:lnTo>
                  <a:lnTo>
                    <a:pt x="600" y="887"/>
                  </a:lnTo>
                  <a:lnTo>
                    <a:pt x="577" y="903"/>
                  </a:lnTo>
                  <a:lnTo>
                    <a:pt x="550" y="910"/>
                  </a:lnTo>
                  <a:lnTo>
                    <a:pt x="522" y="912"/>
                  </a:lnTo>
                  <a:lnTo>
                    <a:pt x="496" y="906"/>
                  </a:lnTo>
                  <a:lnTo>
                    <a:pt x="471" y="893"/>
                  </a:lnTo>
                  <a:lnTo>
                    <a:pt x="450" y="874"/>
                  </a:lnTo>
                  <a:lnTo>
                    <a:pt x="25" y="364"/>
                  </a:lnTo>
                  <a:lnTo>
                    <a:pt x="10" y="340"/>
                  </a:lnTo>
                  <a:lnTo>
                    <a:pt x="2" y="313"/>
                  </a:lnTo>
                  <a:lnTo>
                    <a:pt x="0" y="287"/>
                  </a:lnTo>
                  <a:lnTo>
                    <a:pt x="6" y="260"/>
                  </a:lnTo>
                  <a:lnTo>
                    <a:pt x="19" y="236"/>
                  </a:lnTo>
                  <a:lnTo>
                    <a:pt x="38" y="215"/>
                  </a:lnTo>
                  <a:lnTo>
                    <a:pt x="267" y="24"/>
                  </a:lnTo>
                  <a:lnTo>
                    <a:pt x="291" y="9"/>
                  </a:lnTo>
                  <a:lnTo>
                    <a:pt x="318" y="1"/>
                  </a:lnTo>
                  <a:lnTo>
                    <a:pt x="344"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6" name="Freeform 65"/>
            <p:cNvSpPr>
              <a:spLocks/>
            </p:cNvSpPr>
            <p:nvPr/>
          </p:nvSpPr>
          <p:spPr bwMode="auto">
            <a:xfrm>
              <a:off x="4300307" y="3605444"/>
              <a:ext cx="545025" cy="783208"/>
            </a:xfrm>
            <a:custGeom>
              <a:avLst/>
              <a:gdLst>
                <a:gd name="T0" fmla="*/ 240 w 643"/>
                <a:gd name="T1" fmla="*/ 0 h 924"/>
                <a:gd name="T2" fmla="*/ 269 w 643"/>
                <a:gd name="T3" fmla="*/ 2 h 924"/>
                <a:gd name="T4" fmla="*/ 560 w 643"/>
                <a:gd name="T5" fmla="*/ 64 h 924"/>
                <a:gd name="T6" fmla="*/ 586 w 643"/>
                <a:gd name="T7" fmla="*/ 73 h 924"/>
                <a:gd name="T8" fmla="*/ 609 w 643"/>
                <a:gd name="T9" fmla="*/ 90 h 924"/>
                <a:gd name="T10" fmla="*/ 626 w 643"/>
                <a:gd name="T11" fmla="*/ 111 h 924"/>
                <a:gd name="T12" fmla="*/ 639 w 643"/>
                <a:gd name="T13" fmla="*/ 136 h 924"/>
                <a:gd name="T14" fmla="*/ 643 w 643"/>
                <a:gd name="T15" fmla="*/ 162 h 924"/>
                <a:gd name="T16" fmla="*/ 641 w 643"/>
                <a:gd name="T17" fmla="*/ 191 h 924"/>
                <a:gd name="T18" fmla="*/ 499 w 643"/>
                <a:gd name="T19" fmla="*/ 839 h 924"/>
                <a:gd name="T20" fmla="*/ 490 w 643"/>
                <a:gd name="T21" fmla="*/ 867 h 924"/>
                <a:gd name="T22" fmla="*/ 475 w 643"/>
                <a:gd name="T23" fmla="*/ 888 h 924"/>
                <a:gd name="T24" fmla="*/ 454 w 643"/>
                <a:gd name="T25" fmla="*/ 907 h 924"/>
                <a:gd name="T26" fmla="*/ 429 w 643"/>
                <a:gd name="T27" fmla="*/ 918 h 924"/>
                <a:gd name="T28" fmla="*/ 403 w 643"/>
                <a:gd name="T29" fmla="*/ 924 h 924"/>
                <a:gd name="T30" fmla="*/ 375 w 643"/>
                <a:gd name="T31" fmla="*/ 920 h 924"/>
                <a:gd name="T32" fmla="*/ 83 w 643"/>
                <a:gd name="T33" fmla="*/ 857 h 924"/>
                <a:gd name="T34" fmla="*/ 57 w 643"/>
                <a:gd name="T35" fmla="*/ 848 h 924"/>
                <a:gd name="T36" fmla="*/ 34 w 643"/>
                <a:gd name="T37" fmla="*/ 831 h 924"/>
                <a:gd name="T38" fmla="*/ 15 w 643"/>
                <a:gd name="T39" fmla="*/ 810 h 924"/>
                <a:gd name="T40" fmla="*/ 4 w 643"/>
                <a:gd name="T41" fmla="*/ 786 h 924"/>
                <a:gd name="T42" fmla="*/ 0 w 643"/>
                <a:gd name="T43" fmla="*/ 759 h 924"/>
                <a:gd name="T44" fmla="*/ 2 w 643"/>
                <a:gd name="T45" fmla="*/ 731 h 924"/>
                <a:gd name="T46" fmla="*/ 142 w 643"/>
                <a:gd name="T47" fmla="*/ 83 h 924"/>
                <a:gd name="T48" fmla="*/ 153 w 643"/>
                <a:gd name="T49" fmla="*/ 56 h 924"/>
                <a:gd name="T50" fmla="*/ 168 w 643"/>
                <a:gd name="T51" fmla="*/ 34 h 924"/>
                <a:gd name="T52" fmla="*/ 189 w 643"/>
                <a:gd name="T53" fmla="*/ 15 h 924"/>
                <a:gd name="T54" fmla="*/ 214 w 643"/>
                <a:gd name="T55" fmla="*/ 4 h 924"/>
                <a:gd name="T56" fmla="*/ 240 w 643"/>
                <a:gd name="T57" fmla="*/ 0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3" h="924">
                  <a:moveTo>
                    <a:pt x="240" y="0"/>
                  </a:moveTo>
                  <a:lnTo>
                    <a:pt x="269" y="2"/>
                  </a:lnTo>
                  <a:lnTo>
                    <a:pt x="560" y="64"/>
                  </a:lnTo>
                  <a:lnTo>
                    <a:pt x="586" y="73"/>
                  </a:lnTo>
                  <a:lnTo>
                    <a:pt x="609" y="90"/>
                  </a:lnTo>
                  <a:lnTo>
                    <a:pt x="626" y="111"/>
                  </a:lnTo>
                  <a:lnTo>
                    <a:pt x="639" y="136"/>
                  </a:lnTo>
                  <a:lnTo>
                    <a:pt x="643" y="162"/>
                  </a:lnTo>
                  <a:lnTo>
                    <a:pt x="641" y="191"/>
                  </a:lnTo>
                  <a:lnTo>
                    <a:pt x="499" y="839"/>
                  </a:lnTo>
                  <a:lnTo>
                    <a:pt x="490" y="867"/>
                  </a:lnTo>
                  <a:lnTo>
                    <a:pt x="475" y="888"/>
                  </a:lnTo>
                  <a:lnTo>
                    <a:pt x="454" y="907"/>
                  </a:lnTo>
                  <a:lnTo>
                    <a:pt x="429" y="918"/>
                  </a:lnTo>
                  <a:lnTo>
                    <a:pt x="403" y="924"/>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7" name="Freeform 66"/>
            <p:cNvSpPr>
              <a:spLocks/>
            </p:cNvSpPr>
            <p:nvPr/>
          </p:nvSpPr>
          <p:spPr bwMode="auto">
            <a:xfrm>
              <a:off x="3670519" y="4297109"/>
              <a:ext cx="796771" cy="655217"/>
            </a:xfrm>
            <a:custGeom>
              <a:avLst/>
              <a:gdLst>
                <a:gd name="T0" fmla="*/ 709 w 940"/>
                <a:gd name="T1" fmla="*/ 0 h 773"/>
                <a:gd name="T2" fmla="*/ 736 w 940"/>
                <a:gd name="T3" fmla="*/ 6 h 773"/>
                <a:gd name="T4" fmla="*/ 760 w 940"/>
                <a:gd name="T5" fmla="*/ 17 h 773"/>
                <a:gd name="T6" fmla="*/ 781 w 940"/>
                <a:gd name="T7" fmla="*/ 36 h 773"/>
                <a:gd name="T8" fmla="*/ 798 w 940"/>
                <a:gd name="T9" fmla="*/ 58 h 773"/>
                <a:gd name="T10" fmla="*/ 930 w 940"/>
                <a:gd name="T11" fmla="*/ 325 h 773"/>
                <a:gd name="T12" fmla="*/ 938 w 940"/>
                <a:gd name="T13" fmla="*/ 351 h 773"/>
                <a:gd name="T14" fmla="*/ 940 w 940"/>
                <a:gd name="T15" fmla="*/ 380 h 773"/>
                <a:gd name="T16" fmla="*/ 934 w 940"/>
                <a:gd name="T17" fmla="*/ 406 h 773"/>
                <a:gd name="T18" fmla="*/ 923 w 940"/>
                <a:gd name="T19" fmla="*/ 431 h 773"/>
                <a:gd name="T20" fmla="*/ 906 w 940"/>
                <a:gd name="T21" fmla="*/ 451 h 773"/>
                <a:gd name="T22" fmla="*/ 881 w 940"/>
                <a:gd name="T23" fmla="*/ 468 h 773"/>
                <a:gd name="T24" fmla="*/ 286 w 940"/>
                <a:gd name="T25" fmla="*/ 763 h 773"/>
                <a:gd name="T26" fmla="*/ 259 w 940"/>
                <a:gd name="T27" fmla="*/ 771 h 773"/>
                <a:gd name="T28" fmla="*/ 233 w 940"/>
                <a:gd name="T29" fmla="*/ 773 h 773"/>
                <a:gd name="T30" fmla="*/ 204 w 940"/>
                <a:gd name="T31" fmla="*/ 769 h 773"/>
                <a:gd name="T32" fmla="*/ 182 w 940"/>
                <a:gd name="T33" fmla="*/ 756 h 773"/>
                <a:gd name="T34" fmla="*/ 159 w 940"/>
                <a:gd name="T35" fmla="*/ 739 h 773"/>
                <a:gd name="T36" fmla="*/ 144 w 940"/>
                <a:gd name="T37" fmla="*/ 714 h 773"/>
                <a:gd name="T38" fmla="*/ 11 w 940"/>
                <a:gd name="T39" fmla="*/ 448 h 773"/>
                <a:gd name="T40" fmla="*/ 2 w 940"/>
                <a:gd name="T41" fmla="*/ 421 h 773"/>
                <a:gd name="T42" fmla="*/ 0 w 940"/>
                <a:gd name="T43" fmla="*/ 393 h 773"/>
                <a:gd name="T44" fmla="*/ 6 w 940"/>
                <a:gd name="T45" fmla="*/ 366 h 773"/>
                <a:gd name="T46" fmla="*/ 19 w 940"/>
                <a:gd name="T47" fmla="*/ 342 h 773"/>
                <a:gd name="T48" fmla="*/ 36 w 940"/>
                <a:gd name="T49" fmla="*/ 321 h 773"/>
                <a:gd name="T50" fmla="*/ 59 w 940"/>
                <a:gd name="T51" fmla="*/ 306 h 773"/>
                <a:gd name="T52" fmla="*/ 654 w 940"/>
                <a:gd name="T53" fmla="*/ 11 h 773"/>
                <a:gd name="T54" fmla="*/ 681 w 940"/>
                <a:gd name="T55" fmla="*/ 2 h 773"/>
                <a:gd name="T56" fmla="*/ 709 w 940"/>
                <a:gd name="T57" fmla="*/ 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73">
                  <a:moveTo>
                    <a:pt x="709" y="0"/>
                  </a:moveTo>
                  <a:lnTo>
                    <a:pt x="736" y="6"/>
                  </a:lnTo>
                  <a:lnTo>
                    <a:pt x="760" y="17"/>
                  </a:lnTo>
                  <a:lnTo>
                    <a:pt x="781" y="36"/>
                  </a:lnTo>
                  <a:lnTo>
                    <a:pt x="798" y="58"/>
                  </a:lnTo>
                  <a:lnTo>
                    <a:pt x="930" y="325"/>
                  </a:lnTo>
                  <a:lnTo>
                    <a:pt x="938" y="351"/>
                  </a:lnTo>
                  <a:lnTo>
                    <a:pt x="940" y="380"/>
                  </a:lnTo>
                  <a:lnTo>
                    <a:pt x="934" y="406"/>
                  </a:lnTo>
                  <a:lnTo>
                    <a:pt x="923" y="431"/>
                  </a:lnTo>
                  <a:lnTo>
                    <a:pt x="906" y="451"/>
                  </a:lnTo>
                  <a:lnTo>
                    <a:pt x="881" y="468"/>
                  </a:lnTo>
                  <a:lnTo>
                    <a:pt x="286" y="763"/>
                  </a:lnTo>
                  <a:lnTo>
                    <a:pt x="259" y="771"/>
                  </a:lnTo>
                  <a:lnTo>
                    <a:pt x="233" y="773"/>
                  </a:lnTo>
                  <a:lnTo>
                    <a:pt x="204" y="769"/>
                  </a:lnTo>
                  <a:lnTo>
                    <a:pt x="182" y="756"/>
                  </a:lnTo>
                  <a:lnTo>
                    <a:pt x="159" y="739"/>
                  </a:lnTo>
                  <a:lnTo>
                    <a:pt x="144" y="714"/>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8" name="Freeform 67"/>
            <p:cNvSpPr>
              <a:spLocks/>
            </p:cNvSpPr>
            <p:nvPr/>
          </p:nvSpPr>
          <p:spPr bwMode="auto">
            <a:xfrm>
              <a:off x="2872052" y="4313215"/>
              <a:ext cx="796771" cy="651827"/>
            </a:xfrm>
            <a:custGeom>
              <a:avLst/>
              <a:gdLst>
                <a:gd name="T0" fmla="*/ 227 w 940"/>
                <a:gd name="T1" fmla="*/ 0 h 769"/>
                <a:gd name="T2" fmla="*/ 256 w 940"/>
                <a:gd name="T3" fmla="*/ 2 h 769"/>
                <a:gd name="T4" fmla="*/ 282 w 940"/>
                <a:gd name="T5" fmla="*/ 9 h 769"/>
                <a:gd name="T6" fmla="*/ 880 w 940"/>
                <a:gd name="T7" fmla="*/ 300 h 769"/>
                <a:gd name="T8" fmla="*/ 904 w 940"/>
                <a:gd name="T9" fmla="*/ 315 h 769"/>
                <a:gd name="T10" fmla="*/ 921 w 940"/>
                <a:gd name="T11" fmla="*/ 336 h 769"/>
                <a:gd name="T12" fmla="*/ 934 w 940"/>
                <a:gd name="T13" fmla="*/ 361 h 769"/>
                <a:gd name="T14" fmla="*/ 940 w 940"/>
                <a:gd name="T15" fmla="*/ 387 h 769"/>
                <a:gd name="T16" fmla="*/ 938 w 940"/>
                <a:gd name="T17" fmla="*/ 415 h 769"/>
                <a:gd name="T18" fmla="*/ 929 w 940"/>
                <a:gd name="T19" fmla="*/ 442 h 769"/>
                <a:gd name="T20" fmla="*/ 798 w 940"/>
                <a:gd name="T21" fmla="*/ 708 h 769"/>
                <a:gd name="T22" fmla="*/ 783 w 940"/>
                <a:gd name="T23" fmla="*/ 733 h 769"/>
                <a:gd name="T24" fmla="*/ 762 w 940"/>
                <a:gd name="T25" fmla="*/ 752 h 769"/>
                <a:gd name="T26" fmla="*/ 738 w 940"/>
                <a:gd name="T27" fmla="*/ 763 h 769"/>
                <a:gd name="T28" fmla="*/ 711 w 940"/>
                <a:gd name="T29" fmla="*/ 769 h 769"/>
                <a:gd name="T30" fmla="*/ 685 w 940"/>
                <a:gd name="T31" fmla="*/ 767 h 769"/>
                <a:gd name="T32" fmla="*/ 657 w 940"/>
                <a:gd name="T33" fmla="*/ 757 h 769"/>
                <a:gd name="T34" fmla="*/ 59 w 940"/>
                <a:gd name="T35" fmla="*/ 468 h 769"/>
                <a:gd name="T36" fmla="*/ 36 w 940"/>
                <a:gd name="T37" fmla="*/ 453 h 769"/>
                <a:gd name="T38" fmla="*/ 17 w 940"/>
                <a:gd name="T39" fmla="*/ 432 h 769"/>
                <a:gd name="T40" fmla="*/ 6 w 940"/>
                <a:gd name="T41" fmla="*/ 408 h 769"/>
                <a:gd name="T42" fmla="*/ 0 w 940"/>
                <a:gd name="T43" fmla="*/ 381 h 769"/>
                <a:gd name="T44" fmla="*/ 2 w 940"/>
                <a:gd name="T45" fmla="*/ 353 h 769"/>
                <a:gd name="T46" fmla="*/ 10 w 940"/>
                <a:gd name="T47" fmla="*/ 327 h 769"/>
                <a:gd name="T48" fmla="*/ 140 w 940"/>
                <a:gd name="T49" fmla="*/ 58 h 769"/>
                <a:gd name="T50" fmla="*/ 155 w 940"/>
                <a:gd name="T51" fmla="*/ 36 h 769"/>
                <a:gd name="T52" fmla="*/ 176 w 940"/>
                <a:gd name="T53" fmla="*/ 17 h 769"/>
                <a:gd name="T54" fmla="*/ 201 w 940"/>
                <a:gd name="T55" fmla="*/ 5 h 769"/>
                <a:gd name="T56" fmla="*/ 227 w 940"/>
                <a:gd name="T57" fmla="*/ 0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69">
                  <a:moveTo>
                    <a:pt x="227" y="0"/>
                  </a:moveTo>
                  <a:lnTo>
                    <a:pt x="256" y="2"/>
                  </a:lnTo>
                  <a:lnTo>
                    <a:pt x="282" y="9"/>
                  </a:lnTo>
                  <a:lnTo>
                    <a:pt x="880" y="300"/>
                  </a:lnTo>
                  <a:lnTo>
                    <a:pt x="904" y="315"/>
                  </a:lnTo>
                  <a:lnTo>
                    <a:pt x="921" y="336"/>
                  </a:lnTo>
                  <a:lnTo>
                    <a:pt x="934" y="361"/>
                  </a:lnTo>
                  <a:lnTo>
                    <a:pt x="940" y="387"/>
                  </a:lnTo>
                  <a:lnTo>
                    <a:pt x="938" y="415"/>
                  </a:lnTo>
                  <a:lnTo>
                    <a:pt x="929" y="442"/>
                  </a:lnTo>
                  <a:lnTo>
                    <a:pt x="798" y="708"/>
                  </a:lnTo>
                  <a:lnTo>
                    <a:pt x="783" y="733"/>
                  </a:lnTo>
                  <a:lnTo>
                    <a:pt x="762" y="752"/>
                  </a:lnTo>
                  <a:lnTo>
                    <a:pt x="738" y="763"/>
                  </a:lnTo>
                  <a:lnTo>
                    <a:pt x="711" y="769"/>
                  </a:lnTo>
                  <a:lnTo>
                    <a:pt x="685" y="767"/>
                  </a:lnTo>
                  <a:lnTo>
                    <a:pt x="657" y="757"/>
                  </a:lnTo>
                  <a:lnTo>
                    <a:pt x="59" y="468"/>
                  </a:lnTo>
                  <a:lnTo>
                    <a:pt x="36" y="453"/>
                  </a:lnTo>
                  <a:lnTo>
                    <a:pt x="17" y="432"/>
                  </a:lnTo>
                  <a:lnTo>
                    <a:pt x="6" y="408"/>
                  </a:lnTo>
                  <a:lnTo>
                    <a:pt x="0" y="381"/>
                  </a:lnTo>
                  <a:lnTo>
                    <a:pt x="2" y="353"/>
                  </a:lnTo>
                  <a:lnTo>
                    <a:pt x="10" y="327"/>
                  </a:lnTo>
                  <a:lnTo>
                    <a:pt x="140" y="58"/>
                  </a:lnTo>
                  <a:lnTo>
                    <a:pt x="155" y="36"/>
                  </a:lnTo>
                  <a:lnTo>
                    <a:pt x="176" y="17"/>
                  </a:lnTo>
                  <a:lnTo>
                    <a:pt x="201" y="5"/>
                  </a:lnTo>
                  <a:lnTo>
                    <a:pt x="227"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69" name="Freeform 68"/>
            <p:cNvSpPr>
              <a:spLocks/>
            </p:cNvSpPr>
            <p:nvPr/>
          </p:nvSpPr>
          <p:spPr bwMode="auto">
            <a:xfrm>
              <a:off x="2481296" y="3635959"/>
              <a:ext cx="543330" cy="782361"/>
            </a:xfrm>
            <a:custGeom>
              <a:avLst/>
              <a:gdLst>
                <a:gd name="T0" fmla="*/ 403 w 641"/>
                <a:gd name="T1" fmla="*/ 0 h 923"/>
                <a:gd name="T2" fmla="*/ 431 w 641"/>
                <a:gd name="T3" fmla="*/ 5 h 923"/>
                <a:gd name="T4" fmla="*/ 456 w 641"/>
                <a:gd name="T5" fmla="*/ 17 h 923"/>
                <a:gd name="T6" fmla="*/ 477 w 641"/>
                <a:gd name="T7" fmla="*/ 34 h 923"/>
                <a:gd name="T8" fmla="*/ 492 w 641"/>
                <a:gd name="T9" fmla="*/ 56 h 923"/>
                <a:gd name="T10" fmla="*/ 501 w 641"/>
                <a:gd name="T11" fmla="*/ 83 h 923"/>
                <a:gd name="T12" fmla="*/ 639 w 641"/>
                <a:gd name="T13" fmla="*/ 733 h 923"/>
                <a:gd name="T14" fmla="*/ 641 w 641"/>
                <a:gd name="T15" fmla="*/ 761 h 923"/>
                <a:gd name="T16" fmla="*/ 635 w 641"/>
                <a:gd name="T17" fmla="*/ 787 h 923"/>
                <a:gd name="T18" fmla="*/ 624 w 641"/>
                <a:gd name="T19" fmla="*/ 812 h 923"/>
                <a:gd name="T20" fmla="*/ 607 w 641"/>
                <a:gd name="T21" fmla="*/ 833 h 923"/>
                <a:gd name="T22" fmla="*/ 584 w 641"/>
                <a:gd name="T23" fmla="*/ 850 h 923"/>
                <a:gd name="T24" fmla="*/ 558 w 641"/>
                <a:gd name="T25" fmla="*/ 859 h 923"/>
                <a:gd name="T26" fmla="*/ 267 w 641"/>
                <a:gd name="T27" fmla="*/ 922 h 923"/>
                <a:gd name="T28" fmla="*/ 238 w 641"/>
                <a:gd name="T29" fmla="*/ 923 h 923"/>
                <a:gd name="T30" fmla="*/ 210 w 641"/>
                <a:gd name="T31" fmla="*/ 918 h 923"/>
                <a:gd name="T32" fmla="*/ 185 w 641"/>
                <a:gd name="T33" fmla="*/ 906 h 923"/>
                <a:gd name="T34" fmla="*/ 165 w 641"/>
                <a:gd name="T35" fmla="*/ 888 h 923"/>
                <a:gd name="T36" fmla="*/ 149 w 641"/>
                <a:gd name="T37" fmla="*/ 865 h 923"/>
                <a:gd name="T38" fmla="*/ 140 w 641"/>
                <a:gd name="T39" fmla="*/ 838 h 923"/>
                <a:gd name="T40" fmla="*/ 2 w 641"/>
                <a:gd name="T41" fmla="*/ 189 h 923"/>
                <a:gd name="T42" fmla="*/ 0 w 641"/>
                <a:gd name="T43" fmla="*/ 160 h 923"/>
                <a:gd name="T44" fmla="*/ 6 w 641"/>
                <a:gd name="T45" fmla="*/ 134 h 923"/>
                <a:gd name="T46" fmla="*/ 17 w 641"/>
                <a:gd name="T47" fmla="*/ 109 h 923"/>
                <a:gd name="T48" fmla="*/ 34 w 641"/>
                <a:gd name="T49" fmla="*/ 88 h 923"/>
                <a:gd name="T50" fmla="*/ 57 w 641"/>
                <a:gd name="T51" fmla="*/ 73 h 923"/>
                <a:gd name="T52" fmla="*/ 85 w 641"/>
                <a:gd name="T53" fmla="*/ 64 h 923"/>
                <a:gd name="T54" fmla="*/ 374 w 641"/>
                <a:gd name="T55" fmla="*/ 2 h 923"/>
                <a:gd name="T56" fmla="*/ 403 w 641"/>
                <a:gd name="T57" fmla="*/ 0 h 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1" h="923">
                  <a:moveTo>
                    <a:pt x="403" y="0"/>
                  </a:moveTo>
                  <a:lnTo>
                    <a:pt x="431" y="5"/>
                  </a:lnTo>
                  <a:lnTo>
                    <a:pt x="456" y="17"/>
                  </a:lnTo>
                  <a:lnTo>
                    <a:pt x="477" y="34"/>
                  </a:lnTo>
                  <a:lnTo>
                    <a:pt x="492" y="56"/>
                  </a:lnTo>
                  <a:lnTo>
                    <a:pt x="501" y="83"/>
                  </a:lnTo>
                  <a:lnTo>
                    <a:pt x="639" y="733"/>
                  </a:lnTo>
                  <a:lnTo>
                    <a:pt x="641" y="761"/>
                  </a:lnTo>
                  <a:lnTo>
                    <a:pt x="635" y="787"/>
                  </a:lnTo>
                  <a:lnTo>
                    <a:pt x="624" y="812"/>
                  </a:lnTo>
                  <a:lnTo>
                    <a:pt x="607" y="833"/>
                  </a:lnTo>
                  <a:lnTo>
                    <a:pt x="584" y="850"/>
                  </a:lnTo>
                  <a:lnTo>
                    <a:pt x="558" y="859"/>
                  </a:lnTo>
                  <a:lnTo>
                    <a:pt x="267" y="922"/>
                  </a:lnTo>
                  <a:lnTo>
                    <a:pt x="238" y="923"/>
                  </a:lnTo>
                  <a:lnTo>
                    <a:pt x="210" y="918"/>
                  </a:lnTo>
                  <a:lnTo>
                    <a:pt x="185" y="906"/>
                  </a:lnTo>
                  <a:lnTo>
                    <a:pt x="165" y="888"/>
                  </a:lnTo>
                  <a:lnTo>
                    <a:pt x="149" y="865"/>
                  </a:lnTo>
                  <a:lnTo>
                    <a:pt x="140" y="838"/>
                  </a:lnTo>
                  <a:lnTo>
                    <a:pt x="2" y="189"/>
                  </a:lnTo>
                  <a:lnTo>
                    <a:pt x="0" y="160"/>
                  </a:lnTo>
                  <a:lnTo>
                    <a:pt x="6" y="134"/>
                  </a:lnTo>
                  <a:lnTo>
                    <a:pt x="17" y="109"/>
                  </a:lnTo>
                  <a:lnTo>
                    <a:pt x="34" y="88"/>
                  </a:lnTo>
                  <a:lnTo>
                    <a:pt x="57" y="73"/>
                  </a:lnTo>
                  <a:lnTo>
                    <a:pt x="85" y="64"/>
                  </a:lnTo>
                  <a:lnTo>
                    <a:pt x="374" y="2"/>
                  </a:lnTo>
                  <a:lnTo>
                    <a:pt x="403" y="0"/>
                  </a:lnTo>
                  <a:close/>
                </a:path>
              </a:pathLst>
            </a:custGeom>
            <a:solidFill>
              <a:schemeClr val="accent5"/>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0" name="Freeform 69"/>
            <p:cNvSpPr>
              <a:spLocks/>
            </p:cNvSpPr>
            <p:nvPr/>
          </p:nvSpPr>
          <p:spPr bwMode="auto">
            <a:xfrm>
              <a:off x="2556735" y="2844273"/>
              <a:ext cx="734046" cy="773885"/>
            </a:xfrm>
            <a:custGeom>
              <a:avLst/>
              <a:gdLst>
                <a:gd name="T0" fmla="*/ 520 w 866"/>
                <a:gd name="T1" fmla="*/ 0 h 913"/>
                <a:gd name="T2" fmla="*/ 548 w 866"/>
                <a:gd name="T3" fmla="*/ 0 h 913"/>
                <a:gd name="T4" fmla="*/ 575 w 866"/>
                <a:gd name="T5" fmla="*/ 10 h 913"/>
                <a:gd name="T6" fmla="*/ 599 w 866"/>
                <a:gd name="T7" fmla="*/ 25 h 913"/>
                <a:gd name="T8" fmla="*/ 828 w 866"/>
                <a:gd name="T9" fmla="*/ 214 h 913"/>
                <a:gd name="T10" fmla="*/ 847 w 866"/>
                <a:gd name="T11" fmla="*/ 235 h 913"/>
                <a:gd name="T12" fmla="*/ 860 w 866"/>
                <a:gd name="T13" fmla="*/ 259 h 913"/>
                <a:gd name="T14" fmla="*/ 866 w 866"/>
                <a:gd name="T15" fmla="*/ 286 h 913"/>
                <a:gd name="T16" fmla="*/ 864 w 866"/>
                <a:gd name="T17" fmla="*/ 314 h 913"/>
                <a:gd name="T18" fmla="*/ 856 w 866"/>
                <a:gd name="T19" fmla="*/ 340 h 913"/>
                <a:gd name="T20" fmla="*/ 841 w 866"/>
                <a:gd name="T21" fmla="*/ 363 h 913"/>
                <a:gd name="T22" fmla="*/ 416 w 866"/>
                <a:gd name="T23" fmla="*/ 875 h 913"/>
                <a:gd name="T24" fmla="*/ 395 w 866"/>
                <a:gd name="T25" fmla="*/ 894 h 913"/>
                <a:gd name="T26" fmla="*/ 371 w 866"/>
                <a:gd name="T27" fmla="*/ 907 h 913"/>
                <a:gd name="T28" fmla="*/ 344 w 866"/>
                <a:gd name="T29" fmla="*/ 913 h 913"/>
                <a:gd name="T30" fmla="*/ 318 w 866"/>
                <a:gd name="T31" fmla="*/ 911 h 913"/>
                <a:gd name="T32" fmla="*/ 291 w 866"/>
                <a:gd name="T33" fmla="*/ 903 h 913"/>
                <a:gd name="T34" fmla="*/ 267 w 866"/>
                <a:gd name="T35" fmla="*/ 888 h 913"/>
                <a:gd name="T36" fmla="*/ 38 w 866"/>
                <a:gd name="T37" fmla="*/ 697 h 913"/>
                <a:gd name="T38" fmla="*/ 19 w 866"/>
                <a:gd name="T39" fmla="*/ 677 h 913"/>
                <a:gd name="T40" fmla="*/ 6 w 866"/>
                <a:gd name="T41" fmla="*/ 652 h 913"/>
                <a:gd name="T42" fmla="*/ 0 w 866"/>
                <a:gd name="T43" fmla="*/ 626 h 913"/>
                <a:gd name="T44" fmla="*/ 2 w 866"/>
                <a:gd name="T45" fmla="*/ 599 h 913"/>
                <a:gd name="T46" fmla="*/ 9 w 866"/>
                <a:gd name="T47" fmla="*/ 573 h 913"/>
                <a:gd name="T48" fmla="*/ 24 w 866"/>
                <a:gd name="T49" fmla="*/ 548 h 913"/>
                <a:gd name="T50" fmla="*/ 448 w 866"/>
                <a:gd name="T51" fmla="*/ 38 h 913"/>
                <a:gd name="T52" fmla="*/ 469 w 866"/>
                <a:gd name="T53" fmla="*/ 19 h 913"/>
                <a:gd name="T54" fmla="*/ 493 w 866"/>
                <a:gd name="T55" fmla="*/ 6 h 913"/>
                <a:gd name="T56" fmla="*/ 520 w 866"/>
                <a:gd name="T57"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3">
                  <a:moveTo>
                    <a:pt x="520" y="0"/>
                  </a:moveTo>
                  <a:lnTo>
                    <a:pt x="548" y="0"/>
                  </a:lnTo>
                  <a:lnTo>
                    <a:pt x="575" y="10"/>
                  </a:lnTo>
                  <a:lnTo>
                    <a:pt x="599" y="25"/>
                  </a:lnTo>
                  <a:lnTo>
                    <a:pt x="828" y="214"/>
                  </a:lnTo>
                  <a:lnTo>
                    <a:pt x="847" y="235"/>
                  </a:lnTo>
                  <a:lnTo>
                    <a:pt x="860" y="259"/>
                  </a:lnTo>
                  <a:lnTo>
                    <a:pt x="866" y="286"/>
                  </a:lnTo>
                  <a:lnTo>
                    <a:pt x="864" y="314"/>
                  </a:lnTo>
                  <a:lnTo>
                    <a:pt x="856" y="340"/>
                  </a:lnTo>
                  <a:lnTo>
                    <a:pt x="841" y="363"/>
                  </a:lnTo>
                  <a:lnTo>
                    <a:pt x="416" y="875"/>
                  </a:lnTo>
                  <a:lnTo>
                    <a:pt x="395" y="894"/>
                  </a:lnTo>
                  <a:lnTo>
                    <a:pt x="371" y="907"/>
                  </a:lnTo>
                  <a:lnTo>
                    <a:pt x="344" y="913"/>
                  </a:lnTo>
                  <a:lnTo>
                    <a:pt x="318" y="911"/>
                  </a:lnTo>
                  <a:lnTo>
                    <a:pt x="291" y="903"/>
                  </a:lnTo>
                  <a:lnTo>
                    <a:pt x="267" y="888"/>
                  </a:lnTo>
                  <a:lnTo>
                    <a:pt x="38" y="697"/>
                  </a:lnTo>
                  <a:lnTo>
                    <a:pt x="19" y="677"/>
                  </a:lnTo>
                  <a:lnTo>
                    <a:pt x="6" y="652"/>
                  </a:lnTo>
                  <a:lnTo>
                    <a:pt x="0" y="626"/>
                  </a:lnTo>
                  <a:lnTo>
                    <a:pt x="2" y="599"/>
                  </a:lnTo>
                  <a:lnTo>
                    <a:pt x="9" y="573"/>
                  </a:lnTo>
                  <a:lnTo>
                    <a:pt x="24" y="548"/>
                  </a:lnTo>
                  <a:lnTo>
                    <a:pt x="448" y="38"/>
                  </a:lnTo>
                  <a:lnTo>
                    <a:pt x="469" y="19"/>
                  </a:lnTo>
                  <a:lnTo>
                    <a:pt x="493" y="6"/>
                  </a:lnTo>
                  <a:lnTo>
                    <a:pt x="520"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1" name="Freeform 70"/>
            <p:cNvSpPr>
              <a:spLocks/>
            </p:cNvSpPr>
            <p:nvPr/>
          </p:nvSpPr>
          <p:spPr bwMode="auto">
            <a:xfrm>
              <a:off x="3284000" y="2629823"/>
              <a:ext cx="744218" cy="432291"/>
            </a:xfrm>
            <a:custGeom>
              <a:avLst/>
              <a:gdLst>
                <a:gd name="T0" fmla="*/ 106 w 878"/>
                <a:gd name="T1" fmla="*/ 0 h 510"/>
                <a:gd name="T2" fmla="*/ 772 w 878"/>
                <a:gd name="T3" fmla="*/ 0 h 510"/>
                <a:gd name="T4" fmla="*/ 804 w 878"/>
                <a:gd name="T5" fmla="*/ 6 h 510"/>
                <a:gd name="T6" fmla="*/ 834 w 878"/>
                <a:gd name="T7" fmla="*/ 21 h 510"/>
                <a:gd name="T8" fmla="*/ 857 w 878"/>
                <a:gd name="T9" fmla="*/ 44 h 510"/>
                <a:gd name="T10" fmla="*/ 872 w 878"/>
                <a:gd name="T11" fmla="*/ 74 h 510"/>
                <a:gd name="T12" fmla="*/ 878 w 878"/>
                <a:gd name="T13" fmla="*/ 106 h 510"/>
                <a:gd name="T14" fmla="*/ 878 w 878"/>
                <a:gd name="T15" fmla="*/ 404 h 510"/>
                <a:gd name="T16" fmla="*/ 872 w 878"/>
                <a:gd name="T17" fmla="*/ 437 h 510"/>
                <a:gd name="T18" fmla="*/ 857 w 878"/>
                <a:gd name="T19" fmla="*/ 467 h 510"/>
                <a:gd name="T20" fmla="*/ 834 w 878"/>
                <a:gd name="T21" fmla="*/ 489 h 510"/>
                <a:gd name="T22" fmla="*/ 804 w 878"/>
                <a:gd name="T23" fmla="*/ 505 h 510"/>
                <a:gd name="T24" fmla="*/ 772 w 878"/>
                <a:gd name="T25" fmla="*/ 510 h 510"/>
                <a:gd name="T26" fmla="*/ 106 w 878"/>
                <a:gd name="T27" fmla="*/ 510 h 510"/>
                <a:gd name="T28" fmla="*/ 74 w 878"/>
                <a:gd name="T29" fmla="*/ 505 h 510"/>
                <a:gd name="T30" fmla="*/ 44 w 878"/>
                <a:gd name="T31" fmla="*/ 489 h 510"/>
                <a:gd name="T32" fmla="*/ 21 w 878"/>
                <a:gd name="T33" fmla="*/ 467 h 510"/>
                <a:gd name="T34" fmla="*/ 6 w 878"/>
                <a:gd name="T35" fmla="*/ 437 h 510"/>
                <a:gd name="T36" fmla="*/ 0 w 878"/>
                <a:gd name="T37" fmla="*/ 404 h 510"/>
                <a:gd name="T38" fmla="*/ 0 w 878"/>
                <a:gd name="T39" fmla="*/ 106 h 510"/>
                <a:gd name="T40" fmla="*/ 6 w 878"/>
                <a:gd name="T41" fmla="*/ 74 h 510"/>
                <a:gd name="T42" fmla="*/ 21 w 878"/>
                <a:gd name="T43" fmla="*/ 44 h 510"/>
                <a:gd name="T44" fmla="*/ 44 w 878"/>
                <a:gd name="T45" fmla="*/ 21 h 510"/>
                <a:gd name="T46" fmla="*/ 74 w 878"/>
                <a:gd name="T47" fmla="*/ 6 h 510"/>
                <a:gd name="T48" fmla="*/ 106 w 878"/>
                <a:gd name="T49"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510">
                  <a:moveTo>
                    <a:pt x="106" y="0"/>
                  </a:moveTo>
                  <a:lnTo>
                    <a:pt x="772" y="0"/>
                  </a:lnTo>
                  <a:lnTo>
                    <a:pt x="804" y="6"/>
                  </a:lnTo>
                  <a:lnTo>
                    <a:pt x="834" y="21"/>
                  </a:lnTo>
                  <a:lnTo>
                    <a:pt x="857" y="44"/>
                  </a:lnTo>
                  <a:lnTo>
                    <a:pt x="872" y="74"/>
                  </a:lnTo>
                  <a:lnTo>
                    <a:pt x="878" y="106"/>
                  </a:lnTo>
                  <a:lnTo>
                    <a:pt x="878" y="404"/>
                  </a:lnTo>
                  <a:lnTo>
                    <a:pt x="872" y="437"/>
                  </a:lnTo>
                  <a:lnTo>
                    <a:pt x="857" y="467"/>
                  </a:lnTo>
                  <a:lnTo>
                    <a:pt x="834" y="489"/>
                  </a:lnTo>
                  <a:lnTo>
                    <a:pt x="804" y="505"/>
                  </a:lnTo>
                  <a:lnTo>
                    <a:pt x="772" y="510"/>
                  </a:lnTo>
                  <a:lnTo>
                    <a:pt x="106" y="510"/>
                  </a:lnTo>
                  <a:lnTo>
                    <a:pt x="74" y="505"/>
                  </a:lnTo>
                  <a:lnTo>
                    <a:pt x="44" y="489"/>
                  </a:lnTo>
                  <a:lnTo>
                    <a:pt x="21" y="467"/>
                  </a:lnTo>
                  <a:lnTo>
                    <a:pt x="6" y="437"/>
                  </a:lnTo>
                  <a:lnTo>
                    <a:pt x="0" y="404"/>
                  </a:lnTo>
                  <a:lnTo>
                    <a:pt x="0" y="106"/>
                  </a:lnTo>
                  <a:lnTo>
                    <a:pt x="6" y="74"/>
                  </a:lnTo>
                  <a:lnTo>
                    <a:pt x="21" y="44"/>
                  </a:lnTo>
                  <a:lnTo>
                    <a:pt x="44" y="21"/>
                  </a:lnTo>
                  <a:lnTo>
                    <a:pt x="74" y="6"/>
                  </a:lnTo>
                  <a:lnTo>
                    <a:pt x="106"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2" name="Freeform 71"/>
            <p:cNvSpPr>
              <a:spLocks/>
            </p:cNvSpPr>
            <p:nvPr/>
          </p:nvSpPr>
          <p:spPr bwMode="auto">
            <a:xfrm>
              <a:off x="4035847" y="2926494"/>
              <a:ext cx="703532" cy="673865"/>
            </a:xfrm>
            <a:custGeom>
              <a:avLst/>
              <a:gdLst>
                <a:gd name="T0" fmla="*/ 155 w 830"/>
                <a:gd name="T1" fmla="*/ 0 h 795"/>
                <a:gd name="T2" fmla="*/ 136 w 830"/>
                <a:gd name="T3" fmla="*/ 20 h 795"/>
                <a:gd name="T4" fmla="*/ 125 w 830"/>
                <a:gd name="T5" fmla="*/ 45 h 795"/>
                <a:gd name="T6" fmla="*/ 119 w 830"/>
                <a:gd name="T7" fmla="*/ 71 h 795"/>
                <a:gd name="T8" fmla="*/ 121 w 830"/>
                <a:gd name="T9" fmla="*/ 98 h 795"/>
                <a:gd name="T10" fmla="*/ 129 w 830"/>
                <a:gd name="T11" fmla="*/ 124 h 795"/>
                <a:gd name="T12" fmla="*/ 144 w 830"/>
                <a:gd name="T13" fmla="*/ 149 h 795"/>
                <a:gd name="T14" fmla="*/ 569 w 830"/>
                <a:gd name="T15" fmla="*/ 657 h 795"/>
                <a:gd name="T16" fmla="*/ 590 w 830"/>
                <a:gd name="T17" fmla="*/ 678 h 795"/>
                <a:gd name="T18" fmla="*/ 615 w 830"/>
                <a:gd name="T19" fmla="*/ 689 h 795"/>
                <a:gd name="T20" fmla="*/ 641 w 830"/>
                <a:gd name="T21" fmla="*/ 695 h 795"/>
                <a:gd name="T22" fmla="*/ 668 w 830"/>
                <a:gd name="T23" fmla="*/ 695 h 795"/>
                <a:gd name="T24" fmla="*/ 694 w 830"/>
                <a:gd name="T25" fmla="*/ 687 h 795"/>
                <a:gd name="T26" fmla="*/ 719 w 830"/>
                <a:gd name="T27" fmla="*/ 672 h 795"/>
                <a:gd name="T28" fmla="*/ 830 w 830"/>
                <a:gd name="T29" fmla="*/ 578 h 795"/>
                <a:gd name="T30" fmla="*/ 828 w 830"/>
                <a:gd name="T31" fmla="*/ 580 h 795"/>
                <a:gd name="T32" fmla="*/ 600 w 830"/>
                <a:gd name="T33" fmla="*/ 770 h 795"/>
                <a:gd name="T34" fmla="*/ 577 w 830"/>
                <a:gd name="T35" fmla="*/ 786 h 795"/>
                <a:gd name="T36" fmla="*/ 550 w 830"/>
                <a:gd name="T37" fmla="*/ 793 h 795"/>
                <a:gd name="T38" fmla="*/ 522 w 830"/>
                <a:gd name="T39" fmla="*/ 795 h 795"/>
                <a:gd name="T40" fmla="*/ 496 w 830"/>
                <a:gd name="T41" fmla="*/ 789 h 795"/>
                <a:gd name="T42" fmla="*/ 471 w 830"/>
                <a:gd name="T43" fmla="*/ 776 h 795"/>
                <a:gd name="T44" fmla="*/ 450 w 830"/>
                <a:gd name="T45" fmla="*/ 757 h 795"/>
                <a:gd name="T46" fmla="*/ 25 w 830"/>
                <a:gd name="T47" fmla="*/ 247 h 795"/>
                <a:gd name="T48" fmla="*/ 10 w 830"/>
                <a:gd name="T49" fmla="*/ 223 h 795"/>
                <a:gd name="T50" fmla="*/ 2 w 830"/>
                <a:gd name="T51" fmla="*/ 196 h 795"/>
                <a:gd name="T52" fmla="*/ 0 w 830"/>
                <a:gd name="T53" fmla="*/ 170 h 795"/>
                <a:gd name="T54" fmla="*/ 6 w 830"/>
                <a:gd name="T55" fmla="*/ 143 h 795"/>
                <a:gd name="T56" fmla="*/ 19 w 830"/>
                <a:gd name="T57" fmla="*/ 119 h 795"/>
                <a:gd name="T58" fmla="*/ 38 w 830"/>
                <a:gd name="T59" fmla="*/ 98 h 795"/>
                <a:gd name="T60" fmla="*/ 155 w 830"/>
                <a:gd name="T61"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795">
                  <a:moveTo>
                    <a:pt x="155" y="0"/>
                  </a:moveTo>
                  <a:lnTo>
                    <a:pt x="136" y="20"/>
                  </a:lnTo>
                  <a:lnTo>
                    <a:pt x="125" y="45"/>
                  </a:lnTo>
                  <a:lnTo>
                    <a:pt x="119" y="71"/>
                  </a:lnTo>
                  <a:lnTo>
                    <a:pt x="121" y="98"/>
                  </a:lnTo>
                  <a:lnTo>
                    <a:pt x="129" y="124"/>
                  </a:lnTo>
                  <a:lnTo>
                    <a:pt x="144" y="149"/>
                  </a:lnTo>
                  <a:lnTo>
                    <a:pt x="569" y="657"/>
                  </a:lnTo>
                  <a:lnTo>
                    <a:pt x="590" y="678"/>
                  </a:lnTo>
                  <a:lnTo>
                    <a:pt x="615" y="689"/>
                  </a:lnTo>
                  <a:lnTo>
                    <a:pt x="641" y="695"/>
                  </a:lnTo>
                  <a:lnTo>
                    <a:pt x="668" y="695"/>
                  </a:lnTo>
                  <a:lnTo>
                    <a:pt x="694" y="687"/>
                  </a:lnTo>
                  <a:lnTo>
                    <a:pt x="719" y="672"/>
                  </a:lnTo>
                  <a:lnTo>
                    <a:pt x="830" y="578"/>
                  </a:lnTo>
                  <a:lnTo>
                    <a:pt x="828" y="580"/>
                  </a:lnTo>
                  <a:lnTo>
                    <a:pt x="600" y="770"/>
                  </a:lnTo>
                  <a:lnTo>
                    <a:pt x="577" y="786"/>
                  </a:lnTo>
                  <a:lnTo>
                    <a:pt x="550" y="793"/>
                  </a:lnTo>
                  <a:lnTo>
                    <a:pt x="522" y="795"/>
                  </a:lnTo>
                  <a:lnTo>
                    <a:pt x="496" y="789"/>
                  </a:lnTo>
                  <a:lnTo>
                    <a:pt x="471" y="776"/>
                  </a:lnTo>
                  <a:lnTo>
                    <a:pt x="450" y="757"/>
                  </a:lnTo>
                  <a:lnTo>
                    <a:pt x="25" y="247"/>
                  </a:lnTo>
                  <a:lnTo>
                    <a:pt x="10" y="223"/>
                  </a:lnTo>
                  <a:lnTo>
                    <a:pt x="2" y="196"/>
                  </a:lnTo>
                  <a:lnTo>
                    <a:pt x="0" y="170"/>
                  </a:lnTo>
                  <a:lnTo>
                    <a:pt x="6" y="143"/>
                  </a:lnTo>
                  <a:lnTo>
                    <a:pt x="19" y="119"/>
                  </a:lnTo>
                  <a:lnTo>
                    <a:pt x="38" y="98"/>
                  </a:lnTo>
                  <a:lnTo>
                    <a:pt x="155" y="0"/>
                  </a:lnTo>
                  <a:close/>
                </a:path>
              </a:pathLst>
            </a:custGeom>
            <a:solidFill>
              <a:schemeClr val="accent2">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3" name="Freeform 72"/>
            <p:cNvSpPr>
              <a:spLocks/>
            </p:cNvSpPr>
            <p:nvPr/>
          </p:nvSpPr>
          <p:spPr bwMode="auto">
            <a:xfrm>
              <a:off x="4300307" y="3605444"/>
              <a:ext cx="344985" cy="781513"/>
            </a:xfrm>
            <a:custGeom>
              <a:avLst/>
              <a:gdLst>
                <a:gd name="T0" fmla="*/ 240 w 407"/>
                <a:gd name="T1" fmla="*/ 0 h 922"/>
                <a:gd name="T2" fmla="*/ 269 w 407"/>
                <a:gd name="T3" fmla="*/ 2 h 922"/>
                <a:gd name="T4" fmla="*/ 407 w 407"/>
                <a:gd name="T5" fmla="*/ 32 h 922"/>
                <a:gd name="T6" fmla="*/ 376 w 407"/>
                <a:gd name="T7" fmla="*/ 34 h 922"/>
                <a:gd name="T8" fmla="*/ 348 w 407"/>
                <a:gd name="T9" fmla="*/ 43 h 922"/>
                <a:gd name="T10" fmla="*/ 324 w 407"/>
                <a:gd name="T11" fmla="*/ 60 h 922"/>
                <a:gd name="T12" fmla="*/ 305 w 407"/>
                <a:gd name="T13" fmla="*/ 85 h 922"/>
                <a:gd name="T14" fmla="*/ 293 w 407"/>
                <a:gd name="T15" fmla="*/ 115 h 922"/>
                <a:gd name="T16" fmla="*/ 151 w 407"/>
                <a:gd name="T17" fmla="*/ 763 h 922"/>
                <a:gd name="T18" fmla="*/ 150 w 407"/>
                <a:gd name="T19" fmla="*/ 791 h 922"/>
                <a:gd name="T20" fmla="*/ 155 w 407"/>
                <a:gd name="T21" fmla="*/ 818 h 922"/>
                <a:gd name="T22" fmla="*/ 167 w 407"/>
                <a:gd name="T23" fmla="*/ 842 h 922"/>
                <a:gd name="T24" fmla="*/ 184 w 407"/>
                <a:gd name="T25" fmla="*/ 863 h 922"/>
                <a:gd name="T26" fmla="*/ 206 w 407"/>
                <a:gd name="T27" fmla="*/ 880 h 922"/>
                <a:gd name="T28" fmla="*/ 233 w 407"/>
                <a:gd name="T29" fmla="*/ 890 h 922"/>
                <a:gd name="T30" fmla="*/ 386 w 407"/>
                <a:gd name="T31" fmla="*/ 922 h 922"/>
                <a:gd name="T32" fmla="*/ 375 w 407"/>
                <a:gd name="T33" fmla="*/ 920 h 922"/>
                <a:gd name="T34" fmla="*/ 83 w 407"/>
                <a:gd name="T35" fmla="*/ 857 h 922"/>
                <a:gd name="T36" fmla="*/ 57 w 407"/>
                <a:gd name="T37" fmla="*/ 848 h 922"/>
                <a:gd name="T38" fmla="*/ 34 w 407"/>
                <a:gd name="T39" fmla="*/ 831 h 922"/>
                <a:gd name="T40" fmla="*/ 15 w 407"/>
                <a:gd name="T41" fmla="*/ 810 h 922"/>
                <a:gd name="T42" fmla="*/ 4 w 407"/>
                <a:gd name="T43" fmla="*/ 786 h 922"/>
                <a:gd name="T44" fmla="*/ 0 w 407"/>
                <a:gd name="T45" fmla="*/ 759 h 922"/>
                <a:gd name="T46" fmla="*/ 2 w 407"/>
                <a:gd name="T47" fmla="*/ 731 h 922"/>
                <a:gd name="T48" fmla="*/ 142 w 407"/>
                <a:gd name="T49" fmla="*/ 83 h 922"/>
                <a:gd name="T50" fmla="*/ 153 w 407"/>
                <a:gd name="T51" fmla="*/ 56 h 922"/>
                <a:gd name="T52" fmla="*/ 168 w 407"/>
                <a:gd name="T53" fmla="*/ 34 h 922"/>
                <a:gd name="T54" fmla="*/ 189 w 407"/>
                <a:gd name="T55" fmla="*/ 15 h 922"/>
                <a:gd name="T56" fmla="*/ 214 w 407"/>
                <a:gd name="T57" fmla="*/ 4 h 922"/>
                <a:gd name="T58" fmla="*/ 240 w 407"/>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7" h="922">
                  <a:moveTo>
                    <a:pt x="240" y="0"/>
                  </a:moveTo>
                  <a:lnTo>
                    <a:pt x="269" y="2"/>
                  </a:lnTo>
                  <a:lnTo>
                    <a:pt x="407" y="32"/>
                  </a:lnTo>
                  <a:lnTo>
                    <a:pt x="376" y="34"/>
                  </a:lnTo>
                  <a:lnTo>
                    <a:pt x="348" y="43"/>
                  </a:lnTo>
                  <a:lnTo>
                    <a:pt x="324" y="60"/>
                  </a:lnTo>
                  <a:lnTo>
                    <a:pt x="305" y="85"/>
                  </a:lnTo>
                  <a:lnTo>
                    <a:pt x="293" y="115"/>
                  </a:lnTo>
                  <a:lnTo>
                    <a:pt x="151" y="763"/>
                  </a:lnTo>
                  <a:lnTo>
                    <a:pt x="150" y="791"/>
                  </a:lnTo>
                  <a:lnTo>
                    <a:pt x="155" y="818"/>
                  </a:lnTo>
                  <a:lnTo>
                    <a:pt x="167" y="842"/>
                  </a:lnTo>
                  <a:lnTo>
                    <a:pt x="184" y="863"/>
                  </a:lnTo>
                  <a:lnTo>
                    <a:pt x="206" y="880"/>
                  </a:lnTo>
                  <a:lnTo>
                    <a:pt x="233" y="890"/>
                  </a:lnTo>
                  <a:lnTo>
                    <a:pt x="386" y="922"/>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4" name="Freeform 73"/>
            <p:cNvSpPr>
              <a:spLocks/>
            </p:cNvSpPr>
            <p:nvPr/>
          </p:nvSpPr>
          <p:spPr bwMode="auto">
            <a:xfrm>
              <a:off x="3670519" y="4297109"/>
              <a:ext cx="789990" cy="493319"/>
            </a:xfrm>
            <a:custGeom>
              <a:avLst/>
              <a:gdLst>
                <a:gd name="T0" fmla="*/ 709 w 932"/>
                <a:gd name="T1" fmla="*/ 0 h 582"/>
                <a:gd name="T2" fmla="*/ 736 w 932"/>
                <a:gd name="T3" fmla="*/ 6 h 582"/>
                <a:gd name="T4" fmla="*/ 760 w 932"/>
                <a:gd name="T5" fmla="*/ 17 h 582"/>
                <a:gd name="T6" fmla="*/ 781 w 932"/>
                <a:gd name="T7" fmla="*/ 36 h 582"/>
                <a:gd name="T8" fmla="*/ 798 w 932"/>
                <a:gd name="T9" fmla="*/ 58 h 582"/>
                <a:gd name="T10" fmla="*/ 930 w 932"/>
                <a:gd name="T11" fmla="*/ 325 h 582"/>
                <a:gd name="T12" fmla="*/ 932 w 932"/>
                <a:gd name="T13" fmla="*/ 331 h 582"/>
                <a:gd name="T14" fmla="*/ 866 w 932"/>
                <a:gd name="T15" fmla="*/ 198 h 582"/>
                <a:gd name="T16" fmla="*/ 851 w 932"/>
                <a:gd name="T17" fmla="*/ 176 h 582"/>
                <a:gd name="T18" fmla="*/ 830 w 932"/>
                <a:gd name="T19" fmla="*/ 157 h 582"/>
                <a:gd name="T20" fmla="*/ 806 w 932"/>
                <a:gd name="T21" fmla="*/ 145 h 582"/>
                <a:gd name="T22" fmla="*/ 779 w 932"/>
                <a:gd name="T23" fmla="*/ 140 h 582"/>
                <a:gd name="T24" fmla="*/ 751 w 932"/>
                <a:gd name="T25" fmla="*/ 142 h 582"/>
                <a:gd name="T26" fmla="*/ 724 w 932"/>
                <a:gd name="T27" fmla="*/ 151 h 582"/>
                <a:gd name="T28" fmla="*/ 129 w 932"/>
                <a:gd name="T29" fmla="*/ 446 h 582"/>
                <a:gd name="T30" fmla="*/ 106 w 932"/>
                <a:gd name="T31" fmla="*/ 461 h 582"/>
                <a:gd name="T32" fmla="*/ 89 w 932"/>
                <a:gd name="T33" fmla="*/ 482 h 582"/>
                <a:gd name="T34" fmla="*/ 76 w 932"/>
                <a:gd name="T35" fmla="*/ 504 h 582"/>
                <a:gd name="T36" fmla="*/ 70 w 932"/>
                <a:gd name="T37" fmla="*/ 531 h 582"/>
                <a:gd name="T38" fmla="*/ 70 w 932"/>
                <a:gd name="T39" fmla="*/ 557 h 582"/>
                <a:gd name="T40" fmla="*/ 78 w 932"/>
                <a:gd name="T41" fmla="*/ 582 h 582"/>
                <a:gd name="T42" fmla="*/ 11 w 932"/>
                <a:gd name="T43" fmla="*/ 448 h 582"/>
                <a:gd name="T44" fmla="*/ 2 w 932"/>
                <a:gd name="T45" fmla="*/ 421 h 582"/>
                <a:gd name="T46" fmla="*/ 0 w 932"/>
                <a:gd name="T47" fmla="*/ 393 h 582"/>
                <a:gd name="T48" fmla="*/ 6 w 932"/>
                <a:gd name="T49" fmla="*/ 366 h 582"/>
                <a:gd name="T50" fmla="*/ 19 w 932"/>
                <a:gd name="T51" fmla="*/ 342 h 582"/>
                <a:gd name="T52" fmla="*/ 36 w 932"/>
                <a:gd name="T53" fmla="*/ 321 h 582"/>
                <a:gd name="T54" fmla="*/ 59 w 932"/>
                <a:gd name="T55" fmla="*/ 306 h 582"/>
                <a:gd name="T56" fmla="*/ 654 w 932"/>
                <a:gd name="T57" fmla="*/ 11 h 582"/>
                <a:gd name="T58" fmla="*/ 681 w 932"/>
                <a:gd name="T59" fmla="*/ 2 h 582"/>
                <a:gd name="T60" fmla="*/ 709 w 932"/>
                <a:gd name="T61"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2" h="582">
                  <a:moveTo>
                    <a:pt x="709" y="0"/>
                  </a:moveTo>
                  <a:lnTo>
                    <a:pt x="736" y="6"/>
                  </a:lnTo>
                  <a:lnTo>
                    <a:pt x="760" y="17"/>
                  </a:lnTo>
                  <a:lnTo>
                    <a:pt x="781" y="36"/>
                  </a:lnTo>
                  <a:lnTo>
                    <a:pt x="798" y="58"/>
                  </a:lnTo>
                  <a:lnTo>
                    <a:pt x="930" y="325"/>
                  </a:lnTo>
                  <a:lnTo>
                    <a:pt x="932" y="331"/>
                  </a:lnTo>
                  <a:lnTo>
                    <a:pt x="866" y="198"/>
                  </a:lnTo>
                  <a:lnTo>
                    <a:pt x="851" y="176"/>
                  </a:lnTo>
                  <a:lnTo>
                    <a:pt x="830" y="157"/>
                  </a:lnTo>
                  <a:lnTo>
                    <a:pt x="806" y="145"/>
                  </a:lnTo>
                  <a:lnTo>
                    <a:pt x="779" y="140"/>
                  </a:lnTo>
                  <a:lnTo>
                    <a:pt x="751" y="142"/>
                  </a:lnTo>
                  <a:lnTo>
                    <a:pt x="724" y="151"/>
                  </a:lnTo>
                  <a:lnTo>
                    <a:pt x="129" y="446"/>
                  </a:lnTo>
                  <a:lnTo>
                    <a:pt x="106" y="461"/>
                  </a:lnTo>
                  <a:lnTo>
                    <a:pt x="89" y="482"/>
                  </a:lnTo>
                  <a:lnTo>
                    <a:pt x="76" y="504"/>
                  </a:lnTo>
                  <a:lnTo>
                    <a:pt x="70" y="531"/>
                  </a:lnTo>
                  <a:lnTo>
                    <a:pt x="70" y="557"/>
                  </a:lnTo>
                  <a:lnTo>
                    <a:pt x="78" y="582"/>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5" name="Freeform 74"/>
            <p:cNvSpPr>
              <a:spLocks/>
            </p:cNvSpPr>
            <p:nvPr/>
          </p:nvSpPr>
          <p:spPr bwMode="auto">
            <a:xfrm>
              <a:off x="2934777" y="4313215"/>
              <a:ext cx="734046" cy="603511"/>
            </a:xfrm>
            <a:custGeom>
              <a:avLst/>
              <a:gdLst>
                <a:gd name="T0" fmla="*/ 153 w 866"/>
                <a:gd name="T1" fmla="*/ 0 h 712"/>
                <a:gd name="T2" fmla="*/ 182 w 866"/>
                <a:gd name="T3" fmla="*/ 2 h 712"/>
                <a:gd name="T4" fmla="*/ 208 w 866"/>
                <a:gd name="T5" fmla="*/ 9 h 712"/>
                <a:gd name="T6" fmla="*/ 806 w 866"/>
                <a:gd name="T7" fmla="*/ 300 h 712"/>
                <a:gd name="T8" fmla="*/ 830 w 866"/>
                <a:gd name="T9" fmla="*/ 315 h 712"/>
                <a:gd name="T10" fmla="*/ 847 w 866"/>
                <a:gd name="T11" fmla="*/ 336 h 712"/>
                <a:gd name="T12" fmla="*/ 860 w 866"/>
                <a:gd name="T13" fmla="*/ 361 h 712"/>
                <a:gd name="T14" fmla="*/ 866 w 866"/>
                <a:gd name="T15" fmla="*/ 387 h 712"/>
                <a:gd name="T16" fmla="*/ 864 w 866"/>
                <a:gd name="T17" fmla="*/ 415 h 712"/>
                <a:gd name="T18" fmla="*/ 855 w 866"/>
                <a:gd name="T19" fmla="*/ 442 h 712"/>
                <a:gd name="T20" fmla="*/ 724 w 866"/>
                <a:gd name="T21" fmla="*/ 708 h 712"/>
                <a:gd name="T22" fmla="*/ 724 w 866"/>
                <a:gd name="T23" fmla="*/ 712 h 712"/>
                <a:gd name="T24" fmla="*/ 789 w 866"/>
                <a:gd name="T25" fmla="*/ 580 h 712"/>
                <a:gd name="T26" fmla="*/ 796 w 866"/>
                <a:gd name="T27" fmla="*/ 553 h 712"/>
                <a:gd name="T28" fmla="*/ 798 w 866"/>
                <a:gd name="T29" fmla="*/ 525 h 712"/>
                <a:gd name="T30" fmla="*/ 792 w 866"/>
                <a:gd name="T31" fmla="*/ 499 h 712"/>
                <a:gd name="T32" fmla="*/ 781 w 866"/>
                <a:gd name="T33" fmla="*/ 474 h 712"/>
                <a:gd name="T34" fmla="*/ 762 w 866"/>
                <a:gd name="T35" fmla="*/ 453 h 712"/>
                <a:gd name="T36" fmla="*/ 739 w 866"/>
                <a:gd name="T37" fmla="*/ 438 h 712"/>
                <a:gd name="T38" fmla="*/ 142 w 866"/>
                <a:gd name="T39" fmla="*/ 147 h 712"/>
                <a:gd name="T40" fmla="*/ 115 w 866"/>
                <a:gd name="T41" fmla="*/ 140 h 712"/>
                <a:gd name="T42" fmla="*/ 87 w 866"/>
                <a:gd name="T43" fmla="*/ 138 h 712"/>
                <a:gd name="T44" fmla="*/ 63 w 866"/>
                <a:gd name="T45" fmla="*/ 143 h 712"/>
                <a:gd name="T46" fmla="*/ 38 w 866"/>
                <a:gd name="T47" fmla="*/ 155 h 712"/>
                <a:gd name="T48" fmla="*/ 17 w 866"/>
                <a:gd name="T49" fmla="*/ 172 h 712"/>
                <a:gd name="T50" fmla="*/ 0 w 866"/>
                <a:gd name="T51" fmla="*/ 194 h 712"/>
                <a:gd name="T52" fmla="*/ 66 w 866"/>
                <a:gd name="T53" fmla="*/ 58 h 712"/>
                <a:gd name="T54" fmla="*/ 81 w 866"/>
                <a:gd name="T55" fmla="*/ 36 h 712"/>
                <a:gd name="T56" fmla="*/ 102 w 866"/>
                <a:gd name="T57" fmla="*/ 17 h 712"/>
                <a:gd name="T58" fmla="*/ 127 w 866"/>
                <a:gd name="T59" fmla="*/ 5 h 712"/>
                <a:gd name="T60" fmla="*/ 153 w 866"/>
                <a:gd name="T61"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66" h="712">
                  <a:moveTo>
                    <a:pt x="153" y="0"/>
                  </a:moveTo>
                  <a:lnTo>
                    <a:pt x="182" y="2"/>
                  </a:lnTo>
                  <a:lnTo>
                    <a:pt x="208" y="9"/>
                  </a:lnTo>
                  <a:lnTo>
                    <a:pt x="806" y="300"/>
                  </a:lnTo>
                  <a:lnTo>
                    <a:pt x="830" y="315"/>
                  </a:lnTo>
                  <a:lnTo>
                    <a:pt x="847" y="336"/>
                  </a:lnTo>
                  <a:lnTo>
                    <a:pt x="860" y="361"/>
                  </a:lnTo>
                  <a:lnTo>
                    <a:pt x="866" y="387"/>
                  </a:lnTo>
                  <a:lnTo>
                    <a:pt x="864" y="415"/>
                  </a:lnTo>
                  <a:lnTo>
                    <a:pt x="855" y="442"/>
                  </a:lnTo>
                  <a:lnTo>
                    <a:pt x="724" y="708"/>
                  </a:lnTo>
                  <a:lnTo>
                    <a:pt x="724" y="712"/>
                  </a:lnTo>
                  <a:lnTo>
                    <a:pt x="789" y="580"/>
                  </a:lnTo>
                  <a:lnTo>
                    <a:pt x="796" y="553"/>
                  </a:lnTo>
                  <a:lnTo>
                    <a:pt x="798" y="525"/>
                  </a:lnTo>
                  <a:lnTo>
                    <a:pt x="792" y="499"/>
                  </a:lnTo>
                  <a:lnTo>
                    <a:pt x="781" y="474"/>
                  </a:lnTo>
                  <a:lnTo>
                    <a:pt x="762" y="453"/>
                  </a:lnTo>
                  <a:lnTo>
                    <a:pt x="739" y="438"/>
                  </a:lnTo>
                  <a:lnTo>
                    <a:pt x="142" y="147"/>
                  </a:lnTo>
                  <a:lnTo>
                    <a:pt x="115" y="140"/>
                  </a:lnTo>
                  <a:lnTo>
                    <a:pt x="87" y="138"/>
                  </a:lnTo>
                  <a:lnTo>
                    <a:pt x="63" y="143"/>
                  </a:lnTo>
                  <a:lnTo>
                    <a:pt x="38" y="155"/>
                  </a:lnTo>
                  <a:lnTo>
                    <a:pt x="17" y="172"/>
                  </a:lnTo>
                  <a:lnTo>
                    <a:pt x="0" y="194"/>
                  </a:lnTo>
                  <a:lnTo>
                    <a:pt x="66" y="58"/>
                  </a:lnTo>
                  <a:lnTo>
                    <a:pt x="81" y="36"/>
                  </a:lnTo>
                  <a:lnTo>
                    <a:pt x="102" y="17"/>
                  </a:lnTo>
                  <a:lnTo>
                    <a:pt x="127" y="5"/>
                  </a:lnTo>
                  <a:lnTo>
                    <a:pt x="153"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6" name="Freeform 75"/>
            <p:cNvSpPr>
              <a:spLocks/>
            </p:cNvSpPr>
            <p:nvPr/>
          </p:nvSpPr>
          <p:spPr bwMode="auto">
            <a:xfrm>
              <a:off x="2686422" y="3635959"/>
              <a:ext cx="338204" cy="781513"/>
            </a:xfrm>
            <a:custGeom>
              <a:avLst/>
              <a:gdLst>
                <a:gd name="T0" fmla="*/ 161 w 399"/>
                <a:gd name="T1" fmla="*/ 0 h 922"/>
                <a:gd name="T2" fmla="*/ 189 w 399"/>
                <a:gd name="T3" fmla="*/ 5 h 922"/>
                <a:gd name="T4" fmla="*/ 214 w 399"/>
                <a:gd name="T5" fmla="*/ 17 h 922"/>
                <a:gd name="T6" fmla="*/ 235 w 399"/>
                <a:gd name="T7" fmla="*/ 34 h 922"/>
                <a:gd name="T8" fmla="*/ 250 w 399"/>
                <a:gd name="T9" fmla="*/ 56 h 922"/>
                <a:gd name="T10" fmla="*/ 259 w 399"/>
                <a:gd name="T11" fmla="*/ 83 h 922"/>
                <a:gd name="T12" fmla="*/ 397 w 399"/>
                <a:gd name="T13" fmla="*/ 733 h 922"/>
                <a:gd name="T14" fmla="*/ 399 w 399"/>
                <a:gd name="T15" fmla="*/ 761 h 922"/>
                <a:gd name="T16" fmla="*/ 393 w 399"/>
                <a:gd name="T17" fmla="*/ 787 h 922"/>
                <a:gd name="T18" fmla="*/ 382 w 399"/>
                <a:gd name="T19" fmla="*/ 812 h 922"/>
                <a:gd name="T20" fmla="*/ 365 w 399"/>
                <a:gd name="T21" fmla="*/ 833 h 922"/>
                <a:gd name="T22" fmla="*/ 342 w 399"/>
                <a:gd name="T23" fmla="*/ 850 h 922"/>
                <a:gd name="T24" fmla="*/ 316 w 399"/>
                <a:gd name="T25" fmla="*/ 859 h 922"/>
                <a:gd name="T26" fmla="*/ 25 w 399"/>
                <a:gd name="T27" fmla="*/ 922 h 922"/>
                <a:gd name="T28" fmla="*/ 13 w 399"/>
                <a:gd name="T29" fmla="*/ 922 h 922"/>
                <a:gd name="T30" fmla="*/ 170 w 399"/>
                <a:gd name="T31" fmla="*/ 889 h 922"/>
                <a:gd name="T32" fmla="*/ 197 w 399"/>
                <a:gd name="T33" fmla="*/ 880 h 922"/>
                <a:gd name="T34" fmla="*/ 219 w 399"/>
                <a:gd name="T35" fmla="*/ 863 h 922"/>
                <a:gd name="T36" fmla="*/ 236 w 399"/>
                <a:gd name="T37" fmla="*/ 842 h 922"/>
                <a:gd name="T38" fmla="*/ 250 w 399"/>
                <a:gd name="T39" fmla="*/ 818 h 922"/>
                <a:gd name="T40" fmla="*/ 253 w 399"/>
                <a:gd name="T41" fmla="*/ 791 h 922"/>
                <a:gd name="T42" fmla="*/ 252 w 399"/>
                <a:gd name="T43" fmla="*/ 763 h 922"/>
                <a:gd name="T44" fmla="*/ 114 w 399"/>
                <a:gd name="T45" fmla="*/ 113 h 922"/>
                <a:gd name="T46" fmla="*/ 102 w 399"/>
                <a:gd name="T47" fmla="*/ 85 h 922"/>
                <a:gd name="T48" fmla="*/ 85 w 399"/>
                <a:gd name="T49" fmla="*/ 60 h 922"/>
                <a:gd name="T50" fmla="*/ 59 w 399"/>
                <a:gd name="T51" fmla="*/ 41 h 922"/>
                <a:gd name="T52" fmla="*/ 30 w 399"/>
                <a:gd name="T53" fmla="*/ 32 h 922"/>
                <a:gd name="T54" fmla="*/ 0 w 399"/>
                <a:gd name="T55" fmla="*/ 30 h 922"/>
                <a:gd name="T56" fmla="*/ 132 w 399"/>
                <a:gd name="T57" fmla="*/ 2 h 922"/>
                <a:gd name="T58" fmla="*/ 161 w 399"/>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9" h="922">
                  <a:moveTo>
                    <a:pt x="161" y="0"/>
                  </a:moveTo>
                  <a:lnTo>
                    <a:pt x="189" y="5"/>
                  </a:lnTo>
                  <a:lnTo>
                    <a:pt x="214" y="17"/>
                  </a:lnTo>
                  <a:lnTo>
                    <a:pt x="235" y="34"/>
                  </a:lnTo>
                  <a:lnTo>
                    <a:pt x="250" y="56"/>
                  </a:lnTo>
                  <a:lnTo>
                    <a:pt x="259" y="83"/>
                  </a:lnTo>
                  <a:lnTo>
                    <a:pt x="397" y="733"/>
                  </a:lnTo>
                  <a:lnTo>
                    <a:pt x="399" y="761"/>
                  </a:lnTo>
                  <a:lnTo>
                    <a:pt x="393" y="787"/>
                  </a:lnTo>
                  <a:lnTo>
                    <a:pt x="382" y="812"/>
                  </a:lnTo>
                  <a:lnTo>
                    <a:pt x="365" y="833"/>
                  </a:lnTo>
                  <a:lnTo>
                    <a:pt x="342" y="850"/>
                  </a:lnTo>
                  <a:lnTo>
                    <a:pt x="316" y="859"/>
                  </a:lnTo>
                  <a:lnTo>
                    <a:pt x="25" y="922"/>
                  </a:lnTo>
                  <a:lnTo>
                    <a:pt x="13" y="922"/>
                  </a:lnTo>
                  <a:lnTo>
                    <a:pt x="170" y="889"/>
                  </a:lnTo>
                  <a:lnTo>
                    <a:pt x="197" y="880"/>
                  </a:lnTo>
                  <a:lnTo>
                    <a:pt x="219" y="863"/>
                  </a:lnTo>
                  <a:lnTo>
                    <a:pt x="236" y="842"/>
                  </a:lnTo>
                  <a:lnTo>
                    <a:pt x="250" y="818"/>
                  </a:lnTo>
                  <a:lnTo>
                    <a:pt x="253" y="791"/>
                  </a:lnTo>
                  <a:lnTo>
                    <a:pt x="252" y="763"/>
                  </a:lnTo>
                  <a:lnTo>
                    <a:pt x="114" y="113"/>
                  </a:lnTo>
                  <a:lnTo>
                    <a:pt x="102" y="85"/>
                  </a:lnTo>
                  <a:lnTo>
                    <a:pt x="85" y="60"/>
                  </a:lnTo>
                  <a:lnTo>
                    <a:pt x="59" y="41"/>
                  </a:lnTo>
                  <a:lnTo>
                    <a:pt x="30" y="32"/>
                  </a:lnTo>
                  <a:lnTo>
                    <a:pt x="0" y="30"/>
                  </a:lnTo>
                  <a:lnTo>
                    <a:pt x="132" y="2"/>
                  </a:lnTo>
                  <a:lnTo>
                    <a:pt x="161" y="0"/>
                  </a:lnTo>
                  <a:close/>
                </a:path>
              </a:pathLst>
            </a:custGeom>
            <a:solidFill>
              <a:schemeClr val="accent5">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7" name="Freeform 76"/>
            <p:cNvSpPr>
              <a:spLocks/>
            </p:cNvSpPr>
            <p:nvPr/>
          </p:nvSpPr>
          <p:spPr bwMode="auto">
            <a:xfrm>
              <a:off x="2580468" y="2945141"/>
              <a:ext cx="710312" cy="673017"/>
            </a:xfrm>
            <a:custGeom>
              <a:avLst/>
              <a:gdLst>
                <a:gd name="T0" fmla="*/ 687 w 838"/>
                <a:gd name="T1" fmla="*/ 0 h 794"/>
                <a:gd name="T2" fmla="*/ 800 w 838"/>
                <a:gd name="T3" fmla="*/ 95 h 794"/>
                <a:gd name="T4" fmla="*/ 819 w 838"/>
                <a:gd name="T5" fmla="*/ 116 h 794"/>
                <a:gd name="T6" fmla="*/ 832 w 838"/>
                <a:gd name="T7" fmla="*/ 140 h 794"/>
                <a:gd name="T8" fmla="*/ 838 w 838"/>
                <a:gd name="T9" fmla="*/ 167 h 794"/>
                <a:gd name="T10" fmla="*/ 836 w 838"/>
                <a:gd name="T11" fmla="*/ 195 h 794"/>
                <a:gd name="T12" fmla="*/ 828 w 838"/>
                <a:gd name="T13" fmla="*/ 221 h 794"/>
                <a:gd name="T14" fmla="*/ 813 w 838"/>
                <a:gd name="T15" fmla="*/ 244 h 794"/>
                <a:gd name="T16" fmla="*/ 388 w 838"/>
                <a:gd name="T17" fmla="*/ 756 h 794"/>
                <a:gd name="T18" fmla="*/ 367 w 838"/>
                <a:gd name="T19" fmla="*/ 775 h 794"/>
                <a:gd name="T20" fmla="*/ 343 w 838"/>
                <a:gd name="T21" fmla="*/ 788 h 794"/>
                <a:gd name="T22" fmla="*/ 316 w 838"/>
                <a:gd name="T23" fmla="*/ 794 h 794"/>
                <a:gd name="T24" fmla="*/ 290 w 838"/>
                <a:gd name="T25" fmla="*/ 792 h 794"/>
                <a:gd name="T26" fmla="*/ 263 w 838"/>
                <a:gd name="T27" fmla="*/ 784 h 794"/>
                <a:gd name="T28" fmla="*/ 239 w 838"/>
                <a:gd name="T29" fmla="*/ 769 h 794"/>
                <a:gd name="T30" fmla="*/ 10 w 838"/>
                <a:gd name="T31" fmla="*/ 578 h 794"/>
                <a:gd name="T32" fmla="*/ 4 w 838"/>
                <a:gd name="T33" fmla="*/ 575 h 794"/>
                <a:gd name="T34" fmla="*/ 0 w 838"/>
                <a:gd name="T35" fmla="*/ 569 h 794"/>
                <a:gd name="T36" fmla="*/ 116 w 838"/>
                <a:gd name="T37" fmla="*/ 665 h 794"/>
                <a:gd name="T38" fmla="*/ 138 w 838"/>
                <a:gd name="T39" fmla="*/ 680 h 794"/>
                <a:gd name="T40" fmla="*/ 165 w 838"/>
                <a:gd name="T41" fmla="*/ 688 h 794"/>
                <a:gd name="T42" fmla="*/ 193 w 838"/>
                <a:gd name="T43" fmla="*/ 688 h 794"/>
                <a:gd name="T44" fmla="*/ 220 w 838"/>
                <a:gd name="T45" fmla="*/ 682 h 794"/>
                <a:gd name="T46" fmla="*/ 244 w 838"/>
                <a:gd name="T47" fmla="*/ 671 h 794"/>
                <a:gd name="T48" fmla="*/ 265 w 838"/>
                <a:gd name="T49" fmla="*/ 650 h 794"/>
                <a:gd name="T50" fmla="*/ 689 w 838"/>
                <a:gd name="T51" fmla="*/ 140 h 794"/>
                <a:gd name="T52" fmla="*/ 706 w 838"/>
                <a:gd name="T53" fmla="*/ 114 h 794"/>
                <a:gd name="T54" fmla="*/ 713 w 838"/>
                <a:gd name="T55" fmla="*/ 85 h 794"/>
                <a:gd name="T56" fmla="*/ 711 w 838"/>
                <a:gd name="T57" fmla="*/ 55 h 794"/>
                <a:gd name="T58" fmla="*/ 704 w 838"/>
                <a:gd name="T59" fmla="*/ 27 h 794"/>
                <a:gd name="T60" fmla="*/ 687 w 838"/>
                <a:gd name="T61"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8" h="794">
                  <a:moveTo>
                    <a:pt x="687" y="0"/>
                  </a:moveTo>
                  <a:lnTo>
                    <a:pt x="800" y="95"/>
                  </a:lnTo>
                  <a:lnTo>
                    <a:pt x="819" y="116"/>
                  </a:lnTo>
                  <a:lnTo>
                    <a:pt x="832" y="140"/>
                  </a:lnTo>
                  <a:lnTo>
                    <a:pt x="838" y="167"/>
                  </a:lnTo>
                  <a:lnTo>
                    <a:pt x="836" y="195"/>
                  </a:lnTo>
                  <a:lnTo>
                    <a:pt x="828" y="221"/>
                  </a:lnTo>
                  <a:lnTo>
                    <a:pt x="813" y="244"/>
                  </a:lnTo>
                  <a:lnTo>
                    <a:pt x="388" y="756"/>
                  </a:lnTo>
                  <a:lnTo>
                    <a:pt x="367" y="775"/>
                  </a:lnTo>
                  <a:lnTo>
                    <a:pt x="343" y="788"/>
                  </a:lnTo>
                  <a:lnTo>
                    <a:pt x="316" y="794"/>
                  </a:lnTo>
                  <a:lnTo>
                    <a:pt x="290" y="792"/>
                  </a:lnTo>
                  <a:lnTo>
                    <a:pt x="263" y="784"/>
                  </a:lnTo>
                  <a:lnTo>
                    <a:pt x="239" y="769"/>
                  </a:lnTo>
                  <a:lnTo>
                    <a:pt x="10" y="578"/>
                  </a:lnTo>
                  <a:lnTo>
                    <a:pt x="4" y="575"/>
                  </a:lnTo>
                  <a:lnTo>
                    <a:pt x="0" y="569"/>
                  </a:lnTo>
                  <a:lnTo>
                    <a:pt x="116" y="665"/>
                  </a:lnTo>
                  <a:lnTo>
                    <a:pt x="138" y="680"/>
                  </a:lnTo>
                  <a:lnTo>
                    <a:pt x="165" y="688"/>
                  </a:lnTo>
                  <a:lnTo>
                    <a:pt x="193" y="688"/>
                  </a:lnTo>
                  <a:lnTo>
                    <a:pt x="220" y="682"/>
                  </a:lnTo>
                  <a:lnTo>
                    <a:pt x="244" y="671"/>
                  </a:lnTo>
                  <a:lnTo>
                    <a:pt x="265" y="650"/>
                  </a:lnTo>
                  <a:lnTo>
                    <a:pt x="689" y="140"/>
                  </a:lnTo>
                  <a:lnTo>
                    <a:pt x="706" y="114"/>
                  </a:lnTo>
                  <a:lnTo>
                    <a:pt x="713" y="85"/>
                  </a:lnTo>
                  <a:lnTo>
                    <a:pt x="711" y="55"/>
                  </a:lnTo>
                  <a:lnTo>
                    <a:pt x="704" y="27"/>
                  </a:lnTo>
                  <a:lnTo>
                    <a:pt x="687" y="0"/>
                  </a:lnTo>
                  <a:close/>
                </a:path>
              </a:pathLst>
            </a:custGeom>
            <a:solidFill>
              <a:schemeClr val="accent6">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8" name="Freeform 77"/>
            <p:cNvSpPr>
              <a:spLocks/>
            </p:cNvSpPr>
            <p:nvPr/>
          </p:nvSpPr>
          <p:spPr bwMode="auto">
            <a:xfrm>
              <a:off x="3284000" y="2849359"/>
              <a:ext cx="744218" cy="212755"/>
            </a:xfrm>
            <a:custGeom>
              <a:avLst/>
              <a:gdLst>
                <a:gd name="T0" fmla="*/ 0 w 878"/>
                <a:gd name="T1" fmla="*/ 0 h 251"/>
                <a:gd name="T2" fmla="*/ 6 w 878"/>
                <a:gd name="T3" fmla="*/ 34 h 251"/>
                <a:gd name="T4" fmla="*/ 21 w 878"/>
                <a:gd name="T5" fmla="*/ 62 h 251"/>
                <a:gd name="T6" fmla="*/ 44 w 878"/>
                <a:gd name="T7" fmla="*/ 85 h 251"/>
                <a:gd name="T8" fmla="*/ 74 w 878"/>
                <a:gd name="T9" fmla="*/ 100 h 251"/>
                <a:gd name="T10" fmla="*/ 106 w 878"/>
                <a:gd name="T11" fmla="*/ 106 h 251"/>
                <a:gd name="T12" fmla="*/ 772 w 878"/>
                <a:gd name="T13" fmla="*/ 106 h 251"/>
                <a:gd name="T14" fmla="*/ 804 w 878"/>
                <a:gd name="T15" fmla="*/ 100 h 251"/>
                <a:gd name="T16" fmla="*/ 834 w 878"/>
                <a:gd name="T17" fmla="*/ 85 h 251"/>
                <a:gd name="T18" fmla="*/ 857 w 878"/>
                <a:gd name="T19" fmla="*/ 62 h 251"/>
                <a:gd name="T20" fmla="*/ 872 w 878"/>
                <a:gd name="T21" fmla="*/ 34 h 251"/>
                <a:gd name="T22" fmla="*/ 878 w 878"/>
                <a:gd name="T23" fmla="*/ 0 h 251"/>
                <a:gd name="T24" fmla="*/ 878 w 878"/>
                <a:gd name="T25" fmla="*/ 145 h 251"/>
                <a:gd name="T26" fmla="*/ 872 w 878"/>
                <a:gd name="T27" fmla="*/ 178 h 251"/>
                <a:gd name="T28" fmla="*/ 857 w 878"/>
                <a:gd name="T29" fmla="*/ 208 h 251"/>
                <a:gd name="T30" fmla="*/ 834 w 878"/>
                <a:gd name="T31" fmla="*/ 230 h 251"/>
                <a:gd name="T32" fmla="*/ 804 w 878"/>
                <a:gd name="T33" fmla="*/ 246 h 251"/>
                <a:gd name="T34" fmla="*/ 772 w 878"/>
                <a:gd name="T35" fmla="*/ 251 h 251"/>
                <a:gd name="T36" fmla="*/ 106 w 878"/>
                <a:gd name="T37" fmla="*/ 251 h 251"/>
                <a:gd name="T38" fmla="*/ 74 w 878"/>
                <a:gd name="T39" fmla="*/ 246 h 251"/>
                <a:gd name="T40" fmla="*/ 44 w 878"/>
                <a:gd name="T41" fmla="*/ 230 h 251"/>
                <a:gd name="T42" fmla="*/ 21 w 878"/>
                <a:gd name="T43" fmla="*/ 208 h 251"/>
                <a:gd name="T44" fmla="*/ 6 w 878"/>
                <a:gd name="T45" fmla="*/ 178 h 251"/>
                <a:gd name="T46" fmla="*/ 0 w 878"/>
                <a:gd name="T47" fmla="*/ 145 h 251"/>
                <a:gd name="T48" fmla="*/ 0 w 878"/>
                <a:gd name="T4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251">
                  <a:moveTo>
                    <a:pt x="0" y="0"/>
                  </a:moveTo>
                  <a:lnTo>
                    <a:pt x="6" y="34"/>
                  </a:lnTo>
                  <a:lnTo>
                    <a:pt x="21" y="62"/>
                  </a:lnTo>
                  <a:lnTo>
                    <a:pt x="44" y="85"/>
                  </a:lnTo>
                  <a:lnTo>
                    <a:pt x="74" y="100"/>
                  </a:lnTo>
                  <a:lnTo>
                    <a:pt x="106" y="106"/>
                  </a:lnTo>
                  <a:lnTo>
                    <a:pt x="772" y="106"/>
                  </a:lnTo>
                  <a:lnTo>
                    <a:pt x="804" y="100"/>
                  </a:lnTo>
                  <a:lnTo>
                    <a:pt x="834" y="85"/>
                  </a:lnTo>
                  <a:lnTo>
                    <a:pt x="857" y="62"/>
                  </a:lnTo>
                  <a:lnTo>
                    <a:pt x="872" y="34"/>
                  </a:lnTo>
                  <a:lnTo>
                    <a:pt x="878" y="0"/>
                  </a:lnTo>
                  <a:lnTo>
                    <a:pt x="878" y="145"/>
                  </a:lnTo>
                  <a:lnTo>
                    <a:pt x="872" y="178"/>
                  </a:lnTo>
                  <a:lnTo>
                    <a:pt x="857" y="208"/>
                  </a:lnTo>
                  <a:lnTo>
                    <a:pt x="834" y="230"/>
                  </a:lnTo>
                  <a:lnTo>
                    <a:pt x="804" y="246"/>
                  </a:lnTo>
                  <a:lnTo>
                    <a:pt x="772" y="251"/>
                  </a:lnTo>
                  <a:lnTo>
                    <a:pt x="106" y="251"/>
                  </a:lnTo>
                  <a:lnTo>
                    <a:pt x="74" y="246"/>
                  </a:lnTo>
                  <a:lnTo>
                    <a:pt x="44" y="230"/>
                  </a:lnTo>
                  <a:lnTo>
                    <a:pt x="21" y="208"/>
                  </a:lnTo>
                  <a:lnTo>
                    <a:pt x="6" y="178"/>
                  </a:lnTo>
                  <a:lnTo>
                    <a:pt x="0" y="145"/>
                  </a:lnTo>
                  <a:lnTo>
                    <a:pt x="0"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79" name="Freeform 78"/>
            <p:cNvSpPr>
              <a:spLocks/>
            </p:cNvSpPr>
            <p:nvPr/>
          </p:nvSpPr>
          <p:spPr bwMode="auto">
            <a:xfrm>
              <a:off x="2862729" y="3038380"/>
              <a:ext cx="1597781" cy="1564722"/>
            </a:xfrm>
            <a:custGeom>
              <a:avLst/>
              <a:gdLst>
                <a:gd name="T0" fmla="*/ 1261 w 1885"/>
                <a:gd name="T1" fmla="*/ 0 h 1846"/>
                <a:gd name="T2" fmla="*/ 1299 w 1885"/>
                <a:gd name="T3" fmla="*/ 4 h 1846"/>
                <a:gd name="T4" fmla="*/ 1337 w 1885"/>
                <a:gd name="T5" fmla="*/ 15 h 1846"/>
                <a:gd name="T6" fmla="*/ 1375 w 1885"/>
                <a:gd name="T7" fmla="*/ 34 h 1846"/>
                <a:gd name="T8" fmla="*/ 1409 w 1885"/>
                <a:gd name="T9" fmla="*/ 57 h 1846"/>
                <a:gd name="T10" fmla="*/ 1435 w 1885"/>
                <a:gd name="T11" fmla="*/ 81 h 1846"/>
                <a:gd name="T12" fmla="*/ 1838 w 1885"/>
                <a:gd name="T13" fmla="*/ 584 h 1846"/>
                <a:gd name="T14" fmla="*/ 1857 w 1885"/>
                <a:gd name="T15" fmla="*/ 614 h 1846"/>
                <a:gd name="T16" fmla="*/ 1872 w 1885"/>
                <a:gd name="T17" fmla="*/ 652 h 1846"/>
                <a:gd name="T18" fmla="*/ 1881 w 1885"/>
                <a:gd name="T19" fmla="*/ 693 h 1846"/>
                <a:gd name="T20" fmla="*/ 1885 w 1885"/>
                <a:gd name="T21" fmla="*/ 733 h 1846"/>
                <a:gd name="T22" fmla="*/ 1881 w 1885"/>
                <a:gd name="T23" fmla="*/ 771 h 1846"/>
                <a:gd name="T24" fmla="*/ 1740 w 1885"/>
                <a:gd name="T25" fmla="*/ 1396 h 1846"/>
                <a:gd name="T26" fmla="*/ 1726 w 1885"/>
                <a:gd name="T27" fmla="*/ 1432 h 1846"/>
                <a:gd name="T28" fmla="*/ 1708 w 1885"/>
                <a:gd name="T29" fmla="*/ 1468 h 1846"/>
                <a:gd name="T30" fmla="*/ 1681 w 1885"/>
                <a:gd name="T31" fmla="*/ 1500 h 1846"/>
                <a:gd name="T32" fmla="*/ 1651 w 1885"/>
                <a:gd name="T33" fmla="*/ 1526 h 1846"/>
                <a:gd name="T34" fmla="*/ 1621 w 1885"/>
                <a:gd name="T35" fmla="*/ 1547 h 1846"/>
                <a:gd name="T36" fmla="*/ 1042 w 1885"/>
                <a:gd name="T37" fmla="*/ 1827 h 1846"/>
                <a:gd name="T38" fmla="*/ 1006 w 1885"/>
                <a:gd name="T39" fmla="*/ 1840 h 1846"/>
                <a:gd name="T40" fmla="*/ 966 w 1885"/>
                <a:gd name="T41" fmla="*/ 1846 h 1846"/>
                <a:gd name="T42" fmla="*/ 925 w 1885"/>
                <a:gd name="T43" fmla="*/ 1846 h 1846"/>
                <a:gd name="T44" fmla="*/ 885 w 1885"/>
                <a:gd name="T45" fmla="*/ 1840 h 1846"/>
                <a:gd name="T46" fmla="*/ 851 w 1885"/>
                <a:gd name="T47" fmla="*/ 1829 h 1846"/>
                <a:gd name="T48" fmla="*/ 270 w 1885"/>
                <a:gd name="T49" fmla="*/ 1551 h 1846"/>
                <a:gd name="T50" fmla="*/ 238 w 1885"/>
                <a:gd name="T51" fmla="*/ 1532 h 1846"/>
                <a:gd name="T52" fmla="*/ 208 w 1885"/>
                <a:gd name="T53" fmla="*/ 1504 h 1846"/>
                <a:gd name="T54" fmla="*/ 182 w 1885"/>
                <a:gd name="T55" fmla="*/ 1472 h 1846"/>
                <a:gd name="T56" fmla="*/ 163 w 1885"/>
                <a:gd name="T57" fmla="*/ 1438 h 1846"/>
                <a:gd name="T58" fmla="*/ 149 w 1885"/>
                <a:gd name="T59" fmla="*/ 1402 h 1846"/>
                <a:gd name="T60" fmla="*/ 4 w 1885"/>
                <a:gd name="T61" fmla="*/ 776 h 1846"/>
                <a:gd name="T62" fmla="*/ 0 w 1885"/>
                <a:gd name="T63" fmla="*/ 739 h 1846"/>
                <a:gd name="T64" fmla="*/ 4 w 1885"/>
                <a:gd name="T65" fmla="*/ 699 h 1846"/>
                <a:gd name="T66" fmla="*/ 13 w 1885"/>
                <a:gd name="T67" fmla="*/ 657 h 1846"/>
                <a:gd name="T68" fmla="*/ 27 w 1885"/>
                <a:gd name="T69" fmla="*/ 620 h 1846"/>
                <a:gd name="T70" fmla="*/ 47 w 1885"/>
                <a:gd name="T71" fmla="*/ 589 h 1846"/>
                <a:gd name="T72" fmla="*/ 446 w 1885"/>
                <a:gd name="T73" fmla="*/ 85 h 1846"/>
                <a:gd name="T74" fmla="*/ 473 w 1885"/>
                <a:gd name="T75" fmla="*/ 58 h 1846"/>
                <a:gd name="T76" fmla="*/ 505 w 1885"/>
                <a:gd name="T77" fmla="*/ 36 h 1846"/>
                <a:gd name="T78" fmla="*/ 543 w 1885"/>
                <a:gd name="T79" fmla="*/ 19 h 1846"/>
                <a:gd name="T80" fmla="*/ 582 w 1885"/>
                <a:gd name="T81" fmla="*/ 6 h 1846"/>
                <a:gd name="T82" fmla="*/ 618 w 1885"/>
                <a:gd name="T83" fmla="*/ 2 h 1846"/>
                <a:gd name="T84" fmla="*/ 1261 w 1885"/>
                <a:gd name="T85" fmla="*/ 0 h 1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85" h="1846">
                  <a:moveTo>
                    <a:pt x="1261" y="0"/>
                  </a:moveTo>
                  <a:lnTo>
                    <a:pt x="1299" y="4"/>
                  </a:lnTo>
                  <a:lnTo>
                    <a:pt x="1337" y="15"/>
                  </a:lnTo>
                  <a:lnTo>
                    <a:pt x="1375" y="34"/>
                  </a:lnTo>
                  <a:lnTo>
                    <a:pt x="1409" y="57"/>
                  </a:lnTo>
                  <a:lnTo>
                    <a:pt x="1435" y="81"/>
                  </a:lnTo>
                  <a:lnTo>
                    <a:pt x="1838" y="584"/>
                  </a:lnTo>
                  <a:lnTo>
                    <a:pt x="1857" y="614"/>
                  </a:lnTo>
                  <a:lnTo>
                    <a:pt x="1872" y="652"/>
                  </a:lnTo>
                  <a:lnTo>
                    <a:pt x="1881" y="693"/>
                  </a:lnTo>
                  <a:lnTo>
                    <a:pt x="1885" y="733"/>
                  </a:lnTo>
                  <a:lnTo>
                    <a:pt x="1881" y="771"/>
                  </a:lnTo>
                  <a:lnTo>
                    <a:pt x="1740" y="1396"/>
                  </a:lnTo>
                  <a:lnTo>
                    <a:pt x="1726" y="1432"/>
                  </a:lnTo>
                  <a:lnTo>
                    <a:pt x="1708" y="1468"/>
                  </a:lnTo>
                  <a:lnTo>
                    <a:pt x="1681" y="1500"/>
                  </a:lnTo>
                  <a:lnTo>
                    <a:pt x="1651" y="1526"/>
                  </a:lnTo>
                  <a:lnTo>
                    <a:pt x="1621" y="1547"/>
                  </a:lnTo>
                  <a:lnTo>
                    <a:pt x="1042" y="1827"/>
                  </a:lnTo>
                  <a:lnTo>
                    <a:pt x="1006" y="1840"/>
                  </a:lnTo>
                  <a:lnTo>
                    <a:pt x="966" y="1846"/>
                  </a:lnTo>
                  <a:lnTo>
                    <a:pt x="925" y="1846"/>
                  </a:lnTo>
                  <a:lnTo>
                    <a:pt x="885" y="1840"/>
                  </a:lnTo>
                  <a:lnTo>
                    <a:pt x="851" y="1829"/>
                  </a:lnTo>
                  <a:lnTo>
                    <a:pt x="270" y="1551"/>
                  </a:lnTo>
                  <a:lnTo>
                    <a:pt x="238" y="1532"/>
                  </a:lnTo>
                  <a:lnTo>
                    <a:pt x="208" y="1504"/>
                  </a:lnTo>
                  <a:lnTo>
                    <a:pt x="182" y="1472"/>
                  </a:lnTo>
                  <a:lnTo>
                    <a:pt x="163" y="1438"/>
                  </a:lnTo>
                  <a:lnTo>
                    <a:pt x="149" y="1402"/>
                  </a:lnTo>
                  <a:lnTo>
                    <a:pt x="4" y="776"/>
                  </a:lnTo>
                  <a:lnTo>
                    <a:pt x="0" y="739"/>
                  </a:lnTo>
                  <a:lnTo>
                    <a:pt x="4" y="699"/>
                  </a:lnTo>
                  <a:lnTo>
                    <a:pt x="13" y="657"/>
                  </a:lnTo>
                  <a:lnTo>
                    <a:pt x="27" y="620"/>
                  </a:lnTo>
                  <a:lnTo>
                    <a:pt x="47" y="589"/>
                  </a:lnTo>
                  <a:lnTo>
                    <a:pt x="446" y="85"/>
                  </a:lnTo>
                  <a:lnTo>
                    <a:pt x="473" y="58"/>
                  </a:lnTo>
                  <a:lnTo>
                    <a:pt x="505" y="36"/>
                  </a:lnTo>
                  <a:lnTo>
                    <a:pt x="543" y="19"/>
                  </a:lnTo>
                  <a:lnTo>
                    <a:pt x="582" y="6"/>
                  </a:lnTo>
                  <a:lnTo>
                    <a:pt x="618" y="2"/>
                  </a:lnTo>
                  <a:lnTo>
                    <a:pt x="1261" y="0"/>
                  </a:lnTo>
                  <a:close/>
                </a:path>
              </a:pathLst>
            </a:custGeom>
            <a:gradFill flip="none" rotWithShape="1">
              <a:gsLst>
                <a:gs pos="0">
                  <a:schemeClr val="bg1"/>
                </a:gs>
                <a:gs pos="100000">
                  <a:schemeClr val="bg1">
                    <a:lumMod val="85000"/>
                  </a:schemeClr>
                </a:gs>
              </a:gsLst>
              <a:lin ang="2700000" scaled="1"/>
              <a:tileRect/>
            </a:gradFill>
            <a:ln w="0">
              <a:noFill/>
              <a:prstDash val="solid"/>
              <a:round/>
              <a:headEnd/>
              <a:tailEnd/>
            </a:ln>
            <a:effectLst>
              <a:outerShdw blurRad="190500" sx="102000" sy="102000" algn="ctr" rotWithShape="0">
                <a:prstClr val="black">
                  <a:alpha val="8000"/>
                </a:prstClr>
              </a:outerShdw>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80" name="TextBox 79"/>
            <p:cNvSpPr txBox="1"/>
            <p:nvPr/>
          </p:nvSpPr>
          <p:spPr>
            <a:xfrm>
              <a:off x="3477103" y="264445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01</a:t>
              </a:r>
              <a:endParaRPr lang="en-IN" sz="1400" b="1" dirty="0">
                <a:solidFill>
                  <a:prstClr val="white"/>
                </a:solidFill>
                <a:latin typeface="Arial" pitchFamily="34" charset="0"/>
                <a:cs typeface="Arial" pitchFamily="34" charset="0"/>
              </a:endParaRPr>
            </a:p>
          </p:txBody>
        </p:sp>
        <p:sp>
          <p:nvSpPr>
            <p:cNvPr id="81" name="TextBox 80"/>
            <p:cNvSpPr txBox="1"/>
            <p:nvPr/>
          </p:nvSpPr>
          <p:spPr>
            <a:xfrm rot="2937415">
              <a:off x="4250494" y="3028069"/>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02</a:t>
              </a:r>
              <a:endParaRPr lang="en-IN" sz="1400" b="1" dirty="0">
                <a:solidFill>
                  <a:prstClr val="white"/>
                </a:solidFill>
                <a:latin typeface="Arial" pitchFamily="34" charset="0"/>
                <a:cs typeface="Arial" pitchFamily="34" charset="0"/>
              </a:endParaRPr>
            </a:p>
          </p:txBody>
        </p:sp>
        <p:sp>
          <p:nvSpPr>
            <p:cNvPr id="82" name="TextBox 81"/>
            <p:cNvSpPr txBox="1"/>
            <p:nvPr/>
          </p:nvSpPr>
          <p:spPr>
            <a:xfrm rot="16949909">
              <a:off x="4433397" y="385845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03</a:t>
              </a:r>
              <a:endParaRPr lang="en-IN" sz="1400" b="1" dirty="0">
                <a:solidFill>
                  <a:prstClr val="white"/>
                </a:solidFill>
                <a:latin typeface="Arial" pitchFamily="34" charset="0"/>
                <a:cs typeface="Arial" pitchFamily="34" charset="0"/>
              </a:endParaRPr>
            </a:p>
          </p:txBody>
        </p:sp>
        <p:sp>
          <p:nvSpPr>
            <p:cNvPr id="83" name="TextBox 82"/>
            <p:cNvSpPr txBox="1"/>
            <p:nvPr/>
          </p:nvSpPr>
          <p:spPr>
            <a:xfrm rot="20026711">
              <a:off x="3893510" y="4523470"/>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04</a:t>
              </a:r>
              <a:endParaRPr lang="en-IN" sz="1400" b="1" dirty="0">
                <a:solidFill>
                  <a:prstClr val="white"/>
                </a:solidFill>
                <a:latin typeface="Arial" pitchFamily="34" charset="0"/>
                <a:cs typeface="Arial" pitchFamily="34" charset="0"/>
              </a:endParaRPr>
            </a:p>
          </p:txBody>
        </p:sp>
        <p:sp>
          <p:nvSpPr>
            <p:cNvPr id="84" name="TextBox 83"/>
            <p:cNvSpPr txBox="1"/>
            <p:nvPr/>
          </p:nvSpPr>
          <p:spPr>
            <a:xfrm rot="1465680">
              <a:off x="3051154" y="452901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05</a:t>
              </a:r>
              <a:endParaRPr lang="en-IN" sz="1400" b="1" dirty="0">
                <a:solidFill>
                  <a:prstClr val="white"/>
                </a:solidFill>
                <a:latin typeface="Arial" pitchFamily="34" charset="0"/>
                <a:cs typeface="Arial" pitchFamily="34" charset="0"/>
              </a:endParaRPr>
            </a:p>
          </p:txBody>
        </p:sp>
        <p:sp>
          <p:nvSpPr>
            <p:cNvPr id="86" name="TextBox 85"/>
            <p:cNvSpPr txBox="1"/>
            <p:nvPr/>
          </p:nvSpPr>
          <p:spPr>
            <a:xfrm rot="18533137">
              <a:off x="2696481" y="303272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07</a:t>
              </a:r>
              <a:endParaRPr lang="en-IN" sz="1400" b="1" dirty="0">
                <a:solidFill>
                  <a:prstClr val="white"/>
                </a:solidFill>
                <a:latin typeface="Arial" pitchFamily="34" charset="0"/>
                <a:cs typeface="Arial" pitchFamily="34" charset="0"/>
              </a:endParaRPr>
            </a:p>
          </p:txBody>
        </p:sp>
      </p:grpSp>
      <p:sp>
        <p:nvSpPr>
          <p:cNvPr id="101" name="Rounded Rectangle 100"/>
          <p:cNvSpPr/>
          <p:nvPr/>
        </p:nvSpPr>
        <p:spPr>
          <a:xfrm>
            <a:off x="6986066" y="1564075"/>
            <a:ext cx="4104456" cy="5120809"/>
          </a:xfrm>
          <a:prstGeom prst="roundRect">
            <a:avLst>
              <a:gd name="adj" fmla="val 779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endParaRPr lang="en-IN" sz="2400" dirty="0">
              <a:solidFill>
                <a:prstClr val="white"/>
              </a:solidFill>
              <a:latin typeface="Calibri"/>
            </a:endParaRPr>
          </a:p>
        </p:txBody>
      </p:sp>
      <p:sp>
        <p:nvSpPr>
          <p:cNvPr id="102" name="Oval 101"/>
          <p:cNvSpPr/>
          <p:nvPr/>
        </p:nvSpPr>
        <p:spPr>
          <a:xfrm>
            <a:off x="8197708" y="717255"/>
            <a:ext cx="1681172" cy="1681172"/>
          </a:xfrm>
          <a:prstGeom prst="ellipse">
            <a:avLst/>
          </a:prstGeom>
          <a:solidFill>
            <a:schemeClr val="accent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987"/>
            <a:r>
              <a:rPr lang="en-IN" sz="4000" b="1" dirty="0">
                <a:solidFill>
                  <a:prstClr val="white"/>
                </a:solidFill>
                <a:latin typeface="Arial" pitchFamily="34" charset="0"/>
                <a:cs typeface="Arial" pitchFamily="34" charset="0"/>
              </a:rPr>
              <a:t>07</a:t>
            </a:r>
          </a:p>
        </p:txBody>
      </p:sp>
      <p:sp>
        <p:nvSpPr>
          <p:cNvPr id="116" name="TextBox 115">
            <a:extLst>
              <a:ext uri="{FF2B5EF4-FFF2-40B4-BE49-F238E27FC236}">
                <a16:creationId xmlns:a16="http://schemas.microsoft.com/office/drawing/2014/main" id="{477ACA80-F414-46FE-BDD2-A486B4085D1C}"/>
              </a:ext>
            </a:extLst>
          </p:cNvPr>
          <p:cNvSpPr txBox="1"/>
          <p:nvPr/>
        </p:nvSpPr>
        <p:spPr>
          <a:xfrm>
            <a:off x="7573652" y="2387944"/>
            <a:ext cx="3076830" cy="400110"/>
          </a:xfrm>
          <a:prstGeom prst="rect">
            <a:avLst/>
          </a:prstGeom>
          <a:noFill/>
        </p:spPr>
        <p:txBody>
          <a:bodyPr wrap="square" rtlCol="0" anchor="b">
            <a:spAutoFit/>
          </a:bodyPr>
          <a:lstStyle/>
          <a:p>
            <a:pPr algn="ctr" defTabSz="1218987"/>
            <a:r>
              <a:rPr lang="en-GB" sz="2000" b="1" dirty="0">
                <a:solidFill>
                  <a:prstClr val="black">
                    <a:lumMod val="75000"/>
                    <a:lumOff val="25000"/>
                  </a:prstClr>
                </a:solidFill>
                <a:latin typeface="Arial" pitchFamily="34" charset="0"/>
                <a:cs typeface="Arial" pitchFamily="34" charset="0"/>
              </a:rPr>
              <a:t>Deep Learning</a:t>
            </a:r>
          </a:p>
        </p:txBody>
      </p:sp>
      <p:grpSp>
        <p:nvGrpSpPr>
          <p:cNvPr id="90" name="Group 89">
            <a:extLst>
              <a:ext uri="{FF2B5EF4-FFF2-40B4-BE49-F238E27FC236}">
                <a16:creationId xmlns:a16="http://schemas.microsoft.com/office/drawing/2014/main" id="{E0DB5813-EB9B-41AA-8805-F31DA7277E71}"/>
              </a:ext>
            </a:extLst>
          </p:cNvPr>
          <p:cNvGrpSpPr/>
          <p:nvPr/>
        </p:nvGrpSpPr>
        <p:grpSpPr>
          <a:xfrm>
            <a:off x="1029200" y="1198179"/>
            <a:ext cx="5280728" cy="5195116"/>
            <a:chOff x="1027612" y="1198179"/>
            <a:chExt cx="5280728" cy="5195116"/>
          </a:xfrm>
        </p:grpSpPr>
        <p:grpSp>
          <p:nvGrpSpPr>
            <p:cNvPr id="91" name="Group 90">
              <a:extLst>
                <a:ext uri="{FF2B5EF4-FFF2-40B4-BE49-F238E27FC236}">
                  <a16:creationId xmlns:a16="http://schemas.microsoft.com/office/drawing/2014/main" id="{22118222-BA4B-4CC3-9295-2F4EEF4A4DE6}"/>
                </a:ext>
              </a:extLst>
            </p:cNvPr>
            <p:cNvGrpSpPr/>
            <p:nvPr/>
          </p:nvGrpSpPr>
          <p:grpSpPr>
            <a:xfrm>
              <a:off x="1027612" y="1198179"/>
              <a:ext cx="5280728" cy="5195116"/>
              <a:chOff x="3407432" y="1152319"/>
              <a:chExt cx="5373960" cy="5286836"/>
            </a:xfrm>
            <a:effectLst>
              <a:outerShdw blurRad="381000" dist="88900" dir="2700000" algn="tl" rotWithShape="0">
                <a:prstClr val="black">
                  <a:alpha val="48000"/>
                </a:prstClr>
              </a:outerShdw>
            </a:effectLst>
          </p:grpSpPr>
          <p:sp>
            <p:nvSpPr>
              <p:cNvPr id="128" name="Freeform 57">
                <a:extLst>
                  <a:ext uri="{FF2B5EF4-FFF2-40B4-BE49-F238E27FC236}">
                    <a16:creationId xmlns:a16="http://schemas.microsoft.com/office/drawing/2014/main" id="{4C6A0D4E-9821-431F-AB71-A093A6C74912}"/>
                  </a:ext>
                </a:extLst>
              </p:cNvPr>
              <p:cNvSpPr>
                <a:spLocks/>
              </p:cNvSpPr>
              <p:nvPr/>
            </p:nvSpPr>
            <p:spPr bwMode="auto">
              <a:xfrm>
                <a:off x="5243895" y="1152319"/>
                <a:ext cx="1676883" cy="1931347"/>
              </a:xfrm>
              <a:custGeom>
                <a:avLst/>
                <a:gdLst>
                  <a:gd name="T0" fmla="*/ 1570 w 1944"/>
                  <a:gd name="T1" fmla="*/ 0 h 2239"/>
                  <a:gd name="T2" fmla="*/ 1579 w 1944"/>
                  <a:gd name="T3" fmla="*/ 0 h 2239"/>
                  <a:gd name="T4" fmla="*/ 1594 w 1944"/>
                  <a:gd name="T5" fmla="*/ 2 h 2239"/>
                  <a:gd name="T6" fmla="*/ 1613 w 1944"/>
                  <a:gd name="T7" fmla="*/ 4 h 2239"/>
                  <a:gd name="T8" fmla="*/ 1638 w 1944"/>
                  <a:gd name="T9" fmla="*/ 6 h 2239"/>
                  <a:gd name="T10" fmla="*/ 1664 w 1944"/>
                  <a:gd name="T11" fmla="*/ 11 h 2239"/>
                  <a:gd name="T12" fmla="*/ 1692 w 1944"/>
                  <a:gd name="T13" fmla="*/ 19 h 2239"/>
                  <a:gd name="T14" fmla="*/ 1725 w 1944"/>
                  <a:gd name="T15" fmla="*/ 28 h 2239"/>
                  <a:gd name="T16" fmla="*/ 1755 w 1944"/>
                  <a:gd name="T17" fmla="*/ 40 h 2239"/>
                  <a:gd name="T18" fmla="*/ 1787 w 1944"/>
                  <a:gd name="T19" fmla="*/ 57 h 2239"/>
                  <a:gd name="T20" fmla="*/ 1817 w 1944"/>
                  <a:gd name="T21" fmla="*/ 76 h 2239"/>
                  <a:gd name="T22" fmla="*/ 1846 w 1944"/>
                  <a:gd name="T23" fmla="*/ 98 h 2239"/>
                  <a:gd name="T24" fmla="*/ 1874 w 1944"/>
                  <a:gd name="T25" fmla="*/ 125 h 2239"/>
                  <a:gd name="T26" fmla="*/ 1897 w 1944"/>
                  <a:gd name="T27" fmla="*/ 157 h 2239"/>
                  <a:gd name="T28" fmla="*/ 1917 w 1944"/>
                  <a:gd name="T29" fmla="*/ 195 h 2239"/>
                  <a:gd name="T30" fmla="*/ 1933 w 1944"/>
                  <a:gd name="T31" fmla="*/ 238 h 2239"/>
                  <a:gd name="T32" fmla="*/ 1942 w 1944"/>
                  <a:gd name="T33" fmla="*/ 285 h 2239"/>
                  <a:gd name="T34" fmla="*/ 1944 w 1944"/>
                  <a:gd name="T35" fmla="*/ 340 h 2239"/>
                  <a:gd name="T36" fmla="*/ 1944 w 1944"/>
                  <a:gd name="T37" fmla="*/ 440 h 2239"/>
                  <a:gd name="T38" fmla="*/ 1944 w 1944"/>
                  <a:gd name="T39" fmla="*/ 531 h 2239"/>
                  <a:gd name="T40" fmla="*/ 1944 w 1944"/>
                  <a:gd name="T41" fmla="*/ 612 h 2239"/>
                  <a:gd name="T42" fmla="*/ 1944 w 1944"/>
                  <a:gd name="T43" fmla="*/ 684 h 2239"/>
                  <a:gd name="T44" fmla="*/ 1944 w 1944"/>
                  <a:gd name="T45" fmla="*/ 797 h 2239"/>
                  <a:gd name="T46" fmla="*/ 1944 w 1944"/>
                  <a:gd name="T47" fmla="*/ 839 h 2239"/>
                  <a:gd name="T48" fmla="*/ 1944 w 1944"/>
                  <a:gd name="T49" fmla="*/ 869 h 2239"/>
                  <a:gd name="T50" fmla="*/ 1944 w 1944"/>
                  <a:gd name="T51" fmla="*/ 886 h 2239"/>
                  <a:gd name="T52" fmla="*/ 1944 w 1944"/>
                  <a:gd name="T53" fmla="*/ 892 h 2239"/>
                  <a:gd name="T54" fmla="*/ 1314 w 1944"/>
                  <a:gd name="T55" fmla="*/ 2231 h 2239"/>
                  <a:gd name="T56" fmla="*/ 634 w 1944"/>
                  <a:gd name="T57" fmla="*/ 2239 h 2239"/>
                  <a:gd name="T58" fmla="*/ 0 w 1944"/>
                  <a:gd name="T59" fmla="*/ 886 h 2239"/>
                  <a:gd name="T60" fmla="*/ 0 w 1944"/>
                  <a:gd name="T61" fmla="*/ 312 h 2239"/>
                  <a:gd name="T62" fmla="*/ 0 w 1944"/>
                  <a:gd name="T63" fmla="*/ 308 h 2239"/>
                  <a:gd name="T64" fmla="*/ 0 w 1944"/>
                  <a:gd name="T65" fmla="*/ 301 h 2239"/>
                  <a:gd name="T66" fmla="*/ 0 w 1944"/>
                  <a:gd name="T67" fmla="*/ 287 h 2239"/>
                  <a:gd name="T68" fmla="*/ 2 w 1944"/>
                  <a:gd name="T69" fmla="*/ 268 h 2239"/>
                  <a:gd name="T70" fmla="*/ 6 w 1944"/>
                  <a:gd name="T71" fmla="*/ 248 h 2239"/>
                  <a:gd name="T72" fmla="*/ 13 w 1944"/>
                  <a:gd name="T73" fmla="*/ 223 h 2239"/>
                  <a:gd name="T74" fmla="*/ 21 w 1944"/>
                  <a:gd name="T75" fmla="*/ 197 h 2239"/>
                  <a:gd name="T76" fmla="*/ 32 w 1944"/>
                  <a:gd name="T77" fmla="*/ 170 h 2239"/>
                  <a:gd name="T78" fmla="*/ 47 w 1944"/>
                  <a:gd name="T79" fmla="*/ 142 h 2239"/>
                  <a:gd name="T80" fmla="*/ 64 w 1944"/>
                  <a:gd name="T81" fmla="*/ 115 h 2239"/>
                  <a:gd name="T82" fmla="*/ 87 w 1944"/>
                  <a:gd name="T83" fmla="*/ 89 h 2239"/>
                  <a:gd name="T84" fmla="*/ 115 w 1944"/>
                  <a:gd name="T85" fmla="*/ 66 h 2239"/>
                  <a:gd name="T86" fmla="*/ 148 w 1944"/>
                  <a:gd name="T87" fmla="*/ 44 h 2239"/>
                  <a:gd name="T88" fmla="*/ 185 w 1944"/>
                  <a:gd name="T89" fmla="*/ 27 h 2239"/>
                  <a:gd name="T90" fmla="*/ 229 w 1944"/>
                  <a:gd name="T91" fmla="*/ 13 h 2239"/>
                  <a:gd name="T92" fmla="*/ 278 w 1944"/>
                  <a:gd name="T93" fmla="*/ 4 h 2239"/>
                  <a:gd name="T94" fmla="*/ 337 w 1944"/>
                  <a:gd name="T95" fmla="*/ 0 h 2239"/>
                  <a:gd name="T96" fmla="*/ 1566 w 1944"/>
                  <a:gd name="T97" fmla="*/ 0 h 2239"/>
                  <a:gd name="T98" fmla="*/ 1570 w 1944"/>
                  <a:gd name="T99" fmla="*/ 0 h 2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4" h="2239">
                    <a:moveTo>
                      <a:pt x="1570" y="0"/>
                    </a:moveTo>
                    <a:lnTo>
                      <a:pt x="1579" y="0"/>
                    </a:lnTo>
                    <a:lnTo>
                      <a:pt x="1594" y="2"/>
                    </a:lnTo>
                    <a:lnTo>
                      <a:pt x="1613" y="4"/>
                    </a:lnTo>
                    <a:lnTo>
                      <a:pt x="1638" y="6"/>
                    </a:lnTo>
                    <a:lnTo>
                      <a:pt x="1664" y="11"/>
                    </a:lnTo>
                    <a:lnTo>
                      <a:pt x="1692" y="19"/>
                    </a:lnTo>
                    <a:lnTo>
                      <a:pt x="1725" y="28"/>
                    </a:lnTo>
                    <a:lnTo>
                      <a:pt x="1755" y="40"/>
                    </a:lnTo>
                    <a:lnTo>
                      <a:pt x="1787" y="57"/>
                    </a:lnTo>
                    <a:lnTo>
                      <a:pt x="1817" y="76"/>
                    </a:lnTo>
                    <a:lnTo>
                      <a:pt x="1846" y="98"/>
                    </a:lnTo>
                    <a:lnTo>
                      <a:pt x="1874" y="125"/>
                    </a:lnTo>
                    <a:lnTo>
                      <a:pt x="1897" y="157"/>
                    </a:lnTo>
                    <a:lnTo>
                      <a:pt x="1917" y="195"/>
                    </a:lnTo>
                    <a:lnTo>
                      <a:pt x="1933" y="238"/>
                    </a:lnTo>
                    <a:lnTo>
                      <a:pt x="1942" y="285"/>
                    </a:lnTo>
                    <a:lnTo>
                      <a:pt x="1944" y="340"/>
                    </a:lnTo>
                    <a:lnTo>
                      <a:pt x="1944" y="440"/>
                    </a:lnTo>
                    <a:lnTo>
                      <a:pt x="1944" y="531"/>
                    </a:lnTo>
                    <a:lnTo>
                      <a:pt x="1944" y="612"/>
                    </a:lnTo>
                    <a:lnTo>
                      <a:pt x="1944" y="684"/>
                    </a:lnTo>
                    <a:lnTo>
                      <a:pt x="1944" y="797"/>
                    </a:lnTo>
                    <a:lnTo>
                      <a:pt x="1944" y="839"/>
                    </a:lnTo>
                    <a:lnTo>
                      <a:pt x="1944" y="869"/>
                    </a:lnTo>
                    <a:lnTo>
                      <a:pt x="1944" y="886"/>
                    </a:lnTo>
                    <a:lnTo>
                      <a:pt x="1944" y="892"/>
                    </a:lnTo>
                    <a:lnTo>
                      <a:pt x="1314" y="2231"/>
                    </a:lnTo>
                    <a:lnTo>
                      <a:pt x="634" y="2239"/>
                    </a:lnTo>
                    <a:lnTo>
                      <a:pt x="0" y="886"/>
                    </a:lnTo>
                    <a:lnTo>
                      <a:pt x="0" y="312"/>
                    </a:lnTo>
                    <a:lnTo>
                      <a:pt x="0" y="308"/>
                    </a:lnTo>
                    <a:lnTo>
                      <a:pt x="0" y="301"/>
                    </a:lnTo>
                    <a:lnTo>
                      <a:pt x="0" y="287"/>
                    </a:lnTo>
                    <a:lnTo>
                      <a:pt x="2" y="268"/>
                    </a:lnTo>
                    <a:lnTo>
                      <a:pt x="6" y="248"/>
                    </a:lnTo>
                    <a:lnTo>
                      <a:pt x="13" y="223"/>
                    </a:lnTo>
                    <a:lnTo>
                      <a:pt x="21" y="197"/>
                    </a:lnTo>
                    <a:lnTo>
                      <a:pt x="32" y="170"/>
                    </a:lnTo>
                    <a:lnTo>
                      <a:pt x="47" y="142"/>
                    </a:lnTo>
                    <a:lnTo>
                      <a:pt x="64" y="115"/>
                    </a:lnTo>
                    <a:lnTo>
                      <a:pt x="87" y="89"/>
                    </a:lnTo>
                    <a:lnTo>
                      <a:pt x="115" y="66"/>
                    </a:lnTo>
                    <a:lnTo>
                      <a:pt x="148" y="44"/>
                    </a:lnTo>
                    <a:lnTo>
                      <a:pt x="185" y="27"/>
                    </a:lnTo>
                    <a:lnTo>
                      <a:pt x="229" y="13"/>
                    </a:lnTo>
                    <a:lnTo>
                      <a:pt x="278" y="4"/>
                    </a:lnTo>
                    <a:lnTo>
                      <a:pt x="337" y="0"/>
                    </a:lnTo>
                    <a:lnTo>
                      <a:pt x="1566" y="0"/>
                    </a:lnTo>
                    <a:lnTo>
                      <a:pt x="1570" y="0"/>
                    </a:lnTo>
                    <a:close/>
                  </a:path>
                </a:pathLst>
              </a:custGeom>
              <a:gradFill flip="none" rotWithShape="1">
                <a:gsLst>
                  <a:gs pos="0">
                    <a:schemeClr val="bg1"/>
                  </a:gs>
                  <a:gs pos="83000">
                    <a:schemeClr val="bg1">
                      <a:lumMod val="85000"/>
                    </a:schemeClr>
                  </a:gs>
                </a:gsLst>
                <a:lin ang="8100000" scaled="1"/>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29" name="Freeform 58">
                <a:extLst>
                  <a:ext uri="{FF2B5EF4-FFF2-40B4-BE49-F238E27FC236}">
                    <a16:creationId xmlns:a16="http://schemas.microsoft.com/office/drawing/2014/main" id="{31FA44A8-258D-4166-801C-7575EAF9DC7C}"/>
                  </a:ext>
                </a:extLst>
              </p:cNvPr>
              <p:cNvSpPr>
                <a:spLocks/>
              </p:cNvSpPr>
              <p:nvPr/>
            </p:nvSpPr>
            <p:spPr bwMode="auto">
              <a:xfrm>
                <a:off x="6461014" y="1592242"/>
                <a:ext cx="2087477" cy="1996904"/>
              </a:xfrm>
              <a:custGeom>
                <a:avLst/>
                <a:gdLst>
                  <a:gd name="T0" fmla="*/ 1299 w 2420"/>
                  <a:gd name="T1" fmla="*/ 0 h 2315"/>
                  <a:gd name="T2" fmla="*/ 1342 w 2420"/>
                  <a:gd name="T3" fmla="*/ 8 h 2315"/>
                  <a:gd name="T4" fmla="*/ 1388 w 2420"/>
                  <a:gd name="T5" fmla="*/ 23 h 2315"/>
                  <a:gd name="T6" fmla="*/ 1433 w 2420"/>
                  <a:gd name="T7" fmla="*/ 47 h 2315"/>
                  <a:gd name="T8" fmla="*/ 1480 w 2420"/>
                  <a:gd name="T9" fmla="*/ 85 h 2315"/>
                  <a:gd name="T10" fmla="*/ 1528 w 2420"/>
                  <a:gd name="T11" fmla="*/ 134 h 2315"/>
                  <a:gd name="T12" fmla="*/ 2316 w 2420"/>
                  <a:gd name="T13" fmla="*/ 1077 h 2315"/>
                  <a:gd name="T14" fmla="*/ 2318 w 2420"/>
                  <a:gd name="T15" fmla="*/ 1081 h 2315"/>
                  <a:gd name="T16" fmla="*/ 2325 w 2420"/>
                  <a:gd name="T17" fmla="*/ 1090 h 2315"/>
                  <a:gd name="T18" fmla="*/ 2337 w 2420"/>
                  <a:gd name="T19" fmla="*/ 1105 h 2315"/>
                  <a:gd name="T20" fmla="*/ 2350 w 2420"/>
                  <a:gd name="T21" fmla="*/ 1126 h 2315"/>
                  <a:gd name="T22" fmla="*/ 2365 w 2420"/>
                  <a:gd name="T23" fmla="*/ 1151 h 2315"/>
                  <a:gd name="T24" fmla="*/ 2380 w 2420"/>
                  <a:gd name="T25" fmla="*/ 1179 h 2315"/>
                  <a:gd name="T26" fmla="*/ 2395 w 2420"/>
                  <a:gd name="T27" fmla="*/ 1213 h 2315"/>
                  <a:gd name="T28" fmla="*/ 2407 w 2420"/>
                  <a:gd name="T29" fmla="*/ 1249 h 2315"/>
                  <a:gd name="T30" fmla="*/ 2416 w 2420"/>
                  <a:gd name="T31" fmla="*/ 1287 h 2315"/>
                  <a:gd name="T32" fmla="*/ 2420 w 2420"/>
                  <a:gd name="T33" fmla="*/ 1328 h 2315"/>
                  <a:gd name="T34" fmla="*/ 2420 w 2420"/>
                  <a:gd name="T35" fmla="*/ 1370 h 2315"/>
                  <a:gd name="T36" fmla="*/ 2412 w 2420"/>
                  <a:gd name="T37" fmla="*/ 1413 h 2315"/>
                  <a:gd name="T38" fmla="*/ 2399 w 2420"/>
                  <a:gd name="T39" fmla="*/ 1457 h 2315"/>
                  <a:gd name="T40" fmla="*/ 2375 w 2420"/>
                  <a:gd name="T41" fmla="*/ 1500 h 2315"/>
                  <a:gd name="T42" fmla="*/ 2343 w 2420"/>
                  <a:gd name="T43" fmla="*/ 1544 h 2315"/>
                  <a:gd name="T44" fmla="*/ 2297 w 2420"/>
                  <a:gd name="T45" fmla="*/ 1587 h 2315"/>
                  <a:gd name="T46" fmla="*/ 2227 w 2420"/>
                  <a:gd name="T47" fmla="*/ 1644 h 2315"/>
                  <a:gd name="T48" fmla="*/ 2163 w 2420"/>
                  <a:gd name="T49" fmla="*/ 1699 h 2315"/>
                  <a:gd name="T50" fmla="*/ 2104 w 2420"/>
                  <a:gd name="T51" fmla="*/ 1748 h 2315"/>
                  <a:gd name="T52" fmla="*/ 2053 w 2420"/>
                  <a:gd name="T53" fmla="*/ 1791 h 2315"/>
                  <a:gd name="T54" fmla="*/ 2006 w 2420"/>
                  <a:gd name="T55" fmla="*/ 1829 h 2315"/>
                  <a:gd name="T56" fmla="*/ 1966 w 2420"/>
                  <a:gd name="T57" fmla="*/ 1863 h 2315"/>
                  <a:gd name="T58" fmla="*/ 1934 w 2420"/>
                  <a:gd name="T59" fmla="*/ 1890 h 2315"/>
                  <a:gd name="T60" fmla="*/ 1908 w 2420"/>
                  <a:gd name="T61" fmla="*/ 1912 h 2315"/>
                  <a:gd name="T62" fmla="*/ 1889 w 2420"/>
                  <a:gd name="T63" fmla="*/ 1927 h 2315"/>
                  <a:gd name="T64" fmla="*/ 1877 w 2420"/>
                  <a:gd name="T65" fmla="*/ 1937 h 2315"/>
                  <a:gd name="T66" fmla="*/ 1874 w 2420"/>
                  <a:gd name="T67" fmla="*/ 1941 h 2315"/>
                  <a:gd name="T68" fmla="*/ 440 w 2420"/>
                  <a:gd name="T69" fmla="*/ 2315 h 2315"/>
                  <a:gd name="T70" fmla="*/ 0 w 2420"/>
                  <a:gd name="T71" fmla="*/ 1797 h 2315"/>
                  <a:gd name="T72" fmla="*/ 633 w 2420"/>
                  <a:gd name="T73" fmla="*/ 444 h 2315"/>
                  <a:gd name="T74" fmla="*/ 1074 w 2420"/>
                  <a:gd name="T75" fmla="*/ 76 h 2315"/>
                  <a:gd name="T76" fmla="*/ 1078 w 2420"/>
                  <a:gd name="T77" fmla="*/ 74 h 2315"/>
                  <a:gd name="T78" fmla="*/ 1087 w 2420"/>
                  <a:gd name="T79" fmla="*/ 64 h 2315"/>
                  <a:gd name="T80" fmla="*/ 1104 w 2420"/>
                  <a:gd name="T81" fmla="*/ 55 h 2315"/>
                  <a:gd name="T82" fmla="*/ 1125 w 2420"/>
                  <a:gd name="T83" fmla="*/ 42 h 2315"/>
                  <a:gd name="T84" fmla="*/ 1151 w 2420"/>
                  <a:gd name="T85" fmla="*/ 29 h 2315"/>
                  <a:gd name="T86" fmla="*/ 1183 w 2420"/>
                  <a:gd name="T87" fmla="*/ 15 h 2315"/>
                  <a:gd name="T88" fmla="*/ 1217 w 2420"/>
                  <a:gd name="T89" fmla="*/ 6 h 2315"/>
                  <a:gd name="T90" fmla="*/ 1257 w 2420"/>
                  <a:gd name="T91" fmla="*/ 0 h 2315"/>
                  <a:gd name="T92" fmla="*/ 1299 w 2420"/>
                  <a:gd name="T93" fmla="*/ 0 h 2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20" h="2315">
                    <a:moveTo>
                      <a:pt x="1299" y="0"/>
                    </a:moveTo>
                    <a:lnTo>
                      <a:pt x="1342" y="8"/>
                    </a:lnTo>
                    <a:lnTo>
                      <a:pt x="1388" y="23"/>
                    </a:lnTo>
                    <a:lnTo>
                      <a:pt x="1433" y="47"/>
                    </a:lnTo>
                    <a:lnTo>
                      <a:pt x="1480" y="85"/>
                    </a:lnTo>
                    <a:lnTo>
                      <a:pt x="1528" y="134"/>
                    </a:lnTo>
                    <a:lnTo>
                      <a:pt x="2316" y="1077"/>
                    </a:lnTo>
                    <a:lnTo>
                      <a:pt x="2318" y="1081"/>
                    </a:lnTo>
                    <a:lnTo>
                      <a:pt x="2325" y="1090"/>
                    </a:lnTo>
                    <a:lnTo>
                      <a:pt x="2337" y="1105"/>
                    </a:lnTo>
                    <a:lnTo>
                      <a:pt x="2350" y="1126"/>
                    </a:lnTo>
                    <a:lnTo>
                      <a:pt x="2365" y="1151"/>
                    </a:lnTo>
                    <a:lnTo>
                      <a:pt x="2380" y="1179"/>
                    </a:lnTo>
                    <a:lnTo>
                      <a:pt x="2395" y="1213"/>
                    </a:lnTo>
                    <a:lnTo>
                      <a:pt x="2407" y="1249"/>
                    </a:lnTo>
                    <a:lnTo>
                      <a:pt x="2416" y="1287"/>
                    </a:lnTo>
                    <a:lnTo>
                      <a:pt x="2420" y="1328"/>
                    </a:lnTo>
                    <a:lnTo>
                      <a:pt x="2420" y="1370"/>
                    </a:lnTo>
                    <a:lnTo>
                      <a:pt x="2412" y="1413"/>
                    </a:lnTo>
                    <a:lnTo>
                      <a:pt x="2399" y="1457"/>
                    </a:lnTo>
                    <a:lnTo>
                      <a:pt x="2375" y="1500"/>
                    </a:lnTo>
                    <a:lnTo>
                      <a:pt x="2343" y="1544"/>
                    </a:lnTo>
                    <a:lnTo>
                      <a:pt x="2297" y="1587"/>
                    </a:lnTo>
                    <a:lnTo>
                      <a:pt x="2227" y="1644"/>
                    </a:lnTo>
                    <a:lnTo>
                      <a:pt x="2163" y="1699"/>
                    </a:lnTo>
                    <a:lnTo>
                      <a:pt x="2104" y="1748"/>
                    </a:lnTo>
                    <a:lnTo>
                      <a:pt x="2053" y="1791"/>
                    </a:lnTo>
                    <a:lnTo>
                      <a:pt x="2006" y="1829"/>
                    </a:lnTo>
                    <a:lnTo>
                      <a:pt x="1966" y="1863"/>
                    </a:lnTo>
                    <a:lnTo>
                      <a:pt x="1934" y="1890"/>
                    </a:lnTo>
                    <a:lnTo>
                      <a:pt x="1908" y="1912"/>
                    </a:lnTo>
                    <a:lnTo>
                      <a:pt x="1889" y="1927"/>
                    </a:lnTo>
                    <a:lnTo>
                      <a:pt x="1877" y="1937"/>
                    </a:lnTo>
                    <a:lnTo>
                      <a:pt x="1874" y="1941"/>
                    </a:lnTo>
                    <a:lnTo>
                      <a:pt x="440" y="2315"/>
                    </a:lnTo>
                    <a:lnTo>
                      <a:pt x="0" y="1797"/>
                    </a:lnTo>
                    <a:lnTo>
                      <a:pt x="633" y="444"/>
                    </a:lnTo>
                    <a:lnTo>
                      <a:pt x="1074" y="76"/>
                    </a:lnTo>
                    <a:lnTo>
                      <a:pt x="1078" y="74"/>
                    </a:lnTo>
                    <a:lnTo>
                      <a:pt x="1087" y="64"/>
                    </a:lnTo>
                    <a:lnTo>
                      <a:pt x="1104" y="55"/>
                    </a:lnTo>
                    <a:lnTo>
                      <a:pt x="1125" y="42"/>
                    </a:lnTo>
                    <a:lnTo>
                      <a:pt x="1151" y="29"/>
                    </a:lnTo>
                    <a:lnTo>
                      <a:pt x="1183" y="15"/>
                    </a:lnTo>
                    <a:lnTo>
                      <a:pt x="1217" y="6"/>
                    </a:lnTo>
                    <a:lnTo>
                      <a:pt x="1257" y="0"/>
                    </a:lnTo>
                    <a:lnTo>
                      <a:pt x="1299" y="0"/>
                    </a:lnTo>
                    <a:close/>
                  </a:path>
                </a:pathLst>
              </a:custGeom>
              <a:gradFill flip="none" rotWithShape="1">
                <a:gsLst>
                  <a:gs pos="0">
                    <a:schemeClr val="bg1"/>
                  </a:gs>
                  <a:gs pos="92000">
                    <a:schemeClr val="bg1">
                      <a:lumMod val="85000"/>
                    </a:schemeClr>
                  </a:gs>
                </a:gsLst>
                <a:lin ang="11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30" name="Freeform 59">
                <a:extLst>
                  <a:ext uri="{FF2B5EF4-FFF2-40B4-BE49-F238E27FC236}">
                    <a16:creationId xmlns:a16="http://schemas.microsoft.com/office/drawing/2014/main" id="{40D6086B-42C5-4DAD-99B6-60EB957E308F}"/>
                  </a:ext>
                </a:extLst>
              </p:cNvPr>
              <p:cNvSpPr>
                <a:spLocks/>
              </p:cNvSpPr>
              <p:nvPr/>
            </p:nvSpPr>
            <p:spPr bwMode="auto">
              <a:xfrm>
                <a:off x="6710304" y="3375222"/>
                <a:ext cx="2071088" cy="1745889"/>
              </a:xfrm>
              <a:custGeom>
                <a:avLst/>
                <a:gdLst>
                  <a:gd name="T0" fmla="*/ 1596 w 2401"/>
                  <a:gd name="T1" fmla="*/ 0 h 2024"/>
                  <a:gd name="T2" fmla="*/ 2156 w 2401"/>
                  <a:gd name="T3" fmla="*/ 121 h 2024"/>
                  <a:gd name="T4" fmla="*/ 2159 w 2401"/>
                  <a:gd name="T5" fmla="*/ 123 h 2024"/>
                  <a:gd name="T6" fmla="*/ 2169 w 2401"/>
                  <a:gd name="T7" fmla="*/ 125 h 2024"/>
                  <a:gd name="T8" fmla="*/ 2182 w 2401"/>
                  <a:gd name="T9" fmla="*/ 129 h 2024"/>
                  <a:gd name="T10" fmla="*/ 2199 w 2401"/>
                  <a:gd name="T11" fmla="*/ 134 h 2024"/>
                  <a:gd name="T12" fmla="*/ 2218 w 2401"/>
                  <a:gd name="T13" fmla="*/ 142 h 2024"/>
                  <a:gd name="T14" fmla="*/ 2241 w 2401"/>
                  <a:gd name="T15" fmla="*/ 153 h 2024"/>
                  <a:gd name="T16" fmla="*/ 2265 w 2401"/>
                  <a:gd name="T17" fmla="*/ 166 h 2024"/>
                  <a:gd name="T18" fmla="*/ 2288 w 2401"/>
                  <a:gd name="T19" fmla="*/ 183 h 2024"/>
                  <a:gd name="T20" fmla="*/ 2313 w 2401"/>
                  <a:gd name="T21" fmla="*/ 204 h 2024"/>
                  <a:gd name="T22" fmla="*/ 2335 w 2401"/>
                  <a:gd name="T23" fmla="*/ 227 h 2024"/>
                  <a:gd name="T24" fmla="*/ 2356 w 2401"/>
                  <a:gd name="T25" fmla="*/ 255 h 2024"/>
                  <a:gd name="T26" fmla="*/ 2373 w 2401"/>
                  <a:gd name="T27" fmla="*/ 285 h 2024"/>
                  <a:gd name="T28" fmla="*/ 2386 w 2401"/>
                  <a:gd name="T29" fmla="*/ 323 h 2024"/>
                  <a:gd name="T30" fmla="*/ 2396 w 2401"/>
                  <a:gd name="T31" fmla="*/ 363 h 2024"/>
                  <a:gd name="T32" fmla="*/ 2401 w 2401"/>
                  <a:gd name="T33" fmla="*/ 408 h 2024"/>
                  <a:gd name="T34" fmla="*/ 2400 w 2401"/>
                  <a:gd name="T35" fmla="*/ 459 h 2024"/>
                  <a:gd name="T36" fmla="*/ 2390 w 2401"/>
                  <a:gd name="T37" fmla="*/ 516 h 2024"/>
                  <a:gd name="T38" fmla="*/ 2127 w 2401"/>
                  <a:gd name="T39" fmla="*/ 1717 h 2024"/>
                  <a:gd name="T40" fmla="*/ 2127 w 2401"/>
                  <a:gd name="T41" fmla="*/ 1721 h 2024"/>
                  <a:gd name="T42" fmla="*/ 2125 w 2401"/>
                  <a:gd name="T43" fmla="*/ 1731 h 2024"/>
                  <a:gd name="T44" fmla="*/ 2120 w 2401"/>
                  <a:gd name="T45" fmla="*/ 1748 h 2024"/>
                  <a:gd name="T46" fmla="*/ 2114 w 2401"/>
                  <a:gd name="T47" fmla="*/ 1769 h 2024"/>
                  <a:gd name="T48" fmla="*/ 2105 w 2401"/>
                  <a:gd name="T49" fmla="*/ 1793 h 2024"/>
                  <a:gd name="T50" fmla="*/ 2091 w 2401"/>
                  <a:gd name="T51" fmla="*/ 1820 h 2024"/>
                  <a:gd name="T52" fmla="*/ 2078 w 2401"/>
                  <a:gd name="T53" fmla="*/ 1848 h 2024"/>
                  <a:gd name="T54" fmla="*/ 2059 w 2401"/>
                  <a:gd name="T55" fmla="*/ 1878 h 2024"/>
                  <a:gd name="T56" fmla="*/ 2038 w 2401"/>
                  <a:gd name="T57" fmla="*/ 1908 h 2024"/>
                  <a:gd name="T58" fmla="*/ 2012 w 2401"/>
                  <a:gd name="T59" fmla="*/ 1937 h 2024"/>
                  <a:gd name="T60" fmla="*/ 1984 w 2401"/>
                  <a:gd name="T61" fmla="*/ 1961 h 2024"/>
                  <a:gd name="T62" fmla="*/ 1951 w 2401"/>
                  <a:gd name="T63" fmla="*/ 1986 h 2024"/>
                  <a:gd name="T64" fmla="*/ 1914 w 2401"/>
                  <a:gd name="T65" fmla="*/ 2003 h 2024"/>
                  <a:gd name="T66" fmla="*/ 1872 w 2401"/>
                  <a:gd name="T67" fmla="*/ 2016 h 2024"/>
                  <a:gd name="T68" fmla="*/ 1825 w 2401"/>
                  <a:gd name="T69" fmla="*/ 2024 h 2024"/>
                  <a:gd name="T70" fmla="*/ 1772 w 2401"/>
                  <a:gd name="T71" fmla="*/ 2024 h 2024"/>
                  <a:gd name="T72" fmla="*/ 1715 w 2401"/>
                  <a:gd name="T73" fmla="*/ 2014 h 2024"/>
                  <a:gd name="T74" fmla="*/ 1617 w 2401"/>
                  <a:gd name="T75" fmla="*/ 1993 h 2024"/>
                  <a:gd name="T76" fmla="*/ 1528 w 2401"/>
                  <a:gd name="T77" fmla="*/ 1974 h 2024"/>
                  <a:gd name="T78" fmla="*/ 1448 w 2401"/>
                  <a:gd name="T79" fmla="*/ 1957 h 2024"/>
                  <a:gd name="T80" fmla="*/ 1378 w 2401"/>
                  <a:gd name="T81" fmla="*/ 1940 h 2024"/>
                  <a:gd name="T82" fmla="*/ 1318 w 2401"/>
                  <a:gd name="T83" fmla="*/ 1929 h 2024"/>
                  <a:gd name="T84" fmla="*/ 1267 w 2401"/>
                  <a:gd name="T85" fmla="*/ 1918 h 2024"/>
                  <a:gd name="T86" fmla="*/ 1227 w 2401"/>
                  <a:gd name="T87" fmla="*/ 1908 h 2024"/>
                  <a:gd name="T88" fmla="*/ 1199 w 2401"/>
                  <a:gd name="T89" fmla="*/ 1903 h 2024"/>
                  <a:gd name="T90" fmla="*/ 1182 w 2401"/>
                  <a:gd name="T91" fmla="*/ 1899 h 2024"/>
                  <a:gd name="T92" fmla="*/ 1174 w 2401"/>
                  <a:gd name="T93" fmla="*/ 1897 h 2024"/>
                  <a:gd name="T94" fmla="*/ 0 w 2401"/>
                  <a:gd name="T95" fmla="*/ 998 h 2024"/>
                  <a:gd name="T96" fmla="*/ 138 w 2401"/>
                  <a:gd name="T97" fmla="*/ 331 h 2024"/>
                  <a:gd name="T98" fmla="*/ 1596 w 2401"/>
                  <a:gd name="T99" fmla="*/ 0 h 2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01" h="2024">
                    <a:moveTo>
                      <a:pt x="1596" y="0"/>
                    </a:moveTo>
                    <a:lnTo>
                      <a:pt x="2156" y="121"/>
                    </a:lnTo>
                    <a:lnTo>
                      <a:pt x="2159" y="123"/>
                    </a:lnTo>
                    <a:lnTo>
                      <a:pt x="2169" y="125"/>
                    </a:lnTo>
                    <a:lnTo>
                      <a:pt x="2182" y="129"/>
                    </a:lnTo>
                    <a:lnTo>
                      <a:pt x="2199" y="134"/>
                    </a:lnTo>
                    <a:lnTo>
                      <a:pt x="2218" y="142"/>
                    </a:lnTo>
                    <a:lnTo>
                      <a:pt x="2241" y="153"/>
                    </a:lnTo>
                    <a:lnTo>
                      <a:pt x="2265" y="166"/>
                    </a:lnTo>
                    <a:lnTo>
                      <a:pt x="2288" y="183"/>
                    </a:lnTo>
                    <a:lnTo>
                      <a:pt x="2313" y="204"/>
                    </a:lnTo>
                    <a:lnTo>
                      <a:pt x="2335" y="227"/>
                    </a:lnTo>
                    <a:lnTo>
                      <a:pt x="2356" y="255"/>
                    </a:lnTo>
                    <a:lnTo>
                      <a:pt x="2373" y="285"/>
                    </a:lnTo>
                    <a:lnTo>
                      <a:pt x="2386" y="323"/>
                    </a:lnTo>
                    <a:lnTo>
                      <a:pt x="2396" y="363"/>
                    </a:lnTo>
                    <a:lnTo>
                      <a:pt x="2401" y="408"/>
                    </a:lnTo>
                    <a:lnTo>
                      <a:pt x="2400" y="459"/>
                    </a:lnTo>
                    <a:lnTo>
                      <a:pt x="2390" y="516"/>
                    </a:lnTo>
                    <a:lnTo>
                      <a:pt x="2127" y="1717"/>
                    </a:lnTo>
                    <a:lnTo>
                      <a:pt x="2127" y="1721"/>
                    </a:lnTo>
                    <a:lnTo>
                      <a:pt x="2125" y="1731"/>
                    </a:lnTo>
                    <a:lnTo>
                      <a:pt x="2120" y="1748"/>
                    </a:lnTo>
                    <a:lnTo>
                      <a:pt x="2114" y="1769"/>
                    </a:lnTo>
                    <a:lnTo>
                      <a:pt x="2105" y="1793"/>
                    </a:lnTo>
                    <a:lnTo>
                      <a:pt x="2091" y="1820"/>
                    </a:lnTo>
                    <a:lnTo>
                      <a:pt x="2078" y="1848"/>
                    </a:lnTo>
                    <a:lnTo>
                      <a:pt x="2059" y="1878"/>
                    </a:lnTo>
                    <a:lnTo>
                      <a:pt x="2038" y="1908"/>
                    </a:lnTo>
                    <a:lnTo>
                      <a:pt x="2012" y="1937"/>
                    </a:lnTo>
                    <a:lnTo>
                      <a:pt x="1984" y="1961"/>
                    </a:lnTo>
                    <a:lnTo>
                      <a:pt x="1951" y="1986"/>
                    </a:lnTo>
                    <a:lnTo>
                      <a:pt x="1914" y="2003"/>
                    </a:lnTo>
                    <a:lnTo>
                      <a:pt x="1872" y="2016"/>
                    </a:lnTo>
                    <a:lnTo>
                      <a:pt x="1825" y="2024"/>
                    </a:lnTo>
                    <a:lnTo>
                      <a:pt x="1772" y="2024"/>
                    </a:lnTo>
                    <a:lnTo>
                      <a:pt x="1715" y="2014"/>
                    </a:lnTo>
                    <a:lnTo>
                      <a:pt x="1617" y="1993"/>
                    </a:lnTo>
                    <a:lnTo>
                      <a:pt x="1528" y="1974"/>
                    </a:lnTo>
                    <a:lnTo>
                      <a:pt x="1448" y="1957"/>
                    </a:lnTo>
                    <a:lnTo>
                      <a:pt x="1378" y="1940"/>
                    </a:lnTo>
                    <a:lnTo>
                      <a:pt x="1318" y="1929"/>
                    </a:lnTo>
                    <a:lnTo>
                      <a:pt x="1267" y="1918"/>
                    </a:lnTo>
                    <a:lnTo>
                      <a:pt x="1227" y="1908"/>
                    </a:lnTo>
                    <a:lnTo>
                      <a:pt x="1199" y="1903"/>
                    </a:lnTo>
                    <a:lnTo>
                      <a:pt x="1182" y="1899"/>
                    </a:lnTo>
                    <a:lnTo>
                      <a:pt x="1174" y="1897"/>
                    </a:lnTo>
                    <a:lnTo>
                      <a:pt x="0" y="998"/>
                    </a:lnTo>
                    <a:lnTo>
                      <a:pt x="138" y="331"/>
                    </a:lnTo>
                    <a:lnTo>
                      <a:pt x="1596" y="0"/>
                    </a:lnTo>
                    <a:close/>
                  </a:path>
                </a:pathLst>
              </a:custGeom>
              <a:gradFill flip="none" rotWithShape="1">
                <a:gsLst>
                  <a:gs pos="0">
                    <a:schemeClr val="bg1"/>
                  </a:gs>
                  <a:gs pos="89000">
                    <a:schemeClr val="bg1">
                      <a:lumMod val="85000"/>
                    </a:schemeClr>
                  </a:gs>
                </a:gsLst>
                <a:lin ang="144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31" name="Freeform 60">
                <a:extLst>
                  <a:ext uri="{FF2B5EF4-FFF2-40B4-BE49-F238E27FC236}">
                    <a16:creationId xmlns:a16="http://schemas.microsoft.com/office/drawing/2014/main" id="{041AB36F-1443-456D-88B7-D6D427F90C3D}"/>
                  </a:ext>
                </a:extLst>
              </p:cNvPr>
              <p:cNvSpPr>
                <a:spLocks/>
              </p:cNvSpPr>
              <p:nvPr/>
            </p:nvSpPr>
            <p:spPr bwMode="auto">
              <a:xfrm>
                <a:off x="6128053" y="4282672"/>
                <a:ext cx="1781257" cy="2128880"/>
              </a:xfrm>
              <a:custGeom>
                <a:avLst/>
                <a:gdLst>
                  <a:gd name="T0" fmla="*/ 607 w 2065"/>
                  <a:gd name="T1" fmla="*/ 0 h 2468"/>
                  <a:gd name="T2" fmla="*/ 1777 w 2065"/>
                  <a:gd name="T3" fmla="*/ 930 h 2468"/>
                  <a:gd name="T4" fmla="*/ 2033 w 2065"/>
                  <a:gd name="T5" fmla="*/ 1444 h 2468"/>
                  <a:gd name="T6" fmla="*/ 2033 w 2065"/>
                  <a:gd name="T7" fmla="*/ 1448 h 2468"/>
                  <a:gd name="T8" fmla="*/ 2038 w 2065"/>
                  <a:gd name="T9" fmla="*/ 1455 h 2468"/>
                  <a:gd name="T10" fmla="*/ 2044 w 2065"/>
                  <a:gd name="T11" fmla="*/ 1470 h 2468"/>
                  <a:gd name="T12" fmla="*/ 2050 w 2065"/>
                  <a:gd name="T13" fmla="*/ 1489 h 2468"/>
                  <a:gd name="T14" fmla="*/ 2055 w 2065"/>
                  <a:gd name="T15" fmla="*/ 1512 h 2468"/>
                  <a:gd name="T16" fmla="*/ 2061 w 2065"/>
                  <a:gd name="T17" fmla="*/ 1540 h 2468"/>
                  <a:gd name="T18" fmla="*/ 2065 w 2065"/>
                  <a:gd name="T19" fmla="*/ 1569 h 2468"/>
                  <a:gd name="T20" fmla="*/ 2065 w 2065"/>
                  <a:gd name="T21" fmla="*/ 1601 h 2468"/>
                  <a:gd name="T22" fmla="*/ 2063 w 2065"/>
                  <a:gd name="T23" fmla="*/ 1635 h 2468"/>
                  <a:gd name="T24" fmla="*/ 2055 w 2065"/>
                  <a:gd name="T25" fmla="*/ 1671 h 2468"/>
                  <a:gd name="T26" fmla="*/ 2042 w 2065"/>
                  <a:gd name="T27" fmla="*/ 1705 h 2468"/>
                  <a:gd name="T28" fmla="*/ 2023 w 2065"/>
                  <a:gd name="T29" fmla="*/ 1741 h 2468"/>
                  <a:gd name="T30" fmla="*/ 1999 w 2065"/>
                  <a:gd name="T31" fmla="*/ 1776 h 2468"/>
                  <a:gd name="T32" fmla="*/ 1965 w 2065"/>
                  <a:gd name="T33" fmla="*/ 1810 h 2468"/>
                  <a:gd name="T34" fmla="*/ 1921 w 2065"/>
                  <a:gd name="T35" fmla="*/ 1843 h 2468"/>
                  <a:gd name="T36" fmla="*/ 1868 w 2065"/>
                  <a:gd name="T37" fmla="*/ 1873 h 2468"/>
                  <a:gd name="T38" fmla="*/ 768 w 2065"/>
                  <a:gd name="T39" fmla="*/ 2419 h 2468"/>
                  <a:gd name="T40" fmla="*/ 764 w 2065"/>
                  <a:gd name="T41" fmla="*/ 2421 h 2468"/>
                  <a:gd name="T42" fmla="*/ 754 w 2065"/>
                  <a:gd name="T43" fmla="*/ 2424 h 2468"/>
                  <a:gd name="T44" fmla="*/ 739 w 2065"/>
                  <a:gd name="T45" fmla="*/ 2432 h 2468"/>
                  <a:gd name="T46" fmla="*/ 719 w 2065"/>
                  <a:gd name="T47" fmla="*/ 2440 h 2468"/>
                  <a:gd name="T48" fmla="*/ 694 w 2065"/>
                  <a:gd name="T49" fmla="*/ 2447 h 2468"/>
                  <a:gd name="T50" fmla="*/ 664 w 2065"/>
                  <a:gd name="T51" fmla="*/ 2455 h 2468"/>
                  <a:gd name="T52" fmla="*/ 632 w 2065"/>
                  <a:gd name="T53" fmla="*/ 2460 h 2468"/>
                  <a:gd name="T54" fmla="*/ 597 w 2065"/>
                  <a:gd name="T55" fmla="*/ 2466 h 2468"/>
                  <a:gd name="T56" fmla="*/ 562 w 2065"/>
                  <a:gd name="T57" fmla="*/ 2468 h 2468"/>
                  <a:gd name="T58" fmla="*/ 524 w 2065"/>
                  <a:gd name="T59" fmla="*/ 2466 h 2468"/>
                  <a:gd name="T60" fmla="*/ 486 w 2065"/>
                  <a:gd name="T61" fmla="*/ 2458 h 2468"/>
                  <a:gd name="T62" fmla="*/ 446 w 2065"/>
                  <a:gd name="T63" fmla="*/ 2447 h 2468"/>
                  <a:gd name="T64" fmla="*/ 408 w 2065"/>
                  <a:gd name="T65" fmla="*/ 2430 h 2468"/>
                  <a:gd name="T66" fmla="*/ 372 w 2065"/>
                  <a:gd name="T67" fmla="*/ 2406 h 2468"/>
                  <a:gd name="T68" fmla="*/ 338 w 2065"/>
                  <a:gd name="T69" fmla="*/ 2373 h 2468"/>
                  <a:gd name="T70" fmla="*/ 306 w 2065"/>
                  <a:gd name="T71" fmla="*/ 2332 h 2468"/>
                  <a:gd name="T72" fmla="*/ 276 w 2065"/>
                  <a:gd name="T73" fmla="*/ 2283 h 2468"/>
                  <a:gd name="T74" fmla="*/ 236 w 2065"/>
                  <a:gd name="T75" fmla="*/ 2201 h 2468"/>
                  <a:gd name="T76" fmla="*/ 199 w 2065"/>
                  <a:gd name="T77" fmla="*/ 2126 h 2468"/>
                  <a:gd name="T78" fmla="*/ 164 w 2065"/>
                  <a:gd name="T79" fmla="*/ 2058 h 2468"/>
                  <a:gd name="T80" fmla="*/ 134 w 2065"/>
                  <a:gd name="T81" fmla="*/ 1996 h 2468"/>
                  <a:gd name="T82" fmla="*/ 108 w 2065"/>
                  <a:gd name="T83" fmla="*/ 1943 h 2468"/>
                  <a:gd name="T84" fmla="*/ 85 w 2065"/>
                  <a:gd name="T85" fmla="*/ 1895 h 2468"/>
                  <a:gd name="T86" fmla="*/ 66 w 2065"/>
                  <a:gd name="T87" fmla="*/ 1858 h 2468"/>
                  <a:gd name="T88" fmla="*/ 51 w 2065"/>
                  <a:gd name="T89" fmla="*/ 1827 h 2468"/>
                  <a:gd name="T90" fmla="*/ 40 w 2065"/>
                  <a:gd name="T91" fmla="*/ 1805 h 2468"/>
                  <a:gd name="T92" fmla="*/ 34 w 2065"/>
                  <a:gd name="T93" fmla="*/ 1792 h 2468"/>
                  <a:gd name="T94" fmla="*/ 30 w 2065"/>
                  <a:gd name="T95" fmla="*/ 1788 h 2468"/>
                  <a:gd name="T96" fmla="*/ 0 w 2065"/>
                  <a:gd name="T97" fmla="*/ 308 h 2468"/>
                  <a:gd name="T98" fmla="*/ 607 w 2065"/>
                  <a:gd name="T99" fmla="*/ 0 h 2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65" h="2468">
                    <a:moveTo>
                      <a:pt x="607" y="0"/>
                    </a:moveTo>
                    <a:lnTo>
                      <a:pt x="1777" y="930"/>
                    </a:lnTo>
                    <a:lnTo>
                      <a:pt x="2033" y="1444"/>
                    </a:lnTo>
                    <a:lnTo>
                      <a:pt x="2033" y="1448"/>
                    </a:lnTo>
                    <a:lnTo>
                      <a:pt x="2038" y="1455"/>
                    </a:lnTo>
                    <a:lnTo>
                      <a:pt x="2044" y="1470"/>
                    </a:lnTo>
                    <a:lnTo>
                      <a:pt x="2050" y="1489"/>
                    </a:lnTo>
                    <a:lnTo>
                      <a:pt x="2055" y="1512"/>
                    </a:lnTo>
                    <a:lnTo>
                      <a:pt x="2061" y="1540"/>
                    </a:lnTo>
                    <a:lnTo>
                      <a:pt x="2065" y="1569"/>
                    </a:lnTo>
                    <a:lnTo>
                      <a:pt x="2065" y="1601"/>
                    </a:lnTo>
                    <a:lnTo>
                      <a:pt x="2063" y="1635"/>
                    </a:lnTo>
                    <a:lnTo>
                      <a:pt x="2055" y="1671"/>
                    </a:lnTo>
                    <a:lnTo>
                      <a:pt x="2042" y="1705"/>
                    </a:lnTo>
                    <a:lnTo>
                      <a:pt x="2023" y="1741"/>
                    </a:lnTo>
                    <a:lnTo>
                      <a:pt x="1999" y="1776"/>
                    </a:lnTo>
                    <a:lnTo>
                      <a:pt x="1965" y="1810"/>
                    </a:lnTo>
                    <a:lnTo>
                      <a:pt x="1921" y="1843"/>
                    </a:lnTo>
                    <a:lnTo>
                      <a:pt x="1868" y="1873"/>
                    </a:lnTo>
                    <a:lnTo>
                      <a:pt x="768" y="2419"/>
                    </a:lnTo>
                    <a:lnTo>
                      <a:pt x="764" y="2421"/>
                    </a:lnTo>
                    <a:lnTo>
                      <a:pt x="754" y="2424"/>
                    </a:lnTo>
                    <a:lnTo>
                      <a:pt x="739" y="2432"/>
                    </a:lnTo>
                    <a:lnTo>
                      <a:pt x="719" y="2440"/>
                    </a:lnTo>
                    <a:lnTo>
                      <a:pt x="694" y="2447"/>
                    </a:lnTo>
                    <a:lnTo>
                      <a:pt x="664" y="2455"/>
                    </a:lnTo>
                    <a:lnTo>
                      <a:pt x="632" y="2460"/>
                    </a:lnTo>
                    <a:lnTo>
                      <a:pt x="597" y="2466"/>
                    </a:lnTo>
                    <a:lnTo>
                      <a:pt x="562" y="2468"/>
                    </a:lnTo>
                    <a:lnTo>
                      <a:pt x="524" y="2466"/>
                    </a:lnTo>
                    <a:lnTo>
                      <a:pt x="486" y="2458"/>
                    </a:lnTo>
                    <a:lnTo>
                      <a:pt x="446" y="2447"/>
                    </a:lnTo>
                    <a:lnTo>
                      <a:pt x="408" y="2430"/>
                    </a:lnTo>
                    <a:lnTo>
                      <a:pt x="372" y="2406"/>
                    </a:lnTo>
                    <a:lnTo>
                      <a:pt x="338" y="2373"/>
                    </a:lnTo>
                    <a:lnTo>
                      <a:pt x="306" y="2332"/>
                    </a:lnTo>
                    <a:lnTo>
                      <a:pt x="276" y="2283"/>
                    </a:lnTo>
                    <a:lnTo>
                      <a:pt x="236" y="2201"/>
                    </a:lnTo>
                    <a:lnTo>
                      <a:pt x="199" y="2126"/>
                    </a:lnTo>
                    <a:lnTo>
                      <a:pt x="164" y="2058"/>
                    </a:lnTo>
                    <a:lnTo>
                      <a:pt x="134" y="1996"/>
                    </a:lnTo>
                    <a:lnTo>
                      <a:pt x="108" y="1943"/>
                    </a:lnTo>
                    <a:lnTo>
                      <a:pt x="85" y="1895"/>
                    </a:lnTo>
                    <a:lnTo>
                      <a:pt x="66" y="1858"/>
                    </a:lnTo>
                    <a:lnTo>
                      <a:pt x="51" y="1827"/>
                    </a:lnTo>
                    <a:lnTo>
                      <a:pt x="40" y="1805"/>
                    </a:lnTo>
                    <a:lnTo>
                      <a:pt x="34" y="1792"/>
                    </a:lnTo>
                    <a:lnTo>
                      <a:pt x="30" y="1788"/>
                    </a:lnTo>
                    <a:lnTo>
                      <a:pt x="0" y="308"/>
                    </a:lnTo>
                    <a:lnTo>
                      <a:pt x="607" y="0"/>
                    </a:lnTo>
                    <a:close/>
                  </a:path>
                </a:pathLst>
              </a:custGeom>
              <a:gradFill flip="none" rotWithShape="1">
                <a:gsLst>
                  <a:gs pos="0">
                    <a:schemeClr val="bg1"/>
                  </a:gs>
                  <a:gs pos="89000">
                    <a:schemeClr val="bg1">
                      <a:lumMod val="85000"/>
                    </a:schemeClr>
                  </a:gs>
                </a:gsLst>
                <a:lin ang="12600000" scaled="0"/>
                <a:tileRect/>
              </a:gra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dirty="0">
                  <a:solidFill>
                    <a:prstClr val="black"/>
                  </a:solidFill>
                  <a:latin typeface="Calibri"/>
                </a:endParaRPr>
              </a:p>
            </p:txBody>
          </p:sp>
          <p:sp>
            <p:nvSpPr>
              <p:cNvPr id="132" name="Freeform 61">
                <a:extLst>
                  <a:ext uri="{FF2B5EF4-FFF2-40B4-BE49-F238E27FC236}">
                    <a16:creationId xmlns:a16="http://schemas.microsoft.com/office/drawing/2014/main" id="{5C303E8A-2D0E-433B-8260-27DD03CA7ADE}"/>
                  </a:ext>
                </a:extLst>
              </p:cNvPr>
              <p:cNvSpPr>
                <a:spLocks/>
              </p:cNvSpPr>
              <p:nvPr/>
            </p:nvSpPr>
            <p:spPr bwMode="auto">
              <a:xfrm>
                <a:off x="4296766" y="4302511"/>
                <a:ext cx="1765730" cy="2136644"/>
              </a:xfrm>
              <a:custGeom>
                <a:avLst/>
                <a:gdLst>
                  <a:gd name="T0" fmla="*/ 1433 w 2047"/>
                  <a:gd name="T1" fmla="*/ 0 h 2477"/>
                  <a:gd name="T2" fmla="*/ 2047 w 2047"/>
                  <a:gd name="T3" fmla="*/ 291 h 2477"/>
                  <a:gd name="T4" fmla="*/ 2027 w 2047"/>
                  <a:gd name="T5" fmla="*/ 1784 h 2477"/>
                  <a:gd name="T6" fmla="*/ 1777 w 2047"/>
                  <a:gd name="T7" fmla="*/ 2299 h 2477"/>
                  <a:gd name="T8" fmla="*/ 1775 w 2047"/>
                  <a:gd name="T9" fmla="*/ 2303 h 2477"/>
                  <a:gd name="T10" fmla="*/ 1769 w 2047"/>
                  <a:gd name="T11" fmla="*/ 2311 h 2477"/>
                  <a:gd name="T12" fmla="*/ 1762 w 2047"/>
                  <a:gd name="T13" fmla="*/ 2324 h 2477"/>
                  <a:gd name="T14" fmla="*/ 1750 w 2047"/>
                  <a:gd name="T15" fmla="*/ 2341 h 2477"/>
                  <a:gd name="T16" fmla="*/ 1737 w 2047"/>
                  <a:gd name="T17" fmla="*/ 2360 h 2477"/>
                  <a:gd name="T18" fmla="*/ 1718 w 2047"/>
                  <a:gd name="T19" fmla="*/ 2381 h 2477"/>
                  <a:gd name="T20" fmla="*/ 1698 w 2047"/>
                  <a:gd name="T21" fmla="*/ 2401 h 2477"/>
                  <a:gd name="T22" fmla="*/ 1673 w 2047"/>
                  <a:gd name="T23" fmla="*/ 2422 h 2477"/>
                  <a:gd name="T24" fmla="*/ 1645 w 2047"/>
                  <a:gd name="T25" fmla="*/ 2441 h 2477"/>
                  <a:gd name="T26" fmla="*/ 1612 w 2047"/>
                  <a:gd name="T27" fmla="*/ 2456 h 2477"/>
                  <a:gd name="T28" fmla="*/ 1577 w 2047"/>
                  <a:gd name="T29" fmla="*/ 2469 h 2477"/>
                  <a:gd name="T30" fmla="*/ 1537 w 2047"/>
                  <a:gd name="T31" fmla="*/ 2475 h 2477"/>
                  <a:gd name="T32" fmla="*/ 1493 w 2047"/>
                  <a:gd name="T33" fmla="*/ 2477 h 2477"/>
                  <a:gd name="T34" fmla="*/ 1444 w 2047"/>
                  <a:gd name="T35" fmla="*/ 2469 h 2477"/>
                  <a:gd name="T36" fmla="*/ 1393 w 2047"/>
                  <a:gd name="T37" fmla="*/ 2456 h 2477"/>
                  <a:gd name="T38" fmla="*/ 1336 w 2047"/>
                  <a:gd name="T39" fmla="*/ 2434 h 2477"/>
                  <a:gd name="T40" fmla="*/ 230 w 2047"/>
                  <a:gd name="T41" fmla="*/ 1897 h 2477"/>
                  <a:gd name="T42" fmla="*/ 228 w 2047"/>
                  <a:gd name="T43" fmla="*/ 1895 h 2477"/>
                  <a:gd name="T44" fmla="*/ 219 w 2047"/>
                  <a:gd name="T45" fmla="*/ 1889 h 2477"/>
                  <a:gd name="T46" fmla="*/ 204 w 2047"/>
                  <a:gd name="T47" fmla="*/ 1882 h 2477"/>
                  <a:gd name="T48" fmla="*/ 185 w 2047"/>
                  <a:gd name="T49" fmla="*/ 1871 h 2477"/>
                  <a:gd name="T50" fmla="*/ 164 w 2047"/>
                  <a:gd name="T51" fmla="*/ 1855 h 2477"/>
                  <a:gd name="T52" fmla="*/ 139 w 2047"/>
                  <a:gd name="T53" fmla="*/ 1837 h 2477"/>
                  <a:gd name="T54" fmla="*/ 115 w 2047"/>
                  <a:gd name="T55" fmla="*/ 1816 h 2477"/>
                  <a:gd name="T56" fmla="*/ 90 w 2047"/>
                  <a:gd name="T57" fmla="*/ 1791 h 2477"/>
                  <a:gd name="T58" fmla="*/ 66 w 2047"/>
                  <a:gd name="T59" fmla="*/ 1763 h 2477"/>
                  <a:gd name="T60" fmla="*/ 45 w 2047"/>
                  <a:gd name="T61" fmla="*/ 1733 h 2477"/>
                  <a:gd name="T62" fmla="*/ 26 w 2047"/>
                  <a:gd name="T63" fmla="*/ 1699 h 2477"/>
                  <a:gd name="T64" fmla="*/ 13 w 2047"/>
                  <a:gd name="T65" fmla="*/ 1661 h 2477"/>
                  <a:gd name="T66" fmla="*/ 3 w 2047"/>
                  <a:gd name="T67" fmla="*/ 1619 h 2477"/>
                  <a:gd name="T68" fmla="*/ 0 w 2047"/>
                  <a:gd name="T69" fmla="*/ 1576 h 2477"/>
                  <a:gd name="T70" fmla="*/ 5 w 2047"/>
                  <a:gd name="T71" fmla="*/ 1529 h 2477"/>
                  <a:gd name="T72" fmla="*/ 17 w 2047"/>
                  <a:gd name="T73" fmla="*/ 1479 h 2477"/>
                  <a:gd name="T74" fmla="*/ 39 w 2047"/>
                  <a:gd name="T75" fmla="*/ 1425 h 2477"/>
                  <a:gd name="T76" fmla="*/ 79 w 2047"/>
                  <a:gd name="T77" fmla="*/ 1343 h 2477"/>
                  <a:gd name="T78" fmla="*/ 115 w 2047"/>
                  <a:gd name="T79" fmla="*/ 1268 h 2477"/>
                  <a:gd name="T80" fmla="*/ 149 w 2047"/>
                  <a:gd name="T81" fmla="*/ 1200 h 2477"/>
                  <a:gd name="T82" fmla="*/ 179 w 2047"/>
                  <a:gd name="T83" fmla="*/ 1137 h 2477"/>
                  <a:gd name="T84" fmla="*/ 204 w 2047"/>
                  <a:gd name="T85" fmla="*/ 1085 h 2477"/>
                  <a:gd name="T86" fmla="*/ 226 w 2047"/>
                  <a:gd name="T87" fmla="*/ 1037 h 2477"/>
                  <a:gd name="T88" fmla="*/ 245 w 2047"/>
                  <a:gd name="T89" fmla="*/ 1000 h 2477"/>
                  <a:gd name="T90" fmla="*/ 260 w 2047"/>
                  <a:gd name="T91" fmla="*/ 967 h 2477"/>
                  <a:gd name="T92" fmla="*/ 272 w 2047"/>
                  <a:gd name="T93" fmla="*/ 947 h 2477"/>
                  <a:gd name="T94" fmla="*/ 277 w 2047"/>
                  <a:gd name="T95" fmla="*/ 933 h 2477"/>
                  <a:gd name="T96" fmla="*/ 279 w 2047"/>
                  <a:gd name="T97" fmla="*/ 928 h 2477"/>
                  <a:gd name="T98" fmla="*/ 1433 w 2047"/>
                  <a:gd name="T99" fmla="*/ 0 h 2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47" h="2477">
                    <a:moveTo>
                      <a:pt x="1433" y="0"/>
                    </a:moveTo>
                    <a:lnTo>
                      <a:pt x="2047" y="291"/>
                    </a:lnTo>
                    <a:lnTo>
                      <a:pt x="2027" y="1784"/>
                    </a:lnTo>
                    <a:lnTo>
                      <a:pt x="1777" y="2299"/>
                    </a:lnTo>
                    <a:lnTo>
                      <a:pt x="1775" y="2303"/>
                    </a:lnTo>
                    <a:lnTo>
                      <a:pt x="1769" y="2311"/>
                    </a:lnTo>
                    <a:lnTo>
                      <a:pt x="1762" y="2324"/>
                    </a:lnTo>
                    <a:lnTo>
                      <a:pt x="1750" y="2341"/>
                    </a:lnTo>
                    <a:lnTo>
                      <a:pt x="1737" y="2360"/>
                    </a:lnTo>
                    <a:lnTo>
                      <a:pt x="1718" y="2381"/>
                    </a:lnTo>
                    <a:lnTo>
                      <a:pt x="1698" y="2401"/>
                    </a:lnTo>
                    <a:lnTo>
                      <a:pt x="1673" y="2422"/>
                    </a:lnTo>
                    <a:lnTo>
                      <a:pt x="1645" y="2441"/>
                    </a:lnTo>
                    <a:lnTo>
                      <a:pt x="1612" y="2456"/>
                    </a:lnTo>
                    <a:lnTo>
                      <a:pt x="1577" y="2469"/>
                    </a:lnTo>
                    <a:lnTo>
                      <a:pt x="1537" y="2475"/>
                    </a:lnTo>
                    <a:lnTo>
                      <a:pt x="1493" y="2477"/>
                    </a:lnTo>
                    <a:lnTo>
                      <a:pt x="1444" y="2469"/>
                    </a:lnTo>
                    <a:lnTo>
                      <a:pt x="1393" y="2456"/>
                    </a:lnTo>
                    <a:lnTo>
                      <a:pt x="1336" y="2434"/>
                    </a:lnTo>
                    <a:lnTo>
                      <a:pt x="230" y="1897"/>
                    </a:lnTo>
                    <a:lnTo>
                      <a:pt x="228" y="1895"/>
                    </a:lnTo>
                    <a:lnTo>
                      <a:pt x="219" y="1889"/>
                    </a:lnTo>
                    <a:lnTo>
                      <a:pt x="204" y="1882"/>
                    </a:lnTo>
                    <a:lnTo>
                      <a:pt x="185" y="1871"/>
                    </a:lnTo>
                    <a:lnTo>
                      <a:pt x="164" y="1855"/>
                    </a:lnTo>
                    <a:lnTo>
                      <a:pt x="139" y="1837"/>
                    </a:lnTo>
                    <a:lnTo>
                      <a:pt x="115" y="1816"/>
                    </a:lnTo>
                    <a:lnTo>
                      <a:pt x="90" y="1791"/>
                    </a:lnTo>
                    <a:lnTo>
                      <a:pt x="66" y="1763"/>
                    </a:lnTo>
                    <a:lnTo>
                      <a:pt x="45" y="1733"/>
                    </a:lnTo>
                    <a:lnTo>
                      <a:pt x="26" y="1699"/>
                    </a:lnTo>
                    <a:lnTo>
                      <a:pt x="13" y="1661"/>
                    </a:lnTo>
                    <a:lnTo>
                      <a:pt x="3" y="1619"/>
                    </a:lnTo>
                    <a:lnTo>
                      <a:pt x="0" y="1576"/>
                    </a:lnTo>
                    <a:lnTo>
                      <a:pt x="5" y="1529"/>
                    </a:lnTo>
                    <a:lnTo>
                      <a:pt x="17" y="1479"/>
                    </a:lnTo>
                    <a:lnTo>
                      <a:pt x="39" y="1425"/>
                    </a:lnTo>
                    <a:lnTo>
                      <a:pt x="79" y="1343"/>
                    </a:lnTo>
                    <a:lnTo>
                      <a:pt x="115" y="1268"/>
                    </a:lnTo>
                    <a:lnTo>
                      <a:pt x="149" y="1200"/>
                    </a:lnTo>
                    <a:lnTo>
                      <a:pt x="179" y="1137"/>
                    </a:lnTo>
                    <a:lnTo>
                      <a:pt x="204" y="1085"/>
                    </a:lnTo>
                    <a:lnTo>
                      <a:pt x="226" y="1037"/>
                    </a:lnTo>
                    <a:lnTo>
                      <a:pt x="245" y="1000"/>
                    </a:lnTo>
                    <a:lnTo>
                      <a:pt x="260" y="967"/>
                    </a:lnTo>
                    <a:lnTo>
                      <a:pt x="272" y="947"/>
                    </a:lnTo>
                    <a:lnTo>
                      <a:pt x="277" y="933"/>
                    </a:lnTo>
                    <a:lnTo>
                      <a:pt x="279" y="928"/>
                    </a:lnTo>
                    <a:lnTo>
                      <a:pt x="1433" y="0"/>
                    </a:lnTo>
                    <a:close/>
                  </a:path>
                </a:pathLst>
              </a:custGeom>
              <a:solidFill>
                <a:srgbClr val="F4F4F4"/>
              </a:solidFill>
              <a:ln w="19050">
                <a:solidFill>
                  <a:srgbClr val="F3F3F3"/>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33" name="Freeform 62">
                <a:extLst>
                  <a:ext uri="{FF2B5EF4-FFF2-40B4-BE49-F238E27FC236}">
                    <a16:creationId xmlns:a16="http://schemas.microsoft.com/office/drawing/2014/main" id="{B5B29EB0-AC15-47CC-9053-06872C220017}"/>
                  </a:ext>
                </a:extLst>
              </p:cNvPr>
              <p:cNvSpPr>
                <a:spLocks/>
              </p:cNvSpPr>
              <p:nvPr/>
            </p:nvSpPr>
            <p:spPr bwMode="auto">
              <a:xfrm>
                <a:off x="3407432" y="3399375"/>
                <a:ext cx="2065050" cy="1749339"/>
              </a:xfrm>
              <a:custGeom>
                <a:avLst/>
                <a:gdLst>
                  <a:gd name="T0" fmla="*/ 804 w 2394"/>
                  <a:gd name="T1" fmla="*/ 0 h 2028"/>
                  <a:gd name="T2" fmla="*/ 2246 w 2394"/>
                  <a:gd name="T3" fmla="*/ 339 h 2028"/>
                  <a:gd name="T4" fmla="*/ 2394 w 2394"/>
                  <a:gd name="T5" fmla="*/ 1002 h 2028"/>
                  <a:gd name="T6" fmla="*/ 1201 w 2394"/>
                  <a:gd name="T7" fmla="*/ 1903 h 2028"/>
                  <a:gd name="T8" fmla="*/ 639 w 2394"/>
                  <a:gd name="T9" fmla="*/ 2022 h 2028"/>
                  <a:gd name="T10" fmla="*/ 635 w 2394"/>
                  <a:gd name="T11" fmla="*/ 2022 h 2028"/>
                  <a:gd name="T12" fmla="*/ 626 w 2394"/>
                  <a:gd name="T13" fmla="*/ 2024 h 2028"/>
                  <a:gd name="T14" fmla="*/ 611 w 2394"/>
                  <a:gd name="T15" fmla="*/ 2026 h 2028"/>
                  <a:gd name="T16" fmla="*/ 592 w 2394"/>
                  <a:gd name="T17" fmla="*/ 2028 h 2028"/>
                  <a:gd name="T18" fmla="*/ 567 w 2394"/>
                  <a:gd name="T19" fmla="*/ 2028 h 2028"/>
                  <a:gd name="T20" fmla="*/ 539 w 2394"/>
                  <a:gd name="T21" fmla="*/ 2026 h 2028"/>
                  <a:gd name="T22" fmla="*/ 511 w 2394"/>
                  <a:gd name="T23" fmla="*/ 2022 h 2028"/>
                  <a:gd name="T24" fmla="*/ 478 w 2394"/>
                  <a:gd name="T25" fmla="*/ 2014 h 2028"/>
                  <a:gd name="T26" fmla="*/ 446 w 2394"/>
                  <a:gd name="T27" fmla="*/ 2005 h 2028"/>
                  <a:gd name="T28" fmla="*/ 414 w 2394"/>
                  <a:gd name="T29" fmla="*/ 1988 h 2028"/>
                  <a:gd name="T30" fmla="*/ 384 w 2394"/>
                  <a:gd name="T31" fmla="*/ 1967 h 2028"/>
                  <a:gd name="T32" fmla="*/ 354 w 2394"/>
                  <a:gd name="T33" fmla="*/ 1941 h 2028"/>
                  <a:gd name="T34" fmla="*/ 325 w 2394"/>
                  <a:gd name="T35" fmla="*/ 1907 h 2028"/>
                  <a:gd name="T36" fmla="*/ 301 w 2394"/>
                  <a:gd name="T37" fmla="*/ 1865 h 2028"/>
                  <a:gd name="T38" fmla="*/ 280 w 2394"/>
                  <a:gd name="T39" fmla="*/ 1816 h 2028"/>
                  <a:gd name="T40" fmla="*/ 265 w 2394"/>
                  <a:gd name="T41" fmla="*/ 1758 h 2028"/>
                  <a:gd name="T42" fmla="*/ 9 w 2394"/>
                  <a:gd name="T43" fmla="*/ 556 h 2028"/>
                  <a:gd name="T44" fmla="*/ 9 w 2394"/>
                  <a:gd name="T45" fmla="*/ 552 h 2028"/>
                  <a:gd name="T46" fmla="*/ 8 w 2394"/>
                  <a:gd name="T47" fmla="*/ 541 h 2028"/>
                  <a:gd name="T48" fmla="*/ 4 w 2394"/>
                  <a:gd name="T49" fmla="*/ 524 h 2028"/>
                  <a:gd name="T50" fmla="*/ 2 w 2394"/>
                  <a:gd name="T51" fmla="*/ 503 h 2028"/>
                  <a:gd name="T52" fmla="*/ 0 w 2394"/>
                  <a:gd name="T53" fmla="*/ 477 h 2028"/>
                  <a:gd name="T54" fmla="*/ 0 w 2394"/>
                  <a:gd name="T55" fmla="*/ 446 h 2028"/>
                  <a:gd name="T56" fmla="*/ 2 w 2394"/>
                  <a:gd name="T57" fmla="*/ 414 h 2028"/>
                  <a:gd name="T58" fmla="*/ 6 w 2394"/>
                  <a:gd name="T59" fmla="*/ 380 h 2028"/>
                  <a:gd name="T60" fmla="*/ 13 w 2394"/>
                  <a:gd name="T61" fmla="*/ 344 h 2028"/>
                  <a:gd name="T62" fmla="*/ 25 w 2394"/>
                  <a:gd name="T63" fmla="*/ 308 h 2028"/>
                  <a:gd name="T64" fmla="*/ 40 w 2394"/>
                  <a:gd name="T65" fmla="*/ 273 h 2028"/>
                  <a:gd name="T66" fmla="*/ 61 w 2394"/>
                  <a:gd name="T67" fmla="*/ 239 h 2028"/>
                  <a:gd name="T68" fmla="*/ 87 w 2394"/>
                  <a:gd name="T69" fmla="*/ 206 h 2028"/>
                  <a:gd name="T70" fmla="*/ 121 w 2394"/>
                  <a:gd name="T71" fmla="*/ 176 h 2028"/>
                  <a:gd name="T72" fmla="*/ 161 w 2394"/>
                  <a:gd name="T73" fmla="*/ 152 h 2028"/>
                  <a:gd name="T74" fmla="*/ 208 w 2394"/>
                  <a:gd name="T75" fmla="*/ 129 h 2028"/>
                  <a:gd name="T76" fmla="*/ 263 w 2394"/>
                  <a:gd name="T77" fmla="*/ 114 h 2028"/>
                  <a:gd name="T78" fmla="*/ 361 w 2394"/>
                  <a:gd name="T79" fmla="*/ 93 h 2028"/>
                  <a:gd name="T80" fmla="*/ 450 w 2394"/>
                  <a:gd name="T81" fmla="*/ 74 h 2028"/>
                  <a:gd name="T82" fmla="*/ 529 w 2394"/>
                  <a:gd name="T83" fmla="*/ 57 h 2028"/>
                  <a:gd name="T84" fmla="*/ 601 w 2394"/>
                  <a:gd name="T85" fmla="*/ 42 h 2028"/>
                  <a:gd name="T86" fmla="*/ 662 w 2394"/>
                  <a:gd name="T87" fmla="*/ 31 h 2028"/>
                  <a:gd name="T88" fmla="*/ 713 w 2394"/>
                  <a:gd name="T89" fmla="*/ 19 h 2028"/>
                  <a:gd name="T90" fmla="*/ 753 w 2394"/>
                  <a:gd name="T91" fmla="*/ 10 h 2028"/>
                  <a:gd name="T92" fmla="*/ 781 w 2394"/>
                  <a:gd name="T93" fmla="*/ 4 h 2028"/>
                  <a:gd name="T94" fmla="*/ 798 w 2394"/>
                  <a:gd name="T95" fmla="*/ 0 h 2028"/>
                  <a:gd name="T96" fmla="*/ 804 w 2394"/>
                  <a:gd name="T97"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94" h="2028">
                    <a:moveTo>
                      <a:pt x="804" y="0"/>
                    </a:moveTo>
                    <a:lnTo>
                      <a:pt x="2246" y="339"/>
                    </a:lnTo>
                    <a:lnTo>
                      <a:pt x="2394" y="1002"/>
                    </a:lnTo>
                    <a:lnTo>
                      <a:pt x="1201" y="1903"/>
                    </a:lnTo>
                    <a:lnTo>
                      <a:pt x="639" y="2022"/>
                    </a:lnTo>
                    <a:lnTo>
                      <a:pt x="635" y="2022"/>
                    </a:lnTo>
                    <a:lnTo>
                      <a:pt x="626" y="2024"/>
                    </a:lnTo>
                    <a:lnTo>
                      <a:pt x="611" y="2026"/>
                    </a:lnTo>
                    <a:lnTo>
                      <a:pt x="592" y="2028"/>
                    </a:lnTo>
                    <a:lnTo>
                      <a:pt x="567" y="2028"/>
                    </a:lnTo>
                    <a:lnTo>
                      <a:pt x="539" y="2026"/>
                    </a:lnTo>
                    <a:lnTo>
                      <a:pt x="511" y="2022"/>
                    </a:lnTo>
                    <a:lnTo>
                      <a:pt x="478" y="2014"/>
                    </a:lnTo>
                    <a:lnTo>
                      <a:pt x="446" y="2005"/>
                    </a:lnTo>
                    <a:lnTo>
                      <a:pt x="414" y="1988"/>
                    </a:lnTo>
                    <a:lnTo>
                      <a:pt x="384" y="1967"/>
                    </a:lnTo>
                    <a:lnTo>
                      <a:pt x="354" y="1941"/>
                    </a:lnTo>
                    <a:lnTo>
                      <a:pt x="325" y="1907"/>
                    </a:lnTo>
                    <a:lnTo>
                      <a:pt x="301" y="1865"/>
                    </a:lnTo>
                    <a:lnTo>
                      <a:pt x="280" y="1816"/>
                    </a:lnTo>
                    <a:lnTo>
                      <a:pt x="265" y="1758"/>
                    </a:lnTo>
                    <a:lnTo>
                      <a:pt x="9" y="556"/>
                    </a:lnTo>
                    <a:lnTo>
                      <a:pt x="9" y="552"/>
                    </a:lnTo>
                    <a:lnTo>
                      <a:pt x="8" y="541"/>
                    </a:lnTo>
                    <a:lnTo>
                      <a:pt x="4" y="524"/>
                    </a:lnTo>
                    <a:lnTo>
                      <a:pt x="2" y="503"/>
                    </a:lnTo>
                    <a:lnTo>
                      <a:pt x="0" y="477"/>
                    </a:lnTo>
                    <a:lnTo>
                      <a:pt x="0" y="446"/>
                    </a:lnTo>
                    <a:lnTo>
                      <a:pt x="2" y="414"/>
                    </a:lnTo>
                    <a:lnTo>
                      <a:pt x="6" y="380"/>
                    </a:lnTo>
                    <a:lnTo>
                      <a:pt x="13" y="344"/>
                    </a:lnTo>
                    <a:lnTo>
                      <a:pt x="25" y="308"/>
                    </a:lnTo>
                    <a:lnTo>
                      <a:pt x="40" y="273"/>
                    </a:lnTo>
                    <a:lnTo>
                      <a:pt x="61" y="239"/>
                    </a:lnTo>
                    <a:lnTo>
                      <a:pt x="87" y="206"/>
                    </a:lnTo>
                    <a:lnTo>
                      <a:pt x="121" y="176"/>
                    </a:lnTo>
                    <a:lnTo>
                      <a:pt x="161" y="152"/>
                    </a:lnTo>
                    <a:lnTo>
                      <a:pt x="208" y="129"/>
                    </a:lnTo>
                    <a:lnTo>
                      <a:pt x="263" y="114"/>
                    </a:lnTo>
                    <a:lnTo>
                      <a:pt x="361" y="93"/>
                    </a:lnTo>
                    <a:lnTo>
                      <a:pt x="450" y="74"/>
                    </a:lnTo>
                    <a:lnTo>
                      <a:pt x="529" y="57"/>
                    </a:lnTo>
                    <a:lnTo>
                      <a:pt x="601" y="42"/>
                    </a:lnTo>
                    <a:lnTo>
                      <a:pt x="662" y="31"/>
                    </a:lnTo>
                    <a:lnTo>
                      <a:pt x="713" y="19"/>
                    </a:lnTo>
                    <a:lnTo>
                      <a:pt x="753" y="10"/>
                    </a:lnTo>
                    <a:lnTo>
                      <a:pt x="781" y="4"/>
                    </a:lnTo>
                    <a:lnTo>
                      <a:pt x="798" y="0"/>
                    </a:lnTo>
                    <a:lnTo>
                      <a:pt x="804" y="0"/>
                    </a:lnTo>
                    <a:close/>
                  </a:path>
                </a:pathLst>
              </a:custGeom>
              <a:solidFill>
                <a:schemeClr val="bg1">
                  <a:lumMod val="95000"/>
                </a:schemeClr>
              </a:soli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dirty="0">
                  <a:solidFill>
                    <a:prstClr val="black"/>
                  </a:solidFill>
                  <a:latin typeface="Calibri"/>
                </a:endParaRPr>
              </a:p>
            </p:txBody>
          </p:sp>
          <p:sp>
            <p:nvSpPr>
              <p:cNvPr id="134" name="Freeform 63">
                <a:extLst>
                  <a:ext uri="{FF2B5EF4-FFF2-40B4-BE49-F238E27FC236}">
                    <a16:creationId xmlns:a16="http://schemas.microsoft.com/office/drawing/2014/main" id="{AD2F78B7-FA86-4665-8B28-CF9271419B80}"/>
                  </a:ext>
                </a:extLst>
              </p:cNvPr>
              <p:cNvSpPr>
                <a:spLocks/>
              </p:cNvSpPr>
              <p:nvPr/>
            </p:nvSpPr>
            <p:spPr bwMode="auto">
              <a:xfrm>
                <a:off x="3616180" y="1621570"/>
                <a:ext cx="2099554" cy="1984828"/>
              </a:xfrm>
              <a:custGeom>
                <a:avLst/>
                <a:gdLst>
                  <a:gd name="T0" fmla="*/ 1178 w 2434"/>
                  <a:gd name="T1" fmla="*/ 0 h 2301"/>
                  <a:gd name="T2" fmla="*/ 1227 w 2434"/>
                  <a:gd name="T3" fmla="*/ 4 h 2301"/>
                  <a:gd name="T4" fmla="*/ 1276 w 2434"/>
                  <a:gd name="T5" fmla="*/ 19 h 2301"/>
                  <a:gd name="T6" fmla="*/ 1329 w 2434"/>
                  <a:gd name="T7" fmla="*/ 44 h 2301"/>
                  <a:gd name="T8" fmla="*/ 1382 w 2434"/>
                  <a:gd name="T9" fmla="*/ 81 h 2301"/>
                  <a:gd name="T10" fmla="*/ 1452 w 2434"/>
                  <a:gd name="T11" fmla="*/ 140 h 2301"/>
                  <a:gd name="T12" fmla="*/ 1517 w 2434"/>
                  <a:gd name="T13" fmla="*/ 193 h 2301"/>
                  <a:gd name="T14" fmla="*/ 1575 w 2434"/>
                  <a:gd name="T15" fmla="*/ 242 h 2301"/>
                  <a:gd name="T16" fmla="*/ 1628 w 2434"/>
                  <a:gd name="T17" fmla="*/ 286 h 2301"/>
                  <a:gd name="T18" fmla="*/ 1673 w 2434"/>
                  <a:gd name="T19" fmla="*/ 323 h 2301"/>
                  <a:gd name="T20" fmla="*/ 1713 w 2434"/>
                  <a:gd name="T21" fmla="*/ 357 h 2301"/>
                  <a:gd name="T22" fmla="*/ 1747 w 2434"/>
                  <a:gd name="T23" fmla="*/ 384 h 2301"/>
                  <a:gd name="T24" fmla="*/ 1772 w 2434"/>
                  <a:gd name="T25" fmla="*/ 406 h 2301"/>
                  <a:gd name="T26" fmla="*/ 1791 w 2434"/>
                  <a:gd name="T27" fmla="*/ 422 h 2301"/>
                  <a:gd name="T28" fmla="*/ 1804 w 2434"/>
                  <a:gd name="T29" fmla="*/ 431 h 2301"/>
                  <a:gd name="T30" fmla="*/ 1808 w 2434"/>
                  <a:gd name="T31" fmla="*/ 435 h 2301"/>
                  <a:gd name="T32" fmla="*/ 2434 w 2434"/>
                  <a:gd name="T33" fmla="*/ 1774 h 2301"/>
                  <a:gd name="T34" fmla="*/ 2004 w 2434"/>
                  <a:gd name="T35" fmla="*/ 2301 h 2301"/>
                  <a:gd name="T36" fmla="*/ 558 w 2434"/>
                  <a:gd name="T37" fmla="*/ 1925 h 2301"/>
                  <a:gd name="T38" fmla="*/ 117 w 2434"/>
                  <a:gd name="T39" fmla="*/ 1559 h 2301"/>
                  <a:gd name="T40" fmla="*/ 113 w 2434"/>
                  <a:gd name="T41" fmla="*/ 1557 h 2301"/>
                  <a:gd name="T42" fmla="*/ 106 w 2434"/>
                  <a:gd name="T43" fmla="*/ 1549 h 2301"/>
                  <a:gd name="T44" fmla="*/ 93 w 2434"/>
                  <a:gd name="T45" fmla="*/ 1536 h 2301"/>
                  <a:gd name="T46" fmla="*/ 78 w 2434"/>
                  <a:gd name="T47" fmla="*/ 1519 h 2301"/>
                  <a:gd name="T48" fmla="*/ 62 w 2434"/>
                  <a:gd name="T49" fmla="*/ 1498 h 2301"/>
                  <a:gd name="T50" fmla="*/ 45 w 2434"/>
                  <a:gd name="T51" fmla="*/ 1474 h 2301"/>
                  <a:gd name="T52" fmla="*/ 28 w 2434"/>
                  <a:gd name="T53" fmla="*/ 1446 h 2301"/>
                  <a:gd name="T54" fmla="*/ 15 w 2434"/>
                  <a:gd name="T55" fmla="*/ 1412 h 2301"/>
                  <a:gd name="T56" fmla="*/ 6 w 2434"/>
                  <a:gd name="T57" fmla="*/ 1376 h 2301"/>
                  <a:gd name="T58" fmla="*/ 0 w 2434"/>
                  <a:gd name="T59" fmla="*/ 1338 h 2301"/>
                  <a:gd name="T60" fmla="*/ 2 w 2434"/>
                  <a:gd name="T61" fmla="*/ 1294 h 2301"/>
                  <a:gd name="T62" fmla="*/ 9 w 2434"/>
                  <a:gd name="T63" fmla="*/ 1249 h 2301"/>
                  <a:gd name="T64" fmla="*/ 27 w 2434"/>
                  <a:gd name="T65" fmla="*/ 1202 h 2301"/>
                  <a:gd name="T66" fmla="*/ 55 w 2434"/>
                  <a:gd name="T67" fmla="*/ 1153 h 2301"/>
                  <a:gd name="T68" fmla="*/ 93 w 2434"/>
                  <a:gd name="T69" fmla="*/ 1102 h 2301"/>
                  <a:gd name="T70" fmla="*/ 877 w 2434"/>
                  <a:gd name="T71" fmla="*/ 155 h 2301"/>
                  <a:gd name="T72" fmla="*/ 881 w 2434"/>
                  <a:gd name="T73" fmla="*/ 151 h 2301"/>
                  <a:gd name="T74" fmla="*/ 891 w 2434"/>
                  <a:gd name="T75" fmla="*/ 142 h 2301"/>
                  <a:gd name="T76" fmla="*/ 904 w 2434"/>
                  <a:gd name="T77" fmla="*/ 127 h 2301"/>
                  <a:gd name="T78" fmla="*/ 925 w 2434"/>
                  <a:gd name="T79" fmla="*/ 108 h 2301"/>
                  <a:gd name="T80" fmla="*/ 949 w 2434"/>
                  <a:gd name="T81" fmla="*/ 87 h 2301"/>
                  <a:gd name="T82" fmla="*/ 978 w 2434"/>
                  <a:gd name="T83" fmla="*/ 66 h 2301"/>
                  <a:gd name="T84" fmla="*/ 1012 w 2434"/>
                  <a:gd name="T85" fmla="*/ 46 h 2301"/>
                  <a:gd name="T86" fmla="*/ 1049 w 2434"/>
                  <a:gd name="T87" fmla="*/ 27 h 2301"/>
                  <a:gd name="T88" fmla="*/ 1089 w 2434"/>
                  <a:gd name="T89" fmla="*/ 12 h 2301"/>
                  <a:gd name="T90" fmla="*/ 1133 w 2434"/>
                  <a:gd name="T91" fmla="*/ 2 h 2301"/>
                  <a:gd name="T92" fmla="*/ 1178 w 2434"/>
                  <a:gd name="T93" fmla="*/ 0 h 2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34" h="2301">
                    <a:moveTo>
                      <a:pt x="1178" y="0"/>
                    </a:moveTo>
                    <a:lnTo>
                      <a:pt x="1227" y="4"/>
                    </a:lnTo>
                    <a:lnTo>
                      <a:pt x="1276" y="19"/>
                    </a:lnTo>
                    <a:lnTo>
                      <a:pt x="1329" y="44"/>
                    </a:lnTo>
                    <a:lnTo>
                      <a:pt x="1382" y="81"/>
                    </a:lnTo>
                    <a:lnTo>
                      <a:pt x="1452" y="140"/>
                    </a:lnTo>
                    <a:lnTo>
                      <a:pt x="1517" y="193"/>
                    </a:lnTo>
                    <a:lnTo>
                      <a:pt x="1575" y="242"/>
                    </a:lnTo>
                    <a:lnTo>
                      <a:pt x="1628" y="286"/>
                    </a:lnTo>
                    <a:lnTo>
                      <a:pt x="1673" y="323"/>
                    </a:lnTo>
                    <a:lnTo>
                      <a:pt x="1713" y="357"/>
                    </a:lnTo>
                    <a:lnTo>
                      <a:pt x="1747" y="384"/>
                    </a:lnTo>
                    <a:lnTo>
                      <a:pt x="1772" y="406"/>
                    </a:lnTo>
                    <a:lnTo>
                      <a:pt x="1791" y="422"/>
                    </a:lnTo>
                    <a:lnTo>
                      <a:pt x="1804" y="431"/>
                    </a:lnTo>
                    <a:lnTo>
                      <a:pt x="1808" y="435"/>
                    </a:lnTo>
                    <a:lnTo>
                      <a:pt x="2434" y="1774"/>
                    </a:lnTo>
                    <a:lnTo>
                      <a:pt x="2004" y="2301"/>
                    </a:lnTo>
                    <a:lnTo>
                      <a:pt x="558" y="1925"/>
                    </a:lnTo>
                    <a:lnTo>
                      <a:pt x="117" y="1559"/>
                    </a:lnTo>
                    <a:lnTo>
                      <a:pt x="113" y="1557"/>
                    </a:lnTo>
                    <a:lnTo>
                      <a:pt x="106" y="1549"/>
                    </a:lnTo>
                    <a:lnTo>
                      <a:pt x="93" y="1536"/>
                    </a:lnTo>
                    <a:lnTo>
                      <a:pt x="78" y="1519"/>
                    </a:lnTo>
                    <a:lnTo>
                      <a:pt x="62" y="1498"/>
                    </a:lnTo>
                    <a:lnTo>
                      <a:pt x="45" y="1474"/>
                    </a:lnTo>
                    <a:lnTo>
                      <a:pt x="28" y="1446"/>
                    </a:lnTo>
                    <a:lnTo>
                      <a:pt x="15" y="1412"/>
                    </a:lnTo>
                    <a:lnTo>
                      <a:pt x="6" y="1376"/>
                    </a:lnTo>
                    <a:lnTo>
                      <a:pt x="0" y="1338"/>
                    </a:lnTo>
                    <a:lnTo>
                      <a:pt x="2" y="1294"/>
                    </a:lnTo>
                    <a:lnTo>
                      <a:pt x="9" y="1249"/>
                    </a:lnTo>
                    <a:lnTo>
                      <a:pt x="27" y="1202"/>
                    </a:lnTo>
                    <a:lnTo>
                      <a:pt x="55" y="1153"/>
                    </a:lnTo>
                    <a:lnTo>
                      <a:pt x="93" y="1102"/>
                    </a:lnTo>
                    <a:lnTo>
                      <a:pt x="877" y="155"/>
                    </a:lnTo>
                    <a:lnTo>
                      <a:pt x="881" y="151"/>
                    </a:lnTo>
                    <a:lnTo>
                      <a:pt x="891" y="142"/>
                    </a:lnTo>
                    <a:lnTo>
                      <a:pt x="904" y="127"/>
                    </a:lnTo>
                    <a:lnTo>
                      <a:pt x="925" y="108"/>
                    </a:lnTo>
                    <a:lnTo>
                      <a:pt x="949" y="87"/>
                    </a:lnTo>
                    <a:lnTo>
                      <a:pt x="978" y="66"/>
                    </a:lnTo>
                    <a:lnTo>
                      <a:pt x="1012" y="46"/>
                    </a:lnTo>
                    <a:lnTo>
                      <a:pt x="1049" y="27"/>
                    </a:lnTo>
                    <a:lnTo>
                      <a:pt x="1089" y="12"/>
                    </a:lnTo>
                    <a:lnTo>
                      <a:pt x="1133" y="2"/>
                    </a:lnTo>
                    <a:lnTo>
                      <a:pt x="1178" y="0"/>
                    </a:lnTo>
                    <a:close/>
                  </a:path>
                </a:pathLst>
              </a:custGeom>
              <a:solidFill>
                <a:srgbClr val="5B9BD5"/>
              </a:solidFill>
              <a:ln w="19050">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grpSp>
        <p:sp>
          <p:nvSpPr>
            <p:cNvPr id="92" name="Freeform 64">
              <a:extLst>
                <a:ext uri="{FF2B5EF4-FFF2-40B4-BE49-F238E27FC236}">
                  <a16:creationId xmlns:a16="http://schemas.microsoft.com/office/drawing/2014/main" id="{CCEBE9A8-3881-4FE0-8C86-0AB0DCA3EC68}"/>
                </a:ext>
              </a:extLst>
            </p:cNvPr>
            <p:cNvSpPr>
              <a:spLocks/>
            </p:cNvSpPr>
            <p:nvPr/>
          </p:nvSpPr>
          <p:spPr bwMode="auto">
            <a:xfrm>
              <a:off x="4035847" y="2827320"/>
              <a:ext cx="734046" cy="773037"/>
            </a:xfrm>
            <a:custGeom>
              <a:avLst/>
              <a:gdLst>
                <a:gd name="T0" fmla="*/ 344 w 866"/>
                <a:gd name="T1" fmla="*/ 0 h 912"/>
                <a:gd name="T2" fmla="*/ 371 w 866"/>
                <a:gd name="T3" fmla="*/ 5 h 912"/>
                <a:gd name="T4" fmla="*/ 395 w 866"/>
                <a:gd name="T5" fmla="*/ 18 h 912"/>
                <a:gd name="T6" fmla="*/ 416 w 866"/>
                <a:gd name="T7" fmla="*/ 37 h 912"/>
                <a:gd name="T8" fmla="*/ 842 w 866"/>
                <a:gd name="T9" fmla="*/ 547 h 912"/>
                <a:gd name="T10" fmla="*/ 857 w 866"/>
                <a:gd name="T11" fmla="*/ 572 h 912"/>
                <a:gd name="T12" fmla="*/ 864 w 866"/>
                <a:gd name="T13" fmla="*/ 598 h 912"/>
                <a:gd name="T14" fmla="*/ 866 w 866"/>
                <a:gd name="T15" fmla="*/ 625 h 912"/>
                <a:gd name="T16" fmla="*/ 861 w 866"/>
                <a:gd name="T17" fmla="*/ 651 h 912"/>
                <a:gd name="T18" fmla="*/ 847 w 866"/>
                <a:gd name="T19" fmla="*/ 676 h 912"/>
                <a:gd name="T20" fmla="*/ 828 w 866"/>
                <a:gd name="T21" fmla="*/ 697 h 912"/>
                <a:gd name="T22" fmla="*/ 600 w 866"/>
                <a:gd name="T23" fmla="*/ 887 h 912"/>
                <a:gd name="T24" fmla="*/ 577 w 866"/>
                <a:gd name="T25" fmla="*/ 903 h 912"/>
                <a:gd name="T26" fmla="*/ 550 w 866"/>
                <a:gd name="T27" fmla="*/ 910 h 912"/>
                <a:gd name="T28" fmla="*/ 522 w 866"/>
                <a:gd name="T29" fmla="*/ 912 h 912"/>
                <a:gd name="T30" fmla="*/ 496 w 866"/>
                <a:gd name="T31" fmla="*/ 906 h 912"/>
                <a:gd name="T32" fmla="*/ 471 w 866"/>
                <a:gd name="T33" fmla="*/ 893 h 912"/>
                <a:gd name="T34" fmla="*/ 450 w 866"/>
                <a:gd name="T35" fmla="*/ 874 h 912"/>
                <a:gd name="T36" fmla="*/ 25 w 866"/>
                <a:gd name="T37" fmla="*/ 364 h 912"/>
                <a:gd name="T38" fmla="*/ 10 w 866"/>
                <a:gd name="T39" fmla="*/ 340 h 912"/>
                <a:gd name="T40" fmla="*/ 2 w 866"/>
                <a:gd name="T41" fmla="*/ 313 h 912"/>
                <a:gd name="T42" fmla="*/ 0 w 866"/>
                <a:gd name="T43" fmla="*/ 287 h 912"/>
                <a:gd name="T44" fmla="*/ 6 w 866"/>
                <a:gd name="T45" fmla="*/ 260 h 912"/>
                <a:gd name="T46" fmla="*/ 19 w 866"/>
                <a:gd name="T47" fmla="*/ 236 h 912"/>
                <a:gd name="T48" fmla="*/ 38 w 866"/>
                <a:gd name="T49" fmla="*/ 215 h 912"/>
                <a:gd name="T50" fmla="*/ 267 w 866"/>
                <a:gd name="T51" fmla="*/ 24 h 912"/>
                <a:gd name="T52" fmla="*/ 291 w 866"/>
                <a:gd name="T53" fmla="*/ 9 h 912"/>
                <a:gd name="T54" fmla="*/ 318 w 866"/>
                <a:gd name="T55" fmla="*/ 1 h 912"/>
                <a:gd name="T56" fmla="*/ 344 w 866"/>
                <a:gd name="T57"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2">
                  <a:moveTo>
                    <a:pt x="344" y="0"/>
                  </a:moveTo>
                  <a:lnTo>
                    <a:pt x="371" y="5"/>
                  </a:lnTo>
                  <a:lnTo>
                    <a:pt x="395" y="18"/>
                  </a:lnTo>
                  <a:lnTo>
                    <a:pt x="416" y="37"/>
                  </a:lnTo>
                  <a:lnTo>
                    <a:pt x="842" y="547"/>
                  </a:lnTo>
                  <a:lnTo>
                    <a:pt x="857" y="572"/>
                  </a:lnTo>
                  <a:lnTo>
                    <a:pt x="864" y="598"/>
                  </a:lnTo>
                  <a:lnTo>
                    <a:pt x="866" y="625"/>
                  </a:lnTo>
                  <a:lnTo>
                    <a:pt x="861" y="651"/>
                  </a:lnTo>
                  <a:lnTo>
                    <a:pt x="847" y="676"/>
                  </a:lnTo>
                  <a:lnTo>
                    <a:pt x="828" y="697"/>
                  </a:lnTo>
                  <a:lnTo>
                    <a:pt x="600" y="887"/>
                  </a:lnTo>
                  <a:lnTo>
                    <a:pt x="577" y="903"/>
                  </a:lnTo>
                  <a:lnTo>
                    <a:pt x="550" y="910"/>
                  </a:lnTo>
                  <a:lnTo>
                    <a:pt x="522" y="912"/>
                  </a:lnTo>
                  <a:lnTo>
                    <a:pt x="496" y="906"/>
                  </a:lnTo>
                  <a:lnTo>
                    <a:pt x="471" y="893"/>
                  </a:lnTo>
                  <a:lnTo>
                    <a:pt x="450" y="874"/>
                  </a:lnTo>
                  <a:lnTo>
                    <a:pt x="25" y="364"/>
                  </a:lnTo>
                  <a:lnTo>
                    <a:pt x="10" y="340"/>
                  </a:lnTo>
                  <a:lnTo>
                    <a:pt x="2" y="313"/>
                  </a:lnTo>
                  <a:lnTo>
                    <a:pt x="0" y="287"/>
                  </a:lnTo>
                  <a:lnTo>
                    <a:pt x="6" y="260"/>
                  </a:lnTo>
                  <a:lnTo>
                    <a:pt x="19" y="236"/>
                  </a:lnTo>
                  <a:lnTo>
                    <a:pt x="38" y="215"/>
                  </a:lnTo>
                  <a:lnTo>
                    <a:pt x="267" y="24"/>
                  </a:lnTo>
                  <a:lnTo>
                    <a:pt x="291" y="9"/>
                  </a:lnTo>
                  <a:lnTo>
                    <a:pt x="318" y="1"/>
                  </a:lnTo>
                  <a:lnTo>
                    <a:pt x="344"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93" name="Freeform 65">
              <a:extLst>
                <a:ext uri="{FF2B5EF4-FFF2-40B4-BE49-F238E27FC236}">
                  <a16:creationId xmlns:a16="http://schemas.microsoft.com/office/drawing/2014/main" id="{1094BF47-8FFA-446A-A540-29EEF72EB0DD}"/>
                </a:ext>
              </a:extLst>
            </p:cNvPr>
            <p:cNvSpPr>
              <a:spLocks/>
            </p:cNvSpPr>
            <p:nvPr/>
          </p:nvSpPr>
          <p:spPr bwMode="auto">
            <a:xfrm>
              <a:off x="4300307" y="3605444"/>
              <a:ext cx="545025" cy="783208"/>
            </a:xfrm>
            <a:custGeom>
              <a:avLst/>
              <a:gdLst>
                <a:gd name="T0" fmla="*/ 240 w 643"/>
                <a:gd name="T1" fmla="*/ 0 h 924"/>
                <a:gd name="T2" fmla="*/ 269 w 643"/>
                <a:gd name="T3" fmla="*/ 2 h 924"/>
                <a:gd name="T4" fmla="*/ 560 w 643"/>
                <a:gd name="T5" fmla="*/ 64 h 924"/>
                <a:gd name="T6" fmla="*/ 586 w 643"/>
                <a:gd name="T7" fmla="*/ 73 h 924"/>
                <a:gd name="T8" fmla="*/ 609 w 643"/>
                <a:gd name="T9" fmla="*/ 90 h 924"/>
                <a:gd name="T10" fmla="*/ 626 w 643"/>
                <a:gd name="T11" fmla="*/ 111 h 924"/>
                <a:gd name="T12" fmla="*/ 639 w 643"/>
                <a:gd name="T13" fmla="*/ 136 h 924"/>
                <a:gd name="T14" fmla="*/ 643 w 643"/>
                <a:gd name="T15" fmla="*/ 162 h 924"/>
                <a:gd name="T16" fmla="*/ 641 w 643"/>
                <a:gd name="T17" fmla="*/ 191 h 924"/>
                <a:gd name="T18" fmla="*/ 499 w 643"/>
                <a:gd name="T19" fmla="*/ 839 h 924"/>
                <a:gd name="T20" fmla="*/ 490 w 643"/>
                <a:gd name="T21" fmla="*/ 867 h 924"/>
                <a:gd name="T22" fmla="*/ 475 w 643"/>
                <a:gd name="T23" fmla="*/ 888 h 924"/>
                <a:gd name="T24" fmla="*/ 454 w 643"/>
                <a:gd name="T25" fmla="*/ 907 h 924"/>
                <a:gd name="T26" fmla="*/ 429 w 643"/>
                <a:gd name="T27" fmla="*/ 918 h 924"/>
                <a:gd name="T28" fmla="*/ 403 w 643"/>
                <a:gd name="T29" fmla="*/ 924 h 924"/>
                <a:gd name="T30" fmla="*/ 375 w 643"/>
                <a:gd name="T31" fmla="*/ 920 h 924"/>
                <a:gd name="T32" fmla="*/ 83 w 643"/>
                <a:gd name="T33" fmla="*/ 857 h 924"/>
                <a:gd name="T34" fmla="*/ 57 w 643"/>
                <a:gd name="T35" fmla="*/ 848 h 924"/>
                <a:gd name="T36" fmla="*/ 34 w 643"/>
                <a:gd name="T37" fmla="*/ 831 h 924"/>
                <a:gd name="T38" fmla="*/ 15 w 643"/>
                <a:gd name="T39" fmla="*/ 810 h 924"/>
                <a:gd name="T40" fmla="*/ 4 w 643"/>
                <a:gd name="T41" fmla="*/ 786 h 924"/>
                <a:gd name="T42" fmla="*/ 0 w 643"/>
                <a:gd name="T43" fmla="*/ 759 h 924"/>
                <a:gd name="T44" fmla="*/ 2 w 643"/>
                <a:gd name="T45" fmla="*/ 731 h 924"/>
                <a:gd name="T46" fmla="*/ 142 w 643"/>
                <a:gd name="T47" fmla="*/ 83 h 924"/>
                <a:gd name="T48" fmla="*/ 153 w 643"/>
                <a:gd name="T49" fmla="*/ 56 h 924"/>
                <a:gd name="T50" fmla="*/ 168 w 643"/>
                <a:gd name="T51" fmla="*/ 34 h 924"/>
                <a:gd name="T52" fmla="*/ 189 w 643"/>
                <a:gd name="T53" fmla="*/ 15 h 924"/>
                <a:gd name="T54" fmla="*/ 214 w 643"/>
                <a:gd name="T55" fmla="*/ 4 h 924"/>
                <a:gd name="T56" fmla="*/ 240 w 643"/>
                <a:gd name="T57" fmla="*/ 0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3" h="924">
                  <a:moveTo>
                    <a:pt x="240" y="0"/>
                  </a:moveTo>
                  <a:lnTo>
                    <a:pt x="269" y="2"/>
                  </a:lnTo>
                  <a:lnTo>
                    <a:pt x="560" y="64"/>
                  </a:lnTo>
                  <a:lnTo>
                    <a:pt x="586" y="73"/>
                  </a:lnTo>
                  <a:lnTo>
                    <a:pt x="609" y="90"/>
                  </a:lnTo>
                  <a:lnTo>
                    <a:pt x="626" y="111"/>
                  </a:lnTo>
                  <a:lnTo>
                    <a:pt x="639" y="136"/>
                  </a:lnTo>
                  <a:lnTo>
                    <a:pt x="643" y="162"/>
                  </a:lnTo>
                  <a:lnTo>
                    <a:pt x="641" y="191"/>
                  </a:lnTo>
                  <a:lnTo>
                    <a:pt x="499" y="839"/>
                  </a:lnTo>
                  <a:lnTo>
                    <a:pt x="490" y="867"/>
                  </a:lnTo>
                  <a:lnTo>
                    <a:pt x="475" y="888"/>
                  </a:lnTo>
                  <a:lnTo>
                    <a:pt x="454" y="907"/>
                  </a:lnTo>
                  <a:lnTo>
                    <a:pt x="429" y="918"/>
                  </a:lnTo>
                  <a:lnTo>
                    <a:pt x="403" y="924"/>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94" name="Freeform 66">
              <a:extLst>
                <a:ext uri="{FF2B5EF4-FFF2-40B4-BE49-F238E27FC236}">
                  <a16:creationId xmlns:a16="http://schemas.microsoft.com/office/drawing/2014/main" id="{2D56E3B8-FCF4-4CDD-80AA-30EEB9BFAA87}"/>
                </a:ext>
              </a:extLst>
            </p:cNvPr>
            <p:cNvSpPr>
              <a:spLocks/>
            </p:cNvSpPr>
            <p:nvPr/>
          </p:nvSpPr>
          <p:spPr bwMode="auto">
            <a:xfrm>
              <a:off x="3670519" y="4297109"/>
              <a:ext cx="796771" cy="655217"/>
            </a:xfrm>
            <a:custGeom>
              <a:avLst/>
              <a:gdLst>
                <a:gd name="T0" fmla="*/ 709 w 940"/>
                <a:gd name="T1" fmla="*/ 0 h 773"/>
                <a:gd name="T2" fmla="*/ 736 w 940"/>
                <a:gd name="T3" fmla="*/ 6 h 773"/>
                <a:gd name="T4" fmla="*/ 760 w 940"/>
                <a:gd name="T5" fmla="*/ 17 h 773"/>
                <a:gd name="T6" fmla="*/ 781 w 940"/>
                <a:gd name="T7" fmla="*/ 36 h 773"/>
                <a:gd name="T8" fmla="*/ 798 w 940"/>
                <a:gd name="T9" fmla="*/ 58 h 773"/>
                <a:gd name="T10" fmla="*/ 930 w 940"/>
                <a:gd name="T11" fmla="*/ 325 h 773"/>
                <a:gd name="T12" fmla="*/ 938 w 940"/>
                <a:gd name="T13" fmla="*/ 351 h 773"/>
                <a:gd name="T14" fmla="*/ 940 w 940"/>
                <a:gd name="T15" fmla="*/ 380 h 773"/>
                <a:gd name="T16" fmla="*/ 934 w 940"/>
                <a:gd name="T17" fmla="*/ 406 h 773"/>
                <a:gd name="T18" fmla="*/ 923 w 940"/>
                <a:gd name="T19" fmla="*/ 431 h 773"/>
                <a:gd name="T20" fmla="*/ 906 w 940"/>
                <a:gd name="T21" fmla="*/ 451 h 773"/>
                <a:gd name="T22" fmla="*/ 881 w 940"/>
                <a:gd name="T23" fmla="*/ 468 h 773"/>
                <a:gd name="T24" fmla="*/ 286 w 940"/>
                <a:gd name="T25" fmla="*/ 763 h 773"/>
                <a:gd name="T26" fmla="*/ 259 w 940"/>
                <a:gd name="T27" fmla="*/ 771 h 773"/>
                <a:gd name="T28" fmla="*/ 233 w 940"/>
                <a:gd name="T29" fmla="*/ 773 h 773"/>
                <a:gd name="T30" fmla="*/ 204 w 940"/>
                <a:gd name="T31" fmla="*/ 769 h 773"/>
                <a:gd name="T32" fmla="*/ 182 w 940"/>
                <a:gd name="T33" fmla="*/ 756 h 773"/>
                <a:gd name="T34" fmla="*/ 159 w 940"/>
                <a:gd name="T35" fmla="*/ 739 h 773"/>
                <a:gd name="T36" fmla="*/ 144 w 940"/>
                <a:gd name="T37" fmla="*/ 714 h 773"/>
                <a:gd name="T38" fmla="*/ 11 w 940"/>
                <a:gd name="T39" fmla="*/ 448 h 773"/>
                <a:gd name="T40" fmla="*/ 2 w 940"/>
                <a:gd name="T41" fmla="*/ 421 h 773"/>
                <a:gd name="T42" fmla="*/ 0 w 940"/>
                <a:gd name="T43" fmla="*/ 393 h 773"/>
                <a:gd name="T44" fmla="*/ 6 w 940"/>
                <a:gd name="T45" fmla="*/ 366 h 773"/>
                <a:gd name="T46" fmla="*/ 19 w 940"/>
                <a:gd name="T47" fmla="*/ 342 h 773"/>
                <a:gd name="T48" fmla="*/ 36 w 940"/>
                <a:gd name="T49" fmla="*/ 321 h 773"/>
                <a:gd name="T50" fmla="*/ 59 w 940"/>
                <a:gd name="T51" fmla="*/ 306 h 773"/>
                <a:gd name="T52" fmla="*/ 654 w 940"/>
                <a:gd name="T53" fmla="*/ 11 h 773"/>
                <a:gd name="T54" fmla="*/ 681 w 940"/>
                <a:gd name="T55" fmla="*/ 2 h 773"/>
                <a:gd name="T56" fmla="*/ 709 w 940"/>
                <a:gd name="T57" fmla="*/ 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73">
                  <a:moveTo>
                    <a:pt x="709" y="0"/>
                  </a:moveTo>
                  <a:lnTo>
                    <a:pt x="736" y="6"/>
                  </a:lnTo>
                  <a:lnTo>
                    <a:pt x="760" y="17"/>
                  </a:lnTo>
                  <a:lnTo>
                    <a:pt x="781" y="36"/>
                  </a:lnTo>
                  <a:lnTo>
                    <a:pt x="798" y="58"/>
                  </a:lnTo>
                  <a:lnTo>
                    <a:pt x="930" y="325"/>
                  </a:lnTo>
                  <a:lnTo>
                    <a:pt x="938" y="351"/>
                  </a:lnTo>
                  <a:lnTo>
                    <a:pt x="940" y="380"/>
                  </a:lnTo>
                  <a:lnTo>
                    <a:pt x="934" y="406"/>
                  </a:lnTo>
                  <a:lnTo>
                    <a:pt x="923" y="431"/>
                  </a:lnTo>
                  <a:lnTo>
                    <a:pt x="906" y="451"/>
                  </a:lnTo>
                  <a:lnTo>
                    <a:pt x="881" y="468"/>
                  </a:lnTo>
                  <a:lnTo>
                    <a:pt x="286" y="763"/>
                  </a:lnTo>
                  <a:lnTo>
                    <a:pt x="259" y="771"/>
                  </a:lnTo>
                  <a:lnTo>
                    <a:pt x="233" y="773"/>
                  </a:lnTo>
                  <a:lnTo>
                    <a:pt x="204" y="769"/>
                  </a:lnTo>
                  <a:lnTo>
                    <a:pt x="182" y="756"/>
                  </a:lnTo>
                  <a:lnTo>
                    <a:pt x="159" y="739"/>
                  </a:lnTo>
                  <a:lnTo>
                    <a:pt x="144" y="714"/>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95" name="Freeform 67">
              <a:extLst>
                <a:ext uri="{FF2B5EF4-FFF2-40B4-BE49-F238E27FC236}">
                  <a16:creationId xmlns:a16="http://schemas.microsoft.com/office/drawing/2014/main" id="{F54D7273-9833-468C-B62A-D9AE812CD693}"/>
                </a:ext>
              </a:extLst>
            </p:cNvPr>
            <p:cNvSpPr>
              <a:spLocks/>
            </p:cNvSpPr>
            <p:nvPr/>
          </p:nvSpPr>
          <p:spPr bwMode="auto">
            <a:xfrm>
              <a:off x="2872052" y="4313215"/>
              <a:ext cx="796771" cy="651827"/>
            </a:xfrm>
            <a:custGeom>
              <a:avLst/>
              <a:gdLst>
                <a:gd name="T0" fmla="*/ 227 w 940"/>
                <a:gd name="T1" fmla="*/ 0 h 769"/>
                <a:gd name="T2" fmla="*/ 256 w 940"/>
                <a:gd name="T3" fmla="*/ 2 h 769"/>
                <a:gd name="T4" fmla="*/ 282 w 940"/>
                <a:gd name="T5" fmla="*/ 9 h 769"/>
                <a:gd name="T6" fmla="*/ 880 w 940"/>
                <a:gd name="T7" fmla="*/ 300 h 769"/>
                <a:gd name="T8" fmla="*/ 904 w 940"/>
                <a:gd name="T9" fmla="*/ 315 h 769"/>
                <a:gd name="T10" fmla="*/ 921 w 940"/>
                <a:gd name="T11" fmla="*/ 336 h 769"/>
                <a:gd name="T12" fmla="*/ 934 w 940"/>
                <a:gd name="T13" fmla="*/ 361 h 769"/>
                <a:gd name="T14" fmla="*/ 940 w 940"/>
                <a:gd name="T15" fmla="*/ 387 h 769"/>
                <a:gd name="T16" fmla="*/ 938 w 940"/>
                <a:gd name="T17" fmla="*/ 415 h 769"/>
                <a:gd name="T18" fmla="*/ 929 w 940"/>
                <a:gd name="T19" fmla="*/ 442 h 769"/>
                <a:gd name="T20" fmla="*/ 798 w 940"/>
                <a:gd name="T21" fmla="*/ 708 h 769"/>
                <a:gd name="T22" fmla="*/ 783 w 940"/>
                <a:gd name="T23" fmla="*/ 733 h 769"/>
                <a:gd name="T24" fmla="*/ 762 w 940"/>
                <a:gd name="T25" fmla="*/ 752 h 769"/>
                <a:gd name="T26" fmla="*/ 738 w 940"/>
                <a:gd name="T27" fmla="*/ 763 h 769"/>
                <a:gd name="T28" fmla="*/ 711 w 940"/>
                <a:gd name="T29" fmla="*/ 769 h 769"/>
                <a:gd name="T30" fmla="*/ 685 w 940"/>
                <a:gd name="T31" fmla="*/ 767 h 769"/>
                <a:gd name="T32" fmla="*/ 657 w 940"/>
                <a:gd name="T33" fmla="*/ 757 h 769"/>
                <a:gd name="T34" fmla="*/ 59 w 940"/>
                <a:gd name="T35" fmla="*/ 468 h 769"/>
                <a:gd name="T36" fmla="*/ 36 w 940"/>
                <a:gd name="T37" fmla="*/ 453 h 769"/>
                <a:gd name="T38" fmla="*/ 17 w 940"/>
                <a:gd name="T39" fmla="*/ 432 h 769"/>
                <a:gd name="T40" fmla="*/ 6 w 940"/>
                <a:gd name="T41" fmla="*/ 408 h 769"/>
                <a:gd name="T42" fmla="*/ 0 w 940"/>
                <a:gd name="T43" fmla="*/ 381 h 769"/>
                <a:gd name="T44" fmla="*/ 2 w 940"/>
                <a:gd name="T45" fmla="*/ 353 h 769"/>
                <a:gd name="T46" fmla="*/ 10 w 940"/>
                <a:gd name="T47" fmla="*/ 327 h 769"/>
                <a:gd name="T48" fmla="*/ 140 w 940"/>
                <a:gd name="T49" fmla="*/ 58 h 769"/>
                <a:gd name="T50" fmla="*/ 155 w 940"/>
                <a:gd name="T51" fmla="*/ 36 h 769"/>
                <a:gd name="T52" fmla="*/ 176 w 940"/>
                <a:gd name="T53" fmla="*/ 17 h 769"/>
                <a:gd name="T54" fmla="*/ 201 w 940"/>
                <a:gd name="T55" fmla="*/ 5 h 769"/>
                <a:gd name="T56" fmla="*/ 227 w 940"/>
                <a:gd name="T57" fmla="*/ 0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40" h="769">
                  <a:moveTo>
                    <a:pt x="227" y="0"/>
                  </a:moveTo>
                  <a:lnTo>
                    <a:pt x="256" y="2"/>
                  </a:lnTo>
                  <a:lnTo>
                    <a:pt x="282" y="9"/>
                  </a:lnTo>
                  <a:lnTo>
                    <a:pt x="880" y="300"/>
                  </a:lnTo>
                  <a:lnTo>
                    <a:pt x="904" y="315"/>
                  </a:lnTo>
                  <a:lnTo>
                    <a:pt x="921" y="336"/>
                  </a:lnTo>
                  <a:lnTo>
                    <a:pt x="934" y="361"/>
                  </a:lnTo>
                  <a:lnTo>
                    <a:pt x="940" y="387"/>
                  </a:lnTo>
                  <a:lnTo>
                    <a:pt x="938" y="415"/>
                  </a:lnTo>
                  <a:lnTo>
                    <a:pt x="929" y="442"/>
                  </a:lnTo>
                  <a:lnTo>
                    <a:pt x="798" y="708"/>
                  </a:lnTo>
                  <a:lnTo>
                    <a:pt x="783" y="733"/>
                  </a:lnTo>
                  <a:lnTo>
                    <a:pt x="762" y="752"/>
                  </a:lnTo>
                  <a:lnTo>
                    <a:pt x="738" y="763"/>
                  </a:lnTo>
                  <a:lnTo>
                    <a:pt x="711" y="769"/>
                  </a:lnTo>
                  <a:lnTo>
                    <a:pt x="685" y="767"/>
                  </a:lnTo>
                  <a:lnTo>
                    <a:pt x="657" y="757"/>
                  </a:lnTo>
                  <a:lnTo>
                    <a:pt x="59" y="468"/>
                  </a:lnTo>
                  <a:lnTo>
                    <a:pt x="36" y="453"/>
                  </a:lnTo>
                  <a:lnTo>
                    <a:pt x="17" y="432"/>
                  </a:lnTo>
                  <a:lnTo>
                    <a:pt x="6" y="408"/>
                  </a:lnTo>
                  <a:lnTo>
                    <a:pt x="0" y="381"/>
                  </a:lnTo>
                  <a:lnTo>
                    <a:pt x="2" y="353"/>
                  </a:lnTo>
                  <a:lnTo>
                    <a:pt x="10" y="327"/>
                  </a:lnTo>
                  <a:lnTo>
                    <a:pt x="140" y="58"/>
                  </a:lnTo>
                  <a:lnTo>
                    <a:pt x="155" y="36"/>
                  </a:lnTo>
                  <a:lnTo>
                    <a:pt x="176" y="17"/>
                  </a:lnTo>
                  <a:lnTo>
                    <a:pt x="201" y="5"/>
                  </a:lnTo>
                  <a:lnTo>
                    <a:pt x="227"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96" name="Freeform 68">
              <a:extLst>
                <a:ext uri="{FF2B5EF4-FFF2-40B4-BE49-F238E27FC236}">
                  <a16:creationId xmlns:a16="http://schemas.microsoft.com/office/drawing/2014/main" id="{25F61387-2E56-4EDE-88A7-7AE9FF43E4D6}"/>
                </a:ext>
              </a:extLst>
            </p:cNvPr>
            <p:cNvSpPr>
              <a:spLocks/>
            </p:cNvSpPr>
            <p:nvPr/>
          </p:nvSpPr>
          <p:spPr bwMode="auto">
            <a:xfrm>
              <a:off x="2481296" y="3635959"/>
              <a:ext cx="543330" cy="782361"/>
            </a:xfrm>
            <a:custGeom>
              <a:avLst/>
              <a:gdLst>
                <a:gd name="T0" fmla="*/ 403 w 641"/>
                <a:gd name="T1" fmla="*/ 0 h 923"/>
                <a:gd name="T2" fmla="*/ 431 w 641"/>
                <a:gd name="T3" fmla="*/ 5 h 923"/>
                <a:gd name="T4" fmla="*/ 456 w 641"/>
                <a:gd name="T5" fmla="*/ 17 h 923"/>
                <a:gd name="T6" fmla="*/ 477 w 641"/>
                <a:gd name="T7" fmla="*/ 34 h 923"/>
                <a:gd name="T8" fmla="*/ 492 w 641"/>
                <a:gd name="T9" fmla="*/ 56 h 923"/>
                <a:gd name="T10" fmla="*/ 501 w 641"/>
                <a:gd name="T11" fmla="*/ 83 h 923"/>
                <a:gd name="T12" fmla="*/ 639 w 641"/>
                <a:gd name="T13" fmla="*/ 733 h 923"/>
                <a:gd name="T14" fmla="*/ 641 w 641"/>
                <a:gd name="T15" fmla="*/ 761 h 923"/>
                <a:gd name="T16" fmla="*/ 635 w 641"/>
                <a:gd name="T17" fmla="*/ 787 h 923"/>
                <a:gd name="T18" fmla="*/ 624 w 641"/>
                <a:gd name="T19" fmla="*/ 812 h 923"/>
                <a:gd name="T20" fmla="*/ 607 w 641"/>
                <a:gd name="T21" fmla="*/ 833 h 923"/>
                <a:gd name="T22" fmla="*/ 584 w 641"/>
                <a:gd name="T23" fmla="*/ 850 h 923"/>
                <a:gd name="T24" fmla="*/ 558 w 641"/>
                <a:gd name="T25" fmla="*/ 859 h 923"/>
                <a:gd name="T26" fmla="*/ 267 w 641"/>
                <a:gd name="T27" fmla="*/ 922 h 923"/>
                <a:gd name="T28" fmla="*/ 238 w 641"/>
                <a:gd name="T29" fmla="*/ 923 h 923"/>
                <a:gd name="T30" fmla="*/ 210 w 641"/>
                <a:gd name="T31" fmla="*/ 918 h 923"/>
                <a:gd name="T32" fmla="*/ 185 w 641"/>
                <a:gd name="T33" fmla="*/ 906 h 923"/>
                <a:gd name="T34" fmla="*/ 165 w 641"/>
                <a:gd name="T35" fmla="*/ 888 h 923"/>
                <a:gd name="T36" fmla="*/ 149 w 641"/>
                <a:gd name="T37" fmla="*/ 865 h 923"/>
                <a:gd name="T38" fmla="*/ 140 w 641"/>
                <a:gd name="T39" fmla="*/ 838 h 923"/>
                <a:gd name="T40" fmla="*/ 2 w 641"/>
                <a:gd name="T41" fmla="*/ 189 h 923"/>
                <a:gd name="T42" fmla="*/ 0 w 641"/>
                <a:gd name="T43" fmla="*/ 160 h 923"/>
                <a:gd name="T44" fmla="*/ 6 w 641"/>
                <a:gd name="T45" fmla="*/ 134 h 923"/>
                <a:gd name="T46" fmla="*/ 17 w 641"/>
                <a:gd name="T47" fmla="*/ 109 h 923"/>
                <a:gd name="T48" fmla="*/ 34 w 641"/>
                <a:gd name="T49" fmla="*/ 88 h 923"/>
                <a:gd name="T50" fmla="*/ 57 w 641"/>
                <a:gd name="T51" fmla="*/ 73 h 923"/>
                <a:gd name="T52" fmla="*/ 85 w 641"/>
                <a:gd name="T53" fmla="*/ 64 h 923"/>
                <a:gd name="T54" fmla="*/ 374 w 641"/>
                <a:gd name="T55" fmla="*/ 2 h 923"/>
                <a:gd name="T56" fmla="*/ 403 w 641"/>
                <a:gd name="T57" fmla="*/ 0 h 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1" h="923">
                  <a:moveTo>
                    <a:pt x="403" y="0"/>
                  </a:moveTo>
                  <a:lnTo>
                    <a:pt x="431" y="5"/>
                  </a:lnTo>
                  <a:lnTo>
                    <a:pt x="456" y="17"/>
                  </a:lnTo>
                  <a:lnTo>
                    <a:pt x="477" y="34"/>
                  </a:lnTo>
                  <a:lnTo>
                    <a:pt x="492" y="56"/>
                  </a:lnTo>
                  <a:lnTo>
                    <a:pt x="501" y="83"/>
                  </a:lnTo>
                  <a:lnTo>
                    <a:pt x="639" y="733"/>
                  </a:lnTo>
                  <a:lnTo>
                    <a:pt x="641" y="761"/>
                  </a:lnTo>
                  <a:lnTo>
                    <a:pt x="635" y="787"/>
                  </a:lnTo>
                  <a:lnTo>
                    <a:pt x="624" y="812"/>
                  </a:lnTo>
                  <a:lnTo>
                    <a:pt x="607" y="833"/>
                  </a:lnTo>
                  <a:lnTo>
                    <a:pt x="584" y="850"/>
                  </a:lnTo>
                  <a:lnTo>
                    <a:pt x="558" y="859"/>
                  </a:lnTo>
                  <a:lnTo>
                    <a:pt x="267" y="922"/>
                  </a:lnTo>
                  <a:lnTo>
                    <a:pt x="238" y="923"/>
                  </a:lnTo>
                  <a:lnTo>
                    <a:pt x="210" y="918"/>
                  </a:lnTo>
                  <a:lnTo>
                    <a:pt x="185" y="906"/>
                  </a:lnTo>
                  <a:lnTo>
                    <a:pt x="165" y="888"/>
                  </a:lnTo>
                  <a:lnTo>
                    <a:pt x="149" y="865"/>
                  </a:lnTo>
                  <a:lnTo>
                    <a:pt x="140" y="838"/>
                  </a:lnTo>
                  <a:lnTo>
                    <a:pt x="2" y="189"/>
                  </a:lnTo>
                  <a:lnTo>
                    <a:pt x="0" y="160"/>
                  </a:lnTo>
                  <a:lnTo>
                    <a:pt x="6" y="134"/>
                  </a:lnTo>
                  <a:lnTo>
                    <a:pt x="17" y="109"/>
                  </a:lnTo>
                  <a:lnTo>
                    <a:pt x="34" y="88"/>
                  </a:lnTo>
                  <a:lnTo>
                    <a:pt x="57" y="73"/>
                  </a:lnTo>
                  <a:lnTo>
                    <a:pt x="85" y="64"/>
                  </a:lnTo>
                  <a:lnTo>
                    <a:pt x="374" y="2"/>
                  </a:lnTo>
                  <a:lnTo>
                    <a:pt x="403" y="0"/>
                  </a:lnTo>
                  <a:close/>
                </a:path>
              </a:pathLst>
            </a:custGeom>
            <a:solidFill>
              <a:schemeClr val="accent5"/>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97" name="Freeform 69">
              <a:extLst>
                <a:ext uri="{FF2B5EF4-FFF2-40B4-BE49-F238E27FC236}">
                  <a16:creationId xmlns:a16="http://schemas.microsoft.com/office/drawing/2014/main" id="{F35E909E-F4F0-4156-A699-C51C3B62B95D}"/>
                </a:ext>
              </a:extLst>
            </p:cNvPr>
            <p:cNvSpPr>
              <a:spLocks/>
            </p:cNvSpPr>
            <p:nvPr/>
          </p:nvSpPr>
          <p:spPr bwMode="auto">
            <a:xfrm>
              <a:off x="2556735" y="2844273"/>
              <a:ext cx="734046" cy="773885"/>
            </a:xfrm>
            <a:custGeom>
              <a:avLst/>
              <a:gdLst>
                <a:gd name="T0" fmla="*/ 520 w 866"/>
                <a:gd name="T1" fmla="*/ 0 h 913"/>
                <a:gd name="T2" fmla="*/ 548 w 866"/>
                <a:gd name="T3" fmla="*/ 0 h 913"/>
                <a:gd name="T4" fmla="*/ 575 w 866"/>
                <a:gd name="T5" fmla="*/ 10 h 913"/>
                <a:gd name="T6" fmla="*/ 599 w 866"/>
                <a:gd name="T7" fmla="*/ 25 h 913"/>
                <a:gd name="T8" fmla="*/ 828 w 866"/>
                <a:gd name="T9" fmla="*/ 214 h 913"/>
                <a:gd name="T10" fmla="*/ 847 w 866"/>
                <a:gd name="T11" fmla="*/ 235 h 913"/>
                <a:gd name="T12" fmla="*/ 860 w 866"/>
                <a:gd name="T13" fmla="*/ 259 h 913"/>
                <a:gd name="T14" fmla="*/ 866 w 866"/>
                <a:gd name="T15" fmla="*/ 286 h 913"/>
                <a:gd name="T16" fmla="*/ 864 w 866"/>
                <a:gd name="T17" fmla="*/ 314 h 913"/>
                <a:gd name="T18" fmla="*/ 856 w 866"/>
                <a:gd name="T19" fmla="*/ 340 h 913"/>
                <a:gd name="T20" fmla="*/ 841 w 866"/>
                <a:gd name="T21" fmla="*/ 363 h 913"/>
                <a:gd name="T22" fmla="*/ 416 w 866"/>
                <a:gd name="T23" fmla="*/ 875 h 913"/>
                <a:gd name="T24" fmla="*/ 395 w 866"/>
                <a:gd name="T25" fmla="*/ 894 h 913"/>
                <a:gd name="T26" fmla="*/ 371 w 866"/>
                <a:gd name="T27" fmla="*/ 907 h 913"/>
                <a:gd name="T28" fmla="*/ 344 w 866"/>
                <a:gd name="T29" fmla="*/ 913 h 913"/>
                <a:gd name="T30" fmla="*/ 318 w 866"/>
                <a:gd name="T31" fmla="*/ 911 h 913"/>
                <a:gd name="T32" fmla="*/ 291 w 866"/>
                <a:gd name="T33" fmla="*/ 903 h 913"/>
                <a:gd name="T34" fmla="*/ 267 w 866"/>
                <a:gd name="T35" fmla="*/ 888 h 913"/>
                <a:gd name="T36" fmla="*/ 38 w 866"/>
                <a:gd name="T37" fmla="*/ 697 h 913"/>
                <a:gd name="T38" fmla="*/ 19 w 866"/>
                <a:gd name="T39" fmla="*/ 677 h 913"/>
                <a:gd name="T40" fmla="*/ 6 w 866"/>
                <a:gd name="T41" fmla="*/ 652 h 913"/>
                <a:gd name="T42" fmla="*/ 0 w 866"/>
                <a:gd name="T43" fmla="*/ 626 h 913"/>
                <a:gd name="T44" fmla="*/ 2 w 866"/>
                <a:gd name="T45" fmla="*/ 599 h 913"/>
                <a:gd name="T46" fmla="*/ 9 w 866"/>
                <a:gd name="T47" fmla="*/ 573 h 913"/>
                <a:gd name="T48" fmla="*/ 24 w 866"/>
                <a:gd name="T49" fmla="*/ 548 h 913"/>
                <a:gd name="T50" fmla="*/ 448 w 866"/>
                <a:gd name="T51" fmla="*/ 38 h 913"/>
                <a:gd name="T52" fmla="*/ 469 w 866"/>
                <a:gd name="T53" fmla="*/ 19 h 913"/>
                <a:gd name="T54" fmla="*/ 493 w 866"/>
                <a:gd name="T55" fmla="*/ 6 h 913"/>
                <a:gd name="T56" fmla="*/ 520 w 866"/>
                <a:gd name="T57"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6" h="913">
                  <a:moveTo>
                    <a:pt x="520" y="0"/>
                  </a:moveTo>
                  <a:lnTo>
                    <a:pt x="548" y="0"/>
                  </a:lnTo>
                  <a:lnTo>
                    <a:pt x="575" y="10"/>
                  </a:lnTo>
                  <a:lnTo>
                    <a:pt x="599" y="25"/>
                  </a:lnTo>
                  <a:lnTo>
                    <a:pt x="828" y="214"/>
                  </a:lnTo>
                  <a:lnTo>
                    <a:pt x="847" y="235"/>
                  </a:lnTo>
                  <a:lnTo>
                    <a:pt x="860" y="259"/>
                  </a:lnTo>
                  <a:lnTo>
                    <a:pt x="866" y="286"/>
                  </a:lnTo>
                  <a:lnTo>
                    <a:pt x="864" y="314"/>
                  </a:lnTo>
                  <a:lnTo>
                    <a:pt x="856" y="340"/>
                  </a:lnTo>
                  <a:lnTo>
                    <a:pt x="841" y="363"/>
                  </a:lnTo>
                  <a:lnTo>
                    <a:pt x="416" y="875"/>
                  </a:lnTo>
                  <a:lnTo>
                    <a:pt x="395" y="894"/>
                  </a:lnTo>
                  <a:lnTo>
                    <a:pt x="371" y="907"/>
                  </a:lnTo>
                  <a:lnTo>
                    <a:pt x="344" y="913"/>
                  </a:lnTo>
                  <a:lnTo>
                    <a:pt x="318" y="911"/>
                  </a:lnTo>
                  <a:lnTo>
                    <a:pt x="291" y="903"/>
                  </a:lnTo>
                  <a:lnTo>
                    <a:pt x="267" y="888"/>
                  </a:lnTo>
                  <a:lnTo>
                    <a:pt x="38" y="697"/>
                  </a:lnTo>
                  <a:lnTo>
                    <a:pt x="19" y="677"/>
                  </a:lnTo>
                  <a:lnTo>
                    <a:pt x="6" y="652"/>
                  </a:lnTo>
                  <a:lnTo>
                    <a:pt x="0" y="626"/>
                  </a:lnTo>
                  <a:lnTo>
                    <a:pt x="2" y="599"/>
                  </a:lnTo>
                  <a:lnTo>
                    <a:pt x="9" y="573"/>
                  </a:lnTo>
                  <a:lnTo>
                    <a:pt x="24" y="548"/>
                  </a:lnTo>
                  <a:lnTo>
                    <a:pt x="448" y="38"/>
                  </a:lnTo>
                  <a:lnTo>
                    <a:pt x="469" y="19"/>
                  </a:lnTo>
                  <a:lnTo>
                    <a:pt x="493" y="6"/>
                  </a:lnTo>
                  <a:lnTo>
                    <a:pt x="520" y="0"/>
                  </a:lnTo>
                  <a:close/>
                </a:path>
              </a:pathLst>
            </a:custGeom>
            <a:solidFill>
              <a:schemeClr val="accent6"/>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98" name="Freeform 70">
              <a:extLst>
                <a:ext uri="{FF2B5EF4-FFF2-40B4-BE49-F238E27FC236}">
                  <a16:creationId xmlns:a16="http://schemas.microsoft.com/office/drawing/2014/main" id="{4EA03F73-D070-4360-8F00-89ED79CACDB6}"/>
                </a:ext>
              </a:extLst>
            </p:cNvPr>
            <p:cNvSpPr>
              <a:spLocks/>
            </p:cNvSpPr>
            <p:nvPr/>
          </p:nvSpPr>
          <p:spPr bwMode="auto">
            <a:xfrm>
              <a:off x="3284000" y="2629823"/>
              <a:ext cx="744218" cy="432291"/>
            </a:xfrm>
            <a:custGeom>
              <a:avLst/>
              <a:gdLst>
                <a:gd name="T0" fmla="*/ 106 w 878"/>
                <a:gd name="T1" fmla="*/ 0 h 510"/>
                <a:gd name="T2" fmla="*/ 772 w 878"/>
                <a:gd name="T3" fmla="*/ 0 h 510"/>
                <a:gd name="T4" fmla="*/ 804 w 878"/>
                <a:gd name="T5" fmla="*/ 6 h 510"/>
                <a:gd name="T6" fmla="*/ 834 w 878"/>
                <a:gd name="T7" fmla="*/ 21 h 510"/>
                <a:gd name="T8" fmla="*/ 857 w 878"/>
                <a:gd name="T9" fmla="*/ 44 h 510"/>
                <a:gd name="T10" fmla="*/ 872 w 878"/>
                <a:gd name="T11" fmla="*/ 74 h 510"/>
                <a:gd name="T12" fmla="*/ 878 w 878"/>
                <a:gd name="T13" fmla="*/ 106 h 510"/>
                <a:gd name="T14" fmla="*/ 878 w 878"/>
                <a:gd name="T15" fmla="*/ 404 h 510"/>
                <a:gd name="T16" fmla="*/ 872 w 878"/>
                <a:gd name="T17" fmla="*/ 437 h 510"/>
                <a:gd name="T18" fmla="*/ 857 w 878"/>
                <a:gd name="T19" fmla="*/ 467 h 510"/>
                <a:gd name="T20" fmla="*/ 834 w 878"/>
                <a:gd name="T21" fmla="*/ 489 h 510"/>
                <a:gd name="T22" fmla="*/ 804 w 878"/>
                <a:gd name="T23" fmla="*/ 505 h 510"/>
                <a:gd name="T24" fmla="*/ 772 w 878"/>
                <a:gd name="T25" fmla="*/ 510 h 510"/>
                <a:gd name="T26" fmla="*/ 106 w 878"/>
                <a:gd name="T27" fmla="*/ 510 h 510"/>
                <a:gd name="T28" fmla="*/ 74 w 878"/>
                <a:gd name="T29" fmla="*/ 505 h 510"/>
                <a:gd name="T30" fmla="*/ 44 w 878"/>
                <a:gd name="T31" fmla="*/ 489 h 510"/>
                <a:gd name="T32" fmla="*/ 21 w 878"/>
                <a:gd name="T33" fmla="*/ 467 h 510"/>
                <a:gd name="T34" fmla="*/ 6 w 878"/>
                <a:gd name="T35" fmla="*/ 437 h 510"/>
                <a:gd name="T36" fmla="*/ 0 w 878"/>
                <a:gd name="T37" fmla="*/ 404 h 510"/>
                <a:gd name="T38" fmla="*/ 0 w 878"/>
                <a:gd name="T39" fmla="*/ 106 h 510"/>
                <a:gd name="T40" fmla="*/ 6 w 878"/>
                <a:gd name="T41" fmla="*/ 74 h 510"/>
                <a:gd name="T42" fmla="*/ 21 w 878"/>
                <a:gd name="T43" fmla="*/ 44 h 510"/>
                <a:gd name="T44" fmla="*/ 44 w 878"/>
                <a:gd name="T45" fmla="*/ 21 h 510"/>
                <a:gd name="T46" fmla="*/ 74 w 878"/>
                <a:gd name="T47" fmla="*/ 6 h 510"/>
                <a:gd name="T48" fmla="*/ 106 w 878"/>
                <a:gd name="T49" fmla="*/ 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510">
                  <a:moveTo>
                    <a:pt x="106" y="0"/>
                  </a:moveTo>
                  <a:lnTo>
                    <a:pt x="772" y="0"/>
                  </a:lnTo>
                  <a:lnTo>
                    <a:pt x="804" y="6"/>
                  </a:lnTo>
                  <a:lnTo>
                    <a:pt x="834" y="21"/>
                  </a:lnTo>
                  <a:lnTo>
                    <a:pt x="857" y="44"/>
                  </a:lnTo>
                  <a:lnTo>
                    <a:pt x="872" y="74"/>
                  </a:lnTo>
                  <a:lnTo>
                    <a:pt x="878" y="106"/>
                  </a:lnTo>
                  <a:lnTo>
                    <a:pt x="878" y="404"/>
                  </a:lnTo>
                  <a:lnTo>
                    <a:pt x="872" y="437"/>
                  </a:lnTo>
                  <a:lnTo>
                    <a:pt x="857" y="467"/>
                  </a:lnTo>
                  <a:lnTo>
                    <a:pt x="834" y="489"/>
                  </a:lnTo>
                  <a:lnTo>
                    <a:pt x="804" y="505"/>
                  </a:lnTo>
                  <a:lnTo>
                    <a:pt x="772" y="510"/>
                  </a:lnTo>
                  <a:lnTo>
                    <a:pt x="106" y="510"/>
                  </a:lnTo>
                  <a:lnTo>
                    <a:pt x="74" y="505"/>
                  </a:lnTo>
                  <a:lnTo>
                    <a:pt x="44" y="489"/>
                  </a:lnTo>
                  <a:lnTo>
                    <a:pt x="21" y="467"/>
                  </a:lnTo>
                  <a:lnTo>
                    <a:pt x="6" y="437"/>
                  </a:lnTo>
                  <a:lnTo>
                    <a:pt x="0" y="404"/>
                  </a:lnTo>
                  <a:lnTo>
                    <a:pt x="0" y="106"/>
                  </a:lnTo>
                  <a:lnTo>
                    <a:pt x="6" y="74"/>
                  </a:lnTo>
                  <a:lnTo>
                    <a:pt x="21" y="44"/>
                  </a:lnTo>
                  <a:lnTo>
                    <a:pt x="44" y="21"/>
                  </a:lnTo>
                  <a:lnTo>
                    <a:pt x="74" y="6"/>
                  </a:lnTo>
                  <a:lnTo>
                    <a:pt x="106"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99" name="Freeform 71">
              <a:extLst>
                <a:ext uri="{FF2B5EF4-FFF2-40B4-BE49-F238E27FC236}">
                  <a16:creationId xmlns:a16="http://schemas.microsoft.com/office/drawing/2014/main" id="{5C35F174-1D13-4241-9D20-61ADDAD09FE8}"/>
                </a:ext>
              </a:extLst>
            </p:cNvPr>
            <p:cNvSpPr>
              <a:spLocks/>
            </p:cNvSpPr>
            <p:nvPr/>
          </p:nvSpPr>
          <p:spPr bwMode="auto">
            <a:xfrm>
              <a:off x="4035847" y="2926494"/>
              <a:ext cx="703532" cy="673865"/>
            </a:xfrm>
            <a:custGeom>
              <a:avLst/>
              <a:gdLst>
                <a:gd name="T0" fmla="*/ 155 w 830"/>
                <a:gd name="T1" fmla="*/ 0 h 795"/>
                <a:gd name="T2" fmla="*/ 136 w 830"/>
                <a:gd name="T3" fmla="*/ 20 h 795"/>
                <a:gd name="T4" fmla="*/ 125 w 830"/>
                <a:gd name="T5" fmla="*/ 45 h 795"/>
                <a:gd name="T6" fmla="*/ 119 w 830"/>
                <a:gd name="T7" fmla="*/ 71 h 795"/>
                <a:gd name="T8" fmla="*/ 121 w 830"/>
                <a:gd name="T9" fmla="*/ 98 h 795"/>
                <a:gd name="T10" fmla="*/ 129 w 830"/>
                <a:gd name="T11" fmla="*/ 124 h 795"/>
                <a:gd name="T12" fmla="*/ 144 w 830"/>
                <a:gd name="T13" fmla="*/ 149 h 795"/>
                <a:gd name="T14" fmla="*/ 569 w 830"/>
                <a:gd name="T15" fmla="*/ 657 h 795"/>
                <a:gd name="T16" fmla="*/ 590 w 830"/>
                <a:gd name="T17" fmla="*/ 678 h 795"/>
                <a:gd name="T18" fmla="*/ 615 w 830"/>
                <a:gd name="T19" fmla="*/ 689 h 795"/>
                <a:gd name="T20" fmla="*/ 641 w 830"/>
                <a:gd name="T21" fmla="*/ 695 h 795"/>
                <a:gd name="T22" fmla="*/ 668 w 830"/>
                <a:gd name="T23" fmla="*/ 695 h 795"/>
                <a:gd name="T24" fmla="*/ 694 w 830"/>
                <a:gd name="T25" fmla="*/ 687 h 795"/>
                <a:gd name="T26" fmla="*/ 719 w 830"/>
                <a:gd name="T27" fmla="*/ 672 h 795"/>
                <a:gd name="T28" fmla="*/ 830 w 830"/>
                <a:gd name="T29" fmla="*/ 578 h 795"/>
                <a:gd name="T30" fmla="*/ 828 w 830"/>
                <a:gd name="T31" fmla="*/ 580 h 795"/>
                <a:gd name="T32" fmla="*/ 600 w 830"/>
                <a:gd name="T33" fmla="*/ 770 h 795"/>
                <a:gd name="T34" fmla="*/ 577 w 830"/>
                <a:gd name="T35" fmla="*/ 786 h 795"/>
                <a:gd name="T36" fmla="*/ 550 w 830"/>
                <a:gd name="T37" fmla="*/ 793 h 795"/>
                <a:gd name="T38" fmla="*/ 522 w 830"/>
                <a:gd name="T39" fmla="*/ 795 h 795"/>
                <a:gd name="T40" fmla="*/ 496 w 830"/>
                <a:gd name="T41" fmla="*/ 789 h 795"/>
                <a:gd name="T42" fmla="*/ 471 w 830"/>
                <a:gd name="T43" fmla="*/ 776 h 795"/>
                <a:gd name="T44" fmla="*/ 450 w 830"/>
                <a:gd name="T45" fmla="*/ 757 h 795"/>
                <a:gd name="T46" fmla="*/ 25 w 830"/>
                <a:gd name="T47" fmla="*/ 247 h 795"/>
                <a:gd name="T48" fmla="*/ 10 w 830"/>
                <a:gd name="T49" fmla="*/ 223 h 795"/>
                <a:gd name="T50" fmla="*/ 2 w 830"/>
                <a:gd name="T51" fmla="*/ 196 h 795"/>
                <a:gd name="T52" fmla="*/ 0 w 830"/>
                <a:gd name="T53" fmla="*/ 170 h 795"/>
                <a:gd name="T54" fmla="*/ 6 w 830"/>
                <a:gd name="T55" fmla="*/ 143 h 795"/>
                <a:gd name="T56" fmla="*/ 19 w 830"/>
                <a:gd name="T57" fmla="*/ 119 h 795"/>
                <a:gd name="T58" fmla="*/ 38 w 830"/>
                <a:gd name="T59" fmla="*/ 98 h 795"/>
                <a:gd name="T60" fmla="*/ 155 w 830"/>
                <a:gd name="T61"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0" h="795">
                  <a:moveTo>
                    <a:pt x="155" y="0"/>
                  </a:moveTo>
                  <a:lnTo>
                    <a:pt x="136" y="20"/>
                  </a:lnTo>
                  <a:lnTo>
                    <a:pt x="125" y="45"/>
                  </a:lnTo>
                  <a:lnTo>
                    <a:pt x="119" y="71"/>
                  </a:lnTo>
                  <a:lnTo>
                    <a:pt x="121" y="98"/>
                  </a:lnTo>
                  <a:lnTo>
                    <a:pt x="129" y="124"/>
                  </a:lnTo>
                  <a:lnTo>
                    <a:pt x="144" y="149"/>
                  </a:lnTo>
                  <a:lnTo>
                    <a:pt x="569" y="657"/>
                  </a:lnTo>
                  <a:lnTo>
                    <a:pt x="590" y="678"/>
                  </a:lnTo>
                  <a:lnTo>
                    <a:pt x="615" y="689"/>
                  </a:lnTo>
                  <a:lnTo>
                    <a:pt x="641" y="695"/>
                  </a:lnTo>
                  <a:lnTo>
                    <a:pt x="668" y="695"/>
                  </a:lnTo>
                  <a:lnTo>
                    <a:pt x="694" y="687"/>
                  </a:lnTo>
                  <a:lnTo>
                    <a:pt x="719" y="672"/>
                  </a:lnTo>
                  <a:lnTo>
                    <a:pt x="830" y="578"/>
                  </a:lnTo>
                  <a:lnTo>
                    <a:pt x="828" y="580"/>
                  </a:lnTo>
                  <a:lnTo>
                    <a:pt x="600" y="770"/>
                  </a:lnTo>
                  <a:lnTo>
                    <a:pt x="577" y="786"/>
                  </a:lnTo>
                  <a:lnTo>
                    <a:pt x="550" y="793"/>
                  </a:lnTo>
                  <a:lnTo>
                    <a:pt x="522" y="795"/>
                  </a:lnTo>
                  <a:lnTo>
                    <a:pt x="496" y="789"/>
                  </a:lnTo>
                  <a:lnTo>
                    <a:pt x="471" y="776"/>
                  </a:lnTo>
                  <a:lnTo>
                    <a:pt x="450" y="757"/>
                  </a:lnTo>
                  <a:lnTo>
                    <a:pt x="25" y="247"/>
                  </a:lnTo>
                  <a:lnTo>
                    <a:pt x="10" y="223"/>
                  </a:lnTo>
                  <a:lnTo>
                    <a:pt x="2" y="196"/>
                  </a:lnTo>
                  <a:lnTo>
                    <a:pt x="0" y="170"/>
                  </a:lnTo>
                  <a:lnTo>
                    <a:pt x="6" y="143"/>
                  </a:lnTo>
                  <a:lnTo>
                    <a:pt x="19" y="119"/>
                  </a:lnTo>
                  <a:lnTo>
                    <a:pt x="38" y="98"/>
                  </a:lnTo>
                  <a:lnTo>
                    <a:pt x="155" y="0"/>
                  </a:lnTo>
                  <a:close/>
                </a:path>
              </a:pathLst>
            </a:custGeom>
            <a:solidFill>
              <a:schemeClr val="accent2">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00" name="Freeform 72">
              <a:extLst>
                <a:ext uri="{FF2B5EF4-FFF2-40B4-BE49-F238E27FC236}">
                  <a16:creationId xmlns:a16="http://schemas.microsoft.com/office/drawing/2014/main" id="{29D77256-E99E-4C6C-9CF9-C1BFCF9D05FC}"/>
                </a:ext>
              </a:extLst>
            </p:cNvPr>
            <p:cNvSpPr>
              <a:spLocks/>
            </p:cNvSpPr>
            <p:nvPr/>
          </p:nvSpPr>
          <p:spPr bwMode="auto">
            <a:xfrm>
              <a:off x="4300307" y="3605444"/>
              <a:ext cx="344985" cy="781513"/>
            </a:xfrm>
            <a:custGeom>
              <a:avLst/>
              <a:gdLst>
                <a:gd name="T0" fmla="*/ 240 w 407"/>
                <a:gd name="T1" fmla="*/ 0 h 922"/>
                <a:gd name="T2" fmla="*/ 269 w 407"/>
                <a:gd name="T3" fmla="*/ 2 h 922"/>
                <a:gd name="T4" fmla="*/ 407 w 407"/>
                <a:gd name="T5" fmla="*/ 32 h 922"/>
                <a:gd name="T6" fmla="*/ 376 w 407"/>
                <a:gd name="T7" fmla="*/ 34 h 922"/>
                <a:gd name="T8" fmla="*/ 348 w 407"/>
                <a:gd name="T9" fmla="*/ 43 h 922"/>
                <a:gd name="T10" fmla="*/ 324 w 407"/>
                <a:gd name="T11" fmla="*/ 60 h 922"/>
                <a:gd name="T12" fmla="*/ 305 w 407"/>
                <a:gd name="T13" fmla="*/ 85 h 922"/>
                <a:gd name="T14" fmla="*/ 293 w 407"/>
                <a:gd name="T15" fmla="*/ 115 h 922"/>
                <a:gd name="T16" fmla="*/ 151 w 407"/>
                <a:gd name="T17" fmla="*/ 763 h 922"/>
                <a:gd name="T18" fmla="*/ 150 w 407"/>
                <a:gd name="T19" fmla="*/ 791 h 922"/>
                <a:gd name="T20" fmla="*/ 155 w 407"/>
                <a:gd name="T21" fmla="*/ 818 h 922"/>
                <a:gd name="T22" fmla="*/ 167 w 407"/>
                <a:gd name="T23" fmla="*/ 842 h 922"/>
                <a:gd name="T24" fmla="*/ 184 w 407"/>
                <a:gd name="T25" fmla="*/ 863 h 922"/>
                <a:gd name="T26" fmla="*/ 206 w 407"/>
                <a:gd name="T27" fmla="*/ 880 h 922"/>
                <a:gd name="T28" fmla="*/ 233 w 407"/>
                <a:gd name="T29" fmla="*/ 890 h 922"/>
                <a:gd name="T30" fmla="*/ 386 w 407"/>
                <a:gd name="T31" fmla="*/ 922 h 922"/>
                <a:gd name="T32" fmla="*/ 375 w 407"/>
                <a:gd name="T33" fmla="*/ 920 h 922"/>
                <a:gd name="T34" fmla="*/ 83 w 407"/>
                <a:gd name="T35" fmla="*/ 857 h 922"/>
                <a:gd name="T36" fmla="*/ 57 w 407"/>
                <a:gd name="T37" fmla="*/ 848 h 922"/>
                <a:gd name="T38" fmla="*/ 34 w 407"/>
                <a:gd name="T39" fmla="*/ 831 h 922"/>
                <a:gd name="T40" fmla="*/ 15 w 407"/>
                <a:gd name="T41" fmla="*/ 810 h 922"/>
                <a:gd name="T42" fmla="*/ 4 w 407"/>
                <a:gd name="T43" fmla="*/ 786 h 922"/>
                <a:gd name="T44" fmla="*/ 0 w 407"/>
                <a:gd name="T45" fmla="*/ 759 h 922"/>
                <a:gd name="T46" fmla="*/ 2 w 407"/>
                <a:gd name="T47" fmla="*/ 731 h 922"/>
                <a:gd name="T48" fmla="*/ 142 w 407"/>
                <a:gd name="T49" fmla="*/ 83 h 922"/>
                <a:gd name="T50" fmla="*/ 153 w 407"/>
                <a:gd name="T51" fmla="*/ 56 h 922"/>
                <a:gd name="T52" fmla="*/ 168 w 407"/>
                <a:gd name="T53" fmla="*/ 34 h 922"/>
                <a:gd name="T54" fmla="*/ 189 w 407"/>
                <a:gd name="T55" fmla="*/ 15 h 922"/>
                <a:gd name="T56" fmla="*/ 214 w 407"/>
                <a:gd name="T57" fmla="*/ 4 h 922"/>
                <a:gd name="T58" fmla="*/ 240 w 407"/>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7" h="922">
                  <a:moveTo>
                    <a:pt x="240" y="0"/>
                  </a:moveTo>
                  <a:lnTo>
                    <a:pt x="269" y="2"/>
                  </a:lnTo>
                  <a:lnTo>
                    <a:pt x="407" y="32"/>
                  </a:lnTo>
                  <a:lnTo>
                    <a:pt x="376" y="34"/>
                  </a:lnTo>
                  <a:lnTo>
                    <a:pt x="348" y="43"/>
                  </a:lnTo>
                  <a:lnTo>
                    <a:pt x="324" y="60"/>
                  </a:lnTo>
                  <a:lnTo>
                    <a:pt x="305" y="85"/>
                  </a:lnTo>
                  <a:lnTo>
                    <a:pt x="293" y="115"/>
                  </a:lnTo>
                  <a:lnTo>
                    <a:pt x="151" y="763"/>
                  </a:lnTo>
                  <a:lnTo>
                    <a:pt x="150" y="791"/>
                  </a:lnTo>
                  <a:lnTo>
                    <a:pt x="155" y="818"/>
                  </a:lnTo>
                  <a:lnTo>
                    <a:pt x="167" y="842"/>
                  </a:lnTo>
                  <a:lnTo>
                    <a:pt x="184" y="863"/>
                  </a:lnTo>
                  <a:lnTo>
                    <a:pt x="206" y="880"/>
                  </a:lnTo>
                  <a:lnTo>
                    <a:pt x="233" y="890"/>
                  </a:lnTo>
                  <a:lnTo>
                    <a:pt x="386" y="922"/>
                  </a:lnTo>
                  <a:lnTo>
                    <a:pt x="375" y="920"/>
                  </a:lnTo>
                  <a:lnTo>
                    <a:pt x="83" y="857"/>
                  </a:lnTo>
                  <a:lnTo>
                    <a:pt x="57" y="848"/>
                  </a:lnTo>
                  <a:lnTo>
                    <a:pt x="34" y="831"/>
                  </a:lnTo>
                  <a:lnTo>
                    <a:pt x="15" y="810"/>
                  </a:lnTo>
                  <a:lnTo>
                    <a:pt x="4" y="786"/>
                  </a:lnTo>
                  <a:lnTo>
                    <a:pt x="0" y="759"/>
                  </a:lnTo>
                  <a:lnTo>
                    <a:pt x="2" y="731"/>
                  </a:lnTo>
                  <a:lnTo>
                    <a:pt x="142" y="83"/>
                  </a:lnTo>
                  <a:lnTo>
                    <a:pt x="153" y="56"/>
                  </a:lnTo>
                  <a:lnTo>
                    <a:pt x="168" y="34"/>
                  </a:lnTo>
                  <a:lnTo>
                    <a:pt x="189" y="15"/>
                  </a:lnTo>
                  <a:lnTo>
                    <a:pt x="214" y="4"/>
                  </a:lnTo>
                  <a:lnTo>
                    <a:pt x="240" y="0"/>
                  </a:lnTo>
                  <a:close/>
                </a:path>
              </a:pathLst>
            </a:custGeom>
            <a:solidFill>
              <a:schemeClr val="accent3">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04" name="Freeform 73">
              <a:extLst>
                <a:ext uri="{FF2B5EF4-FFF2-40B4-BE49-F238E27FC236}">
                  <a16:creationId xmlns:a16="http://schemas.microsoft.com/office/drawing/2014/main" id="{2512D9A4-1C2A-43D8-BD5D-D4AD02294B73}"/>
                </a:ext>
              </a:extLst>
            </p:cNvPr>
            <p:cNvSpPr>
              <a:spLocks/>
            </p:cNvSpPr>
            <p:nvPr/>
          </p:nvSpPr>
          <p:spPr bwMode="auto">
            <a:xfrm>
              <a:off x="3670519" y="4297109"/>
              <a:ext cx="789990" cy="493319"/>
            </a:xfrm>
            <a:custGeom>
              <a:avLst/>
              <a:gdLst>
                <a:gd name="T0" fmla="*/ 709 w 932"/>
                <a:gd name="T1" fmla="*/ 0 h 582"/>
                <a:gd name="T2" fmla="*/ 736 w 932"/>
                <a:gd name="T3" fmla="*/ 6 h 582"/>
                <a:gd name="T4" fmla="*/ 760 w 932"/>
                <a:gd name="T5" fmla="*/ 17 h 582"/>
                <a:gd name="T6" fmla="*/ 781 w 932"/>
                <a:gd name="T7" fmla="*/ 36 h 582"/>
                <a:gd name="T8" fmla="*/ 798 w 932"/>
                <a:gd name="T9" fmla="*/ 58 h 582"/>
                <a:gd name="T10" fmla="*/ 930 w 932"/>
                <a:gd name="T11" fmla="*/ 325 h 582"/>
                <a:gd name="T12" fmla="*/ 932 w 932"/>
                <a:gd name="T13" fmla="*/ 331 h 582"/>
                <a:gd name="T14" fmla="*/ 866 w 932"/>
                <a:gd name="T15" fmla="*/ 198 h 582"/>
                <a:gd name="T16" fmla="*/ 851 w 932"/>
                <a:gd name="T17" fmla="*/ 176 h 582"/>
                <a:gd name="T18" fmla="*/ 830 w 932"/>
                <a:gd name="T19" fmla="*/ 157 h 582"/>
                <a:gd name="T20" fmla="*/ 806 w 932"/>
                <a:gd name="T21" fmla="*/ 145 h 582"/>
                <a:gd name="T22" fmla="*/ 779 w 932"/>
                <a:gd name="T23" fmla="*/ 140 h 582"/>
                <a:gd name="T24" fmla="*/ 751 w 932"/>
                <a:gd name="T25" fmla="*/ 142 h 582"/>
                <a:gd name="T26" fmla="*/ 724 w 932"/>
                <a:gd name="T27" fmla="*/ 151 h 582"/>
                <a:gd name="T28" fmla="*/ 129 w 932"/>
                <a:gd name="T29" fmla="*/ 446 h 582"/>
                <a:gd name="T30" fmla="*/ 106 w 932"/>
                <a:gd name="T31" fmla="*/ 461 h 582"/>
                <a:gd name="T32" fmla="*/ 89 w 932"/>
                <a:gd name="T33" fmla="*/ 482 h 582"/>
                <a:gd name="T34" fmla="*/ 76 w 932"/>
                <a:gd name="T35" fmla="*/ 504 h 582"/>
                <a:gd name="T36" fmla="*/ 70 w 932"/>
                <a:gd name="T37" fmla="*/ 531 h 582"/>
                <a:gd name="T38" fmla="*/ 70 w 932"/>
                <a:gd name="T39" fmla="*/ 557 h 582"/>
                <a:gd name="T40" fmla="*/ 78 w 932"/>
                <a:gd name="T41" fmla="*/ 582 h 582"/>
                <a:gd name="T42" fmla="*/ 11 w 932"/>
                <a:gd name="T43" fmla="*/ 448 h 582"/>
                <a:gd name="T44" fmla="*/ 2 w 932"/>
                <a:gd name="T45" fmla="*/ 421 h 582"/>
                <a:gd name="T46" fmla="*/ 0 w 932"/>
                <a:gd name="T47" fmla="*/ 393 h 582"/>
                <a:gd name="T48" fmla="*/ 6 w 932"/>
                <a:gd name="T49" fmla="*/ 366 h 582"/>
                <a:gd name="T50" fmla="*/ 19 w 932"/>
                <a:gd name="T51" fmla="*/ 342 h 582"/>
                <a:gd name="T52" fmla="*/ 36 w 932"/>
                <a:gd name="T53" fmla="*/ 321 h 582"/>
                <a:gd name="T54" fmla="*/ 59 w 932"/>
                <a:gd name="T55" fmla="*/ 306 h 582"/>
                <a:gd name="T56" fmla="*/ 654 w 932"/>
                <a:gd name="T57" fmla="*/ 11 h 582"/>
                <a:gd name="T58" fmla="*/ 681 w 932"/>
                <a:gd name="T59" fmla="*/ 2 h 582"/>
                <a:gd name="T60" fmla="*/ 709 w 932"/>
                <a:gd name="T61" fmla="*/ 0 h 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2" h="582">
                  <a:moveTo>
                    <a:pt x="709" y="0"/>
                  </a:moveTo>
                  <a:lnTo>
                    <a:pt x="736" y="6"/>
                  </a:lnTo>
                  <a:lnTo>
                    <a:pt x="760" y="17"/>
                  </a:lnTo>
                  <a:lnTo>
                    <a:pt x="781" y="36"/>
                  </a:lnTo>
                  <a:lnTo>
                    <a:pt x="798" y="58"/>
                  </a:lnTo>
                  <a:lnTo>
                    <a:pt x="930" y="325"/>
                  </a:lnTo>
                  <a:lnTo>
                    <a:pt x="932" y="331"/>
                  </a:lnTo>
                  <a:lnTo>
                    <a:pt x="866" y="198"/>
                  </a:lnTo>
                  <a:lnTo>
                    <a:pt x="851" y="176"/>
                  </a:lnTo>
                  <a:lnTo>
                    <a:pt x="830" y="157"/>
                  </a:lnTo>
                  <a:lnTo>
                    <a:pt x="806" y="145"/>
                  </a:lnTo>
                  <a:lnTo>
                    <a:pt x="779" y="140"/>
                  </a:lnTo>
                  <a:lnTo>
                    <a:pt x="751" y="142"/>
                  </a:lnTo>
                  <a:lnTo>
                    <a:pt x="724" y="151"/>
                  </a:lnTo>
                  <a:lnTo>
                    <a:pt x="129" y="446"/>
                  </a:lnTo>
                  <a:lnTo>
                    <a:pt x="106" y="461"/>
                  </a:lnTo>
                  <a:lnTo>
                    <a:pt x="89" y="482"/>
                  </a:lnTo>
                  <a:lnTo>
                    <a:pt x="76" y="504"/>
                  </a:lnTo>
                  <a:lnTo>
                    <a:pt x="70" y="531"/>
                  </a:lnTo>
                  <a:lnTo>
                    <a:pt x="70" y="557"/>
                  </a:lnTo>
                  <a:lnTo>
                    <a:pt x="78" y="582"/>
                  </a:lnTo>
                  <a:lnTo>
                    <a:pt x="11" y="448"/>
                  </a:lnTo>
                  <a:lnTo>
                    <a:pt x="2" y="421"/>
                  </a:lnTo>
                  <a:lnTo>
                    <a:pt x="0" y="393"/>
                  </a:lnTo>
                  <a:lnTo>
                    <a:pt x="6" y="366"/>
                  </a:lnTo>
                  <a:lnTo>
                    <a:pt x="19" y="342"/>
                  </a:lnTo>
                  <a:lnTo>
                    <a:pt x="36" y="321"/>
                  </a:lnTo>
                  <a:lnTo>
                    <a:pt x="59" y="306"/>
                  </a:lnTo>
                  <a:lnTo>
                    <a:pt x="654" y="11"/>
                  </a:lnTo>
                  <a:lnTo>
                    <a:pt x="681" y="2"/>
                  </a:lnTo>
                  <a:lnTo>
                    <a:pt x="709" y="0"/>
                  </a:lnTo>
                  <a:close/>
                </a:path>
              </a:pathLst>
            </a:custGeom>
            <a:solidFill>
              <a:schemeClr val="accent4">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05" name="Freeform 74">
              <a:extLst>
                <a:ext uri="{FF2B5EF4-FFF2-40B4-BE49-F238E27FC236}">
                  <a16:creationId xmlns:a16="http://schemas.microsoft.com/office/drawing/2014/main" id="{10704D11-FCD6-4A1B-8941-51701AA7ACC8}"/>
                </a:ext>
              </a:extLst>
            </p:cNvPr>
            <p:cNvSpPr>
              <a:spLocks/>
            </p:cNvSpPr>
            <p:nvPr/>
          </p:nvSpPr>
          <p:spPr bwMode="auto">
            <a:xfrm>
              <a:off x="2934777" y="4313215"/>
              <a:ext cx="734046" cy="603511"/>
            </a:xfrm>
            <a:custGeom>
              <a:avLst/>
              <a:gdLst>
                <a:gd name="T0" fmla="*/ 153 w 866"/>
                <a:gd name="T1" fmla="*/ 0 h 712"/>
                <a:gd name="T2" fmla="*/ 182 w 866"/>
                <a:gd name="T3" fmla="*/ 2 h 712"/>
                <a:gd name="T4" fmla="*/ 208 w 866"/>
                <a:gd name="T5" fmla="*/ 9 h 712"/>
                <a:gd name="T6" fmla="*/ 806 w 866"/>
                <a:gd name="T7" fmla="*/ 300 h 712"/>
                <a:gd name="T8" fmla="*/ 830 w 866"/>
                <a:gd name="T9" fmla="*/ 315 h 712"/>
                <a:gd name="T10" fmla="*/ 847 w 866"/>
                <a:gd name="T11" fmla="*/ 336 h 712"/>
                <a:gd name="T12" fmla="*/ 860 w 866"/>
                <a:gd name="T13" fmla="*/ 361 h 712"/>
                <a:gd name="T14" fmla="*/ 866 w 866"/>
                <a:gd name="T15" fmla="*/ 387 h 712"/>
                <a:gd name="T16" fmla="*/ 864 w 866"/>
                <a:gd name="T17" fmla="*/ 415 h 712"/>
                <a:gd name="T18" fmla="*/ 855 w 866"/>
                <a:gd name="T19" fmla="*/ 442 h 712"/>
                <a:gd name="T20" fmla="*/ 724 w 866"/>
                <a:gd name="T21" fmla="*/ 708 h 712"/>
                <a:gd name="T22" fmla="*/ 724 w 866"/>
                <a:gd name="T23" fmla="*/ 712 h 712"/>
                <a:gd name="T24" fmla="*/ 789 w 866"/>
                <a:gd name="T25" fmla="*/ 580 h 712"/>
                <a:gd name="T26" fmla="*/ 796 w 866"/>
                <a:gd name="T27" fmla="*/ 553 h 712"/>
                <a:gd name="T28" fmla="*/ 798 w 866"/>
                <a:gd name="T29" fmla="*/ 525 h 712"/>
                <a:gd name="T30" fmla="*/ 792 w 866"/>
                <a:gd name="T31" fmla="*/ 499 h 712"/>
                <a:gd name="T32" fmla="*/ 781 w 866"/>
                <a:gd name="T33" fmla="*/ 474 h 712"/>
                <a:gd name="T34" fmla="*/ 762 w 866"/>
                <a:gd name="T35" fmla="*/ 453 h 712"/>
                <a:gd name="T36" fmla="*/ 739 w 866"/>
                <a:gd name="T37" fmla="*/ 438 h 712"/>
                <a:gd name="T38" fmla="*/ 142 w 866"/>
                <a:gd name="T39" fmla="*/ 147 h 712"/>
                <a:gd name="T40" fmla="*/ 115 w 866"/>
                <a:gd name="T41" fmla="*/ 140 h 712"/>
                <a:gd name="T42" fmla="*/ 87 w 866"/>
                <a:gd name="T43" fmla="*/ 138 h 712"/>
                <a:gd name="T44" fmla="*/ 63 w 866"/>
                <a:gd name="T45" fmla="*/ 143 h 712"/>
                <a:gd name="T46" fmla="*/ 38 w 866"/>
                <a:gd name="T47" fmla="*/ 155 h 712"/>
                <a:gd name="T48" fmla="*/ 17 w 866"/>
                <a:gd name="T49" fmla="*/ 172 h 712"/>
                <a:gd name="T50" fmla="*/ 0 w 866"/>
                <a:gd name="T51" fmla="*/ 194 h 712"/>
                <a:gd name="T52" fmla="*/ 66 w 866"/>
                <a:gd name="T53" fmla="*/ 58 h 712"/>
                <a:gd name="T54" fmla="*/ 81 w 866"/>
                <a:gd name="T55" fmla="*/ 36 h 712"/>
                <a:gd name="T56" fmla="*/ 102 w 866"/>
                <a:gd name="T57" fmla="*/ 17 h 712"/>
                <a:gd name="T58" fmla="*/ 127 w 866"/>
                <a:gd name="T59" fmla="*/ 5 h 712"/>
                <a:gd name="T60" fmla="*/ 153 w 866"/>
                <a:gd name="T61" fmla="*/ 0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66" h="712">
                  <a:moveTo>
                    <a:pt x="153" y="0"/>
                  </a:moveTo>
                  <a:lnTo>
                    <a:pt x="182" y="2"/>
                  </a:lnTo>
                  <a:lnTo>
                    <a:pt x="208" y="9"/>
                  </a:lnTo>
                  <a:lnTo>
                    <a:pt x="806" y="300"/>
                  </a:lnTo>
                  <a:lnTo>
                    <a:pt x="830" y="315"/>
                  </a:lnTo>
                  <a:lnTo>
                    <a:pt x="847" y="336"/>
                  </a:lnTo>
                  <a:lnTo>
                    <a:pt x="860" y="361"/>
                  </a:lnTo>
                  <a:lnTo>
                    <a:pt x="866" y="387"/>
                  </a:lnTo>
                  <a:lnTo>
                    <a:pt x="864" y="415"/>
                  </a:lnTo>
                  <a:lnTo>
                    <a:pt x="855" y="442"/>
                  </a:lnTo>
                  <a:lnTo>
                    <a:pt x="724" y="708"/>
                  </a:lnTo>
                  <a:lnTo>
                    <a:pt x="724" y="712"/>
                  </a:lnTo>
                  <a:lnTo>
                    <a:pt x="789" y="580"/>
                  </a:lnTo>
                  <a:lnTo>
                    <a:pt x="796" y="553"/>
                  </a:lnTo>
                  <a:lnTo>
                    <a:pt x="798" y="525"/>
                  </a:lnTo>
                  <a:lnTo>
                    <a:pt x="792" y="499"/>
                  </a:lnTo>
                  <a:lnTo>
                    <a:pt x="781" y="474"/>
                  </a:lnTo>
                  <a:lnTo>
                    <a:pt x="762" y="453"/>
                  </a:lnTo>
                  <a:lnTo>
                    <a:pt x="739" y="438"/>
                  </a:lnTo>
                  <a:lnTo>
                    <a:pt x="142" y="147"/>
                  </a:lnTo>
                  <a:lnTo>
                    <a:pt x="115" y="140"/>
                  </a:lnTo>
                  <a:lnTo>
                    <a:pt x="87" y="138"/>
                  </a:lnTo>
                  <a:lnTo>
                    <a:pt x="63" y="143"/>
                  </a:lnTo>
                  <a:lnTo>
                    <a:pt x="38" y="155"/>
                  </a:lnTo>
                  <a:lnTo>
                    <a:pt x="17" y="172"/>
                  </a:lnTo>
                  <a:lnTo>
                    <a:pt x="0" y="194"/>
                  </a:lnTo>
                  <a:lnTo>
                    <a:pt x="66" y="58"/>
                  </a:lnTo>
                  <a:lnTo>
                    <a:pt x="81" y="36"/>
                  </a:lnTo>
                  <a:lnTo>
                    <a:pt x="102" y="17"/>
                  </a:lnTo>
                  <a:lnTo>
                    <a:pt x="127" y="5"/>
                  </a:lnTo>
                  <a:lnTo>
                    <a:pt x="153"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18" name="Freeform 75">
              <a:extLst>
                <a:ext uri="{FF2B5EF4-FFF2-40B4-BE49-F238E27FC236}">
                  <a16:creationId xmlns:a16="http://schemas.microsoft.com/office/drawing/2014/main" id="{054567A2-C49E-4546-9F10-E08E46354FC9}"/>
                </a:ext>
              </a:extLst>
            </p:cNvPr>
            <p:cNvSpPr>
              <a:spLocks/>
            </p:cNvSpPr>
            <p:nvPr/>
          </p:nvSpPr>
          <p:spPr bwMode="auto">
            <a:xfrm>
              <a:off x="2686422" y="3635959"/>
              <a:ext cx="338204" cy="781513"/>
            </a:xfrm>
            <a:custGeom>
              <a:avLst/>
              <a:gdLst>
                <a:gd name="T0" fmla="*/ 161 w 399"/>
                <a:gd name="T1" fmla="*/ 0 h 922"/>
                <a:gd name="T2" fmla="*/ 189 w 399"/>
                <a:gd name="T3" fmla="*/ 5 h 922"/>
                <a:gd name="T4" fmla="*/ 214 w 399"/>
                <a:gd name="T5" fmla="*/ 17 h 922"/>
                <a:gd name="T6" fmla="*/ 235 w 399"/>
                <a:gd name="T7" fmla="*/ 34 h 922"/>
                <a:gd name="T8" fmla="*/ 250 w 399"/>
                <a:gd name="T9" fmla="*/ 56 h 922"/>
                <a:gd name="T10" fmla="*/ 259 w 399"/>
                <a:gd name="T11" fmla="*/ 83 h 922"/>
                <a:gd name="T12" fmla="*/ 397 w 399"/>
                <a:gd name="T13" fmla="*/ 733 h 922"/>
                <a:gd name="T14" fmla="*/ 399 w 399"/>
                <a:gd name="T15" fmla="*/ 761 h 922"/>
                <a:gd name="T16" fmla="*/ 393 w 399"/>
                <a:gd name="T17" fmla="*/ 787 h 922"/>
                <a:gd name="T18" fmla="*/ 382 w 399"/>
                <a:gd name="T19" fmla="*/ 812 h 922"/>
                <a:gd name="T20" fmla="*/ 365 w 399"/>
                <a:gd name="T21" fmla="*/ 833 h 922"/>
                <a:gd name="T22" fmla="*/ 342 w 399"/>
                <a:gd name="T23" fmla="*/ 850 h 922"/>
                <a:gd name="T24" fmla="*/ 316 w 399"/>
                <a:gd name="T25" fmla="*/ 859 h 922"/>
                <a:gd name="T26" fmla="*/ 25 w 399"/>
                <a:gd name="T27" fmla="*/ 922 h 922"/>
                <a:gd name="T28" fmla="*/ 13 w 399"/>
                <a:gd name="T29" fmla="*/ 922 h 922"/>
                <a:gd name="T30" fmla="*/ 170 w 399"/>
                <a:gd name="T31" fmla="*/ 889 h 922"/>
                <a:gd name="T32" fmla="*/ 197 w 399"/>
                <a:gd name="T33" fmla="*/ 880 h 922"/>
                <a:gd name="T34" fmla="*/ 219 w 399"/>
                <a:gd name="T35" fmla="*/ 863 h 922"/>
                <a:gd name="T36" fmla="*/ 236 w 399"/>
                <a:gd name="T37" fmla="*/ 842 h 922"/>
                <a:gd name="T38" fmla="*/ 250 w 399"/>
                <a:gd name="T39" fmla="*/ 818 h 922"/>
                <a:gd name="T40" fmla="*/ 253 w 399"/>
                <a:gd name="T41" fmla="*/ 791 h 922"/>
                <a:gd name="T42" fmla="*/ 252 w 399"/>
                <a:gd name="T43" fmla="*/ 763 h 922"/>
                <a:gd name="T44" fmla="*/ 114 w 399"/>
                <a:gd name="T45" fmla="*/ 113 h 922"/>
                <a:gd name="T46" fmla="*/ 102 w 399"/>
                <a:gd name="T47" fmla="*/ 85 h 922"/>
                <a:gd name="T48" fmla="*/ 85 w 399"/>
                <a:gd name="T49" fmla="*/ 60 h 922"/>
                <a:gd name="T50" fmla="*/ 59 w 399"/>
                <a:gd name="T51" fmla="*/ 41 h 922"/>
                <a:gd name="T52" fmla="*/ 30 w 399"/>
                <a:gd name="T53" fmla="*/ 32 h 922"/>
                <a:gd name="T54" fmla="*/ 0 w 399"/>
                <a:gd name="T55" fmla="*/ 30 h 922"/>
                <a:gd name="T56" fmla="*/ 132 w 399"/>
                <a:gd name="T57" fmla="*/ 2 h 922"/>
                <a:gd name="T58" fmla="*/ 161 w 399"/>
                <a:gd name="T59" fmla="*/ 0 h 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9" h="922">
                  <a:moveTo>
                    <a:pt x="161" y="0"/>
                  </a:moveTo>
                  <a:lnTo>
                    <a:pt x="189" y="5"/>
                  </a:lnTo>
                  <a:lnTo>
                    <a:pt x="214" y="17"/>
                  </a:lnTo>
                  <a:lnTo>
                    <a:pt x="235" y="34"/>
                  </a:lnTo>
                  <a:lnTo>
                    <a:pt x="250" y="56"/>
                  </a:lnTo>
                  <a:lnTo>
                    <a:pt x="259" y="83"/>
                  </a:lnTo>
                  <a:lnTo>
                    <a:pt x="397" y="733"/>
                  </a:lnTo>
                  <a:lnTo>
                    <a:pt x="399" y="761"/>
                  </a:lnTo>
                  <a:lnTo>
                    <a:pt x="393" y="787"/>
                  </a:lnTo>
                  <a:lnTo>
                    <a:pt x="382" y="812"/>
                  </a:lnTo>
                  <a:lnTo>
                    <a:pt x="365" y="833"/>
                  </a:lnTo>
                  <a:lnTo>
                    <a:pt x="342" y="850"/>
                  </a:lnTo>
                  <a:lnTo>
                    <a:pt x="316" y="859"/>
                  </a:lnTo>
                  <a:lnTo>
                    <a:pt x="25" y="922"/>
                  </a:lnTo>
                  <a:lnTo>
                    <a:pt x="13" y="922"/>
                  </a:lnTo>
                  <a:lnTo>
                    <a:pt x="170" y="889"/>
                  </a:lnTo>
                  <a:lnTo>
                    <a:pt x="197" y="880"/>
                  </a:lnTo>
                  <a:lnTo>
                    <a:pt x="219" y="863"/>
                  </a:lnTo>
                  <a:lnTo>
                    <a:pt x="236" y="842"/>
                  </a:lnTo>
                  <a:lnTo>
                    <a:pt x="250" y="818"/>
                  </a:lnTo>
                  <a:lnTo>
                    <a:pt x="253" y="791"/>
                  </a:lnTo>
                  <a:lnTo>
                    <a:pt x="252" y="763"/>
                  </a:lnTo>
                  <a:lnTo>
                    <a:pt x="114" y="113"/>
                  </a:lnTo>
                  <a:lnTo>
                    <a:pt x="102" y="85"/>
                  </a:lnTo>
                  <a:lnTo>
                    <a:pt x="85" y="60"/>
                  </a:lnTo>
                  <a:lnTo>
                    <a:pt x="59" y="41"/>
                  </a:lnTo>
                  <a:lnTo>
                    <a:pt x="30" y="32"/>
                  </a:lnTo>
                  <a:lnTo>
                    <a:pt x="0" y="30"/>
                  </a:lnTo>
                  <a:lnTo>
                    <a:pt x="132" y="2"/>
                  </a:lnTo>
                  <a:lnTo>
                    <a:pt x="161" y="0"/>
                  </a:lnTo>
                  <a:close/>
                </a:path>
              </a:pathLst>
            </a:custGeom>
            <a:solidFill>
              <a:schemeClr val="accent5">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19" name="Freeform 76">
              <a:extLst>
                <a:ext uri="{FF2B5EF4-FFF2-40B4-BE49-F238E27FC236}">
                  <a16:creationId xmlns:a16="http://schemas.microsoft.com/office/drawing/2014/main" id="{B8CA2EF6-95D5-4D50-886A-94A4C6AC7CE6}"/>
                </a:ext>
              </a:extLst>
            </p:cNvPr>
            <p:cNvSpPr>
              <a:spLocks/>
            </p:cNvSpPr>
            <p:nvPr/>
          </p:nvSpPr>
          <p:spPr bwMode="auto">
            <a:xfrm>
              <a:off x="2580468" y="2945141"/>
              <a:ext cx="710312" cy="673017"/>
            </a:xfrm>
            <a:custGeom>
              <a:avLst/>
              <a:gdLst>
                <a:gd name="T0" fmla="*/ 687 w 838"/>
                <a:gd name="T1" fmla="*/ 0 h 794"/>
                <a:gd name="T2" fmla="*/ 800 w 838"/>
                <a:gd name="T3" fmla="*/ 95 h 794"/>
                <a:gd name="T4" fmla="*/ 819 w 838"/>
                <a:gd name="T5" fmla="*/ 116 h 794"/>
                <a:gd name="T6" fmla="*/ 832 w 838"/>
                <a:gd name="T7" fmla="*/ 140 h 794"/>
                <a:gd name="T8" fmla="*/ 838 w 838"/>
                <a:gd name="T9" fmla="*/ 167 h 794"/>
                <a:gd name="T10" fmla="*/ 836 w 838"/>
                <a:gd name="T11" fmla="*/ 195 h 794"/>
                <a:gd name="T12" fmla="*/ 828 w 838"/>
                <a:gd name="T13" fmla="*/ 221 h 794"/>
                <a:gd name="T14" fmla="*/ 813 w 838"/>
                <a:gd name="T15" fmla="*/ 244 h 794"/>
                <a:gd name="T16" fmla="*/ 388 w 838"/>
                <a:gd name="T17" fmla="*/ 756 h 794"/>
                <a:gd name="T18" fmla="*/ 367 w 838"/>
                <a:gd name="T19" fmla="*/ 775 h 794"/>
                <a:gd name="T20" fmla="*/ 343 w 838"/>
                <a:gd name="T21" fmla="*/ 788 h 794"/>
                <a:gd name="T22" fmla="*/ 316 w 838"/>
                <a:gd name="T23" fmla="*/ 794 h 794"/>
                <a:gd name="T24" fmla="*/ 290 w 838"/>
                <a:gd name="T25" fmla="*/ 792 h 794"/>
                <a:gd name="T26" fmla="*/ 263 w 838"/>
                <a:gd name="T27" fmla="*/ 784 h 794"/>
                <a:gd name="T28" fmla="*/ 239 w 838"/>
                <a:gd name="T29" fmla="*/ 769 h 794"/>
                <a:gd name="T30" fmla="*/ 10 w 838"/>
                <a:gd name="T31" fmla="*/ 578 h 794"/>
                <a:gd name="T32" fmla="*/ 4 w 838"/>
                <a:gd name="T33" fmla="*/ 575 h 794"/>
                <a:gd name="T34" fmla="*/ 0 w 838"/>
                <a:gd name="T35" fmla="*/ 569 h 794"/>
                <a:gd name="T36" fmla="*/ 116 w 838"/>
                <a:gd name="T37" fmla="*/ 665 h 794"/>
                <a:gd name="T38" fmla="*/ 138 w 838"/>
                <a:gd name="T39" fmla="*/ 680 h 794"/>
                <a:gd name="T40" fmla="*/ 165 w 838"/>
                <a:gd name="T41" fmla="*/ 688 h 794"/>
                <a:gd name="T42" fmla="*/ 193 w 838"/>
                <a:gd name="T43" fmla="*/ 688 h 794"/>
                <a:gd name="T44" fmla="*/ 220 w 838"/>
                <a:gd name="T45" fmla="*/ 682 h 794"/>
                <a:gd name="T46" fmla="*/ 244 w 838"/>
                <a:gd name="T47" fmla="*/ 671 h 794"/>
                <a:gd name="T48" fmla="*/ 265 w 838"/>
                <a:gd name="T49" fmla="*/ 650 h 794"/>
                <a:gd name="T50" fmla="*/ 689 w 838"/>
                <a:gd name="T51" fmla="*/ 140 h 794"/>
                <a:gd name="T52" fmla="*/ 706 w 838"/>
                <a:gd name="T53" fmla="*/ 114 h 794"/>
                <a:gd name="T54" fmla="*/ 713 w 838"/>
                <a:gd name="T55" fmla="*/ 85 h 794"/>
                <a:gd name="T56" fmla="*/ 711 w 838"/>
                <a:gd name="T57" fmla="*/ 55 h 794"/>
                <a:gd name="T58" fmla="*/ 704 w 838"/>
                <a:gd name="T59" fmla="*/ 27 h 794"/>
                <a:gd name="T60" fmla="*/ 687 w 838"/>
                <a:gd name="T61" fmla="*/ 0 h 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38" h="794">
                  <a:moveTo>
                    <a:pt x="687" y="0"/>
                  </a:moveTo>
                  <a:lnTo>
                    <a:pt x="800" y="95"/>
                  </a:lnTo>
                  <a:lnTo>
                    <a:pt x="819" y="116"/>
                  </a:lnTo>
                  <a:lnTo>
                    <a:pt x="832" y="140"/>
                  </a:lnTo>
                  <a:lnTo>
                    <a:pt x="838" y="167"/>
                  </a:lnTo>
                  <a:lnTo>
                    <a:pt x="836" y="195"/>
                  </a:lnTo>
                  <a:lnTo>
                    <a:pt x="828" y="221"/>
                  </a:lnTo>
                  <a:lnTo>
                    <a:pt x="813" y="244"/>
                  </a:lnTo>
                  <a:lnTo>
                    <a:pt x="388" y="756"/>
                  </a:lnTo>
                  <a:lnTo>
                    <a:pt x="367" y="775"/>
                  </a:lnTo>
                  <a:lnTo>
                    <a:pt x="343" y="788"/>
                  </a:lnTo>
                  <a:lnTo>
                    <a:pt x="316" y="794"/>
                  </a:lnTo>
                  <a:lnTo>
                    <a:pt x="290" y="792"/>
                  </a:lnTo>
                  <a:lnTo>
                    <a:pt x="263" y="784"/>
                  </a:lnTo>
                  <a:lnTo>
                    <a:pt x="239" y="769"/>
                  </a:lnTo>
                  <a:lnTo>
                    <a:pt x="10" y="578"/>
                  </a:lnTo>
                  <a:lnTo>
                    <a:pt x="4" y="575"/>
                  </a:lnTo>
                  <a:lnTo>
                    <a:pt x="0" y="569"/>
                  </a:lnTo>
                  <a:lnTo>
                    <a:pt x="116" y="665"/>
                  </a:lnTo>
                  <a:lnTo>
                    <a:pt x="138" y="680"/>
                  </a:lnTo>
                  <a:lnTo>
                    <a:pt x="165" y="688"/>
                  </a:lnTo>
                  <a:lnTo>
                    <a:pt x="193" y="688"/>
                  </a:lnTo>
                  <a:lnTo>
                    <a:pt x="220" y="682"/>
                  </a:lnTo>
                  <a:lnTo>
                    <a:pt x="244" y="671"/>
                  </a:lnTo>
                  <a:lnTo>
                    <a:pt x="265" y="650"/>
                  </a:lnTo>
                  <a:lnTo>
                    <a:pt x="689" y="140"/>
                  </a:lnTo>
                  <a:lnTo>
                    <a:pt x="706" y="114"/>
                  </a:lnTo>
                  <a:lnTo>
                    <a:pt x="713" y="85"/>
                  </a:lnTo>
                  <a:lnTo>
                    <a:pt x="711" y="55"/>
                  </a:lnTo>
                  <a:lnTo>
                    <a:pt x="704" y="27"/>
                  </a:lnTo>
                  <a:lnTo>
                    <a:pt x="687" y="0"/>
                  </a:lnTo>
                  <a:close/>
                </a:path>
              </a:pathLst>
            </a:custGeom>
            <a:solidFill>
              <a:schemeClr val="accent6">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20" name="Freeform 77">
              <a:extLst>
                <a:ext uri="{FF2B5EF4-FFF2-40B4-BE49-F238E27FC236}">
                  <a16:creationId xmlns:a16="http://schemas.microsoft.com/office/drawing/2014/main" id="{7E262A3E-42AE-4E2C-89F5-FF254B3FAD10}"/>
                </a:ext>
              </a:extLst>
            </p:cNvPr>
            <p:cNvSpPr>
              <a:spLocks/>
            </p:cNvSpPr>
            <p:nvPr/>
          </p:nvSpPr>
          <p:spPr bwMode="auto">
            <a:xfrm>
              <a:off x="3284000" y="2849359"/>
              <a:ext cx="744218" cy="212755"/>
            </a:xfrm>
            <a:custGeom>
              <a:avLst/>
              <a:gdLst>
                <a:gd name="T0" fmla="*/ 0 w 878"/>
                <a:gd name="T1" fmla="*/ 0 h 251"/>
                <a:gd name="T2" fmla="*/ 6 w 878"/>
                <a:gd name="T3" fmla="*/ 34 h 251"/>
                <a:gd name="T4" fmla="*/ 21 w 878"/>
                <a:gd name="T5" fmla="*/ 62 h 251"/>
                <a:gd name="T6" fmla="*/ 44 w 878"/>
                <a:gd name="T7" fmla="*/ 85 h 251"/>
                <a:gd name="T8" fmla="*/ 74 w 878"/>
                <a:gd name="T9" fmla="*/ 100 h 251"/>
                <a:gd name="T10" fmla="*/ 106 w 878"/>
                <a:gd name="T11" fmla="*/ 106 h 251"/>
                <a:gd name="T12" fmla="*/ 772 w 878"/>
                <a:gd name="T13" fmla="*/ 106 h 251"/>
                <a:gd name="T14" fmla="*/ 804 w 878"/>
                <a:gd name="T15" fmla="*/ 100 h 251"/>
                <a:gd name="T16" fmla="*/ 834 w 878"/>
                <a:gd name="T17" fmla="*/ 85 h 251"/>
                <a:gd name="T18" fmla="*/ 857 w 878"/>
                <a:gd name="T19" fmla="*/ 62 h 251"/>
                <a:gd name="T20" fmla="*/ 872 w 878"/>
                <a:gd name="T21" fmla="*/ 34 h 251"/>
                <a:gd name="T22" fmla="*/ 878 w 878"/>
                <a:gd name="T23" fmla="*/ 0 h 251"/>
                <a:gd name="T24" fmla="*/ 878 w 878"/>
                <a:gd name="T25" fmla="*/ 145 h 251"/>
                <a:gd name="T26" fmla="*/ 872 w 878"/>
                <a:gd name="T27" fmla="*/ 178 h 251"/>
                <a:gd name="T28" fmla="*/ 857 w 878"/>
                <a:gd name="T29" fmla="*/ 208 h 251"/>
                <a:gd name="T30" fmla="*/ 834 w 878"/>
                <a:gd name="T31" fmla="*/ 230 h 251"/>
                <a:gd name="T32" fmla="*/ 804 w 878"/>
                <a:gd name="T33" fmla="*/ 246 h 251"/>
                <a:gd name="T34" fmla="*/ 772 w 878"/>
                <a:gd name="T35" fmla="*/ 251 h 251"/>
                <a:gd name="T36" fmla="*/ 106 w 878"/>
                <a:gd name="T37" fmla="*/ 251 h 251"/>
                <a:gd name="T38" fmla="*/ 74 w 878"/>
                <a:gd name="T39" fmla="*/ 246 h 251"/>
                <a:gd name="T40" fmla="*/ 44 w 878"/>
                <a:gd name="T41" fmla="*/ 230 h 251"/>
                <a:gd name="T42" fmla="*/ 21 w 878"/>
                <a:gd name="T43" fmla="*/ 208 h 251"/>
                <a:gd name="T44" fmla="*/ 6 w 878"/>
                <a:gd name="T45" fmla="*/ 178 h 251"/>
                <a:gd name="T46" fmla="*/ 0 w 878"/>
                <a:gd name="T47" fmla="*/ 145 h 251"/>
                <a:gd name="T48" fmla="*/ 0 w 878"/>
                <a:gd name="T49" fmla="*/ 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8" h="251">
                  <a:moveTo>
                    <a:pt x="0" y="0"/>
                  </a:moveTo>
                  <a:lnTo>
                    <a:pt x="6" y="34"/>
                  </a:lnTo>
                  <a:lnTo>
                    <a:pt x="21" y="62"/>
                  </a:lnTo>
                  <a:lnTo>
                    <a:pt x="44" y="85"/>
                  </a:lnTo>
                  <a:lnTo>
                    <a:pt x="74" y="100"/>
                  </a:lnTo>
                  <a:lnTo>
                    <a:pt x="106" y="106"/>
                  </a:lnTo>
                  <a:lnTo>
                    <a:pt x="772" y="106"/>
                  </a:lnTo>
                  <a:lnTo>
                    <a:pt x="804" y="100"/>
                  </a:lnTo>
                  <a:lnTo>
                    <a:pt x="834" y="85"/>
                  </a:lnTo>
                  <a:lnTo>
                    <a:pt x="857" y="62"/>
                  </a:lnTo>
                  <a:lnTo>
                    <a:pt x="872" y="34"/>
                  </a:lnTo>
                  <a:lnTo>
                    <a:pt x="878" y="0"/>
                  </a:lnTo>
                  <a:lnTo>
                    <a:pt x="878" y="145"/>
                  </a:lnTo>
                  <a:lnTo>
                    <a:pt x="872" y="178"/>
                  </a:lnTo>
                  <a:lnTo>
                    <a:pt x="857" y="208"/>
                  </a:lnTo>
                  <a:lnTo>
                    <a:pt x="834" y="230"/>
                  </a:lnTo>
                  <a:lnTo>
                    <a:pt x="804" y="246"/>
                  </a:lnTo>
                  <a:lnTo>
                    <a:pt x="772" y="251"/>
                  </a:lnTo>
                  <a:lnTo>
                    <a:pt x="106" y="251"/>
                  </a:lnTo>
                  <a:lnTo>
                    <a:pt x="74" y="246"/>
                  </a:lnTo>
                  <a:lnTo>
                    <a:pt x="44" y="230"/>
                  </a:lnTo>
                  <a:lnTo>
                    <a:pt x="21" y="208"/>
                  </a:lnTo>
                  <a:lnTo>
                    <a:pt x="6" y="178"/>
                  </a:lnTo>
                  <a:lnTo>
                    <a:pt x="0" y="145"/>
                  </a:lnTo>
                  <a:lnTo>
                    <a:pt x="0" y="0"/>
                  </a:lnTo>
                  <a:close/>
                </a:path>
              </a:pathLst>
            </a:custGeom>
            <a:solidFill>
              <a:schemeClr val="accent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21" name="Freeform 78">
              <a:extLst>
                <a:ext uri="{FF2B5EF4-FFF2-40B4-BE49-F238E27FC236}">
                  <a16:creationId xmlns:a16="http://schemas.microsoft.com/office/drawing/2014/main" id="{29EBC604-21FF-4DF6-9BFF-2BAEAA954D2D}"/>
                </a:ext>
              </a:extLst>
            </p:cNvPr>
            <p:cNvSpPr>
              <a:spLocks/>
            </p:cNvSpPr>
            <p:nvPr/>
          </p:nvSpPr>
          <p:spPr bwMode="auto">
            <a:xfrm>
              <a:off x="2862729" y="3038380"/>
              <a:ext cx="1597781" cy="1564722"/>
            </a:xfrm>
            <a:custGeom>
              <a:avLst/>
              <a:gdLst>
                <a:gd name="T0" fmla="*/ 1261 w 1885"/>
                <a:gd name="T1" fmla="*/ 0 h 1846"/>
                <a:gd name="T2" fmla="*/ 1299 w 1885"/>
                <a:gd name="T3" fmla="*/ 4 h 1846"/>
                <a:gd name="T4" fmla="*/ 1337 w 1885"/>
                <a:gd name="T5" fmla="*/ 15 h 1846"/>
                <a:gd name="T6" fmla="*/ 1375 w 1885"/>
                <a:gd name="T7" fmla="*/ 34 h 1846"/>
                <a:gd name="T8" fmla="*/ 1409 w 1885"/>
                <a:gd name="T9" fmla="*/ 57 h 1846"/>
                <a:gd name="T10" fmla="*/ 1435 w 1885"/>
                <a:gd name="T11" fmla="*/ 81 h 1846"/>
                <a:gd name="T12" fmla="*/ 1838 w 1885"/>
                <a:gd name="T13" fmla="*/ 584 h 1846"/>
                <a:gd name="T14" fmla="*/ 1857 w 1885"/>
                <a:gd name="T15" fmla="*/ 614 h 1846"/>
                <a:gd name="T16" fmla="*/ 1872 w 1885"/>
                <a:gd name="T17" fmla="*/ 652 h 1846"/>
                <a:gd name="T18" fmla="*/ 1881 w 1885"/>
                <a:gd name="T19" fmla="*/ 693 h 1846"/>
                <a:gd name="T20" fmla="*/ 1885 w 1885"/>
                <a:gd name="T21" fmla="*/ 733 h 1846"/>
                <a:gd name="T22" fmla="*/ 1881 w 1885"/>
                <a:gd name="T23" fmla="*/ 771 h 1846"/>
                <a:gd name="T24" fmla="*/ 1740 w 1885"/>
                <a:gd name="T25" fmla="*/ 1396 h 1846"/>
                <a:gd name="T26" fmla="*/ 1726 w 1885"/>
                <a:gd name="T27" fmla="*/ 1432 h 1846"/>
                <a:gd name="T28" fmla="*/ 1708 w 1885"/>
                <a:gd name="T29" fmla="*/ 1468 h 1846"/>
                <a:gd name="T30" fmla="*/ 1681 w 1885"/>
                <a:gd name="T31" fmla="*/ 1500 h 1846"/>
                <a:gd name="T32" fmla="*/ 1651 w 1885"/>
                <a:gd name="T33" fmla="*/ 1526 h 1846"/>
                <a:gd name="T34" fmla="*/ 1621 w 1885"/>
                <a:gd name="T35" fmla="*/ 1547 h 1846"/>
                <a:gd name="T36" fmla="*/ 1042 w 1885"/>
                <a:gd name="T37" fmla="*/ 1827 h 1846"/>
                <a:gd name="T38" fmla="*/ 1006 w 1885"/>
                <a:gd name="T39" fmla="*/ 1840 h 1846"/>
                <a:gd name="T40" fmla="*/ 966 w 1885"/>
                <a:gd name="T41" fmla="*/ 1846 h 1846"/>
                <a:gd name="T42" fmla="*/ 925 w 1885"/>
                <a:gd name="T43" fmla="*/ 1846 h 1846"/>
                <a:gd name="T44" fmla="*/ 885 w 1885"/>
                <a:gd name="T45" fmla="*/ 1840 h 1846"/>
                <a:gd name="T46" fmla="*/ 851 w 1885"/>
                <a:gd name="T47" fmla="*/ 1829 h 1846"/>
                <a:gd name="T48" fmla="*/ 270 w 1885"/>
                <a:gd name="T49" fmla="*/ 1551 h 1846"/>
                <a:gd name="T50" fmla="*/ 238 w 1885"/>
                <a:gd name="T51" fmla="*/ 1532 h 1846"/>
                <a:gd name="T52" fmla="*/ 208 w 1885"/>
                <a:gd name="T53" fmla="*/ 1504 h 1846"/>
                <a:gd name="T54" fmla="*/ 182 w 1885"/>
                <a:gd name="T55" fmla="*/ 1472 h 1846"/>
                <a:gd name="T56" fmla="*/ 163 w 1885"/>
                <a:gd name="T57" fmla="*/ 1438 h 1846"/>
                <a:gd name="T58" fmla="*/ 149 w 1885"/>
                <a:gd name="T59" fmla="*/ 1402 h 1846"/>
                <a:gd name="T60" fmla="*/ 4 w 1885"/>
                <a:gd name="T61" fmla="*/ 776 h 1846"/>
                <a:gd name="T62" fmla="*/ 0 w 1885"/>
                <a:gd name="T63" fmla="*/ 739 h 1846"/>
                <a:gd name="T64" fmla="*/ 4 w 1885"/>
                <a:gd name="T65" fmla="*/ 699 h 1846"/>
                <a:gd name="T66" fmla="*/ 13 w 1885"/>
                <a:gd name="T67" fmla="*/ 657 h 1846"/>
                <a:gd name="T68" fmla="*/ 27 w 1885"/>
                <a:gd name="T69" fmla="*/ 620 h 1846"/>
                <a:gd name="T70" fmla="*/ 47 w 1885"/>
                <a:gd name="T71" fmla="*/ 589 h 1846"/>
                <a:gd name="T72" fmla="*/ 446 w 1885"/>
                <a:gd name="T73" fmla="*/ 85 h 1846"/>
                <a:gd name="T74" fmla="*/ 473 w 1885"/>
                <a:gd name="T75" fmla="*/ 58 h 1846"/>
                <a:gd name="T76" fmla="*/ 505 w 1885"/>
                <a:gd name="T77" fmla="*/ 36 h 1846"/>
                <a:gd name="T78" fmla="*/ 543 w 1885"/>
                <a:gd name="T79" fmla="*/ 19 h 1846"/>
                <a:gd name="T80" fmla="*/ 582 w 1885"/>
                <a:gd name="T81" fmla="*/ 6 h 1846"/>
                <a:gd name="T82" fmla="*/ 618 w 1885"/>
                <a:gd name="T83" fmla="*/ 2 h 1846"/>
                <a:gd name="T84" fmla="*/ 1261 w 1885"/>
                <a:gd name="T85" fmla="*/ 0 h 1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85" h="1846">
                  <a:moveTo>
                    <a:pt x="1261" y="0"/>
                  </a:moveTo>
                  <a:lnTo>
                    <a:pt x="1299" y="4"/>
                  </a:lnTo>
                  <a:lnTo>
                    <a:pt x="1337" y="15"/>
                  </a:lnTo>
                  <a:lnTo>
                    <a:pt x="1375" y="34"/>
                  </a:lnTo>
                  <a:lnTo>
                    <a:pt x="1409" y="57"/>
                  </a:lnTo>
                  <a:lnTo>
                    <a:pt x="1435" y="81"/>
                  </a:lnTo>
                  <a:lnTo>
                    <a:pt x="1838" y="584"/>
                  </a:lnTo>
                  <a:lnTo>
                    <a:pt x="1857" y="614"/>
                  </a:lnTo>
                  <a:lnTo>
                    <a:pt x="1872" y="652"/>
                  </a:lnTo>
                  <a:lnTo>
                    <a:pt x="1881" y="693"/>
                  </a:lnTo>
                  <a:lnTo>
                    <a:pt x="1885" y="733"/>
                  </a:lnTo>
                  <a:lnTo>
                    <a:pt x="1881" y="771"/>
                  </a:lnTo>
                  <a:lnTo>
                    <a:pt x="1740" y="1396"/>
                  </a:lnTo>
                  <a:lnTo>
                    <a:pt x="1726" y="1432"/>
                  </a:lnTo>
                  <a:lnTo>
                    <a:pt x="1708" y="1468"/>
                  </a:lnTo>
                  <a:lnTo>
                    <a:pt x="1681" y="1500"/>
                  </a:lnTo>
                  <a:lnTo>
                    <a:pt x="1651" y="1526"/>
                  </a:lnTo>
                  <a:lnTo>
                    <a:pt x="1621" y="1547"/>
                  </a:lnTo>
                  <a:lnTo>
                    <a:pt x="1042" y="1827"/>
                  </a:lnTo>
                  <a:lnTo>
                    <a:pt x="1006" y="1840"/>
                  </a:lnTo>
                  <a:lnTo>
                    <a:pt x="966" y="1846"/>
                  </a:lnTo>
                  <a:lnTo>
                    <a:pt x="925" y="1846"/>
                  </a:lnTo>
                  <a:lnTo>
                    <a:pt x="885" y="1840"/>
                  </a:lnTo>
                  <a:lnTo>
                    <a:pt x="851" y="1829"/>
                  </a:lnTo>
                  <a:lnTo>
                    <a:pt x="270" y="1551"/>
                  </a:lnTo>
                  <a:lnTo>
                    <a:pt x="238" y="1532"/>
                  </a:lnTo>
                  <a:lnTo>
                    <a:pt x="208" y="1504"/>
                  </a:lnTo>
                  <a:lnTo>
                    <a:pt x="182" y="1472"/>
                  </a:lnTo>
                  <a:lnTo>
                    <a:pt x="163" y="1438"/>
                  </a:lnTo>
                  <a:lnTo>
                    <a:pt x="149" y="1402"/>
                  </a:lnTo>
                  <a:lnTo>
                    <a:pt x="4" y="776"/>
                  </a:lnTo>
                  <a:lnTo>
                    <a:pt x="0" y="739"/>
                  </a:lnTo>
                  <a:lnTo>
                    <a:pt x="4" y="699"/>
                  </a:lnTo>
                  <a:lnTo>
                    <a:pt x="13" y="657"/>
                  </a:lnTo>
                  <a:lnTo>
                    <a:pt x="27" y="620"/>
                  </a:lnTo>
                  <a:lnTo>
                    <a:pt x="47" y="589"/>
                  </a:lnTo>
                  <a:lnTo>
                    <a:pt x="446" y="85"/>
                  </a:lnTo>
                  <a:lnTo>
                    <a:pt x="473" y="58"/>
                  </a:lnTo>
                  <a:lnTo>
                    <a:pt x="505" y="36"/>
                  </a:lnTo>
                  <a:lnTo>
                    <a:pt x="543" y="19"/>
                  </a:lnTo>
                  <a:lnTo>
                    <a:pt x="582" y="6"/>
                  </a:lnTo>
                  <a:lnTo>
                    <a:pt x="618" y="2"/>
                  </a:lnTo>
                  <a:lnTo>
                    <a:pt x="1261" y="0"/>
                  </a:lnTo>
                  <a:close/>
                </a:path>
              </a:pathLst>
            </a:custGeom>
            <a:gradFill flip="none" rotWithShape="1">
              <a:gsLst>
                <a:gs pos="0">
                  <a:schemeClr val="bg1"/>
                </a:gs>
                <a:gs pos="100000">
                  <a:schemeClr val="bg1">
                    <a:lumMod val="85000"/>
                  </a:schemeClr>
                </a:gs>
              </a:gsLst>
              <a:lin ang="2700000" scaled="1"/>
              <a:tileRect/>
            </a:gradFill>
            <a:ln w="0">
              <a:noFill/>
              <a:prstDash val="solid"/>
              <a:round/>
              <a:headEnd/>
              <a:tailEnd/>
            </a:ln>
            <a:effectLst>
              <a:outerShdw blurRad="190500" sx="102000" sy="102000" algn="ctr" rotWithShape="0">
                <a:prstClr val="black">
                  <a:alpha val="8000"/>
                </a:prstClr>
              </a:outerShdw>
            </a:effectLst>
          </p:spPr>
          <p:txBody>
            <a:bodyPr vert="horz" wrap="square" lIns="91440" tIns="45720" rIns="91440" bIns="45720" numCol="1" anchor="t" anchorCtr="0" compatLnSpc="1">
              <a:prstTxWarp prst="textNoShape">
                <a:avLst/>
              </a:prstTxWarp>
            </a:bodyPr>
            <a:lstStyle/>
            <a:p>
              <a:pPr defTabSz="1218987"/>
              <a:endParaRPr lang="en-IN" sz="2400">
                <a:solidFill>
                  <a:prstClr val="black"/>
                </a:solidFill>
                <a:latin typeface="Calibri"/>
              </a:endParaRPr>
            </a:p>
          </p:txBody>
        </p:sp>
        <p:sp>
          <p:nvSpPr>
            <p:cNvPr id="122" name="TextBox 121">
              <a:extLst>
                <a:ext uri="{FF2B5EF4-FFF2-40B4-BE49-F238E27FC236}">
                  <a16:creationId xmlns:a16="http://schemas.microsoft.com/office/drawing/2014/main" id="{34472D05-EA7C-4948-BAD9-14524A4F6D7B}"/>
                </a:ext>
              </a:extLst>
            </p:cNvPr>
            <p:cNvSpPr txBox="1"/>
            <p:nvPr/>
          </p:nvSpPr>
          <p:spPr>
            <a:xfrm>
              <a:off x="3477103" y="264445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01</a:t>
              </a:r>
              <a:endParaRPr lang="en-IN" sz="1400" b="1" dirty="0">
                <a:solidFill>
                  <a:prstClr val="white"/>
                </a:solidFill>
                <a:latin typeface="Arial" pitchFamily="34" charset="0"/>
                <a:cs typeface="Arial" pitchFamily="34" charset="0"/>
              </a:endParaRPr>
            </a:p>
          </p:txBody>
        </p:sp>
        <p:sp>
          <p:nvSpPr>
            <p:cNvPr id="123" name="TextBox 122">
              <a:extLst>
                <a:ext uri="{FF2B5EF4-FFF2-40B4-BE49-F238E27FC236}">
                  <a16:creationId xmlns:a16="http://schemas.microsoft.com/office/drawing/2014/main" id="{8CD53681-156E-4332-B5D6-04DD4B46DAEA}"/>
                </a:ext>
              </a:extLst>
            </p:cNvPr>
            <p:cNvSpPr txBox="1"/>
            <p:nvPr/>
          </p:nvSpPr>
          <p:spPr>
            <a:xfrm rot="2937415">
              <a:off x="4250494" y="3028069"/>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02</a:t>
              </a:r>
              <a:endParaRPr lang="en-IN" sz="1400" b="1" dirty="0">
                <a:solidFill>
                  <a:prstClr val="white"/>
                </a:solidFill>
                <a:latin typeface="Arial" pitchFamily="34" charset="0"/>
                <a:cs typeface="Arial" pitchFamily="34" charset="0"/>
              </a:endParaRPr>
            </a:p>
          </p:txBody>
        </p:sp>
        <p:sp>
          <p:nvSpPr>
            <p:cNvPr id="124" name="TextBox 123">
              <a:extLst>
                <a:ext uri="{FF2B5EF4-FFF2-40B4-BE49-F238E27FC236}">
                  <a16:creationId xmlns:a16="http://schemas.microsoft.com/office/drawing/2014/main" id="{93ADDB96-A528-4096-A007-3E4CA6C0DCFE}"/>
                </a:ext>
              </a:extLst>
            </p:cNvPr>
            <p:cNvSpPr txBox="1"/>
            <p:nvPr/>
          </p:nvSpPr>
          <p:spPr>
            <a:xfrm rot="16949909">
              <a:off x="4433397" y="3858452"/>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03</a:t>
              </a:r>
              <a:endParaRPr lang="en-IN" sz="1400" b="1" dirty="0">
                <a:solidFill>
                  <a:prstClr val="white"/>
                </a:solidFill>
                <a:latin typeface="Arial" pitchFamily="34" charset="0"/>
                <a:cs typeface="Arial" pitchFamily="34" charset="0"/>
              </a:endParaRPr>
            </a:p>
          </p:txBody>
        </p:sp>
        <p:sp>
          <p:nvSpPr>
            <p:cNvPr id="125" name="TextBox 124">
              <a:extLst>
                <a:ext uri="{FF2B5EF4-FFF2-40B4-BE49-F238E27FC236}">
                  <a16:creationId xmlns:a16="http://schemas.microsoft.com/office/drawing/2014/main" id="{4F97DC22-1E94-443B-9B14-575556386161}"/>
                </a:ext>
              </a:extLst>
            </p:cNvPr>
            <p:cNvSpPr txBox="1"/>
            <p:nvPr/>
          </p:nvSpPr>
          <p:spPr>
            <a:xfrm rot="20026711">
              <a:off x="3893510" y="4523470"/>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04</a:t>
              </a:r>
              <a:endParaRPr lang="en-IN" sz="1400" b="1" dirty="0">
                <a:solidFill>
                  <a:prstClr val="white"/>
                </a:solidFill>
                <a:latin typeface="Arial" pitchFamily="34" charset="0"/>
                <a:cs typeface="Arial" pitchFamily="34" charset="0"/>
              </a:endParaRPr>
            </a:p>
          </p:txBody>
        </p:sp>
        <p:sp>
          <p:nvSpPr>
            <p:cNvPr id="126" name="TextBox 125">
              <a:extLst>
                <a:ext uri="{FF2B5EF4-FFF2-40B4-BE49-F238E27FC236}">
                  <a16:creationId xmlns:a16="http://schemas.microsoft.com/office/drawing/2014/main" id="{0358B580-5FF8-49DF-99A3-E4B6859F2D04}"/>
                </a:ext>
              </a:extLst>
            </p:cNvPr>
            <p:cNvSpPr txBox="1"/>
            <p:nvPr/>
          </p:nvSpPr>
          <p:spPr>
            <a:xfrm rot="1465680">
              <a:off x="3051154" y="452901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05</a:t>
              </a:r>
              <a:endParaRPr lang="en-IN" sz="1400" b="1" dirty="0">
                <a:solidFill>
                  <a:prstClr val="white"/>
                </a:solidFill>
                <a:latin typeface="Arial" pitchFamily="34" charset="0"/>
                <a:cs typeface="Arial" pitchFamily="34" charset="0"/>
              </a:endParaRPr>
            </a:p>
          </p:txBody>
        </p:sp>
        <p:sp>
          <p:nvSpPr>
            <p:cNvPr id="127" name="TextBox 126">
              <a:extLst>
                <a:ext uri="{FF2B5EF4-FFF2-40B4-BE49-F238E27FC236}">
                  <a16:creationId xmlns:a16="http://schemas.microsoft.com/office/drawing/2014/main" id="{F71CBC84-485B-405E-B946-BBCD5CF68310}"/>
                </a:ext>
              </a:extLst>
            </p:cNvPr>
            <p:cNvSpPr txBox="1"/>
            <p:nvPr/>
          </p:nvSpPr>
          <p:spPr>
            <a:xfrm rot="18533137">
              <a:off x="2696481" y="3032721"/>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07</a:t>
              </a:r>
              <a:endParaRPr lang="en-IN" sz="1400" b="1" dirty="0">
                <a:solidFill>
                  <a:prstClr val="white"/>
                </a:solidFill>
                <a:latin typeface="Arial" pitchFamily="34" charset="0"/>
                <a:cs typeface="Arial" pitchFamily="34" charset="0"/>
              </a:endParaRPr>
            </a:p>
          </p:txBody>
        </p:sp>
      </p:grpSp>
      <p:sp>
        <p:nvSpPr>
          <p:cNvPr id="5" name="TextBox 4">
            <a:extLst>
              <a:ext uri="{FF2B5EF4-FFF2-40B4-BE49-F238E27FC236}">
                <a16:creationId xmlns:a16="http://schemas.microsoft.com/office/drawing/2014/main" id="{089C0882-F387-4A5B-A3DA-9C0D668BB7B0}"/>
              </a:ext>
            </a:extLst>
          </p:cNvPr>
          <p:cNvSpPr txBox="1"/>
          <p:nvPr/>
        </p:nvSpPr>
        <p:spPr>
          <a:xfrm>
            <a:off x="7058384" y="2788054"/>
            <a:ext cx="3899290" cy="877163"/>
          </a:xfrm>
          <a:prstGeom prst="rect">
            <a:avLst/>
          </a:prstGeom>
          <a:noFill/>
        </p:spPr>
        <p:txBody>
          <a:bodyPr wrap="square" rtlCol="0">
            <a:spAutoFit/>
          </a:bodyPr>
          <a:lstStyle/>
          <a:p>
            <a:r>
              <a:rPr lang="en-US" sz="1700" dirty="0"/>
              <a:t>Utilizing models like LSTMs (Long Short-Term Memory networks) for sequential data analysis in transaction patterns.</a:t>
            </a:r>
            <a:endParaRPr lang="en-PK" sz="1700" dirty="0"/>
          </a:p>
        </p:txBody>
      </p:sp>
      <p:sp>
        <p:nvSpPr>
          <p:cNvPr id="144" name="TextBox 143">
            <a:extLst>
              <a:ext uri="{FF2B5EF4-FFF2-40B4-BE49-F238E27FC236}">
                <a16:creationId xmlns:a16="http://schemas.microsoft.com/office/drawing/2014/main" id="{261F9DB9-ABA2-4B99-A427-F1C1D6D08F66}"/>
              </a:ext>
            </a:extLst>
          </p:cNvPr>
          <p:cNvSpPr txBox="1"/>
          <p:nvPr/>
        </p:nvSpPr>
        <p:spPr>
          <a:xfrm rot="15359598">
            <a:off x="2515186" y="3891703"/>
            <a:ext cx="383438" cy="307777"/>
          </a:xfrm>
          <a:prstGeom prst="rect">
            <a:avLst/>
          </a:prstGeom>
          <a:noFill/>
        </p:spPr>
        <p:txBody>
          <a:bodyPr wrap="none" rtlCol="0" anchor="ctr">
            <a:spAutoFit/>
          </a:bodyPr>
          <a:lstStyle/>
          <a:p>
            <a:pPr algn="ctr" defTabSz="1218987"/>
            <a:r>
              <a:rPr lang="en-GB" sz="1400" b="1" dirty="0">
                <a:solidFill>
                  <a:prstClr val="white"/>
                </a:solidFill>
                <a:latin typeface="Arial" pitchFamily="34" charset="0"/>
                <a:cs typeface="Arial" pitchFamily="34" charset="0"/>
              </a:rPr>
              <a:t>06</a:t>
            </a:r>
            <a:endParaRPr lang="en-IN" sz="1400" b="1" dirty="0">
              <a:solidFill>
                <a:prstClr val="white"/>
              </a:solidFill>
              <a:latin typeface="Arial" pitchFamily="34" charset="0"/>
              <a:cs typeface="Arial" pitchFamily="34" charset="0"/>
            </a:endParaRPr>
          </a:p>
        </p:txBody>
      </p:sp>
      <p:pic>
        <p:nvPicPr>
          <p:cNvPr id="85" name="Picture 84">
            <a:extLst>
              <a:ext uri="{FF2B5EF4-FFF2-40B4-BE49-F238E27FC236}">
                <a16:creationId xmlns:a16="http://schemas.microsoft.com/office/drawing/2014/main" id="{E9FB5122-26F9-430D-8492-72B5AB2D37A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24655"/>
            <a:ext cx="1606471" cy="1606471"/>
          </a:xfrm>
          <a:prstGeom prst="rect">
            <a:avLst/>
          </a:prstGeom>
        </p:spPr>
      </p:pic>
      <p:sp>
        <p:nvSpPr>
          <p:cNvPr id="87" name="Title 1">
            <a:extLst>
              <a:ext uri="{FF2B5EF4-FFF2-40B4-BE49-F238E27FC236}">
                <a16:creationId xmlns:a16="http://schemas.microsoft.com/office/drawing/2014/main" id="{024D3A17-53F8-4541-AFEA-3C691BB46445}"/>
              </a:ext>
            </a:extLst>
          </p:cNvPr>
          <p:cNvSpPr>
            <a:spLocks noGrp="1"/>
          </p:cNvSpPr>
          <p:nvPr>
            <p:ph type="title"/>
          </p:nvPr>
        </p:nvSpPr>
        <p:spPr>
          <a:xfrm>
            <a:off x="69012" y="14494"/>
            <a:ext cx="9592574" cy="711081"/>
          </a:xfrm>
          <a:solidFill>
            <a:srgbClr val="0361AE"/>
          </a:solidFill>
        </p:spPr>
        <p:txBody>
          <a:bodyPr/>
          <a:lstStyle/>
          <a:p>
            <a:r>
              <a:rPr lang="en-IN" sz="2400" dirty="0">
                <a:solidFill>
                  <a:schemeClr val="bg1"/>
                </a:solidFill>
                <a:latin typeface="Arial" panose="020B0604020202020204" pitchFamily="34" charset="0"/>
                <a:cs typeface="Arial" panose="020B0604020202020204" pitchFamily="34" charset="0"/>
              </a:rPr>
              <a:t>Detection Techniques</a:t>
            </a:r>
          </a:p>
        </p:txBody>
      </p:sp>
      <p:sp>
        <p:nvSpPr>
          <p:cNvPr id="142" name="TextBox 141">
            <a:extLst>
              <a:ext uri="{FF2B5EF4-FFF2-40B4-BE49-F238E27FC236}">
                <a16:creationId xmlns:a16="http://schemas.microsoft.com/office/drawing/2014/main" id="{8CF07B12-A8ED-4979-AC14-50291E72B0F0}"/>
              </a:ext>
            </a:extLst>
          </p:cNvPr>
          <p:cNvSpPr txBox="1"/>
          <p:nvPr/>
        </p:nvSpPr>
        <p:spPr>
          <a:xfrm>
            <a:off x="3018794" y="1023469"/>
            <a:ext cx="1416177" cy="954107"/>
          </a:xfrm>
          <a:prstGeom prst="rect">
            <a:avLst/>
          </a:prstGeom>
          <a:noFill/>
        </p:spPr>
        <p:txBody>
          <a:bodyPr wrap="square" rtlCol="0" anchor="b">
            <a:spAutoFit/>
          </a:bodyPr>
          <a:lstStyle/>
          <a:p>
            <a:pPr algn="ctr" defTabSz="1218987"/>
            <a:r>
              <a:rPr lang="en-IN" sz="1400" b="1" dirty="0">
                <a:solidFill>
                  <a:schemeClr val="bg1"/>
                </a:solidFill>
                <a:latin typeface="Arial" panose="020B0604020202020204" pitchFamily="34" charset="0"/>
                <a:cs typeface="Arial" pitchFamily="34" charset="0"/>
              </a:rPr>
              <a:t>•	Rule-Based Systems</a:t>
            </a:r>
          </a:p>
        </p:txBody>
      </p:sp>
      <p:sp>
        <p:nvSpPr>
          <p:cNvPr id="143" name="TextBox 142">
            <a:extLst>
              <a:ext uri="{FF2B5EF4-FFF2-40B4-BE49-F238E27FC236}">
                <a16:creationId xmlns:a16="http://schemas.microsoft.com/office/drawing/2014/main" id="{BF98D966-D571-4D98-9D13-7DEFAC63B71E}"/>
              </a:ext>
            </a:extLst>
          </p:cNvPr>
          <p:cNvSpPr txBox="1"/>
          <p:nvPr/>
        </p:nvSpPr>
        <p:spPr>
          <a:xfrm>
            <a:off x="4313633" y="2226546"/>
            <a:ext cx="1659954" cy="523220"/>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Logistic Regression</a:t>
            </a:r>
          </a:p>
        </p:txBody>
      </p:sp>
      <p:sp>
        <p:nvSpPr>
          <p:cNvPr id="145" name="TextBox 144">
            <a:extLst>
              <a:ext uri="{FF2B5EF4-FFF2-40B4-BE49-F238E27FC236}">
                <a16:creationId xmlns:a16="http://schemas.microsoft.com/office/drawing/2014/main" id="{6D03A294-80C1-4AC2-9FEE-0AEB10C135A4}"/>
              </a:ext>
            </a:extLst>
          </p:cNvPr>
          <p:cNvSpPr txBox="1"/>
          <p:nvPr/>
        </p:nvSpPr>
        <p:spPr>
          <a:xfrm>
            <a:off x="4679772" y="4056380"/>
            <a:ext cx="1644397"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Neural Networks </a:t>
            </a:r>
          </a:p>
        </p:txBody>
      </p:sp>
      <p:sp>
        <p:nvSpPr>
          <p:cNvPr id="147" name="TextBox 146">
            <a:extLst>
              <a:ext uri="{FF2B5EF4-FFF2-40B4-BE49-F238E27FC236}">
                <a16:creationId xmlns:a16="http://schemas.microsoft.com/office/drawing/2014/main" id="{8B9DEEFC-7460-462B-874A-853252A71BF9}"/>
              </a:ext>
            </a:extLst>
          </p:cNvPr>
          <p:cNvSpPr txBox="1"/>
          <p:nvPr/>
        </p:nvSpPr>
        <p:spPr>
          <a:xfrm>
            <a:off x="1414601" y="2545449"/>
            <a:ext cx="1615569" cy="307777"/>
          </a:xfrm>
          <a:prstGeom prst="rect">
            <a:avLst/>
          </a:prstGeom>
          <a:noFill/>
        </p:spPr>
        <p:txBody>
          <a:bodyPr wrap="square" rtlCol="0" anchor="b">
            <a:spAutoFit/>
          </a:bodyPr>
          <a:lstStyle/>
          <a:p>
            <a:pPr algn="ctr" defTabSz="1218987"/>
            <a:r>
              <a:rPr lang="en-US" sz="1400" b="1" dirty="0">
                <a:solidFill>
                  <a:schemeClr val="bg1"/>
                </a:solidFill>
                <a:latin typeface="Arial" panose="020B0604020202020204" pitchFamily="34" charset="0"/>
                <a:cs typeface="Arial" pitchFamily="34" charset="0"/>
              </a:rPr>
              <a:t>Deep Learning</a:t>
            </a:r>
          </a:p>
        </p:txBody>
      </p:sp>
      <p:sp>
        <p:nvSpPr>
          <p:cNvPr id="148" name="TextBox 147">
            <a:extLst>
              <a:ext uri="{FF2B5EF4-FFF2-40B4-BE49-F238E27FC236}">
                <a16:creationId xmlns:a16="http://schemas.microsoft.com/office/drawing/2014/main" id="{BE370409-2F43-4476-8D72-77481A6168E1}"/>
              </a:ext>
            </a:extLst>
          </p:cNvPr>
          <p:cNvSpPr txBox="1"/>
          <p:nvPr/>
        </p:nvSpPr>
        <p:spPr>
          <a:xfrm>
            <a:off x="2248986" y="5366738"/>
            <a:ext cx="1297126" cy="523220"/>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Anomaly Detection</a:t>
            </a:r>
          </a:p>
        </p:txBody>
      </p:sp>
      <p:sp>
        <p:nvSpPr>
          <p:cNvPr id="149" name="TextBox 148">
            <a:extLst>
              <a:ext uri="{FF2B5EF4-FFF2-40B4-BE49-F238E27FC236}">
                <a16:creationId xmlns:a16="http://schemas.microsoft.com/office/drawing/2014/main" id="{01D612BD-F3B4-4F1A-A668-44CB08048FEF}"/>
              </a:ext>
            </a:extLst>
          </p:cNvPr>
          <p:cNvSpPr txBox="1"/>
          <p:nvPr/>
        </p:nvSpPr>
        <p:spPr>
          <a:xfrm>
            <a:off x="3690464" y="5349377"/>
            <a:ext cx="1597780" cy="307777"/>
          </a:xfrm>
          <a:prstGeom prst="rect">
            <a:avLst/>
          </a:prstGeom>
          <a:noFill/>
        </p:spPr>
        <p:txBody>
          <a:bodyPr wrap="square" rtlCol="0" anchor="b">
            <a:spAutoFit/>
          </a:bodyPr>
          <a:lstStyle/>
          <a:p>
            <a:pPr algn="ctr" defTabSz="1218987"/>
            <a:r>
              <a:rPr lang="en-GB" sz="1400" b="1" dirty="0">
                <a:solidFill>
                  <a:schemeClr val="bg1"/>
                </a:solidFill>
                <a:latin typeface="Arial" panose="020B0604020202020204" pitchFamily="34" charset="0"/>
                <a:cs typeface="Arial" pitchFamily="34" charset="0"/>
              </a:rPr>
              <a:t>Clustering</a:t>
            </a:r>
          </a:p>
        </p:txBody>
      </p:sp>
      <p:sp>
        <p:nvSpPr>
          <p:cNvPr id="150" name="TextBox 149">
            <a:extLst>
              <a:ext uri="{FF2B5EF4-FFF2-40B4-BE49-F238E27FC236}">
                <a16:creationId xmlns:a16="http://schemas.microsoft.com/office/drawing/2014/main" id="{8FAD15F7-4BA3-4540-BE1F-3981791978CB}"/>
              </a:ext>
            </a:extLst>
          </p:cNvPr>
          <p:cNvSpPr txBox="1"/>
          <p:nvPr/>
        </p:nvSpPr>
        <p:spPr>
          <a:xfrm>
            <a:off x="1040396" y="4046627"/>
            <a:ext cx="1620977" cy="492443"/>
          </a:xfrm>
          <a:prstGeom prst="rect">
            <a:avLst/>
          </a:prstGeom>
          <a:noFill/>
        </p:spPr>
        <p:txBody>
          <a:bodyPr wrap="square" rtlCol="0" anchor="b">
            <a:spAutoFit/>
          </a:bodyPr>
          <a:lstStyle/>
          <a:p>
            <a:pPr algn="ctr" defTabSz="1218987"/>
            <a:r>
              <a:rPr lang="en-US" sz="1300" b="1" dirty="0">
                <a:solidFill>
                  <a:schemeClr val="bg1"/>
                </a:solidFill>
                <a:latin typeface="Arial" panose="020B0604020202020204" pitchFamily="34" charset="0"/>
                <a:cs typeface="Arial" pitchFamily="34" charset="0"/>
              </a:rPr>
              <a:t>Gradient Boosting</a:t>
            </a:r>
          </a:p>
        </p:txBody>
      </p:sp>
    </p:spTree>
    <p:extLst>
      <p:ext uri="{BB962C8B-B14F-4D97-AF65-F5344CB8AC3E}">
        <p14:creationId xmlns:p14="http://schemas.microsoft.com/office/powerpoint/2010/main" val="1899822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7">
            <a:extLst>
              <a:ext uri="{FF2B5EF4-FFF2-40B4-BE49-F238E27FC236}">
                <a16:creationId xmlns:a16="http://schemas.microsoft.com/office/drawing/2014/main" id="{4275D0B9-83AC-4EAA-83B8-0EE5B19CAD1A}"/>
              </a:ext>
            </a:extLst>
          </p:cNvPr>
          <p:cNvSpPr>
            <a:spLocks/>
          </p:cNvSpPr>
          <p:nvPr/>
        </p:nvSpPr>
        <p:spPr bwMode="auto">
          <a:xfrm>
            <a:off x="4307617" y="4528902"/>
            <a:ext cx="3720483" cy="703138"/>
          </a:xfrm>
          <a:custGeom>
            <a:avLst/>
            <a:gdLst>
              <a:gd name="T0" fmla="*/ 1972 w 1972"/>
              <a:gd name="T1" fmla="*/ 185 h 369"/>
              <a:gd name="T2" fmla="*/ 1778 w 1972"/>
              <a:gd name="T3" fmla="*/ 0 h 369"/>
              <a:gd name="T4" fmla="*/ 1778 w 1972"/>
              <a:gd name="T5" fmla="*/ 0 h 369"/>
              <a:gd name="T6" fmla="*/ 0 w 1972"/>
              <a:gd name="T7" fmla="*/ 0 h 369"/>
              <a:gd name="T8" fmla="*/ 0 w 1972"/>
              <a:gd name="T9" fmla="*/ 369 h 369"/>
              <a:gd name="T10" fmla="*/ 1778 w 1972"/>
              <a:gd name="T11" fmla="*/ 369 h 369"/>
              <a:gd name="T12" fmla="*/ 1778 w 1972"/>
              <a:gd name="T13" fmla="*/ 369 h 369"/>
              <a:gd name="T14" fmla="*/ 1972 w 1972"/>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72" h="369">
                <a:moveTo>
                  <a:pt x="1972" y="185"/>
                </a:moveTo>
                <a:lnTo>
                  <a:pt x="1778" y="0"/>
                </a:lnTo>
                <a:lnTo>
                  <a:pt x="1778" y="0"/>
                </a:lnTo>
                <a:lnTo>
                  <a:pt x="0" y="0"/>
                </a:lnTo>
                <a:lnTo>
                  <a:pt x="0" y="369"/>
                </a:lnTo>
                <a:lnTo>
                  <a:pt x="1778" y="369"/>
                </a:lnTo>
                <a:lnTo>
                  <a:pt x="1778" y="369"/>
                </a:lnTo>
                <a:lnTo>
                  <a:pt x="1972" y="185"/>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1" name="Freeform 8">
            <a:extLst>
              <a:ext uri="{FF2B5EF4-FFF2-40B4-BE49-F238E27FC236}">
                <a16:creationId xmlns:a16="http://schemas.microsoft.com/office/drawing/2014/main" id="{7CF0311F-D073-49A5-81B0-4673B2BF4A78}"/>
              </a:ext>
            </a:extLst>
          </p:cNvPr>
          <p:cNvSpPr>
            <a:spLocks/>
          </p:cNvSpPr>
          <p:nvPr/>
        </p:nvSpPr>
        <p:spPr bwMode="auto">
          <a:xfrm>
            <a:off x="4307617" y="3827717"/>
            <a:ext cx="2854509" cy="701835"/>
          </a:xfrm>
          <a:custGeom>
            <a:avLst/>
            <a:gdLst>
              <a:gd name="T0" fmla="*/ 1513 w 1513"/>
              <a:gd name="T1" fmla="*/ 185 h 372"/>
              <a:gd name="T2" fmla="*/ 1319 w 1513"/>
              <a:gd name="T3" fmla="*/ 0 h 372"/>
              <a:gd name="T4" fmla="*/ 1319 w 1513"/>
              <a:gd name="T5" fmla="*/ 0 h 372"/>
              <a:gd name="T6" fmla="*/ 0 w 1513"/>
              <a:gd name="T7" fmla="*/ 0 h 372"/>
              <a:gd name="T8" fmla="*/ 0 w 1513"/>
              <a:gd name="T9" fmla="*/ 372 h 372"/>
              <a:gd name="T10" fmla="*/ 1319 w 1513"/>
              <a:gd name="T11" fmla="*/ 372 h 372"/>
              <a:gd name="T12" fmla="*/ 1319 w 1513"/>
              <a:gd name="T13" fmla="*/ 369 h 372"/>
              <a:gd name="T14" fmla="*/ 1513 w 1513"/>
              <a:gd name="T15" fmla="*/ 185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3" h="372">
                <a:moveTo>
                  <a:pt x="1513" y="185"/>
                </a:moveTo>
                <a:lnTo>
                  <a:pt x="1319" y="0"/>
                </a:lnTo>
                <a:lnTo>
                  <a:pt x="1319" y="0"/>
                </a:lnTo>
                <a:lnTo>
                  <a:pt x="0" y="0"/>
                </a:lnTo>
                <a:lnTo>
                  <a:pt x="0" y="372"/>
                </a:lnTo>
                <a:lnTo>
                  <a:pt x="1319" y="372"/>
                </a:lnTo>
                <a:lnTo>
                  <a:pt x="1319" y="369"/>
                </a:lnTo>
                <a:lnTo>
                  <a:pt x="1513" y="185"/>
                </a:ln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2" name="Freeform 9">
            <a:extLst>
              <a:ext uri="{FF2B5EF4-FFF2-40B4-BE49-F238E27FC236}">
                <a16:creationId xmlns:a16="http://schemas.microsoft.com/office/drawing/2014/main" id="{FDBBC13B-3BB8-4455-B9B3-7543CA2A19BB}"/>
              </a:ext>
            </a:extLst>
          </p:cNvPr>
          <p:cNvSpPr>
            <a:spLocks/>
          </p:cNvSpPr>
          <p:nvPr/>
        </p:nvSpPr>
        <p:spPr bwMode="auto">
          <a:xfrm>
            <a:off x="4307617" y="1729144"/>
            <a:ext cx="3256366" cy="705043"/>
          </a:xfrm>
          <a:custGeom>
            <a:avLst/>
            <a:gdLst>
              <a:gd name="T0" fmla="*/ 1726 w 1726"/>
              <a:gd name="T1" fmla="*/ 185 h 370"/>
              <a:gd name="T2" fmla="*/ 1530 w 1726"/>
              <a:gd name="T3" fmla="*/ 0 h 370"/>
              <a:gd name="T4" fmla="*/ 1530 w 1726"/>
              <a:gd name="T5" fmla="*/ 0 h 370"/>
              <a:gd name="T6" fmla="*/ 0 w 1726"/>
              <a:gd name="T7" fmla="*/ 0 h 370"/>
              <a:gd name="T8" fmla="*/ 0 w 1726"/>
              <a:gd name="T9" fmla="*/ 370 h 370"/>
              <a:gd name="T10" fmla="*/ 1530 w 1726"/>
              <a:gd name="T11" fmla="*/ 370 h 370"/>
              <a:gd name="T12" fmla="*/ 1530 w 1726"/>
              <a:gd name="T13" fmla="*/ 370 h 370"/>
              <a:gd name="T14" fmla="*/ 1726 w 1726"/>
              <a:gd name="T15" fmla="*/ 185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6" h="370">
                <a:moveTo>
                  <a:pt x="1726" y="185"/>
                </a:moveTo>
                <a:lnTo>
                  <a:pt x="1530" y="0"/>
                </a:lnTo>
                <a:lnTo>
                  <a:pt x="1530" y="0"/>
                </a:lnTo>
                <a:lnTo>
                  <a:pt x="0" y="0"/>
                </a:lnTo>
                <a:lnTo>
                  <a:pt x="0" y="370"/>
                </a:lnTo>
                <a:lnTo>
                  <a:pt x="1530" y="370"/>
                </a:lnTo>
                <a:lnTo>
                  <a:pt x="1530" y="370"/>
                </a:lnTo>
                <a:lnTo>
                  <a:pt x="1726" y="185"/>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3" name="Freeform 10">
            <a:extLst>
              <a:ext uri="{FF2B5EF4-FFF2-40B4-BE49-F238E27FC236}">
                <a16:creationId xmlns:a16="http://schemas.microsoft.com/office/drawing/2014/main" id="{D4888109-5121-460B-940B-6E51FE5F77FB}"/>
              </a:ext>
            </a:extLst>
          </p:cNvPr>
          <p:cNvSpPr>
            <a:spLocks/>
          </p:cNvSpPr>
          <p:nvPr/>
        </p:nvSpPr>
        <p:spPr bwMode="auto">
          <a:xfrm>
            <a:off x="4307617" y="1027922"/>
            <a:ext cx="3873303" cy="699949"/>
          </a:xfrm>
          <a:custGeom>
            <a:avLst/>
            <a:gdLst>
              <a:gd name="T0" fmla="*/ 2053 w 2053"/>
              <a:gd name="T1" fmla="*/ 187 h 371"/>
              <a:gd name="T2" fmla="*/ 1859 w 2053"/>
              <a:gd name="T3" fmla="*/ 2 h 371"/>
              <a:gd name="T4" fmla="*/ 1859 w 2053"/>
              <a:gd name="T5" fmla="*/ 0 h 371"/>
              <a:gd name="T6" fmla="*/ 0 w 2053"/>
              <a:gd name="T7" fmla="*/ 0 h 371"/>
              <a:gd name="T8" fmla="*/ 0 w 2053"/>
              <a:gd name="T9" fmla="*/ 371 h 371"/>
              <a:gd name="T10" fmla="*/ 1859 w 2053"/>
              <a:gd name="T11" fmla="*/ 371 h 371"/>
              <a:gd name="T12" fmla="*/ 1859 w 2053"/>
              <a:gd name="T13" fmla="*/ 371 h 371"/>
              <a:gd name="T14" fmla="*/ 2053 w 2053"/>
              <a:gd name="T15" fmla="*/ 187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3" h="371">
                <a:moveTo>
                  <a:pt x="2053" y="187"/>
                </a:moveTo>
                <a:lnTo>
                  <a:pt x="1859" y="2"/>
                </a:lnTo>
                <a:lnTo>
                  <a:pt x="1859" y="0"/>
                </a:lnTo>
                <a:lnTo>
                  <a:pt x="0" y="0"/>
                </a:lnTo>
                <a:lnTo>
                  <a:pt x="0" y="371"/>
                </a:lnTo>
                <a:lnTo>
                  <a:pt x="1859" y="371"/>
                </a:lnTo>
                <a:lnTo>
                  <a:pt x="1859" y="371"/>
                </a:lnTo>
                <a:lnTo>
                  <a:pt x="2053" y="187"/>
                </a:ln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4" name="Freeform 11">
            <a:extLst>
              <a:ext uri="{FF2B5EF4-FFF2-40B4-BE49-F238E27FC236}">
                <a16:creationId xmlns:a16="http://schemas.microsoft.com/office/drawing/2014/main" id="{4E974018-D683-4B23-9B7C-BF5D87776423}"/>
              </a:ext>
            </a:extLst>
          </p:cNvPr>
          <p:cNvSpPr>
            <a:spLocks/>
          </p:cNvSpPr>
          <p:nvPr/>
        </p:nvSpPr>
        <p:spPr bwMode="auto">
          <a:xfrm>
            <a:off x="4307617" y="2430574"/>
            <a:ext cx="3452578" cy="696176"/>
          </a:xfrm>
          <a:custGeom>
            <a:avLst/>
            <a:gdLst>
              <a:gd name="T0" fmla="*/ 1830 w 1830"/>
              <a:gd name="T1" fmla="*/ 185 h 369"/>
              <a:gd name="T2" fmla="*/ 1636 w 1830"/>
              <a:gd name="T3" fmla="*/ 0 h 369"/>
              <a:gd name="T4" fmla="*/ 1636 w 1830"/>
              <a:gd name="T5" fmla="*/ 0 h 369"/>
              <a:gd name="T6" fmla="*/ 0 w 1830"/>
              <a:gd name="T7" fmla="*/ 0 h 369"/>
              <a:gd name="T8" fmla="*/ 0 w 1830"/>
              <a:gd name="T9" fmla="*/ 369 h 369"/>
              <a:gd name="T10" fmla="*/ 1636 w 1830"/>
              <a:gd name="T11" fmla="*/ 369 h 369"/>
              <a:gd name="T12" fmla="*/ 1636 w 1830"/>
              <a:gd name="T13" fmla="*/ 369 h 369"/>
              <a:gd name="T14" fmla="*/ 1830 w 1830"/>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0" h="369">
                <a:moveTo>
                  <a:pt x="1830" y="185"/>
                </a:moveTo>
                <a:lnTo>
                  <a:pt x="1636" y="0"/>
                </a:lnTo>
                <a:lnTo>
                  <a:pt x="1636" y="0"/>
                </a:lnTo>
                <a:lnTo>
                  <a:pt x="0" y="0"/>
                </a:lnTo>
                <a:lnTo>
                  <a:pt x="0" y="369"/>
                </a:lnTo>
                <a:lnTo>
                  <a:pt x="1636" y="369"/>
                </a:lnTo>
                <a:lnTo>
                  <a:pt x="1636" y="369"/>
                </a:lnTo>
                <a:lnTo>
                  <a:pt x="1830" y="185"/>
                </a:ln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5" name="Freeform 12">
            <a:extLst>
              <a:ext uri="{FF2B5EF4-FFF2-40B4-BE49-F238E27FC236}">
                <a16:creationId xmlns:a16="http://schemas.microsoft.com/office/drawing/2014/main" id="{3D0EA9A2-4E9F-4BE5-821E-E79961F0973A}"/>
              </a:ext>
            </a:extLst>
          </p:cNvPr>
          <p:cNvSpPr>
            <a:spLocks/>
          </p:cNvSpPr>
          <p:nvPr/>
        </p:nvSpPr>
        <p:spPr bwMode="auto">
          <a:xfrm>
            <a:off x="4307617" y="3126749"/>
            <a:ext cx="3043175" cy="701835"/>
          </a:xfrm>
          <a:custGeom>
            <a:avLst/>
            <a:gdLst>
              <a:gd name="T0" fmla="*/ 1613 w 1613"/>
              <a:gd name="T1" fmla="*/ 187 h 372"/>
              <a:gd name="T2" fmla="*/ 1418 w 1613"/>
              <a:gd name="T3" fmla="*/ 3 h 372"/>
              <a:gd name="T4" fmla="*/ 1418 w 1613"/>
              <a:gd name="T5" fmla="*/ 0 h 372"/>
              <a:gd name="T6" fmla="*/ 0 w 1613"/>
              <a:gd name="T7" fmla="*/ 0 h 372"/>
              <a:gd name="T8" fmla="*/ 0 w 1613"/>
              <a:gd name="T9" fmla="*/ 372 h 372"/>
              <a:gd name="T10" fmla="*/ 1418 w 1613"/>
              <a:gd name="T11" fmla="*/ 372 h 372"/>
              <a:gd name="T12" fmla="*/ 1418 w 1613"/>
              <a:gd name="T13" fmla="*/ 372 h 372"/>
              <a:gd name="T14" fmla="*/ 1613 w 1613"/>
              <a:gd name="T15" fmla="*/ 187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3" h="372">
                <a:moveTo>
                  <a:pt x="1613" y="187"/>
                </a:moveTo>
                <a:lnTo>
                  <a:pt x="1418" y="3"/>
                </a:lnTo>
                <a:lnTo>
                  <a:pt x="1418" y="0"/>
                </a:lnTo>
                <a:lnTo>
                  <a:pt x="0" y="0"/>
                </a:lnTo>
                <a:lnTo>
                  <a:pt x="0" y="372"/>
                </a:lnTo>
                <a:lnTo>
                  <a:pt x="1418" y="372"/>
                </a:lnTo>
                <a:lnTo>
                  <a:pt x="1418" y="372"/>
                </a:lnTo>
                <a:lnTo>
                  <a:pt x="1613" y="187"/>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6" name="Rectangle 13">
            <a:extLst>
              <a:ext uri="{FF2B5EF4-FFF2-40B4-BE49-F238E27FC236}">
                <a16:creationId xmlns:a16="http://schemas.microsoft.com/office/drawing/2014/main" id="{8ED249EC-681C-4D51-B77B-F1AD86B3FB41}"/>
              </a:ext>
            </a:extLst>
          </p:cNvPr>
          <p:cNvSpPr>
            <a:spLocks noChangeArrowheads="1"/>
          </p:cNvSpPr>
          <p:nvPr/>
        </p:nvSpPr>
        <p:spPr bwMode="auto">
          <a:xfrm>
            <a:off x="3102044" y="3122109"/>
            <a:ext cx="499964" cy="179233"/>
          </a:xfrm>
          <a:prstGeom prst="rect">
            <a:avLst/>
          </a:prstGeom>
          <a:solidFill>
            <a:schemeClr val="accent1">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7" name="Freeform 14">
            <a:extLst>
              <a:ext uri="{FF2B5EF4-FFF2-40B4-BE49-F238E27FC236}">
                <a16:creationId xmlns:a16="http://schemas.microsoft.com/office/drawing/2014/main" id="{50B8DD30-B3C0-4239-8F8C-D4C6D68E5B9B}"/>
              </a:ext>
            </a:extLst>
          </p:cNvPr>
          <p:cNvSpPr>
            <a:spLocks/>
          </p:cNvSpPr>
          <p:nvPr/>
        </p:nvSpPr>
        <p:spPr bwMode="auto">
          <a:xfrm>
            <a:off x="3602008" y="1031695"/>
            <a:ext cx="711269" cy="2269646"/>
          </a:xfrm>
          <a:custGeom>
            <a:avLst/>
            <a:gdLst>
              <a:gd name="T0" fmla="*/ 0 w 377"/>
              <a:gd name="T1" fmla="*/ 1203 h 1203"/>
              <a:gd name="T2" fmla="*/ 377 w 377"/>
              <a:gd name="T3" fmla="*/ 369 h 1203"/>
              <a:gd name="T4" fmla="*/ 377 w 377"/>
              <a:gd name="T5" fmla="*/ 0 h 1203"/>
              <a:gd name="T6" fmla="*/ 0 w 377"/>
              <a:gd name="T7" fmla="*/ 1108 h 1203"/>
              <a:gd name="T8" fmla="*/ 0 w 377"/>
              <a:gd name="T9" fmla="*/ 1203 h 1203"/>
            </a:gdLst>
            <a:ahLst/>
            <a:cxnLst>
              <a:cxn ang="0">
                <a:pos x="T0" y="T1"/>
              </a:cxn>
              <a:cxn ang="0">
                <a:pos x="T2" y="T3"/>
              </a:cxn>
              <a:cxn ang="0">
                <a:pos x="T4" y="T5"/>
              </a:cxn>
              <a:cxn ang="0">
                <a:pos x="T6" y="T7"/>
              </a:cxn>
              <a:cxn ang="0">
                <a:pos x="T8" y="T9"/>
              </a:cxn>
            </a:cxnLst>
            <a:rect l="0" t="0" r="r" b="b"/>
            <a:pathLst>
              <a:path w="377" h="1203">
                <a:moveTo>
                  <a:pt x="0" y="1203"/>
                </a:moveTo>
                <a:lnTo>
                  <a:pt x="377" y="369"/>
                </a:lnTo>
                <a:lnTo>
                  <a:pt x="377" y="0"/>
                </a:lnTo>
                <a:lnTo>
                  <a:pt x="0" y="1108"/>
                </a:lnTo>
                <a:lnTo>
                  <a:pt x="0" y="1203"/>
                </a:lnTo>
                <a:close/>
              </a:path>
            </a:pathLst>
          </a:custGeom>
          <a:gradFill>
            <a:gsLst>
              <a:gs pos="0">
                <a:schemeClr val="accent1">
                  <a:lumMod val="50000"/>
                </a:schemeClr>
              </a:gs>
              <a:gs pos="100000">
                <a:schemeClr val="accent3">
                  <a:lumMod val="50000"/>
                </a:schemeClr>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8" name="Rectangle 15">
            <a:extLst>
              <a:ext uri="{FF2B5EF4-FFF2-40B4-BE49-F238E27FC236}">
                <a16:creationId xmlns:a16="http://schemas.microsoft.com/office/drawing/2014/main" id="{214CB1D0-6B8C-489F-805A-6FAA0A5B8025}"/>
              </a:ext>
            </a:extLst>
          </p:cNvPr>
          <p:cNvSpPr>
            <a:spLocks noChangeArrowheads="1"/>
          </p:cNvSpPr>
          <p:nvPr/>
        </p:nvSpPr>
        <p:spPr bwMode="auto">
          <a:xfrm>
            <a:off x="3102044" y="3301341"/>
            <a:ext cx="499964" cy="173572"/>
          </a:xfrm>
          <a:prstGeom prst="rect">
            <a:avLst/>
          </a:prstGeom>
          <a:solidFill>
            <a:schemeClr val="accent1">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9" name="Freeform 16">
            <a:extLst>
              <a:ext uri="{FF2B5EF4-FFF2-40B4-BE49-F238E27FC236}">
                <a16:creationId xmlns:a16="http://schemas.microsoft.com/office/drawing/2014/main" id="{FDBF1053-78A6-436B-9DA7-838F0984291D}"/>
              </a:ext>
            </a:extLst>
          </p:cNvPr>
          <p:cNvSpPr>
            <a:spLocks/>
          </p:cNvSpPr>
          <p:nvPr/>
        </p:nvSpPr>
        <p:spPr bwMode="auto">
          <a:xfrm>
            <a:off x="3602008" y="1733531"/>
            <a:ext cx="705609" cy="1741383"/>
          </a:xfrm>
          <a:custGeom>
            <a:avLst/>
            <a:gdLst>
              <a:gd name="T0" fmla="*/ 0 w 374"/>
              <a:gd name="T1" fmla="*/ 923 h 923"/>
              <a:gd name="T2" fmla="*/ 374 w 374"/>
              <a:gd name="T3" fmla="*/ 369 h 923"/>
              <a:gd name="T4" fmla="*/ 374 w 374"/>
              <a:gd name="T5" fmla="*/ 0 h 923"/>
              <a:gd name="T6" fmla="*/ 0 w 374"/>
              <a:gd name="T7" fmla="*/ 831 h 923"/>
              <a:gd name="T8" fmla="*/ 0 w 374"/>
              <a:gd name="T9" fmla="*/ 923 h 923"/>
            </a:gdLst>
            <a:ahLst/>
            <a:cxnLst>
              <a:cxn ang="0">
                <a:pos x="T0" y="T1"/>
              </a:cxn>
              <a:cxn ang="0">
                <a:pos x="T2" y="T3"/>
              </a:cxn>
              <a:cxn ang="0">
                <a:pos x="T4" y="T5"/>
              </a:cxn>
              <a:cxn ang="0">
                <a:pos x="T6" y="T7"/>
              </a:cxn>
              <a:cxn ang="0">
                <a:pos x="T8" y="T9"/>
              </a:cxn>
            </a:cxnLst>
            <a:rect l="0" t="0" r="r" b="b"/>
            <a:pathLst>
              <a:path w="374" h="923">
                <a:moveTo>
                  <a:pt x="0" y="923"/>
                </a:moveTo>
                <a:lnTo>
                  <a:pt x="374" y="369"/>
                </a:lnTo>
                <a:lnTo>
                  <a:pt x="374" y="0"/>
                </a:lnTo>
                <a:lnTo>
                  <a:pt x="0" y="831"/>
                </a:lnTo>
                <a:lnTo>
                  <a:pt x="0" y="923"/>
                </a:lnTo>
                <a:close/>
              </a:path>
            </a:pathLst>
          </a:custGeom>
          <a:gradFill>
            <a:gsLst>
              <a:gs pos="0">
                <a:schemeClr val="accent1">
                  <a:lumMod val="75000"/>
                </a:schemeClr>
              </a:gs>
              <a:gs pos="100000">
                <a:schemeClr val="accent3">
                  <a:lumMod val="75000"/>
                </a:schemeClr>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20" name="Rectangle 17">
            <a:extLst>
              <a:ext uri="{FF2B5EF4-FFF2-40B4-BE49-F238E27FC236}">
                <a16:creationId xmlns:a16="http://schemas.microsoft.com/office/drawing/2014/main" id="{3FC944AA-F6C9-4970-ADEB-BD374DADAD14}"/>
              </a:ext>
            </a:extLst>
          </p:cNvPr>
          <p:cNvSpPr>
            <a:spLocks noChangeArrowheads="1"/>
          </p:cNvSpPr>
          <p:nvPr/>
        </p:nvSpPr>
        <p:spPr bwMode="auto">
          <a:xfrm>
            <a:off x="3102044" y="3474914"/>
            <a:ext cx="499964" cy="179233"/>
          </a:xfrm>
          <a:prstGeom prst="rect">
            <a:avLst/>
          </a:prstGeom>
          <a:solidFill>
            <a:schemeClr val="accent1"/>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21" name="Freeform 18">
            <a:extLst>
              <a:ext uri="{FF2B5EF4-FFF2-40B4-BE49-F238E27FC236}">
                <a16:creationId xmlns:a16="http://schemas.microsoft.com/office/drawing/2014/main" id="{4E179A7A-3948-4E73-963C-F209875977FA}"/>
              </a:ext>
            </a:extLst>
          </p:cNvPr>
          <p:cNvSpPr>
            <a:spLocks/>
          </p:cNvSpPr>
          <p:nvPr/>
        </p:nvSpPr>
        <p:spPr bwMode="auto">
          <a:xfrm>
            <a:off x="3602008" y="2429707"/>
            <a:ext cx="705609" cy="1224439"/>
          </a:xfrm>
          <a:custGeom>
            <a:avLst/>
            <a:gdLst>
              <a:gd name="T0" fmla="*/ 0 w 374"/>
              <a:gd name="T1" fmla="*/ 649 h 649"/>
              <a:gd name="T2" fmla="*/ 374 w 374"/>
              <a:gd name="T3" fmla="*/ 369 h 649"/>
              <a:gd name="T4" fmla="*/ 374 w 374"/>
              <a:gd name="T5" fmla="*/ 0 h 649"/>
              <a:gd name="T6" fmla="*/ 0 w 374"/>
              <a:gd name="T7" fmla="*/ 554 h 649"/>
              <a:gd name="T8" fmla="*/ 0 w 374"/>
              <a:gd name="T9" fmla="*/ 649 h 649"/>
            </a:gdLst>
            <a:ahLst/>
            <a:cxnLst>
              <a:cxn ang="0">
                <a:pos x="T0" y="T1"/>
              </a:cxn>
              <a:cxn ang="0">
                <a:pos x="T2" y="T3"/>
              </a:cxn>
              <a:cxn ang="0">
                <a:pos x="T4" y="T5"/>
              </a:cxn>
              <a:cxn ang="0">
                <a:pos x="T6" y="T7"/>
              </a:cxn>
              <a:cxn ang="0">
                <a:pos x="T8" y="T9"/>
              </a:cxn>
            </a:cxnLst>
            <a:rect l="0" t="0" r="r" b="b"/>
            <a:pathLst>
              <a:path w="374" h="649">
                <a:moveTo>
                  <a:pt x="0" y="649"/>
                </a:moveTo>
                <a:lnTo>
                  <a:pt x="374" y="369"/>
                </a:lnTo>
                <a:lnTo>
                  <a:pt x="374" y="0"/>
                </a:lnTo>
                <a:lnTo>
                  <a:pt x="0" y="554"/>
                </a:lnTo>
                <a:lnTo>
                  <a:pt x="0" y="649"/>
                </a:lnTo>
                <a:close/>
              </a:path>
            </a:pathLst>
          </a:custGeom>
          <a:gradFill>
            <a:gsLst>
              <a:gs pos="0">
                <a:schemeClr val="accent1">
                  <a:lumMod val="50000"/>
                </a:schemeClr>
              </a:gs>
              <a:gs pos="100000">
                <a:schemeClr val="accent3"/>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22" name="Rectangle 19">
            <a:extLst>
              <a:ext uri="{FF2B5EF4-FFF2-40B4-BE49-F238E27FC236}">
                <a16:creationId xmlns:a16="http://schemas.microsoft.com/office/drawing/2014/main" id="{9AA42BD7-637F-4824-9B96-90B1819A52B8}"/>
              </a:ext>
            </a:extLst>
          </p:cNvPr>
          <p:cNvSpPr>
            <a:spLocks noChangeArrowheads="1"/>
          </p:cNvSpPr>
          <p:nvPr/>
        </p:nvSpPr>
        <p:spPr bwMode="auto">
          <a:xfrm>
            <a:off x="3102044" y="3654145"/>
            <a:ext cx="499964" cy="173572"/>
          </a:xfrm>
          <a:prstGeom prst="rect">
            <a:avLst/>
          </a:prstGeom>
          <a:solidFill>
            <a:schemeClr val="accent1">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23" name="Freeform 20">
            <a:extLst>
              <a:ext uri="{FF2B5EF4-FFF2-40B4-BE49-F238E27FC236}">
                <a16:creationId xmlns:a16="http://schemas.microsoft.com/office/drawing/2014/main" id="{BE423768-EC14-4C65-B971-786C8EEB23C3}"/>
              </a:ext>
            </a:extLst>
          </p:cNvPr>
          <p:cNvSpPr>
            <a:spLocks/>
          </p:cNvSpPr>
          <p:nvPr/>
        </p:nvSpPr>
        <p:spPr bwMode="auto">
          <a:xfrm>
            <a:off x="3602008" y="3125882"/>
            <a:ext cx="705609" cy="701835"/>
          </a:xfrm>
          <a:custGeom>
            <a:avLst/>
            <a:gdLst>
              <a:gd name="T0" fmla="*/ 0 w 374"/>
              <a:gd name="T1" fmla="*/ 372 h 372"/>
              <a:gd name="T2" fmla="*/ 374 w 374"/>
              <a:gd name="T3" fmla="*/ 372 h 372"/>
              <a:gd name="T4" fmla="*/ 374 w 374"/>
              <a:gd name="T5" fmla="*/ 0 h 372"/>
              <a:gd name="T6" fmla="*/ 0 w 374"/>
              <a:gd name="T7" fmla="*/ 280 h 372"/>
              <a:gd name="T8" fmla="*/ 0 w 374"/>
              <a:gd name="T9" fmla="*/ 372 h 372"/>
            </a:gdLst>
            <a:ahLst/>
            <a:cxnLst>
              <a:cxn ang="0">
                <a:pos x="T0" y="T1"/>
              </a:cxn>
              <a:cxn ang="0">
                <a:pos x="T2" y="T3"/>
              </a:cxn>
              <a:cxn ang="0">
                <a:pos x="T4" y="T5"/>
              </a:cxn>
              <a:cxn ang="0">
                <a:pos x="T6" y="T7"/>
              </a:cxn>
              <a:cxn ang="0">
                <a:pos x="T8" y="T9"/>
              </a:cxn>
            </a:cxnLst>
            <a:rect l="0" t="0" r="r" b="b"/>
            <a:pathLst>
              <a:path w="374" h="372">
                <a:moveTo>
                  <a:pt x="0" y="372"/>
                </a:moveTo>
                <a:lnTo>
                  <a:pt x="374" y="372"/>
                </a:lnTo>
                <a:lnTo>
                  <a:pt x="374" y="0"/>
                </a:lnTo>
                <a:lnTo>
                  <a:pt x="0" y="280"/>
                </a:lnTo>
                <a:lnTo>
                  <a:pt x="0" y="372"/>
                </a:lnTo>
                <a:close/>
              </a:path>
            </a:pathLst>
          </a:custGeom>
          <a:gradFill>
            <a:gsLst>
              <a:gs pos="0">
                <a:schemeClr val="accent1">
                  <a:lumMod val="75000"/>
                </a:schemeClr>
              </a:gs>
              <a:gs pos="100000">
                <a:schemeClr val="accent3">
                  <a:lumMod val="75000"/>
                </a:schemeClr>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24" name="Rectangle 21">
            <a:extLst>
              <a:ext uri="{FF2B5EF4-FFF2-40B4-BE49-F238E27FC236}">
                <a16:creationId xmlns:a16="http://schemas.microsoft.com/office/drawing/2014/main" id="{9FCE951C-FAD7-4B98-AF4D-859EAC5BFEC6}"/>
              </a:ext>
            </a:extLst>
          </p:cNvPr>
          <p:cNvSpPr>
            <a:spLocks noChangeArrowheads="1"/>
          </p:cNvSpPr>
          <p:nvPr/>
        </p:nvSpPr>
        <p:spPr bwMode="auto">
          <a:xfrm>
            <a:off x="3102044" y="3827717"/>
            <a:ext cx="499964" cy="179233"/>
          </a:xfrm>
          <a:prstGeom prst="rect">
            <a:avLst/>
          </a:prstGeom>
          <a:solidFill>
            <a:schemeClr val="accent1">
              <a:lumMod val="60000"/>
              <a:lumOff val="4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25" name="Freeform 22">
            <a:extLst>
              <a:ext uri="{FF2B5EF4-FFF2-40B4-BE49-F238E27FC236}">
                <a16:creationId xmlns:a16="http://schemas.microsoft.com/office/drawing/2014/main" id="{B95EAE38-DD36-4DE2-BF54-75B1A04BBBF3}"/>
              </a:ext>
            </a:extLst>
          </p:cNvPr>
          <p:cNvSpPr>
            <a:spLocks/>
          </p:cNvSpPr>
          <p:nvPr/>
        </p:nvSpPr>
        <p:spPr bwMode="auto">
          <a:xfrm>
            <a:off x="3602008" y="3829867"/>
            <a:ext cx="711269" cy="708854"/>
          </a:xfrm>
          <a:custGeom>
            <a:avLst/>
            <a:gdLst>
              <a:gd name="T0" fmla="*/ 0 w 377"/>
              <a:gd name="T1" fmla="*/ 95 h 372"/>
              <a:gd name="T2" fmla="*/ 377 w 377"/>
              <a:gd name="T3" fmla="*/ 372 h 372"/>
              <a:gd name="T4" fmla="*/ 377 w 377"/>
              <a:gd name="T5" fmla="*/ 0 h 372"/>
              <a:gd name="T6" fmla="*/ 0 w 377"/>
              <a:gd name="T7" fmla="*/ 0 h 372"/>
              <a:gd name="T8" fmla="*/ 0 w 377"/>
              <a:gd name="T9" fmla="*/ 95 h 372"/>
            </a:gdLst>
            <a:ahLst/>
            <a:cxnLst>
              <a:cxn ang="0">
                <a:pos x="T0" y="T1"/>
              </a:cxn>
              <a:cxn ang="0">
                <a:pos x="T2" y="T3"/>
              </a:cxn>
              <a:cxn ang="0">
                <a:pos x="T4" y="T5"/>
              </a:cxn>
              <a:cxn ang="0">
                <a:pos x="T6" y="T7"/>
              </a:cxn>
              <a:cxn ang="0">
                <a:pos x="T8" y="T9"/>
              </a:cxn>
            </a:cxnLst>
            <a:rect l="0" t="0" r="r" b="b"/>
            <a:pathLst>
              <a:path w="377" h="372">
                <a:moveTo>
                  <a:pt x="0" y="95"/>
                </a:moveTo>
                <a:lnTo>
                  <a:pt x="377" y="372"/>
                </a:lnTo>
                <a:lnTo>
                  <a:pt x="377" y="0"/>
                </a:lnTo>
                <a:lnTo>
                  <a:pt x="0" y="0"/>
                </a:lnTo>
                <a:lnTo>
                  <a:pt x="0" y="95"/>
                </a:lnTo>
                <a:close/>
              </a:path>
            </a:pathLst>
          </a:custGeom>
          <a:gradFill>
            <a:gsLst>
              <a:gs pos="0">
                <a:schemeClr val="accent1">
                  <a:lumMod val="50000"/>
                </a:schemeClr>
              </a:gs>
              <a:gs pos="100000">
                <a:schemeClr val="accent3">
                  <a:lumMod val="60000"/>
                  <a:lumOff val="40000"/>
                </a:schemeClr>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26" name="Rectangle 23">
            <a:extLst>
              <a:ext uri="{FF2B5EF4-FFF2-40B4-BE49-F238E27FC236}">
                <a16:creationId xmlns:a16="http://schemas.microsoft.com/office/drawing/2014/main" id="{61C195A8-9DB6-4581-BBD6-EF69D0F33C09}"/>
              </a:ext>
            </a:extLst>
          </p:cNvPr>
          <p:cNvSpPr>
            <a:spLocks noChangeArrowheads="1"/>
          </p:cNvSpPr>
          <p:nvPr/>
        </p:nvSpPr>
        <p:spPr bwMode="auto">
          <a:xfrm>
            <a:off x="3102044" y="4006950"/>
            <a:ext cx="499964" cy="173572"/>
          </a:xfrm>
          <a:prstGeom prst="rect">
            <a:avLst/>
          </a:prstGeom>
          <a:solidFill>
            <a:schemeClr val="accent1"/>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27" name="Freeform 24">
            <a:extLst>
              <a:ext uri="{FF2B5EF4-FFF2-40B4-BE49-F238E27FC236}">
                <a16:creationId xmlns:a16="http://schemas.microsoft.com/office/drawing/2014/main" id="{67C72C1D-D9F2-4746-9109-D5A186C479A7}"/>
              </a:ext>
            </a:extLst>
          </p:cNvPr>
          <p:cNvSpPr>
            <a:spLocks/>
          </p:cNvSpPr>
          <p:nvPr/>
        </p:nvSpPr>
        <p:spPr bwMode="auto">
          <a:xfrm>
            <a:off x="3602008" y="4000360"/>
            <a:ext cx="705609" cy="1243276"/>
          </a:xfrm>
          <a:custGeom>
            <a:avLst/>
            <a:gdLst>
              <a:gd name="T0" fmla="*/ 0 w 374"/>
              <a:gd name="T1" fmla="*/ 92 h 646"/>
              <a:gd name="T2" fmla="*/ 374 w 374"/>
              <a:gd name="T3" fmla="*/ 646 h 646"/>
              <a:gd name="T4" fmla="*/ 374 w 374"/>
              <a:gd name="T5" fmla="*/ 277 h 646"/>
              <a:gd name="T6" fmla="*/ 0 w 374"/>
              <a:gd name="T7" fmla="*/ 0 h 646"/>
              <a:gd name="T8" fmla="*/ 0 w 374"/>
              <a:gd name="T9" fmla="*/ 92 h 646"/>
            </a:gdLst>
            <a:ahLst/>
            <a:cxnLst>
              <a:cxn ang="0">
                <a:pos x="T0" y="T1"/>
              </a:cxn>
              <a:cxn ang="0">
                <a:pos x="T2" y="T3"/>
              </a:cxn>
              <a:cxn ang="0">
                <a:pos x="T4" y="T5"/>
              </a:cxn>
              <a:cxn ang="0">
                <a:pos x="T6" y="T7"/>
              </a:cxn>
              <a:cxn ang="0">
                <a:pos x="T8" y="T9"/>
              </a:cxn>
            </a:cxnLst>
            <a:rect l="0" t="0" r="r" b="b"/>
            <a:pathLst>
              <a:path w="374" h="646">
                <a:moveTo>
                  <a:pt x="0" y="92"/>
                </a:moveTo>
                <a:lnTo>
                  <a:pt x="374" y="646"/>
                </a:lnTo>
                <a:lnTo>
                  <a:pt x="374" y="277"/>
                </a:lnTo>
                <a:lnTo>
                  <a:pt x="0" y="0"/>
                </a:lnTo>
                <a:lnTo>
                  <a:pt x="0" y="92"/>
                </a:lnTo>
                <a:close/>
              </a:path>
            </a:pathLst>
          </a:custGeom>
          <a:gradFill>
            <a:gsLst>
              <a:gs pos="0">
                <a:schemeClr val="accent1">
                  <a:lumMod val="75000"/>
                </a:schemeClr>
              </a:gs>
              <a:gs pos="100000">
                <a:schemeClr val="accent3"/>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35" name="TextBox 34">
            <a:extLst>
              <a:ext uri="{FF2B5EF4-FFF2-40B4-BE49-F238E27FC236}">
                <a16:creationId xmlns:a16="http://schemas.microsoft.com/office/drawing/2014/main" id="{0B1145A3-A01A-4CCF-A2A0-110EDA1BC14D}"/>
              </a:ext>
            </a:extLst>
          </p:cNvPr>
          <p:cNvSpPr txBox="1"/>
          <p:nvPr/>
        </p:nvSpPr>
        <p:spPr>
          <a:xfrm>
            <a:off x="4307617" y="1177841"/>
            <a:ext cx="505624" cy="400110"/>
          </a:xfrm>
          <a:prstGeom prst="rect">
            <a:avLst/>
          </a:prstGeom>
          <a:noFill/>
        </p:spPr>
        <p:txBody>
          <a:bodyPr wrap="square" rtlCol="0">
            <a:spAutoFit/>
          </a:bodyPr>
          <a:lstStyle/>
          <a:p>
            <a:pPr algn="ctr"/>
            <a:r>
              <a:rPr lang="en-US" sz="2000" dirty="0">
                <a:solidFill>
                  <a:schemeClr val="bg1"/>
                </a:solidFill>
                <a:latin typeface="Arial" panose="020B0604020202020204" pitchFamily="34" charset="0"/>
                <a:ea typeface="Calibri Light" charset="0"/>
                <a:cs typeface="Arial" panose="020B0604020202020204" pitchFamily="34" charset="0"/>
              </a:rPr>
              <a:t>01</a:t>
            </a:r>
          </a:p>
        </p:txBody>
      </p:sp>
      <p:sp>
        <p:nvSpPr>
          <p:cNvPr id="36" name="TextBox 35">
            <a:extLst>
              <a:ext uri="{FF2B5EF4-FFF2-40B4-BE49-F238E27FC236}">
                <a16:creationId xmlns:a16="http://schemas.microsoft.com/office/drawing/2014/main" id="{E90F034A-8505-441A-9B7B-20B44BF6CD50}"/>
              </a:ext>
            </a:extLst>
          </p:cNvPr>
          <p:cNvSpPr txBox="1"/>
          <p:nvPr/>
        </p:nvSpPr>
        <p:spPr>
          <a:xfrm>
            <a:off x="4307617" y="1875074"/>
            <a:ext cx="505624" cy="400110"/>
          </a:xfrm>
          <a:prstGeom prst="rect">
            <a:avLst/>
          </a:prstGeom>
          <a:noFill/>
        </p:spPr>
        <p:txBody>
          <a:bodyPr wrap="square" rtlCol="0">
            <a:spAutoFit/>
          </a:bodyPr>
          <a:lstStyle/>
          <a:p>
            <a:pPr algn="ctr"/>
            <a:r>
              <a:rPr lang="en-US" sz="2000" dirty="0">
                <a:solidFill>
                  <a:schemeClr val="bg1"/>
                </a:solidFill>
                <a:latin typeface="Arial" panose="020B0604020202020204" pitchFamily="34" charset="0"/>
                <a:ea typeface="Calibri Light" charset="0"/>
                <a:cs typeface="Arial" panose="020B0604020202020204" pitchFamily="34" charset="0"/>
              </a:rPr>
              <a:t>02</a:t>
            </a:r>
          </a:p>
        </p:txBody>
      </p:sp>
      <p:sp>
        <p:nvSpPr>
          <p:cNvPr id="37" name="TextBox 36">
            <a:extLst>
              <a:ext uri="{FF2B5EF4-FFF2-40B4-BE49-F238E27FC236}">
                <a16:creationId xmlns:a16="http://schemas.microsoft.com/office/drawing/2014/main" id="{D9DB82D2-DA45-4836-80F5-84580BB7AED3}"/>
              </a:ext>
            </a:extLst>
          </p:cNvPr>
          <p:cNvSpPr txBox="1"/>
          <p:nvPr/>
        </p:nvSpPr>
        <p:spPr>
          <a:xfrm>
            <a:off x="4307617" y="2580013"/>
            <a:ext cx="505624" cy="400110"/>
          </a:xfrm>
          <a:prstGeom prst="rect">
            <a:avLst/>
          </a:prstGeom>
          <a:noFill/>
        </p:spPr>
        <p:txBody>
          <a:bodyPr wrap="square" rtlCol="0">
            <a:spAutoFit/>
          </a:bodyPr>
          <a:lstStyle/>
          <a:p>
            <a:pPr algn="ctr"/>
            <a:r>
              <a:rPr lang="en-US" sz="2000" dirty="0">
                <a:solidFill>
                  <a:schemeClr val="bg1"/>
                </a:solidFill>
                <a:latin typeface="Arial" panose="020B0604020202020204" pitchFamily="34" charset="0"/>
                <a:ea typeface="Calibri Light" charset="0"/>
                <a:cs typeface="Arial" panose="020B0604020202020204" pitchFamily="34" charset="0"/>
              </a:rPr>
              <a:t>03</a:t>
            </a:r>
          </a:p>
        </p:txBody>
      </p:sp>
      <p:sp>
        <p:nvSpPr>
          <p:cNvPr id="38" name="TextBox 37">
            <a:extLst>
              <a:ext uri="{FF2B5EF4-FFF2-40B4-BE49-F238E27FC236}">
                <a16:creationId xmlns:a16="http://schemas.microsoft.com/office/drawing/2014/main" id="{673CA158-2D77-4F0B-B39A-52A566EABAA6}"/>
              </a:ext>
            </a:extLst>
          </p:cNvPr>
          <p:cNvSpPr txBox="1"/>
          <p:nvPr/>
        </p:nvSpPr>
        <p:spPr>
          <a:xfrm>
            <a:off x="4307617" y="3274857"/>
            <a:ext cx="505624" cy="400110"/>
          </a:xfrm>
          <a:prstGeom prst="rect">
            <a:avLst/>
          </a:prstGeom>
          <a:noFill/>
        </p:spPr>
        <p:txBody>
          <a:bodyPr wrap="square" rtlCol="0">
            <a:spAutoFit/>
          </a:bodyPr>
          <a:lstStyle/>
          <a:p>
            <a:pPr algn="ctr"/>
            <a:r>
              <a:rPr lang="en-US" sz="2000" dirty="0">
                <a:solidFill>
                  <a:schemeClr val="bg1"/>
                </a:solidFill>
                <a:latin typeface="Arial" panose="020B0604020202020204" pitchFamily="34" charset="0"/>
                <a:ea typeface="Calibri Light" charset="0"/>
                <a:cs typeface="Arial" panose="020B0604020202020204" pitchFamily="34" charset="0"/>
              </a:rPr>
              <a:t>04</a:t>
            </a:r>
          </a:p>
        </p:txBody>
      </p:sp>
      <p:sp>
        <p:nvSpPr>
          <p:cNvPr id="39" name="TextBox 38">
            <a:extLst>
              <a:ext uri="{FF2B5EF4-FFF2-40B4-BE49-F238E27FC236}">
                <a16:creationId xmlns:a16="http://schemas.microsoft.com/office/drawing/2014/main" id="{D240BEF9-D079-4F96-AE44-A734359C92CC}"/>
              </a:ext>
            </a:extLst>
          </p:cNvPr>
          <p:cNvSpPr txBox="1"/>
          <p:nvPr/>
        </p:nvSpPr>
        <p:spPr>
          <a:xfrm>
            <a:off x="4307617" y="3979603"/>
            <a:ext cx="505624" cy="400110"/>
          </a:xfrm>
          <a:prstGeom prst="rect">
            <a:avLst/>
          </a:prstGeom>
          <a:noFill/>
        </p:spPr>
        <p:txBody>
          <a:bodyPr wrap="square" rtlCol="0">
            <a:spAutoFit/>
          </a:bodyPr>
          <a:lstStyle/>
          <a:p>
            <a:pPr algn="ctr"/>
            <a:r>
              <a:rPr lang="en-US" sz="2000" dirty="0">
                <a:solidFill>
                  <a:schemeClr val="bg1"/>
                </a:solidFill>
                <a:latin typeface="Arial" panose="020B0604020202020204" pitchFamily="34" charset="0"/>
                <a:ea typeface="Calibri Light" charset="0"/>
                <a:cs typeface="Arial" panose="020B0604020202020204" pitchFamily="34" charset="0"/>
              </a:rPr>
              <a:t>05</a:t>
            </a:r>
          </a:p>
        </p:txBody>
      </p:sp>
      <p:sp>
        <p:nvSpPr>
          <p:cNvPr id="40" name="TextBox 39">
            <a:extLst>
              <a:ext uri="{FF2B5EF4-FFF2-40B4-BE49-F238E27FC236}">
                <a16:creationId xmlns:a16="http://schemas.microsoft.com/office/drawing/2014/main" id="{578FCF94-A453-4FCA-9BCB-C461E8C2A89B}"/>
              </a:ext>
            </a:extLst>
          </p:cNvPr>
          <p:cNvSpPr txBox="1"/>
          <p:nvPr/>
        </p:nvSpPr>
        <p:spPr>
          <a:xfrm>
            <a:off x="4307617" y="4689264"/>
            <a:ext cx="505624" cy="400110"/>
          </a:xfrm>
          <a:prstGeom prst="rect">
            <a:avLst/>
          </a:prstGeom>
          <a:noFill/>
        </p:spPr>
        <p:txBody>
          <a:bodyPr wrap="square" rtlCol="0">
            <a:spAutoFit/>
          </a:bodyPr>
          <a:lstStyle/>
          <a:p>
            <a:pPr algn="ctr"/>
            <a:r>
              <a:rPr lang="en-US" sz="2000" dirty="0">
                <a:solidFill>
                  <a:schemeClr val="bg1"/>
                </a:solidFill>
                <a:latin typeface="Arial" panose="020B0604020202020204" pitchFamily="34" charset="0"/>
                <a:ea typeface="Calibri Light" charset="0"/>
                <a:cs typeface="Arial" panose="020B0604020202020204" pitchFamily="34" charset="0"/>
              </a:rPr>
              <a:t>06</a:t>
            </a:r>
          </a:p>
        </p:txBody>
      </p:sp>
      <p:sp>
        <p:nvSpPr>
          <p:cNvPr id="42" name="TextBox 41">
            <a:extLst>
              <a:ext uri="{FF2B5EF4-FFF2-40B4-BE49-F238E27FC236}">
                <a16:creationId xmlns:a16="http://schemas.microsoft.com/office/drawing/2014/main" id="{6C76B1F5-4749-4614-A90A-6992BA2D713D}"/>
              </a:ext>
            </a:extLst>
          </p:cNvPr>
          <p:cNvSpPr txBox="1"/>
          <p:nvPr/>
        </p:nvSpPr>
        <p:spPr>
          <a:xfrm>
            <a:off x="4307617" y="6077944"/>
            <a:ext cx="505624" cy="400110"/>
          </a:xfrm>
          <a:prstGeom prst="rect">
            <a:avLst/>
          </a:prstGeom>
          <a:noFill/>
        </p:spPr>
        <p:txBody>
          <a:bodyPr wrap="square" rtlCol="0">
            <a:spAutoFit/>
          </a:bodyPr>
          <a:lstStyle/>
          <a:p>
            <a:pPr algn="ctr"/>
            <a:r>
              <a:rPr lang="en-US" sz="2000" dirty="0">
                <a:solidFill>
                  <a:schemeClr val="bg1"/>
                </a:solidFill>
                <a:latin typeface="Arial" panose="020B0604020202020204" pitchFamily="34" charset="0"/>
                <a:ea typeface="Calibri Light" charset="0"/>
                <a:cs typeface="Arial" panose="020B0604020202020204" pitchFamily="34" charset="0"/>
              </a:rPr>
              <a:t>08</a:t>
            </a:r>
          </a:p>
        </p:txBody>
      </p:sp>
      <p:sp>
        <p:nvSpPr>
          <p:cNvPr id="43" name="Freeform 45">
            <a:extLst>
              <a:ext uri="{FF2B5EF4-FFF2-40B4-BE49-F238E27FC236}">
                <a16:creationId xmlns:a16="http://schemas.microsoft.com/office/drawing/2014/main" id="{8CB12DBA-B06B-4347-BF69-D1CD72927B87}"/>
              </a:ext>
            </a:extLst>
          </p:cNvPr>
          <p:cNvSpPr>
            <a:spLocks noEditPoints="1"/>
          </p:cNvSpPr>
          <p:nvPr/>
        </p:nvSpPr>
        <p:spPr bwMode="auto">
          <a:xfrm>
            <a:off x="4933389" y="5395631"/>
            <a:ext cx="275015" cy="367691"/>
          </a:xfrm>
          <a:custGeom>
            <a:avLst/>
            <a:gdLst>
              <a:gd name="T0" fmla="*/ 1760 w 2342"/>
              <a:gd name="T1" fmla="*/ 892 h 3323"/>
              <a:gd name="T2" fmla="*/ 1635 w 2342"/>
              <a:gd name="T3" fmla="*/ 1232 h 3323"/>
              <a:gd name="T4" fmla="*/ 1433 w 2342"/>
              <a:gd name="T5" fmla="*/ 1474 h 3323"/>
              <a:gd name="T6" fmla="*/ 1388 w 2342"/>
              <a:gd name="T7" fmla="*/ 1504 h 3323"/>
              <a:gd name="T8" fmla="*/ 1311 w 2342"/>
              <a:gd name="T9" fmla="*/ 1626 h 3323"/>
              <a:gd name="T10" fmla="*/ 1272 w 2342"/>
              <a:gd name="T11" fmla="*/ 1843 h 3323"/>
              <a:gd name="T12" fmla="*/ 1254 w 2342"/>
              <a:gd name="T13" fmla="*/ 2063 h 3323"/>
              <a:gd name="T14" fmla="*/ 1249 w 2342"/>
              <a:gd name="T15" fmla="*/ 2195 h 3323"/>
              <a:gd name="T16" fmla="*/ 1393 w 2342"/>
              <a:gd name="T17" fmla="*/ 2251 h 3323"/>
              <a:gd name="T18" fmla="*/ 1583 w 2342"/>
              <a:gd name="T19" fmla="*/ 2410 h 3323"/>
              <a:gd name="T20" fmla="*/ 1716 w 2342"/>
              <a:gd name="T21" fmla="*/ 2532 h 3323"/>
              <a:gd name="T22" fmla="*/ 1788 w 2342"/>
              <a:gd name="T23" fmla="*/ 2630 h 3323"/>
              <a:gd name="T24" fmla="*/ 1814 w 2342"/>
              <a:gd name="T25" fmla="*/ 2748 h 3323"/>
              <a:gd name="T26" fmla="*/ 640 w 2342"/>
              <a:gd name="T27" fmla="*/ 2589 h 3323"/>
              <a:gd name="T28" fmla="*/ 802 w 2342"/>
              <a:gd name="T29" fmla="*/ 2411 h 3323"/>
              <a:gd name="T30" fmla="*/ 942 w 2342"/>
              <a:gd name="T31" fmla="*/ 2300 h 3323"/>
              <a:gd name="T32" fmla="*/ 1015 w 2342"/>
              <a:gd name="T33" fmla="*/ 2253 h 3323"/>
              <a:gd name="T34" fmla="*/ 1150 w 2342"/>
              <a:gd name="T35" fmla="*/ 2205 h 3323"/>
              <a:gd name="T36" fmla="*/ 1145 w 2342"/>
              <a:gd name="T37" fmla="*/ 2122 h 3323"/>
              <a:gd name="T38" fmla="*/ 1106 w 2342"/>
              <a:gd name="T39" fmla="*/ 1811 h 3323"/>
              <a:gd name="T40" fmla="*/ 1043 w 2342"/>
              <a:gd name="T41" fmla="*/ 1615 h 3323"/>
              <a:gd name="T42" fmla="*/ 997 w 2342"/>
              <a:gd name="T43" fmla="*/ 1527 h 3323"/>
              <a:gd name="T44" fmla="*/ 800 w 2342"/>
              <a:gd name="T45" fmla="*/ 1383 h 3323"/>
              <a:gd name="T46" fmla="*/ 646 w 2342"/>
              <a:gd name="T47" fmla="*/ 1130 h 3323"/>
              <a:gd name="T48" fmla="*/ 565 w 2342"/>
              <a:gd name="T49" fmla="*/ 805 h 3323"/>
              <a:gd name="T50" fmla="*/ 354 w 2342"/>
              <a:gd name="T51" fmla="*/ 676 h 3323"/>
              <a:gd name="T52" fmla="*/ 465 w 2342"/>
              <a:gd name="T53" fmla="*/ 1089 h 3323"/>
              <a:gd name="T54" fmla="*/ 659 w 2342"/>
              <a:gd name="T55" fmla="*/ 1423 h 3323"/>
              <a:gd name="T56" fmla="*/ 808 w 2342"/>
              <a:gd name="T57" fmla="*/ 1732 h 3323"/>
              <a:gd name="T58" fmla="*/ 572 w 2342"/>
              <a:gd name="T59" fmla="*/ 2000 h 3323"/>
              <a:gd name="T60" fmla="*/ 410 w 2342"/>
              <a:gd name="T61" fmla="*/ 2370 h 3323"/>
              <a:gd name="T62" fmla="*/ 336 w 2342"/>
              <a:gd name="T63" fmla="*/ 2805 h 3323"/>
              <a:gd name="T64" fmla="*/ 1955 w 2342"/>
              <a:gd name="T65" fmla="*/ 2453 h 3323"/>
              <a:gd name="T66" fmla="*/ 1809 w 2342"/>
              <a:gd name="T67" fmla="*/ 2068 h 3323"/>
              <a:gd name="T68" fmla="*/ 1586 w 2342"/>
              <a:gd name="T69" fmla="*/ 1776 h 3323"/>
              <a:gd name="T70" fmla="*/ 1636 w 2342"/>
              <a:gd name="T71" fmla="*/ 1477 h 3323"/>
              <a:gd name="T72" fmla="*/ 1844 w 2342"/>
              <a:gd name="T73" fmla="*/ 1164 h 3323"/>
              <a:gd name="T74" fmla="*/ 1973 w 2342"/>
              <a:gd name="T75" fmla="*/ 764 h 3323"/>
              <a:gd name="T76" fmla="*/ 0 w 2342"/>
              <a:gd name="T77" fmla="*/ 0 h 3323"/>
              <a:gd name="T78" fmla="*/ 2210 w 2342"/>
              <a:gd name="T79" fmla="*/ 497 h 3323"/>
              <a:gd name="T80" fmla="*/ 2134 w 2342"/>
              <a:gd name="T81" fmla="*/ 978 h 3323"/>
              <a:gd name="T82" fmla="*/ 1957 w 2342"/>
              <a:gd name="T83" fmla="*/ 1391 h 3323"/>
              <a:gd name="T84" fmla="*/ 1808 w 2342"/>
              <a:gd name="T85" fmla="*/ 1709 h 3323"/>
              <a:gd name="T86" fmla="*/ 2039 w 2342"/>
              <a:gd name="T87" fmla="*/ 2066 h 3323"/>
              <a:gd name="T88" fmla="*/ 2176 w 2342"/>
              <a:gd name="T89" fmla="*/ 2511 h 3323"/>
              <a:gd name="T90" fmla="*/ 2213 w 2342"/>
              <a:gd name="T91" fmla="*/ 3010 h 3323"/>
              <a:gd name="T92" fmla="*/ 130 w 2342"/>
              <a:gd name="T93" fmla="*/ 3010 h 3323"/>
              <a:gd name="T94" fmla="*/ 165 w 2342"/>
              <a:gd name="T95" fmla="*/ 2511 h 3323"/>
              <a:gd name="T96" fmla="*/ 304 w 2342"/>
              <a:gd name="T97" fmla="*/ 2066 h 3323"/>
              <a:gd name="T98" fmla="*/ 534 w 2342"/>
              <a:gd name="T99" fmla="*/ 1709 h 3323"/>
              <a:gd name="T100" fmla="*/ 386 w 2342"/>
              <a:gd name="T101" fmla="*/ 1391 h 3323"/>
              <a:gd name="T102" fmla="*/ 209 w 2342"/>
              <a:gd name="T103" fmla="*/ 978 h 3323"/>
              <a:gd name="T104" fmla="*/ 132 w 2342"/>
              <a:gd name="T105" fmla="*/ 497 h 3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42" h="3323">
                <a:moveTo>
                  <a:pt x="552" y="661"/>
                </a:moveTo>
                <a:lnTo>
                  <a:pt x="1790" y="661"/>
                </a:lnTo>
                <a:lnTo>
                  <a:pt x="1784" y="740"/>
                </a:lnTo>
                <a:lnTo>
                  <a:pt x="1774" y="817"/>
                </a:lnTo>
                <a:lnTo>
                  <a:pt x="1760" y="892"/>
                </a:lnTo>
                <a:lnTo>
                  <a:pt x="1742" y="966"/>
                </a:lnTo>
                <a:lnTo>
                  <a:pt x="1720" y="1037"/>
                </a:lnTo>
                <a:lnTo>
                  <a:pt x="1695" y="1106"/>
                </a:lnTo>
                <a:lnTo>
                  <a:pt x="1667" y="1170"/>
                </a:lnTo>
                <a:lnTo>
                  <a:pt x="1635" y="1232"/>
                </a:lnTo>
                <a:lnTo>
                  <a:pt x="1600" y="1289"/>
                </a:lnTo>
                <a:lnTo>
                  <a:pt x="1562" y="1343"/>
                </a:lnTo>
                <a:lnTo>
                  <a:pt x="1522" y="1392"/>
                </a:lnTo>
                <a:lnTo>
                  <a:pt x="1478" y="1436"/>
                </a:lnTo>
                <a:lnTo>
                  <a:pt x="1433" y="1474"/>
                </a:lnTo>
                <a:lnTo>
                  <a:pt x="1431" y="1475"/>
                </a:lnTo>
                <a:lnTo>
                  <a:pt x="1425" y="1478"/>
                </a:lnTo>
                <a:lnTo>
                  <a:pt x="1416" y="1484"/>
                </a:lnTo>
                <a:lnTo>
                  <a:pt x="1402" y="1492"/>
                </a:lnTo>
                <a:lnTo>
                  <a:pt x="1388" y="1504"/>
                </a:lnTo>
                <a:lnTo>
                  <a:pt x="1371" y="1518"/>
                </a:lnTo>
                <a:lnTo>
                  <a:pt x="1351" y="1536"/>
                </a:lnTo>
                <a:lnTo>
                  <a:pt x="1337" y="1561"/>
                </a:lnTo>
                <a:lnTo>
                  <a:pt x="1324" y="1591"/>
                </a:lnTo>
                <a:lnTo>
                  <a:pt x="1311" y="1626"/>
                </a:lnTo>
                <a:lnTo>
                  <a:pt x="1301" y="1665"/>
                </a:lnTo>
                <a:lnTo>
                  <a:pt x="1292" y="1706"/>
                </a:lnTo>
                <a:lnTo>
                  <a:pt x="1284" y="1750"/>
                </a:lnTo>
                <a:lnTo>
                  <a:pt x="1278" y="1796"/>
                </a:lnTo>
                <a:lnTo>
                  <a:pt x="1272" y="1843"/>
                </a:lnTo>
                <a:lnTo>
                  <a:pt x="1266" y="1889"/>
                </a:lnTo>
                <a:lnTo>
                  <a:pt x="1262" y="1935"/>
                </a:lnTo>
                <a:lnTo>
                  <a:pt x="1258" y="1980"/>
                </a:lnTo>
                <a:lnTo>
                  <a:pt x="1256" y="2023"/>
                </a:lnTo>
                <a:lnTo>
                  <a:pt x="1254" y="2063"/>
                </a:lnTo>
                <a:lnTo>
                  <a:pt x="1252" y="2099"/>
                </a:lnTo>
                <a:lnTo>
                  <a:pt x="1251" y="2131"/>
                </a:lnTo>
                <a:lnTo>
                  <a:pt x="1250" y="2159"/>
                </a:lnTo>
                <a:lnTo>
                  <a:pt x="1250" y="2179"/>
                </a:lnTo>
                <a:lnTo>
                  <a:pt x="1249" y="2195"/>
                </a:lnTo>
                <a:lnTo>
                  <a:pt x="1249" y="2202"/>
                </a:lnTo>
                <a:lnTo>
                  <a:pt x="1285" y="2207"/>
                </a:lnTo>
                <a:lnTo>
                  <a:pt x="1321" y="2217"/>
                </a:lnTo>
                <a:lnTo>
                  <a:pt x="1356" y="2232"/>
                </a:lnTo>
                <a:lnTo>
                  <a:pt x="1393" y="2251"/>
                </a:lnTo>
                <a:lnTo>
                  <a:pt x="1430" y="2276"/>
                </a:lnTo>
                <a:lnTo>
                  <a:pt x="1468" y="2307"/>
                </a:lnTo>
                <a:lnTo>
                  <a:pt x="1509" y="2344"/>
                </a:lnTo>
                <a:lnTo>
                  <a:pt x="1547" y="2379"/>
                </a:lnTo>
                <a:lnTo>
                  <a:pt x="1583" y="2410"/>
                </a:lnTo>
                <a:lnTo>
                  <a:pt x="1616" y="2439"/>
                </a:lnTo>
                <a:lnTo>
                  <a:pt x="1644" y="2465"/>
                </a:lnTo>
                <a:lnTo>
                  <a:pt x="1671" y="2489"/>
                </a:lnTo>
                <a:lnTo>
                  <a:pt x="1695" y="2512"/>
                </a:lnTo>
                <a:lnTo>
                  <a:pt x="1716" y="2532"/>
                </a:lnTo>
                <a:lnTo>
                  <a:pt x="1735" y="2553"/>
                </a:lnTo>
                <a:lnTo>
                  <a:pt x="1752" y="2571"/>
                </a:lnTo>
                <a:lnTo>
                  <a:pt x="1766" y="2591"/>
                </a:lnTo>
                <a:lnTo>
                  <a:pt x="1778" y="2610"/>
                </a:lnTo>
                <a:lnTo>
                  <a:pt x="1788" y="2630"/>
                </a:lnTo>
                <a:lnTo>
                  <a:pt x="1796" y="2650"/>
                </a:lnTo>
                <a:lnTo>
                  <a:pt x="1803" y="2672"/>
                </a:lnTo>
                <a:lnTo>
                  <a:pt x="1808" y="2695"/>
                </a:lnTo>
                <a:lnTo>
                  <a:pt x="1812" y="2721"/>
                </a:lnTo>
                <a:lnTo>
                  <a:pt x="1814" y="2748"/>
                </a:lnTo>
                <a:lnTo>
                  <a:pt x="588" y="2748"/>
                </a:lnTo>
                <a:lnTo>
                  <a:pt x="593" y="2706"/>
                </a:lnTo>
                <a:lnTo>
                  <a:pt x="604" y="2665"/>
                </a:lnTo>
                <a:lnTo>
                  <a:pt x="620" y="2626"/>
                </a:lnTo>
                <a:lnTo>
                  <a:pt x="640" y="2589"/>
                </a:lnTo>
                <a:lnTo>
                  <a:pt x="665" y="2552"/>
                </a:lnTo>
                <a:lnTo>
                  <a:pt x="693" y="2516"/>
                </a:lnTo>
                <a:lnTo>
                  <a:pt x="727" y="2481"/>
                </a:lnTo>
                <a:lnTo>
                  <a:pt x="763" y="2446"/>
                </a:lnTo>
                <a:lnTo>
                  <a:pt x="802" y="2411"/>
                </a:lnTo>
                <a:lnTo>
                  <a:pt x="844" y="2377"/>
                </a:lnTo>
                <a:lnTo>
                  <a:pt x="889" y="2342"/>
                </a:lnTo>
                <a:lnTo>
                  <a:pt x="934" y="2307"/>
                </a:lnTo>
                <a:lnTo>
                  <a:pt x="937" y="2304"/>
                </a:lnTo>
                <a:lnTo>
                  <a:pt x="942" y="2300"/>
                </a:lnTo>
                <a:lnTo>
                  <a:pt x="951" y="2293"/>
                </a:lnTo>
                <a:lnTo>
                  <a:pt x="962" y="2285"/>
                </a:lnTo>
                <a:lnTo>
                  <a:pt x="977" y="2275"/>
                </a:lnTo>
                <a:lnTo>
                  <a:pt x="995" y="2264"/>
                </a:lnTo>
                <a:lnTo>
                  <a:pt x="1015" y="2253"/>
                </a:lnTo>
                <a:lnTo>
                  <a:pt x="1038" y="2241"/>
                </a:lnTo>
                <a:lnTo>
                  <a:pt x="1063" y="2231"/>
                </a:lnTo>
                <a:lnTo>
                  <a:pt x="1090" y="2220"/>
                </a:lnTo>
                <a:lnTo>
                  <a:pt x="1119" y="2212"/>
                </a:lnTo>
                <a:lnTo>
                  <a:pt x="1150" y="2205"/>
                </a:lnTo>
                <a:lnTo>
                  <a:pt x="1148" y="2203"/>
                </a:lnTo>
                <a:lnTo>
                  <a:pt x="1147" y="2201"/>
                </a:lnTo>
                <a:lnTo>
                  <a:pt x="1147" y="2199"/>
                </a:lnTo>
                <a:lnTo>
                  <a:pt x="1146" y="2199"/>
                </a:lnTo>
                <a:lnTo>
                  <a:pt x="1145" y="2122"/>
                </a:lnTo>
                <a:lnTo>
                  <a:pt x="1141" y="2050"/>
                </a:lnTo>
                <a:lnTo>
                  <a:pt x="1135" y="1983"/>
                </a:lnTo>
                <a:lnTo>
                  <a:pt x="1126" y="1921"/>
                </a:lnTo>
                <a:lnTo>
                  <a:pt x="1117" y="1864"/>
                </a:lnTo>
                <a:lnTo>
                  <a:pt x="1106" y="1811"/>
                </a:lnTo>
                <a:lnTo>
                  <a:pt x="1094" y="1763"/>
                </a:lnTo>
                <a:lnTo>
                  <a:pt x="1082" y="1720"/>
                </a:lnTo>
                <a:lnTo>
                  <a:pt x="1068" y="1681"/>
                </a:lnTo>
                <a:lnTo>
                  <a:pt x="1056" y="1646"/>
                </a:lnTo>
                <a:lnTo>
                  <a:pt x="1043" y="1615"/>
                </a:lnTo>
                <a:lnTo>
                  <a:pt x="1032" y="1590"/>
                </a:lnTo>
                <a:lnTo>
                  <a:pt x="1020" y="1568"/>
                </a:lnTo>
                <a:lnTo>
                  <a:pt x="1011" y="1550"/>
                </a:lnTo>
                <a:lnTo>
                  <a:pt x="1003" y="1536"/>
                </a:lnTo>
                <a:lnTo>
                  <a:pt x="997" y="1527"/>
                </a:lnTo>
                <a:lnTo>
                  <a:pt x="993" y="1521"/>
                </a:lnTo>
                <a:lnTo>
                  <a:pt x="992" y="1519"/>
                </a:lnTo>
                <a:lnTo>
                  <a:pt x="881" y="1457"/>
                </a:lnTo>
                <a:lnTo>
                  <a:pt x="840" y="1422"/>
                </a:lnTo>
                <a:lnTo>
                  <a:pt x="800" y="1383"/>
                </a:lnTo>
                <a:lnTo>
                  <a:pt x="764" y="1338"/>
                </a:lnTo>
                <a:lnTo>
                  <a:pt x="730" y="1291"/>
                </a:lnTo>
                <a:lnTo>
                  <a:pt x="700" y="1241"/>
                </a:lnTo>
                <a:lnTo>
                  <a:pt x="672" y="1187"/>
                </a:lnTo>
                <a:lnTo>
                  <a:pt x="646" y="1130"/>
                </a:lnTo>
                <a:lnTo>
                  <a:pt x="625" y="1070"/>
                </a:lnTo>
                <a:lnTo>
                  <a:pt x="606" y="1007"/>
                </a:lnTo>
                <a:lnTo>
                  <a:pt x="589" y="942"/>
                </a:lnTo>
                <a:lnTo>
                  <a:pt x="576" y="875"/>
                </a:lnTo>
                <a:lnTo>
                  <a:pt x="565" y="805"/>
                </a:lnTo>
                <a:lnTo>
                  <a:pt x="557" y="733"/>
                </a:lnTo>
                <a:lnTo>
                  <a:pt x="552" y="661"/>
                </a:lnTo>
                <a:close/>
                <a:moveTo>
                  <a:pt x="336" y="498"/>
                </a:moveTo>
                <a:lnTo>
                  <a:pt x="343" y="588"/>
                </a:lnTo>
                <a:lnTo>
                  <a:pt x="354" y="676"/>
                </a:lnTo>
                <a:lnTo>
                  <a:pt x="369" y="764"/>
                </a:lnTo>
                <a:lnTo>
                  <a:pt x="387" y="849"/>
                </a:lnTo>
                <a:lnTo>
                  <a:pt x="410" y="931"/>
                </a:lnTo>
                <a:lnTo>
                  <a:pt x="435" y="1012"/>
                </a:lnTo>
                <a:lnTo>
                  <a:pt x="465" y="1089"/>
                </a:lnTo>
                <a:lnTo>
                  <a:pt x="497" y="1164"/>
                </a:lnTo>
                <a:lnTo>
                  <a:pt x="533" y="1235"/>
                </a:lnTo>
                <a:lnTo>
                  <a:pt x="572" y="1302"/>
                </a:lnTo>
                <a:lnTo>
                  <a:pt x="614" y="1364"/>
                </a:lnTo>
                <a:lnTo>
                  <a:pt x="659" y="1423"/>
                </a:lnTo>
                <a:lnTo>
                  <a:pt x="706" y="1477"/>
                </a:lnTo>
                <a:lnTo>
                  <a:pt x="756" y="1526"/>
                </a:lnTo>
                <a:lnTo>
                  <a:pt x="808" y="1569"/>
                </a:lnTo>
                <a:lnTo>
                  <a:pt x="915" y="1651"/>
                </a:lnTo>
                <a:lnTo>
                  <a:pt x="808" y="1732"/>
                </a:lnTo>
                <a:lnTo>
                  <a:pt x="756" y="1776"/>
                </a:lnTo>
                <a:lnTo>
                  <a:pt x="706" y="1826"/>
                </a:lnTo>
                <a:lnTo>
                  <a:pt x="659" y="1879"/>
                </a:lnTo>
                <a:lnTo>
                  <a:pt x="614" y="1937"/>
                </a:lnTo>
                <a:lnTo>
                  <a:pt x="572" y="2000"/>
                </a:lnTo>
                <a:lnTo>
                  <a:pt x="533" y="2068"/>
                </a:lnTo>
                <a:lnTo>
                  <a:pt x="497" y="2138"/>
                </a:lnTo>
                <a:lnTo>
                  <a:pt x="465" y="2212"/>
                </a:lnTo>
                <a:lnTo>
                  <a:pt x="435" y="2290"/>
                </a:lnTo>
                <a:lnTo>
                  <a:pt x="410" y="2370"/>
                </a:lnTo>
                <a:lnTo>
                  <a:pt x="387" y="2453"/>
                </a:lnTo>
                <a:lnTo>
                  <a:pt x="369" y="2538"/>
                </a:lnTo>
                <a:lnTo>
                  <a:pt x="354" y="2625"/>
                </a:lnTo>
                <a:lnTo>
                  <a:pt x="343" y="2715"/>
                </a:lnTo>
                <a:lnTo>
                  <a:pt x="336" y="2805"/>
                </a:lnTo>
                <a:lnTo>
                  <a:pt x="2006" y="2805"/>
                </a:lnTo>
                <a:lnTo>
                  <a:pt x="1999" y="2715"/>
                </a:lnTo>
                <a:lnTo>
                  <a:pt x="1988" y="2625"/>
                </a:lnTo>
                <a:lnTo>
                  <a:pt x="1973" y="2538"/>
                </a:lnTo>
                <a:lnTo>
                  <a:pt x="1955" y="2453"/>
                </a:lnTo>
                <a:lnTo>
                  <a:pt x="1932" y="2370"/>
                </a:lnTo>
                <a:lnTo>
                  <a:pt x="1907" y="2290"/>
                </a:lnTo>
                <a:lnTo>
                  <a:pt x="1877" y="2212"/>
                </a:lnTo>
                <a:lnTo>
                  <a:pt x="1844" y="2138"/>
                </a:lnTo>
                <a:lnTo>
                  <a:pt x="1809" y="2068"/>
                </a:lnTo>
                <a:lnTo>
                  <a:pt x="1770" y="2000"/>
                </a:lnTo>
                <a:lnTo>
                  <a:pt x="1728" y="1937"/>
                </a:lnTo>
                <a:lnTo>
                  <a:pt x="1684" y="1879"/>
                </a:lnTo>
                <a:lnTo>
                  <a:pt x="1636" y="1826"/>
                </a:lnTo>
                <a:lnTo>
                  <a:pt x="1586" y="1776"/>
                </a:lnTo>
                <a:lnTo>
                  <a:pt x="1534" y="1732"/>
                </a:lnTo>
                <a:lnTo>
                  <a:pt x="1427" y="1651"/>
                </a:lnTo>
                <a:lnTo>
                  <a:pt x="1534" y="1569"/>
                </a:lnTo>
                <a:lnTo>
                  <a:pt x="1586" y="1526"/>
                </a:lnTo>
                <a:lnTo>
                  <a:pt x="1636" y="1477"/>
                </a:lnTo>
                <a:lnTo>
                  <a:pt x="1684" y="1423"/>
                </a:lnTo>
                <a:lnTo>
                  <a:pt x="1728" y="1364"/>
                </a:lnTo>
                <a:lnTo>
                  <a:pt x="1770" y="1302"/>
                </a:lnTo>
                <a:lnTo>
                  <a:pt x="1809" y="1235"/>
                </a:lnTo>
                <a:lnTo>
                  <a:pt x="1844" y="1164"/>
                </a:lnTo>
                <a:lnTo>
                  <a:pt x="1877" y="1089"/>
                </a:lnTo>
                <a:lnTo>
                  <a:pt x="1907" y="1012"/>
                </a:lnTo>
                <a:lnTo>
                  <a:pt x="1932" y="931"/>
                </a:lnTo>
                <a:lnTo>
                  <a:pt x="1955" y="849"/>
                </a:lnTo>
                <a:lnTo>
                  <a:pt x="1973" y="764"/>
                </a:lnTo>
                <a:lnTo>
                  <a:pt x="1988" y="676"/>
                </a:lnTo>
                <a:lnTo>
                  <a:pt x="1999" y="588"/>
                </a:lnTo>
                <a:lnTo>
                  <a:pt x="2006" y="498"/>
                </a:lnTo>
                <a:lnTo>
                  <a:pt x="336" y="498"/>
                </a:lnTo>
                <a:close/>
                <a:moveTo>
                  <a:pt x="0" y="0"/>
                </a:moveTo>
                <a:lnTo>
                  <a:pt x="2342" y="0"/>
                </a:lnTo>
                <a:lnTo>
                  <a:pt x="2342" y="313"/>
                </a:lnTo>
                <a:lnTo>
                  <a:pt x="2213" y="313"/>
                </a:lnTo>
                <a:lnTo>
                  <a:pt x="2213" y="395"/>
                </a:lnTo>
                <a:lnTo>
                  <a:pt x="2210" y="497"/>
                </a:lnTo>
                <a:lnTo>
                  <a:pt x="2204" y="596"/>
                </a:lnTo>
                <a:lnTo>
                  <a:pt x="2193" y="694"/>
                </a:lnTo>
                <a:lnTo>
                  <a:pt x="2176" y="791"/>
                </a:lnTo>
                <a:lnTo>
                  <a:pt x="2157" y="885"/>
                </a:lnTo>
                <a:lnTo>
                  <a:pt x="2134" y="978"/>
                </a:lnTo>
                <a:lnTo>
                  <a:pt x="2105" y="1067"/>
                </a:lnTo>
                <a:lnTo>
                  <a:pt x="2073" y="1153"/>
                </a:lnTo>
                <a:lnTo>
                  <a:pt x="2039" y="1236"/>
                </a:lnTo>
                <a:lnTo>
                  <a:pt x="1999" y="1315"/>
                </a:lnTo>
                <a:lnTo>
                  <a:pt x="1957" y="1391"/>
                </a:lnTo>
                <a:lnTo>
                  <a:pt x="1910" y="1463"/>
                </a:lnTo>
                <a:lnTo>
                  <a:pt x="1861" y="1530"/>
                </a:lnTo>
                <a:lnTo>
                  <a:pt x="1808" y="1593"/>
                </a:lnTo>
                <a:lnTo>
                  <a:pt x="1753" y="1651"/>
                </a:lnTo>
                <a:lnTo>
                  <a:pt x="1808" y="1709"/>
                </a:lnTo>
                <a:lnTo>
                  <a:pt x="1861" y="1772"/>
                </a:lnTo>
                <a:lnTo>
                  <a:pt x="1910" y="1839"/>
                </a:lnTo>
                <a:lnTo>
                  <a:pt x="1957" y="1911"/>
                </a:lnTo>
                <a:lnTo>
                  <a:pt x="1999" y="1987"/>
                </a:lnTo>
                <a:lnTo>
                  <a:pt x="2039" y="2066"/>
                </a:lnTo>
                <a:lnTo>
                  <a:pt x="2073" y="2149"/>
                </a:lnTo>
                <a:lnTo>
                  <a:pt x="2105" y="2235"/>
                </a:lnTo>
                <a:lnTo>
                  <a:pt x="2134" y="2324"/>
                </a:lnTo>
                <a:lnTo>
                  <a:pt x="2157" y="2416"/>
                </a:lnTo>
                <a:lnTo>
                  <a:pt x="2176" y="2511"/>
                </a:lnTo>
                <a:lnTo>
                  <a:pt x="2193" y="2607"/>
                </a:lnTo>
                <a:lnTo>
                  <a:pt x="2204" y="2705"/>
                </a:lnTo>
                <a:lnTo>
                  <a:pt x="2210" y="2806"/>
                </a:lnTo>
                <a:lnTo>
                  <a:pt x="2213" y="2907"/>
                </a:lnTo>
                <a:lnTo>
                  <a:pt x="2213" y="3010"/>
                </a:lnTo>
                <a:lnTo>
                  <a:pt x="2342" y="3010"/>
                </a:lnTo>
                <a:lnTo>
                  <a:pt x="2342" y="3323"/>
                </a:lnTo>
                <a:lnTo>
                  <a:pt x="0" y="3323"/>
                </a:lnTo>
                <a:lnTo>
                  <a:pt x="0" y="3010"/>
                </a:lnTo>
                <a:lnTo>
                  <a:pt x="130" y="3010"/>
                </a:lnTo>
                <a:lnTo>
                  <a:pt x="130" y="2907"/>
                </a:lnTo>
                <a:lnTo>
                  <a:pt x="132" y="2806"/>
                </a:lnTo>
                <a:lnTo>
                  <a:pt x="139" y="2705"/>
                </a:lnTo>
                <a:lnTo>
                  <a:pt x="150" y="2607"/>
                </a:lnTo>
                <a:lnTo>
                  <a:pt x="165" y="2511"/>
                </a:lnTo>
                <a:lnTo>
                  <a:pt x="185" y="2416"/>
                </a:lnTo>
                <a:lnTo>
                  <a:pt x="209" y="2324"/>
                </a:lnTo>
                <a:lnTo>
                  <a:pt x="237" y="2235"/>
                </a:lnTo>
                <a:lnTo>
                  <a:pt x="269" y="2149"/>
                </a:lnTo>
                <a:lnTo>
                  <a:pt x="304" y="2066"/>
                </a:lnTo>
                <a:lnTo>
                  <a:pt x="343" y="1987"/>
                </a:lnTo>
                <a:lnTo>
                  <a:pt x="386" y="1911"/>
                </a:lnTo>
                <a:lnTo>
                  <a:pt x="432" y="1839"/>
                </a:lnTo>
                <a:lnTo>
                  <a:pt x="481" y="1772"/>
                </a:lnTo>
                <a:lnTo>
                  <a:pt x="534" y="1709"/>
                </a:lnTo>
                <a:lnTo>
                  <a:pt x="590" y="1651"/>
                </a:lnTo>
                <a:lnTo>
                  <a:pt x="534" y="1593"/>
                </a:lnTo>
                <a:lnTo>
                  <a:pt x="481" y="1530"/>
                </a:lnTo>
                <a:lnTo>
                  <a:pt x="432" y="1463"/>
                </a:lnTo>
                <a:lnTo>
                  <a:pt x="386" y="1391"/>
                </a:lnTo>
                <a:lnTo>
                  <a:pt x="343" y="1315"/>
                </a:lnTo>
                <a:lnTo>
                  <a:pt x="304" y="1236"/>
                </a:lnTo>
                <a:lnTo>
                  <a:pt x="269" y="1153"/>
                </a:lnTo>
                <a:lnTo>
                  <a:pt x="237" y="1067"/>
                </a:lnTo>
                <a:lnTo>
                  <a:pt x="209" y="978"/>
                </a:lnTo>
                <a:lnTo>
                  <a:pt x="185" y="885"/>
                </a:lnTo>
                <a:lnTo>
                  <a:pt x="165" y="791"/>
                </a:lnTo>
                <a:lnTo>
                  <a:pt x="150" y="694"/>
                </a:lnTo>
                <a:lnTo>
                  <a:pt x="139" y="596"/>
                </a:lnTo>
                <a:lnTo>
                  <a:pt x="132" y="497"/>
                </a:lnTo>
                <a:lnTo>
                  <a:pt x="130" y="395"/>
                </a:lnTo>
                <a:lnTo>
                  <a:pt x="130" y="313"/>
                </a:lnTo>
                <a:lnTo>
                  <a:pt x="0" y="313"/>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nvGrpSpPr>
          <p:cNvPr id="44" name="Group 43">
            <a:extLst>
              <a:ext uri="{FF2B5EF4-FFF2-40B4-BE49-F238E27FC236}">
                <a16:creationId xmlns:a16="http://schemas.microsoft.com/office/drawing/2014/main" id="{B724C8CE-84E1-4D82-9CB5-AAA034F4A025}"/>
              </a:ext>
            </a:extLst>
          </p:cNvPr>
          <p:cNvGrpSpPr/>
          <p:nvPr/>
        </p:nvGrpSpPr>
        <p:grpSpPr>
          <a:xfrm>
            <a:off x="4886828" y="6101740"/>
            <a:ext cx="368137" cy="353484"/>
            <a:chOff x="4616450" y="4732338"/>
            <a:chExt cx="638175" cy="612774"/>
          </a:xfrm>
          <a:solidFill>
            <a:schemeClr val="bg1"/>
          </a:solidFill>
        </p:grpSpPr>
        <p:sp>
          <p:nvSpPr>
            <p:cNvPr id="45" name="Freeform 50">
              <a:extLst>
                <a:ext uri="{FF2B5EF4-FFF2-40B4-BE49-F238E27FC236}">
                  <a16:creationId xmlns:a16="http://schemas.microsoft.com/office/drawing/2014/main" id="{492C632D-2B22-4ECD-BB2E-6284E77185D3}"/>
                </a:ext>
              </a:extLst>
            </p:cNvPr>
            <p:cNvSpPr>
              <a:spLocks noEditPoints="1"/>
            </p:cNvSpPr>
            <p:nvPr/>
          </p:nvSpPr>
          <p:spPr bwMode="auto">
            <a:xfrm>
              <a:off x="4616450" y="4883150"/>
              <a:ext cx="638175" cy="461962"/>
            </a:xfrm>
            <a:custGeom>
              <a:avLst/>
              <a:gdLst>
                <a:gd name="T0" fmla="*/ 1731 w 3614"/>
                <a:gd name="T1" fmla="*/ 469 h 2623"/>
                <a:gd name="T2" fmla="*/ 1630 w 3614"/>
                <a:gd name="T3" fmla="*/ 601 h 2623"/>
                <a:gd name="T4" fmla="*/ 1456 w 3614"/>
                <a:gd name="T5" fmla="*/ 738 h 2623"/>
                <a:gd name="T6" fmla="*/ 1390 w 3614"/>
                <a:gd name="T7" fmla="*/ 965 h 2623"/>
                <a:gd name="T8" fmla="*/ 1454 w 3614"/>
                <a:gd name="T9" fmla="*/ 1181 h 2623"/>
                <a:gd name="T10" fmla="*/ 1614 w 3614"/>
                <a:gd name="T11" fmla="*/ 1306 h 2623"/>
                <a:gd name="T12" fmla="*/ 1862 w 3614"/>
                <a:gd name="T13" fmla="*/ 1379 h 2623"/>
                <a:gd name="T14" fmla="*/ 2016 w 3614"/>
                <a:gd name="T15" fmla="*/ 1451 h 2623"/>
                <a:gd name="T16" fmla="*/ 2079 w 3614"/>
                <a:gd name="T17" fmla="*/ 1577 h 2623"/>
                <a:gd name="T18" fmla="*/ 2044 w 3614"/>
                <a:gd name="T19" fmla="*/ 1747 h 2623"/>
                <a:gd name="T20" fmla="*/ 1909 w 3614"/>
                <a:gd name="T21" fmla="*/ 1846 h 2623"/>
                <a:gd name="T22" fmla="*/ 1763 w 3614"/>
                <a:gd name="T23" fmla="*/ 1848 h 2623"/>
                <a:gd name="T24" fmla="*/ 1626 w 3614"/>
                <a:gd name="T25" fmla="*/ 1760 h 2623"/>
                <a:gd name="T26" fmla="*/ 1568 w 3614"/>
                <a:gd name="T27" fmla="*/ 1627 h 2623"/>
                <a:gd name="T28" fmla="*/ 1483 w 3614"/>
                <a:gd name="T29" fmla="*/ 1587 h 2623"/>
                <a:gd name="T30" fmla="*/ 1376 w 3614"/>
                <a:gd name="T31" fmla="*/ 1648 h 2623"/>
                <a:gd name="T32" fmla="*/ 1411 w 3614"/>
                <a:gd name="T33" fmla="*/ 1802 h 2623"/>
                <a:gd name="T34" fmla="*/ 1538 w 3614"/>
                <a:gd name="T35" fmla="*/ 1950 h 2623"/>
                <a:gd name="T36" fmla="*/ 1720 w 3614"/>
                <a:gd name="T37" fmla="*/ 2071 h 2623"/>
                <a:gd name="T38" fmla="*/ 1780 w 3614"/>
                <a:gd name="T39" fmla="*/ 2149 h 2623"/>
                <a:gd name="T40" fmla="*/ 1903 w 3614"/>
                <a:gd name="T41" fmla="*/ 2128 h 2623"/>
                <a:gd name="T42" fmla="*/ 1975 w 3614"/>
                <a:gd name="T43" fmla="*/ 2011 h 2623"/>
                <a:gd name="T44" fmla="*/ 2170 w 3614"/>
                <a:gd name="T45" fmla="*/ 1896 h 2623"/>
                <a:gd name="T46" fmla="*/ 2275 w 3614"/>
                <a:gd name="T47" fmla="*/ 1695 h 2623"/>
                <a:gd name="T48" fmla="*/ 2256 w 3614"/>
                <a:gd name="T49" fmla="*/ 1446 h 2623"/>
                <a:gd name="T50" fmla="*/ 2150 w 3614"/>
                <a:gd name="T51" fmla="*/ 1301 h 2623"/>
                <a:gd name="T52" fmla="*/ 1968 w 3614"/>
                <a:gd name="T53" fmla="*/ 1212 h 2623"/>
                <a:gd name="T54" fmla="*/ 1778 w 3614"/>
                <a:gd name="T55" fmla="*/ 1169 h 2623"/>
                <a:gd name="T56" fmla="*/ 1631 w 3614"/>
                <a:gd name="T57" fmla="*/ 1083 h 2623"/>
                <a:gd name="T58" fmla="*/ 1588 w 3614"/>
                <a:gd name="T59" fmla="*/ 953 h 2623"/>
                <a:gd name="T60" fmla="*/ 1639 w 3614"/>
                <a:gd name="T61" fmla="*/ 816 h 2623"/>
                <a:gd name="T62" fmla="*/ 1786 w 3614"/>
                <a:gd name="T63" fmla="*/ 743 h 2623"/>
                <a:gd name="T64" fmla="*/ 1944 w 3614"/>
                <a:gd name="T65" fmla="*/ 772 h 2623"/>
                <a:gd name="T66" fmla="*/ 2030 w 3614"/>
                <a:gd name="T67" fmla="*/ 884 h 2623"/>
                <a:gd name="T68" fmla="*/ 2101 w 3614"/>
                <a:gd name="T69" fmla="*/ 939 h 2623"/>
                <a:gd name="T70" fmla="*/ 2215 w 3614"/>
                <a:gd name="T71" fmla="*/ 901 h 2623"/>
                <a:gd name="T72" fmla="*/ 2212 w 3614"/>
                <a:gd name="T73" fmla="*/ 786 h 2623"/>
                <a:gd name="T74" fmla="*/ 2083 w 3614"/>
                <a:gd name="T75" fmla="*/ 638 h 2623"/>
                <a:gd name="T76" fmla="*/ 1927 w 3614"/>
                <a:gd name="T77" fmla="*/ 509 h 2623"/>
                <a:gd name="T78" fmla="*/ 1867 w 3614"/>
                <a:gd name="T79" fmla="*/ 431 h 2623"/>
                <a:gd name="T80" fmla="*/ 2380 w 3614"/>
                <a:gd name="T81" fmla="*/ 59 h 2623"/>
                <a:gd name="T82" fmla="*/ 2801 w 3614"/>
                <a:gd name="T83" fmla="*/ 452 h 2623"/>
                <a:gd name="T84" fmla="*/ 3171 w 3614"/>
                <a:gd name="T85" fmla="*/ 952 h 2623"/>
                <a:gd name="T86" fmla="*/ 3455 w 3614"/>
                <a:gd name="T87" fmla="*/ 1490 h 2623"/>
                <a:gd name="T88" fmla="*/ 3589 w 3614"/>
                <a:gd name="T89" fmla="*/ 1965 h 2623"/>
                <a:gd name="T90" fmla="*/ 3611 w 3614"/>
                <a:gd name="T91" fmla="*/ 2335 h 2623"/>
                <a:gd name="T92" fmla="*/ 3517 w 3614"/>
                <a:gd name="T93" fmla="*/ 2525 h 2623"/>
                <a:gd name="T94" fmla="*/ 3326 w 3614"/>
                <a:gd name="T95" fmla="*/ 2619 h 2623"/>
                <a:gd name="T96" fmla="*/ 204 w 3614"/>
                <a:gd name="T97" fmla="*/ 2596 h 2623"/>
                <a:gd name="T98" fmla="*/ 45 w 3614"/>
                <a:gd name="T99" fmla="*/ 2458 h 2623"/>
                <a:gd name="T100" fmla="*/ 1 w 3614"/>
                <a:gd name="T101" fmla="*/ 2215 h 2623"/>
                <a:gd name="T102" fmla="*/ 61 w 3614"/>
                <a:gd name="T103" fmla="*/ 1780 h 2623"/>
                <a:gd name="T104" fmla="*/ 261 w 3614"/>
                <a:gd name="T105" fmla="*/ 1275 h 2623"/>
                <a:gd name="T106" fmla="*/ 583 w 3614"/>
                <a:gd name="T107" fmla="*/ 744 h 2623"/>
                <a:gd name="T108" fmla="*/ 977 w 3614"/>
                <a:gd name="T109" fmla="*/ 279 h 2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14" h="2623">
                  <a:moveTo>
                    <a:pt x="1801" y="428"/>
                  </a:moveTo>
                  <a:lnTo>
                    <a:pt x="1780" y="431"/>
                  </a:lnTo>
                  <a:lnTo>
                    <a:pt x="1761" y="439"/>
                  </a:lnTo>
                  <a:lnTo>
                    <a:pt x="1744" y="452"/>
                  </a:lnTo>
                  <a:lnTo>
                    <a:pt x="1731" y="469"/>
                  </a:lnTo>
                  <a:lnTo>
                    <a:pt x="1723" y="487"/>
                  </a:lnTo>
                  <a:lnTo>
                    <a:pt x="1720" y="509"/>
                  </a:lnTo>
                  <a:lnTo>
                    <a:pt x="1720" y="576"/>
                  </a:lnTo>
                  <a:lnTo>
                    <a:pt x="1674" y="587"/>
                  </a:lnTo>
                  <a:lnTo>
                    <a:pt x="1630" y="601"/>
                  </a:lnTo>
                  <a:lnTo>
                    <a:pt x="1590" y="619"/>
                  </a:lnTo>
                  <a:lnTo>
                    <a:pt x="1552" y="641"/>
                  </a:lnTo>
                  <a:lnTo>
                    <a:pt x="1520" y="666"/>
                  </a:lnTo>
                  <a:lnTo>
                    <a:pt x="1486" y="700"/>
                  </a:lnTo>
                  <a:lnTo>
                    <a:pt x="1456" y="738"/>
                  </a:lnTo>
                  <a:lnTo>
                    <a:pt x="1433" y="777"/>
                  </a:lnTo>
                  <a:lnTo>
                    <a:pt x="1413" y="820"/>
                  </a:lnTo>
                  <a:lnTo>
                    <a:pt x="1400" y="866"/>
                  </a:lnTo>
                  <a:lnTo>
                    <a:pt x="1392" y="915"/>
                  </a:lnTo>
                  <a:lnTo>
                    <a:pt x="1390" y="965"/>
                  </a:lnTo>
                  <a:lnTo>
                    <a:pt x="1392" y="1016"/>
                  </a:lnTo>
                  <a:lnTo>
                    <a:pt x="1401" y="1063"/>
                  </a:lnTo>
                  <a:lnTo>
                    <a:pt x="1414" y="1108"/>
                  </a:lnTo>
                  <a:lnTo>
                    <a:pt x="1434" y="1151"/>
                  </a:lnTo>
                  <a:lnTo>
                    <a:pt x="1454" y="1181"/>
                  </a:lnTo>
                  <a:lnTo>
                    <a:pt x="1477" y="1210"/>
                  </a:lnTo>
                  <a:lnTo>
                    <a:pt x="1502" y="1236"/>
                  </a:lnTo>
                  <a:lnTo>
                    <a:pt x="1531" y="1259"/>
                  </a:lnTo>
                  <a:lnTo>
                    <a:pt x="1562" y="1279"/>
                  </a:lnTo>
                  <a:lnTo>
                    <a:pt x="1614" y="1306"/>
                  </a:lnTo>
                  <a:lnTo>
                    <a:pt x="1666" y="1325"/>
                  </a:lnTo>
                  <a:lnTo>
                    <a:pt x="1719" y="1343"/>
                  </a:lnTo>
                  <a:lnTo>
                    <a:pt x="1773" y="1357"/>
                  </a:lnTo>
                  <a:lnTo>
                    <a:pt x="1829" y="1370"/>
                  </a:lnTo>
                  <a:lnTo>
                    <a:pt x="1862" y="1379"/>
                  </a:lnTo>
                  <a:lnTo>
                    <a:pt x="1896" y="1388"/>
                  </a:lnTo>
                  <a:lnTo>
                    <a:pt x="1929" y="1400"/>
                  </a:lnTo>
                  <a:lnTo>
                    <a:pt x="1960" y="1414"/>
                  </a:lnTo>
                  <a:lnTo>
                    <a:pt x="1990" y="1431"/>
                  </a:lnTo>
                  <a:lnTo>
                    <a:pt x="2016" y="1451"/>
                  </a:lnTo>
                  <a:lnTo>
                    <a:pt x="2040" y="1475"/>
                  </a:lnTo>
                  <a:lnTo>
                    <a:pt x="2055" y="1496"/>
                  </a:lnTo>
                  <a:lnTo>
                    <a:pt x="2066" y="1520"/>
                  </a:lnTo>
                  <a:lnTo>
                    <a:pt x="2074" y="1547"/>
                  </a:lnTo>
                  <a:lnTo>
                    <a:pt x="2079" y="1577"/>
                  </a:lnTo>
                  <a:lnTo>
                    <a:pt x="2081" y="1609"/>
                  </a:lnTo>
                  <a:lnTo>
                    <a:pt x="2079" y="1647"/>
                  </a:lnTo>
                  <a:lnTo>
                    <a:pt x="2071" y="1683"/>
                  </a:lnTo>
                  <a:lnTo>
                    <a:pt x="2060" y="1716"/>
                  </a:lnTo>
                  <a:lnTo>
                    <a:pt x="2044" y="1747"/>
                  </a:lnTo>
                  <a:lnTo>
                    <a:pt x="2023" y="1775"/>
                  </a:lnTo>
                  <a:lnTo>
                    <a:pt x="1999" y="1799"/>
                  </a:lnTo>
                  <a:lnTo>
                    <a:pt x="1971" y="1818"/>
                  </a:lnTo>
                  <a:lnTo>
                    <a:pt x="1941" y="1834"/>
                  </a:lnTo>
                  <a:lnTo>
                    <a:pt x="1909" y="1846"/>
                  </a:lnTo>
                  <a:lnTo>
                    <a:pt x="1874" y="1854"/>
                  </a:lnTo>
                  <a:lnTo>
                    <a:pt x="1853" y="1856"/>
                  </a:lnTo>
                  <a:lnTo>
                    <a:pt x="1832" y="1857"/>
                  </a:lnTo>
                  <a:lnTo>
                    <a:pt x="1797" y="1855"/>
                  </a:lnTo>
                  <a:lnTo>
                    <a:pt x="1763" y="1848"/>
                  </a:lnTo>
                  <a:lnTo>
                    <a:pt x="1731" y="1838"/>
                  </a:lnTo>
                  <a:lnTo>
                    <a:pt x="1700" y="1824"/>
                  </a:lnTo>
                  <a:lnTo>
                    <a:pt x="1673" y="1806"/>
                  </a:lnTo>
                  <a:lnTo>
                    <a:pt x="1648" y="1784"/>
                  </a:lnTo>
                  <a:lnTo>
                    <a:pt x="1626" y="1760"/>
                  </a:lnTo>
                  <a:lnTo>
                    <a:pt x="1611" y="1738"/>
                  </a:lnTo>
                  <a:lnTo>
                    <a:pt x="1597" y="1712"/>
                  </a:lnTo>
                  <a:lnTo>
                    <a:pt x="1586" y="1682"/>
                  </a:lnTo>
                  <a:lnTo>
                    <a:pt x="1575" y="1647"/>
                  </a:lnTo>
                  <a:lnTo>
                    <a:pt x="1568" y="1627"/>
                  </a:lnTo>
                  <a:lnTo>
                    <a:pt x="1557" y="1612"/>
                  </a:lnTo>
                  <a:lnTo>
                    <a:pt x="1541" y="1599"/>
                  </a:lnTo>
                  <a:lnTo>
                    <a:pt x="1524" y="1590"/>
                  </a:lnTo>
                  <a:lnTo>
                    <a:pt x="1504" y="1586"/>
                  </a:lnTo>
                  <a:lnTo>
                    <a:pt x="1483" y="1587"/>
                  </a:lnTo>
                  <a:lnTo>
                    <a:pt x="1438" y="1594"/>
                  </a:lnTo>
                  <a:lnTo>
                    <a:pt x="1418" y="1601"/>
                  </a:lnTo>
                  <a:lnTo>
                    <a:pt x="1399" y="1613"/>
                  </a:lnTo>
                  <a:lnTo>
                    <a:pt x="1386" y="1630"/>
                  </a:lnTo>
                  <a:lnTo>
                    <a:pt x="1376" y="1648"/>
                  </a:lnTo>
                  <a:lnTo>
                    <a:pt x="1372" y="1669"/>
                  </a:lnTo>
                  <a:lnTo>
                    <a:pt x="1373" y="1691"/>
                  </a:lnTo>
                  <a:lnTo>
                    <a:pt x="1384" y="1731"/>
                  </a:lnTo>
                  <a:lnTo>
                    <a:pt x="1396" y="1767"/>
                  </a:lnTo>
                  <a:lnTo>
                    <a:pt x="1411" y="1802"/>
                  </a:lnTo>
                  <a:lnTo>
                    <a:pt x="1430" y="1834"/>
                  </a:lnTo>
                  <a:lnTo>
                    <a:pt x="1454" y="1869"/>
                  </a:lnTo>
                  <a:lnTo>
                    <a:pt x="1480" y="1900"/>
                  </a:lnTo>
                  <a:lnTo>
                    <a:pt x="1509" y="1927"/>
                  </a:lnTo>
                  <a:lnTo>
                    <a:pt x="1538" y="1950"/>
                  </a:lnTo>
                  <a:lnTo>
                    <a:pt x="1570" y="1969"/>
                  </a:lnTo>
                  <a:lnTo>
                    <a:pt x="1617" y="1990"/>
                  </a:lnTo>
                  <a:lnTo>
                    <a:pt x="1668" y="2007"/>
                  </a:lnTo>
                  <a:lnTo>
                    <a:pt x="1720" y="2019"/>
                  </a:lnTo>
                  <a:lnTo>
                    <a:pt x="1720" y="2071"/>
                  </a:lnTo>
                  <a:lnTo>
                    <a:pt x="1723" y="2093"/>
                  </a:lnTo>
                  <a:lnTo>
                    <a:pt x="1731" y="2112"/>
                  </a:lnTo>
                  <a:lnTo>
                    <a:pt x="1744" y="2128"/>
                  </a:lnTo>
                  <a:lnTo>
                    <a:pt x="1761" y="2141"/>
                  </a:lnTo>
                  <a:lnTo>
                    <a:pt x="1780" y="2149"/>
                  </a:lnTo>
                  <a:lnTo>
                    <a:pt x="1801" y="2152"/>
                  </a:lnTo>
                  <a:lnTo>
                    <a:pt x="1846" y="2152"/>
                  </a:lnTo>
                  <a:lnTo>
                    <a:pt x="1867" y="2149"/>
                  </a:lnTo>
                  <a:lnTo>
                    <a:pt x="1887" y="2141"/>
                  </a:lnTo>
                  <a:lnTo>
                    <a:pt x="1903" y="2128"/>
                  </a:lnTo>
                  <a:lnTo>
                    <a:pt x="1915" y="2112"/>
                  </a:lnTo>
                  <a:lnTo>
                    <a:pt x="1924" y="2093"/>
                  </a:lnTo>
                  <a:lnTo>
                    <a:pt x="1927" y="2071"/>
                  </a:lnTo>
                  <a:lnTo>
                    <a:pt x="1927" y="2022"/>
                  </a:lnTo>
                  <a:lnTo>
                    <a:pt x="1975" y="2011"/>
                  </a:lnTo>
                  <a:lnTo>
                    <a:pt x="2020" y="1996"/>
                  </a:lnTo>
                  <a:lnTo>
                    <a:pt x="2061" y="1977"/>
                  </a:lnTo>
                  <a:lnTo>
                    <a:pt x="2101" y="1954"/>
                  </a:lnTo>
                  <a:lnTo>
                    <a:pt x="2137" y="1927"/>
                  </a:lnTo>
                  <a:lnTo>
                    <a:pt x="2170" y="1896"/>
                  </a:lnTo>
                  <a:lnTo>
                    <a:pt x="2200" y="1861"/>
                  </a:lnTo>
                  <a:lnTo>
                    <a:pt x="2226" y="1823"/>
                  </a:lnTo>
                  <a:lnTo>
                    <a:pt x="2246" y="1782"/>
                  </a:lnTo>
                  <a:lnTo>
                    <a:pt x="2263" y="1740"/>
                  </a:lnTo>
                  <a:lnTo>
                    <a:pt x="2275" y="1695"/>
                  </a:lnTo>
                  <a:lnTo>
                    <a:pt x="2282" y="1647"/>
                  </a:lnTo>
                  <a:lnTo>
                    <a:pt x="2284" y="1598"/>
                  </a:lnTo>
                  <a:lnTo>
                    <a:pt x="2280" y="1545"/>
                  </a:lnTo>
                  <a:lnTo>
                    <a:pt x="2272" y="1494"/>
                  </a:lnTo>
                  <a:lnTo>
                    <a:pt x="2256" y="1446"/>
                  </a:lnTo>
                  <a:lnTo>
                    <a:pt x="2241" y="1412"/>
                  </a:lnTo>
                  <a:lnTo>
                    <a:pt x="2222" y="1381"/>
                  </a:lnTo>
                  <a:lnTo>
                    <a:pt x="2201" y="1352"/>
                  </a:lnTo>
                  <a:lnTo>
                    <a:pt x="2177" y="1325"/>
                  </a:lnTo>
                  <a:lnTo>
                    <a:pt x="2150" y="1301"/>
                  </a:lnTo>
                  <a:lnTo>
                    <a:pt x="2119" y="1278"/>
                  </a:lnTo>
                  <a:lnTo>
                    <a:pt x="2085" y="1257"/>
                  </a:lnTo>
                  <a:lnTo>
                    <a:pt x="2047" y="1239"/>
                  </a:lnTo>
                  <a:lnTo>
                    <a:pt x="2009" y="1224"/>
                  </a:lnTo>
                  <a:lnTo>
                    <a:pt x="1968" y="1212"/>
                  </a:lnTo>
                  <a:lnTo>
                    <a:pt x="1926" y="1202"/>
                  </a:lnTo>
                  <a:lnTo>
                    <a:pt x="1885" y="1195"/>
                  </a:lnTo>
                  <a:lnTo>
                    <a:pt x="1848" y="1187"/>
                  </a:lnTo>
                  <a:lnTo>
                    <a:pt x="1813" y="1179"/>
                  </a:lnTo>
                  <a:lnTo>
                    <a:pt x="1778" y="1169"/>
                  </a:lnTo>
                  <a:lnTo>
                    <a:pt x="1744" y="1158"/>
                  </a:lnTo>
                  <a:lnTo>
                    <a:pt x="1713" y="1144"/>
                  </a:lnTo>
                  <a:lnTo>
                    <a:pt x="1683" y="1128"/>
                  </a:lnTo>
                  <a:lnTo>
                    <a:pt x="1656" y="1108"/>
                  </a:lnTo>
                  <a:lnTo>
                    <a:pt x="1631" y="1083"/>
                  </a:lnTo>
                  <a:lnTo>
                    <a:pt x="1616" y="1061"/>
                  </a:lnTo>
                  <a:lnTo>
                    <a:pt x="1604" y="1036"/>
                  </a:lnTo>
                  <a:lnTo>
                    <a:pt x="1595" y="1011"/>
                  </a:lnTo>
                  <a:lnTo>
                    <a:pt x="1590" y="983"/>
                  </a:lnTo>
                  <a:lnTo>
                    <a:pt x="1588" y="953"/>
                  </a:lnTo>
                  <a:lnTo>
                    <a:pt x="1590" y="922"/>
                  </a:lnTo>
                  <a:lnTo>
                    <a:pt x="1596" y="893"/>
                  </a:lnTo>
                  <a:lnTo>
                    <a:pt x="1606" y="865"/>
                  </a:lnTo>
                  <a:lnTo>
                    <a:pt x="1620" y="840"/>
                  </a:lnTo>
                  <a:lnTo>
                    <a:pt x="1639" y="816"/>
                  </a:lnTo>
                  <a:lnTo>
                    <a:pt x="1662" y="794"/>
                  </a:lnTo>
                  <a:lnTo>
                    <a:pt x="1689" y="775"/>
                  </a:lnTo>
                  <a:lnTo>
                    <a:pt x="1719" y="761"/>
                  </a:lnTo>
                  <a:lnTo>
                    <a:pt x="1752" y="750"/>
                  </a:lnTo>
                  <a:lnTo>
                    <a:pt x="1786" y="743"/>
                  </a:lnTo>
                  <a:lnTo>
                    <a:pt x="1822" y="741"/>
                  </a:lnTo>
                  <a:lnTo>
                    <a:pt x="1855" y="742"/>
                  </a:lnTo>
                  <a:lnTo>
                    <a:pt x="1887" y="749"/>
                  </a:lnTo>
                  <a:lnTo>
                    <a:pt x="1916" y="759"/>
                  </a:lnTo>
                  <a:lnTo>
                    <a:pt x="1944" y="772"/>
                  </a:lnTo>
                  <a:lnTo>
                    <a:pt x="1968" y="788"/>
                  </a:lnTo>
                  <a:lnTo>
                    <a:pt x="1990" y="809"/>
                  </a:lnTo>
                  <a:lnTo>
                    <a:pt x="2005" y="830"/>
                  </a:lnTo>
                  <a:lnTo>
                    <a:pt x="2020" y="855"/>
                  </a:lnTo>
                  <a:lnTo>
                    <a:pt x="2030" y="884"/>
                  </a:lnTo>
                  <a:lnTo>
                    <a:pt x="2039" y="901"/>
                  </a:lnTo>
                  <a:lnTo>
                    <a:pt x="2050" y="916"/>
                  </a:lnTo>
                  <a:lnTo>
                    <a:pt x="2066" y="927"/>
                  </a:lnTo>
                  <a:lnTo>
                    <a:pt x="2082" y="934"/>
                  </a:lnTo>
                  <a:lnTo>
                    <a:pt x="2101" y="939"/>
                  </a:lnTo>
                  <a:lnTo>
                    <a:pt x="2119" y="938"/>
                  </a:lnTo>
                  <a:lnTo>
                    <a:pt x="2163" y="932"/>
                  </a:lnTo>
                  <a:lnTo>
                    <a:pt x="2183" y="925"/>
                  </a:lnTo>
                  <a:lnTo>
                    <a:pt x="2200" y="916"/>
                  </a:lnTo>
                  <a:lnTo>
                    <a:pt x="2215" y="901"/>
                  </a:lnTo>
                  <a:lnTo>
                    <a:pt x="2226" y="884"/>
                  </a:lnTo>
                  <a:lnTo>
                    <a:pt x="2231" y="865"/>
                  </a:lnTo>
                  <a:lnTo>
                    <a:pt x="2232" y="844"/>
                  </a:lnTo>
                  <a:lnTo>
                    <a:pt x="2228" y="824"/>
                  </a:lnTo>
                  <a:lnTo>
                    <a:pt x="2212" y="786"/>
                  </a:lnTo>
                  <a:lnTo>
                    <a:pt x="2193" y="751"/>
                  </a:lnTo>
                  <a:lnTo>
                    <a:pt x="2170" y="718"/>
                  </a:lnTo>
                  <a:lnTo>
                    <a:pt x="2143" y="688"/>
                  </a:lnTo>
                  <a:lnTo>
                    <a:pt x="2115" y="661"/>
                  </a:lnTo>
                  <a:lnTo>
                    <a:pt x="2083" y="638"/>
                  </a:lnTo>
                  <a:lnTo>
                    <a:pt x="2048" y="618"/>
                  </a:lnTo>
                  <a:lnTo>
                    <a:pt x="2011" y="600"/>
                  </a:lnTo>
                  <a:lnTo>
                    <a:pt x="1970" y="587"/>
                  </a:lnTo>
                  <a:lnTo>
                    <a:pt x="1927" y="577"/>
                  </a:lnTo>
                  <a:lnTo>
                    <a:pt x="1927" y="509"/>
                  </a:lnTo>
                  <a:lnTo>
                    <a:pt x="1924" y="488"/>
                  </a:lnTo>
                  <a:lnTo>
                    <a:pt x="1916" y="469"/>
                  </a:lnTo>
                  <a:lnTo>
                    <a:pt x="1903" y="452"/>
                  </a:lnTo>
                  <a:lnTo>
                    <a:pt x="1887" y="439"/>
                  </a:lnTo>
                  <a:lnTo>
                    <a:pt x="1867" y="431"/>
                  </a:lnTo>
                  <a:lnTo>
                    <a:pt x="1846" y="428"/>
                  </a:lnTo>
                  <a:lnTo>
                    <a:pt x="1801" y="428"/>
                  </a:lnTo>
                  <a:close/>
                  <a:moveTo>
                    <a:pt x="1321" y="0"/>
                  </a:moveTo>
                  <a:lnTo>
                    <a:pt x="2292" y="0"/>
                  </a:lnTo>
                  <a:lnTo>
                    <a:pt x="2380" y="59"/>
                  </a:lnTo>
                  <a:lnTo>
                    <a:pt x="2467" y="126"/>
                  </a:lnTo>
                  <a:lnTo>
                    <a:pt x="2553" y="199"/>
                  </a:lnTo>
                  <a:lnTo>
                    <a:pt x="2638" y="279"/>
                  </a:lnTo>
                  <a:lnTo>
                    <a:pt x="2720" y="363"/>
                  </a:lnTo>
                  <a:lnTo>
                    <a:pt x="2801" y="452"/>
                  </a:lnTo>
                  <a:lnTo>
                    <a:pt x="2880" y="547"/>
                  </a:lnTo>
                  <a:lnTo>
                    <a:pt x="2957" y="643"/>
                  </a:lnTo>
                  <a:lnTo>
                    <a:pt x="3031" y="744"/>
                  </a:lnTo>
                  <a:lnTo>
                    <a:pt x="3103" y="848"/>
                  </a:lnTo>
                  <a:lnTo>
                    <a:pt x="3171" y="952"/>
                  </a:lnTo>
                  <a:lnTo>
                    <a:pt x="3235" y="1059"/>
                  </a:lnTo>
                  <a:lnTo>
                    <a:pt x="3296" y="1167"/>
                  </a:lnTo>
                  <a:lnTo>
                    <a:pt x="3354" y="1275"/>
                  </a:lnTo>
                  <a:lnTo>
                    <a:pt x="3406" y="1382"/>
                  </a:lnTo>
                  <a:lnTo>
                    <a:pt x="3455" y="1490"/>
                  </a:lnTo>
                  <a:lnTo>
                    <a:pt x="3494" y="1588"/>
                  </a:lnTo>
                  <a:lnTo>
                    <a:pt x="3526" y="1684"/>
                  </a:lnTo>
                  <a:lnTo>
                    <a:pt x="3552" y="1780"/>
                  </a:lnTo>
                  <a:lnTo>
                    <a:pt x="3573" y="1873"/>
                  </a:lnTo>
                  <a:lnTo>
                    <a:pt x="3589" y="1965"/>
                  </a:lnTo>
                  <a:lnTo>
                    <a:pt x="3600" y="2052"/>
                  </a:lnTo>
                  <a:lnTo>
                    <a:pt x="3608" y="2136"/>
                  </a:lnTo>
                  <a:lnTo>
                    <a:pt x="3613" y="2215"/>
                  </a:lnTo>
                  <a:lnTo>
                    <a:pt x="3614" y="2289"/>
                  </a:lnTo>
                  <a:lnTo>
                    <a:pt x="3611" y="2335"/>
                  </a:lnTo>
                  <a:lnTo>
                    <a:pt x="3603" y="2378"/>
                  </a:lnTo>
                  <a:lnTo>
                    <a:pt x="3588" y="2419"/>
                  </a:lnTo>
                  <a:lnTo>
                    <a:pt x="3569" y="2458"/>
                  </a:lnTo>
                  <a:lnTo>
                    <a:pt x="3545" y="2493"/>
                  </a:lnTo>
                  <a:lnTo>
                    <a:pt x="3517" y="2525"/>
                  </a:lnTo>
                  <a:lnTo>
                    <a:pt x="3484" y="2553"/>
                  </a:lnTo>
                  <a:lnTo>
                    <a:pt x="3449" y="2577"/>
                  </a:lnTo>
                  <a:lnTo>
                    <a:pt x="3411" y="2596"/>
                  </a:lnTo>
                  <a:lnTo>
                    <a:pt x="3369" y="2610"/>
                  </a:lnTo>
                  <a:lnTo>
                    <a:pt x="3326" y="2619"/>
                  </a:lnTo>
                  <a:lnTo>
                    <a:pt x="3280" y="2623"/>
                  </a:lnTo>
                  <a:lnTo>
                    <a:pt x="333" y="2623"/>
                  </a:lnTo>
                  <a:lnTo>
                    <a:pt x="288" y="2619"/>
                  </a:lnTo>
                  <a:lnTo>
                    <a:pt x="244" y="2610"/>
                  </a:lnTo>
                  <a:lnTo>
                    <a:pt x="204" y="2596"/>
                  </a:lnTo>
                  <a:lnTo>
                    <a:pt x="164" y="2577"/>
                  </a:lnTo>
                  <a:lnTo>
                    <a:pt x="129" y="2553"/>
                  </a:lnTo>
                  <a:lnTo>
                    <a:pt x="98" y="2525"/>
                  </a:lnTo>
                  <a:lnTo>
                    <a:pt x="69" y="2493"/>
                  </a:lnTo>
                  <a:lnTo>
                    <a:pt x="45" y="2458"/>
                  </a:lnTo>
                  <a:lnTo>
                    <a:pt x="26" y="2419"/>
                  </a:lnTo>
                  <a:lnTo>
                    <a:pt x="12" y="2378"/>
                  </a:lnTo>
                  <a:lnTo>
                    <a:pt x="3" y="2335"/>
                  </a:lnTo>
                  <a:lnTo>
                    <a:pt x="0" y="2289"/>
                  </a:lnTo>
                  <a:lnTo>
                    <a:pt x="1" y="2215"/>
                  </a:lnTo>
                  <a:lnTo>
                    <a:pt x="5" y="2136"/>
                  </a:lnTo>
                  <a:lnTo>
                    <a:pt x="13" y="2052"/>
                  </a:lnTo>
                  <a:lnTo>
                    <a:pt x="25" y="1965"/>
                  </a:lnTo>
                  <a:lnTo>
                    <a:pt x="41" y="1873"/>
                  </a:lnTo>
                  <a:lnTo>
                    <a:pt x="61" y="1780"/>
                  </a:lnTo>
                  <a:lnTo>
                    <a:pt x="88" y="1684"/>
                  </a:lnTo>
                  <a:lnTo>
                    <a:pt x="121" y="1588"/>
                  </a:lnTo>
                  <a:lnTo>
                    <a:pt x="159" y="1490"/>
                  </a:lnTo>
                  <a:lnTo>
                    <a:pt x="208" y="1382"/>
                  </a:lnTo>
                  <a:lnTo>
                    <a:pt x="261" y="1275"/>
                  </a:lnTo>
                  <a:lnTo>
                    <a:pt x="318" y="1167"/>
                  </a:lnTo>
                  <a:lnTo>
                    <a:pt x="379" y="1059"/>
                  </a:lnTo>
                  <a:lnTo>
                    <a:pt x="444" y="952"/>
                  </a:lnTo>
                  <a:lnTo>
                    <a:pt x="512" y="848"/>
                  </a:lnTo>
                  <a:lnTo>
                    <a:pt x="583" y="744"/>
                  </a:lnTo>
                  <a:lnTo>
                    <a:pt x="657" y="643"/>
                  </a:lnTo>
                  <a:lnTo>
                    <a:pt x="733" y="547"/>
                  </a:lnTo>
                  <a:lnTo>
                    <a:pt x="812" y="452"/>
                  </a:lnTo>
                  <a:lnTo>
                    <a:pt x="894" y="363"/>
                  </a:lnTo>
                  <a:lnTo>
                    <a:pt x="977" y="279"/>
                  </a:lnTo>
                  <a:lnTo>
                    <a:pt x="1061" y="199"/>
                  </a:lnTo>
                  <a:lnTo>
                    <a:pt x="1147" y="126"/>
                  </a:lnTo>
                  <a:lnTo>
                    <a:pt x="1233" y="59"/>
                  </a:lnTo>
                  <a:lnTo>
                    <a:pt x="1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46" name="Freeform 51">
              <a:extLst>
                <a:ext uri="{FF2B5EF4-FFF2-40B4-BE49-F238E27FC236}">
                  <a16:creationId xmlns:a16="http://schemas.microsoft.com/office/drawing/2014/main" id="{9610D14D-26C6-4AF2-BA64-1311216F58A1}"/>
                </a:ext>
              </a:extLst>
            </p:cNvPr>
            <p:cNvSpPr>
              <a:spLocks/>
            </p:cNvSpPr>
            <p:nvPr/>
          </p:nvSpPr>
          <p:spPr bwMode="auto">
            <a:xfrm>
              <a:off x="4800600" y="4732338"/>
              <a:ext cx="276225" cy="115887"/>
            </a:xfrm>
            <a:custGeom>
              <a:avLst/>
              <a:gdLst>
                <a:gd name="T0" fmla="*/ 780 w 1563"/>
                <a:gd name="T1" fmla="*/ 0 h 657"/>
                <a:gd name="T2" fmla="*/ 782 w 1563"/>
                <a:gd name="T3" fmla="*/ 0 h 657"/>
                <a:gd name="T4" fmla="*/ 1417 w 1563"/>
                <a:gd name="T5" fmla="*/ 2 h 657"/>
                <a:gd name="T6" fmla="*/ 1448 w 1563"/>
                <a:gd name="T7" fmla="*/ 6 h 657"/>
                <a:gd name="T8" fmla="*/ 1475 w 1563"/>
                <a:gd name="T9" fmla="*/ 15 h 657"/>
                <a:gd name="T10" fmla="*/ 1501 w 1563"/>
                <a:gd name="T11" fmla="*/ 28 h 657"/>
                <a:gd name="T12" fmla="*/ 1521 w 1563"/>
                <a:gd name="T13" fmla="*/ 46 h 657"/>
                <a:gd name="T14" fmla="*/ 1539 w 1563"/>
                <a:gd name="T15" fmla="*/ 67 h 657"/>
                <a:gd name="T16" fmla="*/ 1551 w 1563"/>
                <a:gd name="T17" fmla="*/ 91 h 657"/>
                <a:gd name="T18" fmla="*/ 1560 w 1563"/>
                <a:gd name="T19" fmla="*/ 118 h 657"/>
                <a:gd name="T20" fmla="*/ 1563 w 1563"/>
                <a:gd name="T21" fmla="*/ 145 h 657"/>
                <a:gd name="T22" fmla="*/ 1561 w 1563"/>
                <a:gd name="T23" fmla="*/ 174 h 657"/>
                <a:gd name="T24" fmla="*/ 1552 w 1563"/>
                <a:gd name="T25" fmla="*/ 202 h 657"/>
                <a:gd name="T26" fmla="*/ 1538 w 1563"/>
                <a:gd name="T27" fmla="*/ 229 h 657"/>
                <a:gd name="T28" fmla="*/ 1254 w 1563"/>
                <a:gd name="T29" fmla="*/ 657 h 657"/>
                <a:gd name="T30" fmla="*/ 310 w 1563"/>
                <a:gd name="T31" fmla="*/ 657 h 657"/>
                <a:gd name="T32" fmla="*/ 25 w 1563"/>
                <a:gd name="T33" fmla="*/ 229 h 657"/>
                <a:gd name="T34" fmla="*/ 11 w 1563"/>
                <a:gd name="T35" fmla="*/ 202 h 657"/>
                <a:gd name="T36" fmla="*/ 2 w 1563"/>
                <a:gd name="T37" fmla="*/ 174 h 657"/>
                <a:gd name="T38" fmla="*/ 0 w 1563"/>
                <a:gd name="T39" fmla="*/ 145 h 657"/>
                <a:gd name="T40" fmla="*/ 3 w 1563"/>
                <a:gd name="T41" fmla="*/ 118 h 657"/>
                <a:gd name="T42" fmla="*/ 12 w 1563"/>
                <a:gd name="T43" fmla="*/ 91 h 657"/>
                <a:gd name="T44" fmla="*/ 25 w 1563"/>
                <a:gd name="T45" fmla="*/ 67 h 657"/>
                <a:gd name="T46" fmla="*/ 41 w 1563"/>
                <a:gd name="T47" fmla="*/ 46 h 657"/>
                <a:gd name="T48" fmla="*/ 63 w 1563"/>
                <a:gd name="T49" fmla="*/ 28 h 657"/>
                <a:gd name="T50" fmla="*/ 87 w 1563"/>
                <a:gd name="T51" fmla="*/ 15 h 657"/>
                <a:gd name="T52" fmla="*/ 115 w 1563"/>
                <a:gd name="T53" fmla="*/ 6 h 657"/>
                <a:gd name="T54" fmla="*/ 145 w 1563"/>
                <a:gd name="T55" fmla="*/ 2 h 657"/>
                <a:gd name="T56" fmla="*/ 780 w 1563"/>
                <a:gd name="T57"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3" h="657">
                  <a:moveTo>
                    <a:pt x="780" y="0"/>
                  </a:moveTo>
                  <a:lnTo>
                    <a:pt x="782" y="0"/>
                  </a:lnTo>
                  <a:lnTo>
                    <a:pt x="1417" y="2"/>
                  </a:lnTo>
                  <a:lnTo>
                    <a:pt x="1448" y="6"/>
                  </a:lnTo>
                  <a:lnTo>
                    <a:pt x="1475" y="15"/>
                  </a:lnTo>
                  <a:lnTo>
                    <a:pt x="1501" y="28"/>
                  </a:lnTo>
                  <a:lnTo>
                    <a:pt x="1521" y="46"/>
                  </a:lnTo>
                  <a:lnTo>
                    <a:pt x="1539" y="67"/>
                  </a:lnTo>
                  <a:lnTo>
                    <a:pt x="1551" y="91"/>
                  </a:lnTo>
                  <a:lnTo>
                    <a:pt x="1560" y="118"/>
                  </a:lnTo>
                  <a:lnTo>
                    <a:pt x="1563" y="145"/>
                  </a:lnTo>
                  <a:lnTo>
                    <a:pt x="1561" y="174"/>
                  </a:lnTo>
                  <a:lnTo>
                    <a:pt x="1552" y="202"/>
                  </a:lnTo>
                  <a:lnTo>
                    <a:pt x="1538" y="229"/>
                  </a:lnTo>
                  <a:lnTo>
                    <a:pt x="1254" y="657"/>
                  </a:lnTo>
                  <a:lnTo>
                    <a:pt x="310" y="657"/>
                  </a:lnTo>
                  <a:lnTo>
                    <a:pt x="25" y="229"/>
                  </a:lnTo>
                  <a:lnTo>
                    <a:pt x="11" y="202"/>
                  </a:lnTo>
                  <a:lnTo>
                    <a:pt x="2" y="174"/>
                  </a:lnTo>
                  <a:lnTo>
                    <a:pt x="0" y="145"/>
                  </a:lnTo>
                  <a:lnTo>
                    <a:pt x="3" y="118"/>
                  </a:lnTo>
                  <a:lnTo>
                    <a:pt x="12" y="91"/>
                  </a:lnTo>
                  <a:lnTo>
                    <a:pt x="25" y="67"/>
                  </a:lnTo>
                  <a:lnTo>
                    <a:pt x="41" y="46"/>
                  </a:lnTo>
                  <a:lnTo>
                    <a:pt x="63" y="28"/>
                  </a:lnTo>
                  <a:lnTo>
                    <a:pt x="87" y="15"/>
                  </a:lnTo>
                  <a:lnTo>
                    <a:pt x="115" y="6"/>
                  </a:lnTo>
                  <a:lnTo>
                    <a:pt x="145" y="2"/>
                  </a:lnTo>
                  <a:lnTo>
                    <a:pt x="7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grpSp>
        <p:nvGrpSpPr>
          <p:cNvPr id="47" name="Group 46">
            <a:extLst>
              <a:ext uri="{FF2B5EF4-FFF2-40B4-BE49-F238E27FC236}">
                <a16:creationId xmlns:a16="http://schemas.microsoft.com/office/drawing/2014/main" id="{A38D5750-1128-4260-894A-BE96A72AD524}"/>
              </a:ext>
            </a:extLst>
          </p:cNvPr>
          <p:cNvGrpSpPr/>
          <p:nvPr/>
        </p:nvGrpSpPr>
        <p:grpSpPr>
          <a:xfrm>
            <a:off x="4901489" y="4013459"/>
            <a:ext cx="338814" cy="330350"/>
            <a:chOff x="4276725" y="4691063"/>
            <a:chExt cx="347663" cy="349250"/>
          </a:xfrm>
          <a:solidFill>
            <a:schemeClr val="bg1"/>
          </a:solidFill>
        </p:grpSpPr>
        <p:sp>
          <p:nvSpPr>
            <p:cNvPr id="48" name="Freeform 56">
              <a:extLst>
                <a:ext uri="{FF2B5EF4-FFF2-40B4-BE49-F238E27FC236}">
                  <a16:creationId xmlns:a16="http://schemas.microsoft.com/office/drawing/2014/main" id="{6E2F4B2A-EC17-4CDD-98BA-FA795BCA9468}"/>
                </a:ext>
              </a:extLst>
            </p:cNvPr>
            <p:cNvSpPr>
              <a:spLocks noEditPoints="1"/>
            </p:cNvSpPr>
            <p:nvPr/>
          </p:nvSpPr>
          <p:spPr bwMode="auto">
            <a:xfrm>
              <a:off x="4340225" y="4691063"/>
              <a:ext cx="284163" cy="161925"/>
            </a:xfrm>
            <a:custGeom>
              <a:avLst/>
              <a:gdLst>
                <a:gd name="T0" fmla="*/ 2252 w 2690"/>
                <a:gd name="T1" fmla="*/ 1266 h 1529"/>
                <a:gd name="T2" fmla="*/ 2362 w 2690"/>
                <a:gd name="T3" fmla="*/ 1202 h 1529"/>
                <a:gd name="T4" fmla="*/ 2182 w 2690"/>
                <a:gd name="T5" fmla="*/ 848 h 1529"/>
                <a:gd name="T6" fmla="*/ 2007 w 2690"/>
                <a:gd name="T7" fmla="*/ 1266 h 1529"/>
                <a:gd name="T8" fmla="*/ 2210 w 2690"/>
                <a:gd name="T9" fmla="*/ 889 h 1529"/>
                <a:gd name="T10" fmla="*/ 1945 w 2690"/>
                <a:gd name="T11" fmla="*/ 591 h 1529"/>
                <a:gd name="T12" fmla="*/ 1661 w 2690"/>
                <a:gd name="T13" fmla="*/ 1266 h 1529"/>
                <a:gd name="T14" fmla="*/ 1986 w 2690"/>
                <a:gd name="T15" fmla="*/ 628 h 1529"/>
                <a:gd name="T16" fmla="*/ 1657 w 2690"/>
                <a:gd name="T17" fmla="*/ 403 h 1529"/>
                <a:gd name="T18" fmla="*/ 1210 w 2690"/>
                <a:gd name="T19" fmla="*/ 1266 h 1529"/>
                <a:gd name="T20" fmla="*/ 1782 w 2690"/>
                <a:gd name="T21" fmla="*/ 471 h 1529"/>
                <a:gd name="T22" fmla="*/ 1657 w 2690"/>
                <a:gd name="T23" fmla="*/ 403 h 1529"/>
                <a:gd name="T24" fmla="*/ 574 w 2690"/>
                <a:gd name="T25" fmla="*/ 348 h 1529"/>
                <a:gd name="T26" fmla="*/ 445 w 2690"/>
                <a:gd name="T27" fmla="*/ 403 h 1529"/>
                <a:gd name="T28" fmla="*/ 478 w 2690"/>
                <a:gd name="T29" fmla="*/ 530 h 1529"/>
                <a:gd name="T30" fmla="*/ 1318 w 2690"/>
                <a:gd name="T31" fmla="*/ 289 h 1529"/>
                <a:gd name="T32" fmla="*/ 990 w 2690"/>
                <a:gd name="T33" fmla="*/ 1045 h 1529"/>
                <a:gd name="T34" fmla="*/ 1392 w 2690"/>
                <a:gd name="T35" fmla="*/ 305 h 1529"/>
                <a:gd name="T36" fmla="*/ 1052 w 2690"/>
                <a:gd name="T37" fmla="*/ 263 h 1529"/>
                <a:gd name="T38" fmla="*/ 906 w 2690"/>
                <a:gd name="T39" fmla="*/ 271 h 1529"/>
                <a:gd name="T40" fmla="*/ 737 w 2690"/>
                <a:gd name="T41" fmla="*/ 792 h 1529"/>
                <a:gd name="T42" fmla="*/ 1052 w 2690"/>
                <a:gd name="T43" fmla="*/ 263 h 1529"/>
                <a:gd name="T44" fmla="*/ 1146 w 2690"/>
                <a:gd name="T45" fmla="*/ 2 h 1529"/>
                <a:gd name="T46" fmla="*/ 1332 w 2690"/>
                <a:gd name="T47" fmla="*/ 23 h 1529"/>
                <a:gd name="T48" fmla="*/ 1512 w 2690"/>
                <a:gd name="T49" fmla="*/ 64 h 1529"/>
                <a:gd name="T50" fmla="*/ 1687 w 2690"/>
                <a:gd name="T51" fmla="*/ 126 h 1529"/>
                <a:gd name="T52" fmla="*/ 1853 w 2690"/>
                <a:gd name="T53" fmla="*/ 206 h 1529"/>
                <a:gd name="T54" fmla="*/ 2009 w 2690"/>
                <a:gd name="T55" fmla="*/ 304 h 1529"/>
                <a:gd name="T56" fmla="*/ 2155 w 2690"/>
                <a:gd name="T57" fmla="*/ 421 h 1529"/>
                <a:gd name="T58" fmla="*/ 2286 w 2690"/>
                <a:gd name="T59" fmla="*/ 554 h 1529"/>
                <a:gd name="T60" fmla="*/ 2400 w 2690"/>
                <a:gd name="T61" fmla="*/ 698 h 1529"/>
                <a:gd name="T62" fmla="*/ 2498 w 2690"/>
                <a:gd name="T63" fmla="*/ 855 h 1529"/>
                <a:gd name="T64" fmla="*/ 2577 w 2690"/>
                <a:gd name="T65" fmla="*/ 1023 h 1529"/>
                <a:gd name="T66" fmla="*/ 2637 w 2690"/>
                <a:gd name="T67" fmla="*/ 1197 h 1529"/>
                <a:gd name="T68" fmla="*/ 2677 w 2690"/>
                <a:gd name="T69" fmla="*/ 1380 h 1529"/>
                <a:gd name="T70" fmla="*/ 2689 w 2690"/>
                <a:gd name="T71" fmla="*/ 1488 h 1529"/>
                <a:gd name="T72" fmla="*/ 2677 w 2690"/>
                <a:gd name="T73" fmla="*/ 1513 h 1529"/>
                <a:gd name="T74" fmla="*/ 2653 w 2690"/>
                <a:gd name="T75" fmla="*/ 1527 h 1529"/>
                <a:gd name="T76" fmla="*/ 1123 w 2690"/>
                <a:gd name="T77" fmla="*/ 1529 h 1529"/>
                <a:gd name="T78" fmla="*/ 1097 w 2690"/>
                <a:gd name="T79" fmla="*/ 1523 h 1529"/>
                <a:gd name="T80" fmla="*/ 14 w 2690"/>
                <a:gd name="T81" fmla="*/ 440 h 1529"/>
                <a:gd name="T82" fmla="*/ 1 w 2690"/>
                <a:gd name="T83" fmla="*/ 416 h 1529"/>
                <a:gd name="T84" fmla="*/ 2 w 2690"/>
                <a:gd name="T85" fmla="*/ 388 h 1529"/>
                <a:gd name="T86" fmla="*/ 18 w 2690"/>
                <a:gd name="T87" fmla="*/ 365 h 1529"/>
                <a:gd name="T88" fmla="*/ 171 w 2690"/>
                <a:gd name="T89" fmla="*/ 256 h 1529"/>
                <a:gd name="T90" fmla="*/ 333 w 2690"/>
                <a:gd name="T91" fmla="*/ 166 h 1529"/>
                <a:gd name="T92" fmla="*/ 504 w 2690"/>
                <a:gd name="T93" fmla="*/ 94 h 1529"/>
                <a:gd name="T94" fmla="*/ 682 w 2690"/>
                <a:gd name="T95" fmla="*/ 42 h 1529"/>
                <a:gd name="T96" fmla="*/ 866 w 2690"/>
                <a:gd name="T97" fmla="*/ 10 h 1529"/>
                <a:gd name="T98" fmla="*/ 1052 w 2690"/>
                <a:gd name="T99" fmla="*/ 0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90" h="1529">
                  <a:moveTo>
                    <a:pt x="2339" y="1139"/>
                  </a:moveTo>
                  <a:lnTo>
                    <a:pt x="2252" y="1266"/>
                  </a:lnTo>
                  <a:lnTo>
                    <a:pt x="2382" y="1266"/>
                  </a:lnTo>
                  <a:lnTo>
                    <a:pt x="2362" y="1202"/>
                  </a:lnTo>
                  <a:lnTo>
                    <a:pt x="2339" y="1139"/>
                  </a:lnTo>
                  <a:close/>
                  <a:moveTo>
                    <a:pt x="2182" y="848"/>
                  </a:moveTo>
                  <a:lnTo>
                    <a:pt x="1904" y="1266"/>
                  </a:lnTo>
                  <a:lnTo>
                    <a:pt x="2007" y="1266"/>
                  </a:lnTo>
                  <a:lnTo>
                    <a:pt x="2236" y="931"/>
                  </a:lnTo>
                  <a:lnTo>
                    <a:pt x="2210" y="889"/>
                  </a:lnTo>
                  <a:lnTo>
                    <a:pt x="2182" y="848"/>
                  </a:lnTo>
                  <a:close/>
                  <a:moveTo>
                    <a:pt x="1945" y="591"/>
                  </a:moveTo>
                  <a:lnTo>
                    <a:pt x="1497" y="1266"/>
                  </a:lnTo>
                  <a:lnTo>
                    <a:pt x="1661" y="1266"/>
                  </a:lnTo>
                  <a:lnTo>
                    <a:pt x="2046" y="686"/>
                  </a:lnTo>
                  <a:lnTo>
                    <a:pt x="1986" y="628"/>
                  </a:lnTo>
                  <a:lnTo>
                    <a:pt x="1945" y="591"/>
                  </a:lnTo>
                  <a:close/>
                  <a:moveTo>
                    <a:pt x="1657" y="403"/>
                  </a:moveTo>
                  <a:lnTo>
                    <a:pt x="1135" y="1190"/>
                  </a:lnTo>
                  <a:lnTo>
                    <a:pt x="1210" y="1266"/>
                  </a:lnTo>
                  <a:lnTo>
                    <a:pt x="1255" y="1266"/>
                  </a:lnTo>
                  <a:lnTo>
                    <a:pt x="1782" y="471"/>
                  </a:lnTo>
                  <a:lnTo>
                    <a:pt x="1721" y="436"/>
                  </a:lnTo>
                  <a:lnTo>
                    <a:pt x="1657" y="403"/>
                  </a:lnTo>
                  <a:close/>
                  <a:moveTo>
                    <a:pt x="615" y="334"/>
                  </a:moveTo>
                  <a:lnTo>
                    <a:pt x="574" y="348"/>
                  </a:lnTo>
                  <a:lnTo>
                    <a:pt x="509" y="374"/>
                  </a:lnTo>
                  <a:lnTo>
                    <a:pt x="445" y="403"/>
                  </a:lnTo>
                  <a:lnTo>
                    <a:pt x="382" y="436"/>
                  </a:lnTo>
                  <a:lnTo>
                    <a:pt x="478" y="530"/>
                  </a:lnTo>
                  <a:lnTo>
                    <a:pt x="615" y="334"/>
                  </a:lnTo>
                  <a:close/>
                  <a:moveTo>
                    <a:pt x="1318" y="289"/>
                  </a:moveTo>
                  <a:lnTo>
                    <a:pt x="883" y="937"/>
                  </a:lnTo>
                  <a:lnTo>
                    <a:pt x="990" y="1045"/>
                  </a:lnTo>
                  <a:lnTo>
                    <a:pt x="1466" y="326"/>
                  </a:lnTo>
                  <a:lnTo>
                    <a:pt x="1392" y="305"/>
                  </a:lnTo>
                  <a:lnTo>
                    <a:pt x="1318" y="289"/>
                  </a:lnTo>
                  <a:close/>
                  <a:moveTo>
                    <a:pt x="1052" y="263"/>
                  </a:moveTo>
                  <a:lnTo>
                    <a:pt x="979" y="265"/>
                  </a:lnTo>
                  <a:lnTo>
                    <a:pt x="906" y="271"/>
                  </a:lnTo>
                  <a:lnTo>
                    <a:pt x="622" y="676"/>
                  </a:lnTo>
                  <a:lnTo>
                    <a:pt x="737" y="792"/>
                  </a:lnTo>
                  <a:lnTo>
                    <a:pt x="1091" y="264"/>
                  </a:lnTo>
                  <a:lnTo>
                    <a:pt x="1052" y="263"/>
                  </a:lnTo>
                  <a:close/>
                  <a:moveTo>
                    <a:pt x="1052" y="0"/>
                  </a:moveTo>
                  <a:lnTo>
                    <a:pt x="1146" y="2"/>
                  </a:lnTo>
                  <a:lnTo>
                    <a:pt x="1239" y="10"/>
                  </a:lnTo>
                  <a:lnTo>
                    <a:pt x="1332" y="23"/>
                  </a:lnTo>
                  <a:lnTo>
                    <a:pt x="1423" y="41"/>
                  </a:lnTo>
                  <a:lnTo>
                    <a:pt x="1512" y="64"/>
                  </a:lnTo>
                  <a:lnTo>
                    <a:pt x="1600" y="92"/>
                  </a:lnTo>
                  <a:lnTo>
                    <a:pt x="1687" y="126"/>
                  </a:lnTo>
                  <a:lnTo>
                    <a:pt x="1771" y="164"/>
                  </a:lnTo>
                  <a:lnTo>
                    <a:pt x="1853" y="206"/>
                  </a:lnTo>
                  <a:lnTo>
                    <a:pt x="1933" y="253"/>
                  </a:lnTo>
                  <a:lnTo>
                    <a:pt x="2009" y="304"/>
                  </a:lnTo>
                  <a:lnTo>
                    <a:pt x="2084" y="361"/>
                  </a:lnTo>
                  <a:lnTo>
                    <a:pt x="2155" y="421"/>
                  </a:lnTo>
                  <a:lnTo>
                    <a:pt x="2223" y="485"/>
                  </a:lnTo>
                  <a:lnTo>
                    <a:pt x="2286" y="554"/>
                  </a:lnTo>
                  <a:lnTo>
                    <a:pt x="2345" y="625"/>
                  </a:lnTo>
                  <a:lnTo>
                    <a:pt x="2400" y="698"/>
                  </a:lnTo>
                  <a:lnTo>
                    <a:pt x="2451" y="776"/>
                  </a:lnTo>
                  <a:lnTo>
                    <a:pt x="2498" y="855"/>
                  </a:lnTo>
                  <a:lnTo>
                    <a:pt x="2540" y="937"/>
                  </a:lnTo>
                  <a:lnTo>
                    <a:pt x="2577" y="1023"/>
                  </a:lnTo>
                  <a:lnTo>
                    <a:pt x="2609" y="1109"/>
                  </a:lnTo>
                  <a:lnTo>
                    <a:pt x="2637" y="1197"/>
                  </a:lnTo>
                  <a:lnTo>
                    <a:pt x="2659" y="1288"/>
                  </a:lnTo>
                  <a:lnTo>
                    <a:pt x="2677" y="1380"/>
                  </a:lnTo>
                  <a:lnTo>
                    <a:pt x="2690" y="1474"/>
                  </a:lnTo>
                  <a:lnTo>
                    <a:pt x="2689" y="1488"/>
                  </a:lnTo>
                  <a:lnTo>
                    <a:pt x="2685" y="1501"/>
                  </a:lnTo>
                  <a:lnTo>
                    <a:pt x="2677" y="1513"/>
                  </a:lnTo>
                  <a:lnTo>
                    <a:pt x="2666" y="1522"/>
                  </a:lnTo>
                  <a:lnTo>
                    <a:pt x="2653" y="1527"/>
                  </a:lnTo>
                  <a:lnTo>
                    <a:pt x="2640" y="1529"/>
                  </a:lnTo>
                  <a:lnTo>
                    <a:pt x="1123" y="1529"/>
                  </a:lnTo>
                  <a:lnTo>
                    <a:pt x="1110" y="1528"/>
                  </a:lnTo>
                  <a:lnTo>
                    <a:pt x="1097" y="1523"/>
                  </a:lnTo>
                  <a:lnTo>
                    <a:pt x="1087" y="1515"/>
                  </a:lnTo>
                  <a:lnTo>
                    <a:pt x="14" y="440"/>
                  </a:lnTo>
                  <a:lnTo>
                    <a:pt x="6" y="429"/>
                  </a:lnTo>
                  <a:lnTo>
                    <a:pt x="1" y="416"/>
                  </a:lnTo>
                  <a:lnTo>
                    <a:pt x="0" y="402"/>
                  </a:lnTo>
                  <a:lnTo>
                    <a:pt x="2" y="388"/>
                  </a:lnTo>
                  <a:lnTo>
                    <a:pt x="9" y="375"/>
                  </a:lnTo>
                  <a:lnTo>
                    <a:pt x="18" y="365"/>
                  </a:lnTo>
                  <a:lnTo>
                    <a:pt x="93" y="308"/>
                  </a:lnTo>
                  <a:lnTo>
                    <a:pt x="171" y="256"/>
                  </a:lnTo>
                  <a:lnTo>
                    <a:pt x="250" y="208"/>
                  </a:lnTo>
                  <a:lnTo>
                    <a:pt x="333" y="166"/>
                  </a:lnTo>
                  <a:lnTo>
                    <a:pt x="417" y="128"/>
                  </a:lnTo>
                  <a:lnTo>
                    <a:pt x="504" y="94"/>
                  </a:lnTo>
                  <a:lnTo>
                    <a:pt x="592" y="65"/>
                  </a:lnTo>
                  <a:lnTo>
                    <a:pt x="682" y="42"/>
                  </a:lnTo>
                  <a:lnTo>
                    <a:pt x="773" y="24"/>
                  </a:lnTo>
                  <a:lnTo>
                    <a:pt x="866" y="10"/>
                  </a:lnTo>
                  <a:lnTo>
                    <a:pt x="958" y="3"/>
                  </a:lnTo>
                  <a:lnTo>
                    <a:pt x="105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49" name="Freeform 57">
              <a:extLst>
                <a:ext uri="{FF2B5EF4-FFF2-40B4-BE49-F238E27FC236}">
                  <a16:creationId xmlns:a16="http://schemas.microsoft.com/office/drawing/2014/main" id="{BF932621-E71D-4406-8CE3-AA50ECF98673}"/>
                </a:ext>
              </a:extLst>
            </p:cNvPr>
            <p:cNvSpPr>
              <a:spLocks noEditPoints="1"/>
            </p:cNvSpPr>
            <p:nvPr/>
          </p:nvSpPr>
          <p:spPr bwMode="auto">
            <a:xfrm>
              <a:off x="4276725" y="4754563"/>
              <a:ext cx="157163" cy="250825"/>
            </a:xfrm>
            <a:custGeom>
              <a:avLst/>
              <a:gdLst>
                <a:gd name="T0" fmla="*/ 403 w 1481"/>
                <a:gd name="T1" fmla="*/ 446 h 2369"/>
                <a:gd name="T2" fmla="*/ 348 w 1481"/>
                <a:gd name="T3" fmla="*/ 575 h 2369"/>
                <a:gd name="T4" fmla="*/ 301 w 1481"/>
                <a:gd name="T5" fmla="*/ 731 h 2369"/>
                <a:gd name="T6" fmla="*/ 273 w 1481"/>
                <a:gd name="T7" fmla="*/ 891 h 2369"/>
                <a:gd name="T8" fmla="*/ 263 w 1481"/>
                <a:gd name="T9" fmla="*/ 1053 h 2369"/>
                <a:gd name="T10" fmla="*/ 276 w 1481"/>
                <a:gd name="T11" fmla="*/ 1241 h 2369"/>
                <a:gd name="T12" fmla="*/ 312 w 1481"/>
                <a:gd name="T13" fmla="*/ 1423 h 2369"/>
                <a:gd name="T14" fmla="*/ 373 w 1481"/>
                <a:gd name="T15" fmla="*/ 1598 h 2369"/>
                <a:gd name="T16" fmla="*/ 448 w 1481"/>
                <a:gd name="T17" fmla="*/ 1748 h 2369"/>
                <a:gd name="T18" fmla="*/ 529 w 1481"/>
                <a:gd name="T19" fmla="*/ 1872 h 2369"/>
                <a:gd name="T20" fmla="*/ 624 w 1481"/>
                <a:gd name="T21" fmla="*/ 1988 h 2369"/>
                <a:gd name="T22" fmla="*/ 435 w 1481"/>
                <a:gd name="T23" fmla="*/ 383 h 2369"/>
                <a:gd name="T24" fmla="*/ 415 w 1481"/>
                <a:gd name="T25" fmla="*/ 1 h 2369"/>
                <a:gd name="T26" fmla="*/ 439 w 1481"/>
                <a:gd name="T27" fmla="*/ 15 h 2369"/>
                <a:gd name="T28" fmla="*/ 1475 w 1481"/>
                <a:gd name="T29" fmla="*/ 1054 h 2369"/>
                <a:gd name="T30" fmla="*/ 1481 w 1481"/>
                <a:gd name="T31" fmla="*/ 1081 h 2369"/>
                <a:gd name="T32" fmla="*/ 1474 w 1481"/>
                <a:gd name="T33" fmla="*/ 1106 h 2369"/>
                <a:gd name="T34" fmla="*/ 704 w 1481"/>
                <a:gd name="T35" fmla="*/ 2356 h 2369"/>
                <a:gd name="T36" fmla="*/ 679 w 1481"/>
                <a:gd name="T37" fmla="*/ 2368 h 2369"/>
                <a:gd name="T38" fmla="*/ 654 w 1481"/>
                <a:gd name="T39" fmla="*/ 2366 h 2369"/>
                <a:gd name="T40" fmla="*/ 564 w 1481"/>
                <a:gd name="T41" fmla="*/ 2298 h 2369"/>
                <a:gd name="T42" fmla="*/ 429 w 1481"/>
                <a:gd name="T43" fmla="*/ 2166 h 2369"/>
                <a:gd name="T44" fmla="*/ 311 w 1481"/>
                <a:gd name="T45" fmla="*/ 2020 h 2369"/>
                <a:gd name="T46" fmla="*/ 211 w 1481"/>
                <a:gd name="T47" fmla="*/ 1863 h 2369"/>
                <a:gd name="T48" fmla="*/ 128 w 1481"/>
                <a:gd name="T49" fmla="*/ 1696 h 2369"/>
                <a:gd name="T50" fmla="*/ 66 w 1481"/>
                <a:gd name="T51" fmla="*/ 1521 h 2369"/>
                <a:gd name="T52" fmla="*/ 24 w 1481"/>
                <a:gd name="T53" fmla="*/ 1338 h 2369"/>
                <a:gd name="T54" fmla="*/ 3 w 1481"/>
                <a:gd name="T55" fmla="*/ 1150 h 2369"/>
                <a:gd name="T56" fmla="*/ 3 w 1481"/>
                <a:gd name="T57" fmla="*/ 960 h 2369"/>
                <a:gd name="T58" fmla="*/ 24 w 1481"/>
                <a:gd name="T59" fmla="*/ 775 h 2369"/>
                <a:gd name="T60" fmla="*/ 66 w 1481"/>
                <a:gd name="T61" fmla="*/ 593 h 2369"/>
                <a:gd name="T62" fmla="*/ 127 w 1481"/>
                <a:gd name="T63" fmla="*/ 419 h 2369"/>
                <a:gd name="T64" fmla="*/ 209 w 1481"/>
                <a:gd name="T65" fmla="*/ 251 h 2369"/>
                <a:gd name="T66" fmla="*/ 308 w 1481"/>
                <a:gd name="T67" fmla="*/ 93 h 2369"/>
                <a:gd name="T68" fmla="*/ 374 w 1481"/>
                <a:gd name="T69" fmla="*/ 9 h 2369"/>
                <a:gd name="T70" fmla="*/ 401 w 1481"/>
                <a:gd name="T71" fmla="*/ 0 h 2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1" h="2369">
                  <a:moveTo>
                    <a:pt x="435" y="383"/>
                  </a:moveTo>
                  <a:lnTo>
                    <a:pt x="403" y="446"/>
                  </a:lnTo>
                  <a:lnTo>
                    <a:pt x="373" y="510"/>
                  </a:lnTo>
                  <a:lnTo>
                    <a:pt x="348" y="575"/>
                  </a:lnTo>
                  <a:lnTo>
                    <a:pt x="322" y="653"/>
                  </a:lnTo>
                  <a:lnTo>
                    <a:pt x="301" y="731"/>
                  </a:lnTo>
                  <a:lnTo>
                    <a:pt x="284" y="810"/>
                  </a:lnTo>
                  <a:lnTo>
                    <a:pt x="273" y="891"/>
                  </a:lnTo>
                  <a:lnTo>
                    <a:pt x="266" y="972"/>
                  </a:lnTo>
                  <a:lnTo>
                    <a:pt x="263" y="1053"/>
                  </a:lnTo>
                  <a:lnTo>
                    <a:pt x="266" y="1148"/>
                  </a:lnTo>
                  <a:lnTo>
                    <a:pt x="276" y="1241"/>
                  </a:lnTo>
                  <a:lnTo>
                    <a:pt x="291" y="1333"/>
                  </a:lnTo>
                  <a:lnTo>
                    <a:pt x="312" y="1423"/>
                  </a:lnTo>
                  <a:lnTo>
                    <a:pt x="340" y="1512"/>
                  </a:lnTo>
                  <a:lnTo>
                    <a:pt x="373" y="1598"/>
                  </a:lnTo>
                  <a:lnTo>
                    <a:pt x="413" y="1683"/>
                  </a:lnTo>
                  <a:lnTo>
                    <a:pt x="448" y="1748"/>
                  </a:lnTo>
                  <a:lnTo>
                    <a:pt x="487" y="1811"/>
                  </a:lnTo>
                  <a:lnTo>
                    <a:pt x="529" y="1872"/>
                  </a:lnTo>
                  <a:lnTo>
                    <a:pt x="574" y="1931"/>
                  </a:lnTo>
                  <a:lnTo>
                    <a:pt x="624" y="1988"/>
                  </a:lnTo>
                  <a:lnTo>
                    <a:pt x="1162" y="1111"/>
                  </a:lnTo>
                  <a:lnTo>
                    <a:pt x="435" y="383"/>
                  </a:lnTo>
                  <a:close/>
                  <a:moveTo>
                    <a:pt x="401" y="0"/>
                  </a:moveTo>
                  <a:lnTo>
                    <a:pt x="415" y="1"/>
                  </a:lnTo>
                  <a:lnTo>
                    <a:pt x="428" y="6"/>
                  </a:lnTo>
                  <a:lnTo>
                    <a:pt x="439" y="15"/>
                  </a:lnTo>
                  <a:lnTo>
                    <a:pt x="1466" y="1043"/>
                  </a:lnTo>
                  <a:lnTo>
                    <a:pt x="1475" y="1054"/>
                  </a:lnTo>
                  <a:lnTo>
                    <a:pt x="1480" y="1067"/>
                  </a:lnTo>
                  <a:lnTo>
                    <a:pt x="1481" y="1081"/>
                  </a:lnTo>
                  <a:lnTo>
                    <a:pt x="1479" y="1094"/>
                  </a:lnTo>
                  <a:lnTo>
                    <a:pt x="1474" y="1106"/>
                  </a:lnTo>
                  <a:lnTo>
                    <a:pt x="713" y="2345"/>
                  </a:lnTo>
                  <a:lnTo>
                    <a:pt x="704" y="2356"/>
                  </a:lnTo>
                  <a:lnTo>
                    <a:pt x="692" y="2364"/>
                  </a:lnTo>
                  <a:lnTo>
                    <a:pt x="679" y="2368"/>
                  </a:lnTo>
                  <a:lnTo>
                    <a:pt x="670" y="2369"/>
                  </a:lnTo>
                  <a:lnTo>
                    <a:pt x="654" y="2366"/>
                  </a:lnTo>
                  <a:lnTo>
                    <a:pt x="639" y="2359"/>
                  </a:lnTo>
                  <a:lnTo>
                    <a:pt x="564" y="2298"/>
                  </a:lnTo>
                  <a:lnTo>
                    <a:pt x="494" y="2234"/>
                  </a:lnTo>
                  <a:lnTo>
                    <a:pt x="429" y="2166"/>
                  </a:lnTo>
                  <a:lnTo>
                    <a:pt x="368" y="2094"/>
                  </a:lnTo>
                  <a:lnTo>
                    <a:pt x="311" y="2020"/>
                  </a:lnTo>
                  <a:lnTo>
                    <a:pt x="259" y="1944"/>
                  </a:lnTo>
                  <a:lnTo>
                    <a:pt x="211" y="1863"/>
                  </a:lnTo>
                  <a:lnTo>
                    <a:pt x="167" y="1781"/>
                  </a:lnTo>
                  <a:lnTo>
                    <a:pt x="128" y="1696"/>
                  </a:lnTo>
                  <a:lnTo>
                    <a:pt x="95" y="1610"/>
                  </a:lnTo>
                  <a:lnTo>
                    <a:pt x="66" y="1521"/>
                  </a:lnTo>
                  <a:lnTo>
                    <a:pt x="43" y="1430"/>
                  </a:lnTo>
                  <a:lnTo>
                    <a:pt x="24" y="1338"/>
                  </a:lnTo>
                  <a:lnTo>
                    <a:pt x="11" y="1244"/>
                  </a:lnTo>
                  <a:lnTo>
                    <a:pt x="3" y="1150"/>
                  </a:lnTo>
                  <a:lnTo>
                    <a:pt x="0" y="1053"/>
                  </a:lnTo>
                  <a:lnTo>
                    <a:pt x="3" y="960"/>
                  </a:lnTo>
                  <a:lnTo>
                    <a:pt x="11" y="867"/>
                  </a:lnTo>
                  <a:lnTo>
                    <a:pt x="24" y="775"/>
                  </a:lnTo>
                  <a:lnTo>
                    <a:pt x="42" y="684"/>
                  </a:lnTo>
                  <a:lnTo>
                    <a:pt x="66" y="593"/>
                  </a:lnTo>
                  <a:lnTo>
                    <a:pt x="94" y="505"/>
                  </a:lnTo>
                  <a:lnTo>
                    <a:pt x="127" y="419"/>
                  </a:lnTo>
                  <a:lnTo>
                    <a:pt x="165" y="333"/>
                  </a:lnTo>
                  <a:lnTo>
                    <a:pt x="209" y="251"/>
                  </a:lnTo>
                  <a:lnTo>
                    <a:pt x="256" y="170"/>
                  </a:lnTo>
                  <a:lnTo>
                    <a:pt x="308" y="93"/>
                  </a:lnTo>
                  <a:lnTo>
                    <a:pt x="364" y="19"/>
                  </a:lnTo>
                  <a:lnTo>
                    <a:pt x="374" y="9"/>
                  </a:lnTo>
                  <a:lnTo>
                    <a:pt x="387" y="3"/>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50" name="Freeform 58">
              <a:extLst>
                <a:ext uri="{FF2B5EF4-FFF2-40B4-BE49-F238E27FC236}">
                  <a16:creationId xmlns:a16="http://schemas.microsoft.com/office/drawing/2014/main" id="{3DDA55D8-78BA-42CC-834F-F8435C776681}"/>
                </a:ext>
              </a:extLst>
            </p:cNvPr>
            <p:cNvSpPr>
              <a:spLocks/>
            </p:cNvSpPr>
            <p:nvPr/>
          </p:nvSpPr>
          <p:spPr bwMode="auto">
            <a:xfrm>
              <a:off x="4373563" y="4878388"/>
              <a:ext cx="250825" cy="161925"/>
            </a:xfrm>
            <a:custGeom>
              <a:avLst/>
              <a:gdLst>
                <a:gd name="T0" fmla="*/ 832 w 2375"/>
                <a:gd name="T1" fmla="*/ 0 h 1530"/>
                <a:gd name="T2" fmla="*/ 2325 w 2375"/>
                <a:gd name="T3" fmla="*/ 0 h 1530"/>
                <a:gd name="T4" fmla="*/ 2338 w 2375"/>
                <a:gd name="T5" fmla="*/ 2 h 1530"/>
                <a:gd name="T6" fmla="*/ 2351 w 2375"/>
                <a:gd name="T7" fmla="*/ 8 h 1530"/>
                <a:gd name="T8" fmla="*/ 2362 w 2375"/>
                <a:gd name="T9" fmla="*/ 17 h 1530"/>
                <a:gd name="T10" fmla="*/ 2370 w 2375"/>
                <a:gd name="T11" fmla="*/ 29 h 1530"/>
                <a:gd name="T12" fmla="*/ 2374 w 2375"/>
                <a:gd name="T13" fmla="*/ 42 h 1530"/>
                <a:gd name="T14" fmla="*/ 2375 w 2375"/>
                <a:gd name="T15" fmla="*/ 56 h 1530"/>
                <a:gd name="T16" fmla="*/ 2362 w 2375"/>
                <a:gd name="T17" fmla="*/ 150 h 1530"/>
                <a:gd name="T18" fmla="*/ 2344 w 2375"/>
                <a:gd name="T19" fmla="*/ 242 h 1530"/>
                <a:gd name="T20" fmla="*/ 2322 w 2375"/>
                <a:gd name="T21" fmla="*/ 333 h 1530"/>
                <a:gd name="T22" fmla="*/ 2294 w 2375"/>
                <a:gd name="T23" fmla="*/ 421 h 1530"/>
                <a:gd name="T24" fmla="*/ 2262 w 2375"/>
                <a:gd name="T25" fmla="*/ 507 h 1530"/>
                <a:gd name="T26" fmla="*/ 2225 w 2375"/>
                <a:gd name="T27" fmla="*/ 592 h 1530"/>
                <a:gd name="T28" fmla="*/ 2183 w 2375"/>
                <a:gd name="T29" fmla="*/ 674 h 1530"/>
                <a:gd name="T30" fmla="*/ 2136 w 2375"/>
                <a:gd name="T31" fmla="*/ 754 h 1530"/>
                <a:gd name="T32" fmla="*/ 2085 w 2375"/>
                <a:gd name="T33" fmla="*/ 831 h 1530"/>
                <a:gd name="T34" fmla="*/ 2030 w 2375"/>
                <a:gd name="T35" fmla="*/ 905 h 1530"/>
                <a:gd name="T36" fmla="*/ 1971 w 2375"/>
                <a:gd name="T37" fmla="*/ 976 h 1530"/>
                <a:gd name="T38" fmla="*/ 1908 w 2375"/>
                <a:gd name="T39" fmla="*/ 1045 h 1530"/>
                <a:gd name="T40" fmla="*/ 1840 w 2375"/>
                <a:gd name="T41" fmla="*/ 1109 h 1530"/>
                <a:gd name="T42" fmla="*/ 1769 w 2375"/>
                <a:gd name="T43" fmla="*/ 1169 h 1530"/>
                <a:gd name="T44" fmla="*/ 1694 w 2375"/>
                <a:gd name="T45" fmla="*/ 1226 h 1530"/>
                <a:gd name="T46" fmla="*/ 1618 w 2375"/>
                <a:gd name="T47" fmla="*/ 1277 h 1530"/>
                <a:gd name="T48" fmla="*/ 1538 w 2375"/>
                <a:gd name="T49" fmla="*/ 1324 h 1530"/>
                <a:gd name="T50" fmla="*/ 1456 w 2375"/>
                <a:gd name="T51" fmla="*/ 1366 h 1530"/>
                <a:gd name="T52" fmla="*/ 1372 w 2375"/>
                <a:gd name="T53" fmla="*/ 1404 h 1530"/>
                <a:gd name="T54" fmla="*/ 1285 w 2375"/>
                <a:gd name="T55" fmla="*/ 1437 h 1530"/>
                <a:gd name="T56" fmla="*/ 1197 w 2375"/>
                <a:gd name="T57" fmla="*/ 1465 h 1530"/>
                <a:gd name="T58" fmla="*/ 1108 w 2375"/>
                <a:gd name="T59" fmla="*/ 1488 h 1530"/>
                <a:gd name="T60" fmla="*/ 1017 w 2375"/>
                <a:gd name="T61" fmla="*/ 1506 h 1530"/>
                <a:gd name="T62" fmla="*/ 924 w 2375"/>
                <a:gd name="T63" fmla="*/ 1519 h 1530"/>
                <a:gd name="T64" fmla="*/ 831 w 2375"/>
                <a:gd name="T65" fmla="*/ 1527 h 1530"/>
                <a:gd name="T66" fmla="*/ 737 w 2375"/>
                <a:gd name="T67" fmla="*/ 1530 h 1530"/>
                <a:gd name="T68" fmla="*/ 644 w 2375"/>
                <a:gd name="T69" fmla="*/ 1527 h 1530"/>
                <a:gd name="T70" fmla="*/ 553 w 2375"/>
                <a:gd name="T71" fmla="*/ 1520 h 1530"/>
                <a:gd name="T72" fmla="*/ 462 w 2375"/>
                <a:gd name="T73" fmla="*/ 1507 h 1530"/>
                <a:gd name="T74" fmla="*/ 373 w 2375"/>
                <a:gd name="T75" fmla="*/ 1490 h 1530"/>
                <a:gd name="T76" fmla="*/ 285 w 2375"/>
                <a:gd name="T77" fmla="*/ 1468 h 1530"/>
                <a:gd name="T78" fmla="*/ 199 w 2375"/>
                <a:gd name="T79" fmla="*/ 1440 h 1530"/>
                <a:gd name="T80" fmla="*/ 113 w 2375"/>
                <a:gd name="T81" fmla="*/ 1407 h 1530"/>
                <a:gd name="T82" fmla="*/ 29 w 2375"/>
                <a:gd name="T83" fmla="*/ 1370 h 1530"/>
                <a:gd name="T84" fmla="*/ 17 w 2375"/>
                <a:gd name="T85" fmla="*/ 1362 h 1530"/>
                <a:gd name="T86" fmla="*/ 8 w 2375"/>
                <a:gd name="T87" fmla="*/ 1352 h 1530"/>
                <a:gd name="T88" fmla="*/ 2 w 2375"/>
                <a:gd name="T89" fmla="*/ 1339 h 1530"/>
                <a:gd name="T90" fmla="*/ 0 w 2375"/>
                <a:gd name="T91" fmla="*/ 1325 h 1530"/>
                <a:gd name="T92" fmla="*/ 2 w 2375"/>
                <a:gd name="T93" fmla="*/ 1311 h 1530"/>
                <a:gd name="T94" fmla="*/ 8 w 2375"/>
                <a:gd name="T95" fmla="*/ 1298 h 1530"/>
                <a:gd name="T96" fmla="*/ 789 w 2375"/>
                <a:gd name="T97" fmla="*/ 24 h 1530"/>
                <a:gd name="T98" fmla="*/ 798 w 2375"/>
                <a:gd name="T99" fmla="*/ 14 h 1530"/>
                <a:gd name="T100" fmla="*/ 808 w 2375"/>
                <a:gd name="T101" fmla="*/ 7 h 1530"/>
                <a:gd name="T102" fmla="*/ 820 w 2375"/>
                <a:gd name="T103" fmla="*/ 2 h 1530"/>
                <a:gd name="T104" fmla="*/ 832 w 2375"/>
                <a:gd name="T105" fmla="*/ 0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75" h="1530">
                  <a:moveTo>
                    <a:pt x="832" y="0"/>
                  </a:moveTo>
                  <a:lnTo>
                    <a:pt x="2325" y="0"/>
                  </a:lnTo>
                  <a:lnTo>
                    <a:pt x="2338" y="2"/>
                  </a:lnTo>
                  <a:lnTo>
                    <a:pt x="2351" y="8"/>
                  </a:lnTo>
                  <a:lnTo>
                    <a:pt x="2362" y="17"/>
                  </a:lnTo>
                  <a:lnTo>
                    <a:pt x="2370" y="29"/>
                  </a:lnTo>
                  <a:lnTo>
                    <a:pt x="2374" y="42"/>
                  </a:lnTo>
                  <a:lnTo>
                    <a:pt x="2375" y="56"/>
                  </a:lnTo>
                  <a:lnTo>
                    <a:pt x="2362" y="150"/>
                  </a:lnTo>
                  <a:lnTo>
                    <a:pt x="2344" y="242"/>
                  </a:lnTo>
                  <a:lnTo>
                    <a:pt x="2322" y="333"/>
                  </a:lnTo>
                  <a:lnTo>
                    <a:pt x="2294" y="421"/>
                  </a:lnTo>
                  <a:lnTo>
                    <a:pt x="2262" y="507"/>
                  </a:lnTo>
                  <a:lnTo>
                    <a:pt x="2225" y="592"/>
                  </a:lnTo>
                  <a:lnTo>
                    <a:pt x="2183" y="674"/>
                  </a:lnTo>
                  <a:lnTo>
                    <a:pt x="2136" y="754"/>
                  </a:lnTo>
                  <a:lnTo>
                    <a:pt x="2085" y="831"/>
                  </a:lnTo>
                  <a:lnTo>
                    <a:pt x="2030" y="905"/>
                  </a:lnTo>
                  <a:lnTo>
                    <a:pt x="1971" y="976"/>
                  </a:lnTo>
                  <a:lnTo>
                    <a:pt x="1908" y="1045"/>
                  </a:lnTo>
                  <a:lnTo>
                    <a:pt x="1840" y="1109"/>
                  </a:lnTo>
                  <a:lnTo>
                    <a:pt x="1769" y="1169"/>
                  </a:lnTo>
                  <a:lnTo>
                    <a:pt x="1694" y="1226"/>
                  </a:lnTo>
                  <a:lnTo>
                    <a:pt x="1618" y="1277"/>
                  </a:lnTo>
                  <a:lnTo>
                    <a:pt x="1538" y="1324"/>
                  </a:lnTo>
                  <a:lnTo>
                    <a:pt x="1456" y="1366"/>
                  </a:lnTo>
                  <a:lnTo>
                    <a:pt x="1372" y="1404"/>
                  </a:lnTo>
                  <a:lnTo>
                    <a:pt x="1285" y="1437"/>
                  </a:lnTo>
                  <a:lnTo>
                    <a:pt x="1197" y="1465"/>
                  </a:lnTo>
                  <a:lnTo>
                    <a:pt x="1108" y="1488"/>
                  </a:lnTo>
                  <a:lnTo>
                    <a:pt x="1017" y="1506"/>
                  </a:lnTo>
                  <a:lnTo>
                    <a:pt x="924" y="1519"/>
                  </a:lnTo>
                  <a:lnTo>
                    <a:pt x="831" y="1527"/>
                  </a:lnTo>
                  <a:lnTo>
                    <a:pt x="737" y="1530"/>
                  </a:lnTo>
                  <a:lnTo>
                    <a:pt x="644" y="1527"/>
                  </a:lnTo>
                  <a:lnTo>
                    <a:pt x="553" y="1520"/>
                  </a:lnTo>
                  <a:lnTo>
                    <a:pt x="462" y="1507"/>
                  </a:lnTo>
                  <a:lnTo>
                    <a:pt x="373" y="1490"/>
                  </a:lnTo>
                  <a:lnTo>
                    <a:pt x="285" y="1468"/>
                  </a:lnTo>
                  <a:lnTo>
                    <a:pt x="199" y="1440"/>
                  </a:lnTo>
                  <a:lnTo>
                    <a:pt x="113" y="1407"/>
                  </a:lnTo>
                  <a:lnTo>
                    <a:pt x="29" y="1370"/>
                  </a:lnTo>
                  <a:lnTo>
                    <a:pt x="17" y="1362"/>
                  </a:lnTo>
                  <a:lnTo>
                    <a:pt x="8" y="1352"/>
                  </a:lnTo>
                  <a:lnTo>
                    <a:pt x="2" y="1339"/>
                  </a:lnTo>
                  <a:lnTo>
                    <a:pt x="0" y="1325"/>
                  </a:lnTo>
                  <a:lnTo>
                    <a:pt x="2" y="1311"/>
                  </a:lnTo>
                  <a:lnTo>
                    <a:pt x="8" y="1298"/>
                  </a:lnTo>
                  <a:lnTo>
                    <a:pt x="789" y="24"/>
                  </a:lnTo>
                  <a:lnTo>
                    <a:pt x="798" y="14"/>
                  </a:lnTo>
                  <a:lnTo>
                    <a:pt x="808" y="7"/>
                  </a:lnTo>
                  <a:lnTo>
                    <a:pt x="820" y="2"/>
                  </a:lnTo>
                  <a:lnTo>
                    <a:pt x="8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grpSp>
        <p:nvGrpSpPr>
          <p:cNvPr id="51" name="Group 50">
            <a:extLst>
              <a:ext uri="{FF2B5EF4-FFF2-40B4-BE49-F238E27FC236}">
                <a16:creationId xmlns:a16="http://schemas.microsoft.com/office/drawing/2014/main" id="{B50E8AE1-BDE5-4739-90C5-81B56A1DEB5F}"/>
              </a:ext>
            </a:extLst>
          </p:cNvPr>
          <p:cNvGrpSpPr/>
          <p:nvPr/>
        </p:nvGrpSpPr>
        <p:grpSpPr>
          <a:xfrm>
            <a:off x="4889095" y="2597195"/>
            <a:ext cx="363603" cy="361201"/>
            <a:chOff x="5509038" y="2829908"/>
            <a:chExt cx="376386" cy="373901"/>
          </a:xfrm>
          <a:solidFill>
            <a:schemeClr val="bg1"/>
          </a:solidFill>
        </p:grpSpPr>
        <p:sp>
          <p:nvSpPr>
            <p:cNvPr id="52" name="Freeform 6">
              <a:extLst>
                <a:ext uri="{FF2B5EF4-FFF2-40B4-BE49-F238E27FC236}">
                  <a16:creationId xmlns:a16="http://schemas.microsoft.com/office/drawing/2014/main" id="{8A2188D5-D510-4275-8ABD-8F81200EE60F}"/>
                </a:ext>
              </a:extLst>
            </p:cNvPr>
            <p:cNvSpPr>
              <a:spLocks/>
            </p:cNvSpPr>
            <p:nvPr/>
          </p:nvSpPr>
          <p:spPr bwMode="auto">
            <a:xfrm>
              <a:off x="5509038" y="2887049"/>
              <a:ext cx="318002" cy="316760"/>
            </a:xfrm>
            <a:custGeom>
              <a:avLst/>
              <a:gdLst>
                <a:gd name="T0" fmla="*/ 910 w 2818"/>
                <a:gd name="T1" fmla="*/ 10 h 2801"/>
                <a:gd name="T2" fmla="*/ 1156 w 2818"/>
                <a:gd name="T3" fmla="*/ 65 h 2801"/>
                <a:gd name="T4" fmla="*/ 1408 w 2818"/>
                <a:gd name="T5" fmla="*/ 164 h 2801"/>
                <a:gd name="T6" fmla="*/ 1660 w 2818"/>
                <a:gd name="T7" fmla="*/ 305 h 2801"/>
                <a:gd name="T8" fmla="*/ 1667 w 2818"/>
                <a:gd name="T9" fmla="*/ 440 h 2801"/>
                <a:gd name="T10" fmla="*/ 1530 w 2818"/>
                <a:gd name="T11" fmla="*/ 624 h 2801"/>
                <a:gd name="T12" fmla="*/ 1309 w 2818"/>
                <a:gd name="T13" fmla="*/ 493 h 2801"/>
                <a:gd name="T14" fmla="*/ 1092 w 2818"/>
                <a:gd name="T15" fmla="*/ 400 h 2801"/>
                <a:gd name="T16" fmla="*/ 884 w 2818"/>
                <a:gd name="T17" fmla="*/ 348 h 2801"/>
                <a:gd name="T18" fmla="*/ 697 w 2818"/>
                <a:gd name="T19" fmla="*/ 340 h 2801"/>
                <a:gd name="T20" fmla="*/ 554 w 2818"/>
                <a:gd name="T21" fmla="*/ 372 h 2801"/>
                <a:gd name="T22" fmla="*/ 445 w 2818"/>
                <a:gd name="T23" fmla="*/ 444 h 2801"/>
                <a:gd name="T24" fmla="*/ 377 w 2818"/>
                <a:gd name="T25" fmla="*/ 547 h 2801"/>
                <a:gd name="T26" fmla="*/ 344 w 2818"/>
                <a:gd name="T27" fmla="*/ 684 h 2801"/>
                <a:gd name="T28" fmla="*/ 348 w 2818"/>
                <a:gd name="T29" fmla="*/ 849 h 2801"/>
                <a:gd name="T30" fmla="*/ 388 w 2818"/>
                <a:gd name="T31" fmla="*/ 1035 h 2801"/>
                <a:gd name="T32" fmla="*/ 465 w 2818"/>
                <a:gd name="T33" fmla="*/ 1236 h 2801"/>
                <a:gd name="T34" fmla="*/ 580 w 2818"/>
                <a:gd name="T35" fmla="*/ 1449 h 2801"/>
                <a:gd name="T36" fmla="*/ 734 w 2818"/>
                <a:gd name="T37" fmla="*/ 1665 h 2801"/>
                <a:gd name="T38" fmla="*/ 927 w 2818"/>
                <a:gd name="T39" fmla="*/ 1879 h 2801"/>
                <a:gd name="T40" fmla="*/ 1138 w 2818"/>
                <a:gd name="T41" fmla="*/ 2066 h 2801"/>
                <a:gd name="T42" fmla="*/ 1357 w 2818"/>
                <a:gd name="T43" fmla="*/ 2222 h 2801"/>
                <a:gd name="T44" fmla="*/ 1578 w 2818"/>
                <a:gd name="T45" fmla="*/ 2342 h 2801"/>
                <a:gd name="T46" fmla="*/ 1795 w 2818"/>
                <a:gd name="T47" fmla="*/ 2422 h 2801"/>
                <a:gd name="T48" fmla="*/ 2000 w 2818"/>
                <a:gd name="T49" fmla="*/ 2461 h 2801"/>
                <a:gd name="T50" fmla="*/ 2171 w 2818"/>
                <a:gd name="T51" fmla="*/ 2454 h 2801"/>
                <a:gd name="T52" fmla="*/ 2303 w 2818"/>
                <a:gd name="T53" fmla="*/ 2409 h 2801"/>
                <a:gd name="T54" fmla="*/ 2399 w 2818"/>
                <a:gd name="T55" fmla="*/ 2326 h 2801"/>
                <a:gd name="T56" fmla="*/ 2455 w 2818"/>
                <a:gd name="T57" fmla="*/ 2214 h 2801"/>
                <a:gd name="T58" fmla="*/ 2477 w 2818"/>
                <a:gd name="T59" fmla="*/ 2073 h 2801"/>
                <a:gd name="T60" fmla="*/ 2465 w 2818"/>
                <a:gd name="T61" fmla="*/ 1906 h 2801"/>
                <a:gd name="T62" fmla="*/ 2410 w 2818"/>
                <a:gd name="T63" fmla="*/ 1701 h 2801"/>
                <a:gd name="T64" fmla="*/ 2294 w 2818"/>
                <a:gd name="T65" fmla="*/ 1449 h 2801"/>
                <a:gd name="T66" fmla="*/ 2252 w 2818"/>
                <a:gd name="T67" fmla="*/ 1241 h 2801"/>
                <a:gd name="T68" fmla="*/ 2436 w 2818"/>
                <a:gd name="T69" fmla="*/ 1087 h 2801"/>
                <a:gd name="T70" fmla="*/ 2568 w 2818"/>
                <a:gd name="T71" fmla="*/ 1244 h 2801"/>
                <a:gd name="T72" fmla="*/ 2701 w 2818"/>
                <a:gd name="T73" fmla="*/ 1513 h 2801"/>
                <a:gd name="T74" fmla="*/ 2785 w 2818"/>
                <a:gd name="T75" fmla="*/ 1772 h 2801"/>
                <a:gd name="T76" fmla="*/ 2817 w 2818"/>
                <a:gd name="T77" fmla="*/ 2001 h 2801"/>
                <a:gd name="T78" fmla="*/ 2807 w 2818"/>
                <a:gd name="T79" fmla="*/ 2209 h 2801"/>
                <a:gd name="T80" fmla="*/ 2751 w 2818"/>
                <a:gd name="T81" fmla="*/ 2393 h 2801"/>
                <a:gd name="T82" fmla="*/ 2654 w 2818"/>
                <a:gd name="T83" fmla="*/ 2550 h 2801"/>
                <a:gd name="T84" fmla="*/ 2525 w 2818"/>
                <a:gd name="T85" fmla="*/ 2669 h 2801"/>
                <a:gd name="T86" fmla="*/ 2371 w 2818"/>
                <a:gd name="T87" fmla="*/ 2749 h 2801"/>
                <a:gd name="T88" fmla="*/ 2194 w 2818"/>
                <a:gd name="T89" fmla="*/ 2792 h 2801"/>
                <a:gd name="T90" fmla="*/ 1982 w 2818"/>
                <a:gd name="T91" fmla="*/ 2799 h 2801"/>
                <a:gd name="T92" fmla="*/ 1727 w 2818"/>
                <a:gd name="T93" fmla="*/ 2755 h 2801"/>
                <a:gd name="T94" fmla="*/ 1464 w 2818"/>
                <a:gd name="T95" fmla="*/ 2661 h 2801"/>
                <a:gd name="T96" fmla="*/ 1198 w 2818"/>
                <a:gd name="T97" fmla="*/ 2522 h 2801"/>
                <a:gd name="T98" fmla="*/ 936 w 2818"/>
                <a:gd name="T99" fmla="*/ 2340 h 2801"/>
                <a:gd name="T100" fmla="*/ 686 w 2818"/>
                <a:gd name="T101" fmla="*/ 2118 h 2801"/>
                <a:gd name="T102" fmla="*/ 486 w 2818"/>
                <a:gd name="T103" fmla="*/ 1897 h 2801"/>
                <a:gd name="T104" fmla="*/ 317 w 2818"/>
                <a:gd name="T105" fmla="*/ 1669 h 2801"/>
                <a:gd name="T106" fmla="*/ 184 w 2818"/>
                <a:gd name="T107" fmla="*/ 1438 h 2801"/>
                <a:gd name="T108" fmla="*/ 86 w 2818"/>
                <a:gd name="T109" fmla="*/ 1209 h 2801"/>
                <a:gd name="T110" fmla="*/ 24 w 2818"/>
                <a:gd name="T111" fmla="*/ 987 h 2801"/>
                <a:gd name="T112" fmla="*/ 0 w 2818"/>
                <a:gd name="T113" fmla="*/ 776 h 2801"/>
                <a:gd name="T114" fmla="*/ 14 w 2818"/>
                <a:gd name="T115" fmla="*/ 579 h 2801"/>
                <a:gd name="T116" fmla="*/ 68 w 2818"/>
                <a:gd name="T117" fmla="*/ 401 h 2801"/>
                <a:gd name="T118" fmla="*/ 163 w 2818"/>
                <a:gd name="T119" fmla="*/ 249 h 2801"/>
                <a:gd name="T120" fmla="*/ 292 w 2818"/>
                <a:gd name="T121" fmla="*/ 132 h 2801"/>
                <a:gd name="T122" fmla="*/ 445 w 2818"/>
                <a:gd name="T123" fmla="*/ 52 h 2801"/>
                <a:gd name="T124" fmla="*/ 623 w 2818"/>
                <a:gd name="T125" fmla="*/ 8 h 2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18" h="2801">
                  <a:moveTo>
                    <a:pt x="753" y="0"/>
                  </a:moveTo>
                  <a:lnTo>
                    <a:pt x="830" y="2"/>
                  </a:lnTo>
                  <a:lnTo>
                    <a:pt x="910" y="10"/>
                  </a:lnTo>
                  <a:lnTo>
                    <a:pt x="991" y="24"/>
                  </a:lnTo>
                  <a:lnTo>
                    <a:pt x="1073" y="41"/>
                  </a:lnTo>
                  <a:lnTo>
                    <a:pt x="1156" y="65"/>
                  </a:lnTo>
                  <a:lnTo>
                    <a:pt x="1240" y="93"/>
                  </a:lnTo>
                  <a:lnTo>
                    <a:pt x="1323" y="127"/>
                  </a:lnTo>
                  <a:lnTo>
                    <a:pt x="1408" y="164"/>
                  </a:lnTo>
                  <a:lnTo>
                    <a:pt x="1492" y="207"/>
                  </a:lnTo>
                  <a:lnTo>
                    <a:pt x="1577" y="254"/>
                  </a:lnTo>
                  <a:lnTo>
                    <a:pt x="1660" y="305"/>
                  </a:lnTo>
                  <a:lnTo>
                    <a:pt x="1744" y="360"/>
                  </a:lnTo>
                  <a:lnTo>
                    <a:pt x="1724" y="379"/>
                  </a:lnTo>
                  <a:lnTo>
                    <a:pt x="1667" y="440"/>
                  </a:lnTo>
                  <a:lnTo>
                    <a:pt x="1615" y="500"/>
                  </a:lnTo>
                  <a:lnTo>
                    <a:pt x="1570" y="563"/>
                  </a:lnTo>
                  <a:lnTo>
                    <a:pt x="1530" y="624"/>
                  </a:lnTo>
                  <a:lnTo>
                    <a:pt x="1456" y="576"/>
                  </a:lnTo>
                  <a:lnTo>
                    <a:pt x="1383" y="532"/>
                  </a:lnTo>
                  <a:lnTo>
                    <a:pt x="1309" y="493"/>
                  </a:lnTo>
                  <a:lnTo>
                    <a:pt x="1236" y="457"/>
                  </a:lnTo>
                  <a:lnTo>
                    <a:pt x="1163" y="426"/>
                  </a:lnTo>
                  <a:lnTo>
                    <a:pt x="1092" y="400"/>
                  </a:lnTo>
                  <a:lnTo>
                    <a:pt x="1021" y="378"/>
                  </a:lnTo>
                  <a:lnTo>
                    <a:pt x="952" y="361"/>
                  </a:lnTo>
                  <a:lnTo>
                    <a:pt x="884" y="348"/>
                  </a:lnTo>
                  <a:lnTo>
                    <a:pt x="817" y="340"/>
                  </a:lnTo>
                  <a:lnTo>
                    <a:pt x="753" y="338"/>
                  </a:lnTo>
                  <a:lnTo>
                    <a:pt x="697" y="340"/>
                  </a:lnTo>
                  <a:lnTo>
                    <a:pt x="646" y="346"/>
                  </a:lnTo>
                  <a:lnTo>
                    <a:pt x="598" y="358"/>
                  </a:lnTo>
                  <a:lnTo>
                    <a:pt x="554" y="372"/>
                  </a:lnTo>
                  <a:lnTo>
                    <a:pt x="514" y="392"/>
                  </a:lnTo>
                  <a:lnTo>
                    <a:pt x="477" y="416"/>
                  </a:lnTo>
                  <a:lnTo>
                    <a:pt x="445" y="444"/>
                  </a:lnTo>
                  <a:lnTo>
                    <a:pt x="419" y="474"/>
                  </a:lnTo>
                  <a:lnTo>
                    <a:pt x="396" y="508"/>
                  </a:lnTo>
                  <a:lnTo>
                    <a:pt x="377" y="547"/>
                  </a:lnTo>
                  <a:lnTo>
                    <a:pt x="362" y="590"/>
                  </a:lnTo>
                  <a:lnTo>
                    <a:pt x="352" y="635"/>
                  </a:lnTo>
                  <a:lnTo>
                    <a:pt x="344" y="684"/>
                  </a:lnTo>
                  <a:lnTo>
                    <a:pt x="341" y="736"/>
                  </a:lnTo>
                  <a:lnTo>
                    <a:pt x="343" y="791"/>
                  </a:lnTo>
                  <a:lnTo>
                    <a:pt x="348" y="849"/>
                  </a:lnTo>
                  <a:lnTo>
                    <a:pt x="357" y="908"/>
                  </a:lnTo>
                  <a:lnTo>
                    <a:pt x="371" y="970"/>
                  </a:lnTo>
                  <a:lnTo>
                    <a:pt x="388" y="1035"/>
                  </a:lnTo>
                  <a:lnTo>
                    <a:pt x="409" y="1100"/>
                  </a:lnTo>
                  <a:lnTo>
                    <a:pt x="436" y="1168"/>
                  </a:lnTo>
                  <a:lnTo>
                    <a:pt x="465" y="1236"/>
                  </a:lnTo>
                  <a:lnTo>
                    <a:pt x="499" y="1306"/>
                  </a:lnTo>
                  <a:lnTo>
                    <a:pt x="538" y="1377"/>
                  </a:lnTo>
                  <a:lnTo>
                    <a:pt x="580" y="1449"/>
                  </a:lnTo>
                  <a:lnTo>
                    <a:pt x="627" y="1520"/>
                  </a:lnTo>
                  <a:lnTo>
                    <a:pt x="678" y="1592"/>
                  </a:lnTo>
                  <a:lnTo>
                    <a:pt x="734" y="1665"/>
                  </a:lnTo>
                  <a:lnTo>
                    <a:pt x="794" y="1737"/>
                  </a:lnTo>
                  <a:lnTo>
                    <a:pt x="859" y="1807"/>
                  </a:lnTo>
                  <a:lnTo>
                    <a:pt x="927" y="1879"/>
                  </a:lnTo>
                  <a:lnTo>
                    <a:pt x="996" y="1945"/>
                  </a:lnTo>
                  <a:lnTo>
                    <a:pt x="1066" y="2007"/>
                  </a:lnTo>
                  <a:lnTo>
                    <a:pt x="1138" y="2066"/>
                  </a:lnTo>
                  <a:lnTo>
                    <a:pt x="1210" y="2123"/>
                  </a:lnTo>
                  <a:lnTo>
                    <a:pt x="1284" y="2173"/>
                  </a:lnTo>
                  <a:lnTo>
                    <a:pt x="1357" y="2222"/>
                  </a:lnTo>
                  <a:lnTo>
                    <a:pt x="1431" y="2266"/>
                  </a:lnTo>
                  <a:lnTo>
                    <a:pt x="1504" y="2306"/>
                  </a:lnTo>
                  <a:lnTo>
                    <a:pt x="1578" y="2342"/>
                  </a:lnTo>
                  <a:lnTo>
                    <a:pt x="1651" y="2373"/>
                  </a:lnTo>
                  <a:lnTo>
                    <a:pt x="1723" y="2400"/>
                  </a:lnTo>
                  <a:lnTo>
                    <a:pt x="1795" y="2422"/>
                  </a:lnTo>
                  <a:lnTo>
                    <a:pt x="1865" y="2440"/>
                  </a:lnTo>
                  <a:lnTo>
                    <a:pt x="1933" y="2452"/>
                  </a:lnTo>
                  <a:lnTo>
                    <a:pt x="2000" y="2461"/>
                  </a:lnTo>
                  <a:lnTo>
                    <a:pt x="2065" y="2463"/>
                  </a:lnTo>
                  <a:lnTo>
                    <a:pt x="2119" y="2461"/>
                  </a:lnTo>
                  <a:lnTo>
                    <a:pt x="2171" y="2454"/>
                  </a:lnTo>
                  <a:lnTo>
                    <a:pt x="2220" y="2443"/>
                  </a:lnTo>
                  <a:lnTo>
                    <a:pt x="2264" y="2428"/>
                  </a:lnTo>
                  <a:lnTo>
                    <a:pt x="2303" y="2409"/>
                  </a:lnTo>
                  <a:lnTo>
                    <a:pt x="2340" y="2385"/>
                  </a:lnTo>
                  <a:lnTo>
                    <a:pt x="2371" y="2357"/>
                  </a:lnTo>
                  <a:lnTo>
                    <a:pt x="2399" y="2326"/>
                  </a:lnTo>
                  <a:lnTo>
                    <a:pt x="2421" y="2293"/>
                  </a:lnTo>
                  <a:lnTo>
                    <a:pt x="2439" y="2256"/>
                  </a:lnTo>
                  <a:lnTo>
                    <a:pt x="2455" y="2214"/>
                  </a:lnTo>
                  <a:lnTo>
                    <a:pt x="2467" y="2170"/>
                  </a:lnTo>
                  <a:lnTo>
                    <a:pt x="2474" y="2123"/>
                  </a:lnTo>
                  <a:lnTo>
                    <a:pt x="2477" y="2073"/>
                  </a:lnTo>
                  <a:lnTo>
                    <a:pt x="2477" y="2020"/>
                  </a:lnTo>
                  <a:lnTo>
                    <a:pt x="2473" y="1964"/>
                  </a:lnTo>
                  <a:lnTo>
                    <a:pt x="2465" y="1906"/>
                  </a:lnTo>
                  <a:lnTo>
                    <a:pt x="2453" y="1847"/>
                  </a:lnTo>
                  <a:lnTo>
                    <a:pt x="2436" y="1785"/>
                  </a:lnTo>
                  <a:lnTo>
                    <a:pt x="2410" y="1701"/>
                  </a:lnTo>
                  <a:lnTo>
                    <a:pt x="2377" y="1618"/>
                  </a:lnTo>
                  <a:lnTo>
                    <a:pt x="2338" y="1533"/>
                  </a:lnTo>
                  <a:lnTo>
                    <a:pt x="2294" y="1449"/>
                  </a:lnTo>
                  <a:lnTo>
                    <a:pt x="2245" y="1364"/>
                  </a:lnTo>
                  <a:lnTo>
                    <a:pt x="2190" y="1280"/>
                  </a:lnTo>
                  <a:lnTo>
                    <a:pt x="2252" y="1241"/>
                  </a:lnTo>
                  <a:lnTo>
                    <a:pt x="2314" y="1195"/>
                  </a:lnTo>
                  <a:lnTo>
                    <a:pt x="2376" y="1144"/>
                  </a:lnTo>
                  <a:lnTo>
                    <a:pt x="2436" y="1087"/>
                  </a:lnTo>
                  <a:lnTo>
                    <a:pt x="2455" y="1068"/>
                  </a:lnTo>
                  <a:lnTo>
                    <a:pt x="2514" y="1155"/>
                  </a:lnTo>
                  <a:lnTo>
                    <a:pt x="2568" y="1244"/>
                  </a:lnTo>
                  <a:lnTo>
                    <a:pt x="2617" y="1333"/>
                  </a:lnTo>
                  <a:lnTo>
                    <a:pt x="2662" y="1424"/>
                  </a:lnTo>
                  <a:lnTo>
                    <a:pt x="2701" y="1513"/>
                  </a:lnTo>
                  <a:lnTo>
                    <a:pt x="2736" y="1603"/>
                  </a:lnTo>
                  <a:lnTo>
                    <a:pt x="2764" y="1692"/>
                  </a:lnTo>
                  <a:lnTo>
                    <a:pt x="2785" y="1772"/>
                  </a:lnTo>
                  <a:lnTo>
                    <a:pt x="2801" y="1850"/>
                  </a:lnTo>
                  <a:lnTo>
                    <a:pt x="2812" y="1927"/>
                  </a:lnTo>
                  <a:lnTo>
                    <a:pt x="2817" y="2001"/>
                  </a:lnTo>
                  <a:lnTo>
                    <a:pt x="2818" y="2073"/>
                  </a:lnTo>
                  <a:lnTo>
                    <a:pt x="2815" y="2142"/>
                  </a:lnTo>
                  <a:lnTo>
                    <a:pt x="2807" y="2209"/>
                  </a:lnTo>
                  <a:lnTo>
                    <a:pt x="2793" y="2273"/>
                  </a:lnTo>
                  <a:lnTo>
                    <a:pt x="2774" y="2335"/>
                  </a:lnTo>
                  <a:lnTo>
                    <a:pt x="2751" y="2393"/>
                  </a:lnTo>
                  <a:lnTo>
                    <a:pt x="2724" y="2449"/>
                  </a:lnTo>
                  <a:lnTo>
                    <a:pt x="2692" y="2501"/>
                  </a:lnTo>
                  <a:lnTo>
                    <a:pt x="2654" y="2550"/>
                  </a:lnTo>
                  <a:lnTo>
                    <a:pt x="2612" y="2596"/>
                  </a:lnTo>
                  <a:lnTo>
                    <a:pt x="2570" y="2634"/>
                  </a:lnTo>
                  <a:lnTo>
                    <a:pt x="2525" y="2669"/>
                  </a:lnTo>
                  <a:lnTo>
                    <a:pt x="2477" y="2700"/>
                  </a:lnTo>
                  <a:lnTo>
                    <a:pt x="2426" y="2726"/>
                  </a:lnTo>
                  <a:lnTo>
                    <a:pt x="2371" y="2749"/>
                  </a:lnTo>
                  <a:lnTo>
                    <a:pt x="2315" y="2767"/>
                  </a:lnTo>
                  <a:lnTo>
                    <a:pt x="2256" y="2782"/>
                  </a:lnTo>
                  <a:lnTo>
                    <a:pt x="2194" y="2792"/>
                  </a:lnTo>
                  <a:lnTo>
                    <a:pt x="2131" y="2799"/>
                  </a:lnTo>
                  <a:lnTo>
                    <a:pt x="2065" y="2801"/>
                  </a:lnTo>
                  <a:lnTo>
                    <a:pt x="1982" y="2799"/>
                  </a:lnTo>
                  <a:lnTo>
                    <a:pt x="1898" y="2789"/>
                  </a:lnTo>
                  <a:lnTo>
                    <a:pt x="1813" y="2775"/>
                  </a:lnTo>
                  <a:lnTo>
                    <a:pt x="1727" y="2755"/>
                  </a:lnTo>
                  <a:lnTo>
                    <a:pt x="1640" y="2729"/>
                  </a:lnTo>
                  <a:lnTo>
                    <a:pt x="1552" y="2698"/>
                  </a:lnTo>
                  <a:lnTo>
                    <a:pt x="1464" y="2661"/>
                  </a:lnTo>
                  <a:lnTo>
                    <a:pt x="1375" y="2620"/>
                  </a:lnTo>
                  <a:lnTo>
                    <a:pt x="1286" y="2574"/>
                  </a:lnTo>
                  <a:lnTo>
                    <a:pt x="1198" y="2522"/>
                  </a:lnTo>
                  <a:lnTo>
                    <a:pt x="1110" y="2466"/>
                  </a:lnTo>
                  <a:lnTo>
                    <a:pt x="1022" y="2405"/>
                  </a:lnTo>
                  <a:lnTo>
                    <a:pt x="936" y="2340"/>
                  </a:lnTo>
                  <a:lnTo>
                    <a:pt x="851" y="2270"/>
                  </a:lnTo>
                  <a:lnTo>
                    <a:pt x="767" y="2196"/>
                  </a:lnTo>
                  <a:lnTo>
                    <a:pt x="686" y="2118"/>
                  </a:lnTo>
                  <a:lnTo>
                    <a:pt x="616" y="2046"/>
                  </a:lnTo>
                  <a:lnTo>
                    <a:pt x="549" y="1972"/>
                  </a:lnTo>
                  <a:lnTo>
                    <a:pt x="486" y="1897"/>
                  </a:lnTo>
                  <a:lnTo>
                    <a:pt x="426" y="1822"/>
                  </a:lnTo>
                  <a:lnTo>
                    <a:pt x="370" y="1746"/>
                  </a:lnTo>
                  <a:lnTo>
                    <a:pt x="317" y="1669"/>
                  </a:lnTo>
                  <a:lnTo>
                    <a:pt x="269" y="1592"/>
                  </a:lnTo>
                  <a:lnTo>
                    <a:pt x="225" y="1515"/>
                  </a:lnTo>
                  <a:lnTo>
                    <a:pt x="184" y="1438"/>
                  </a:lnTo>
                  <a:lnTo>
                    <a:pt x="148" y="1362"/>
                  </a:lnTo>
                  <a:lnTo>
                    <a:pt x="114" y="1285"/>
                  </a:lnTo>
                  <a:lnTo>
                    <a:pt x="86" y="1209"/>
                  </a:lnTo>
                  <a:lnTo>
                    <a:pt x="61" y="1135"/>
                  </a:lnTo>
                  <a:lnTo>
                    <a:pt x="41" y="1061"/>
                  </a:lnTo>
                  <a:lnTo>
                    <a:pt x="24" y="987"/>
                  </a:lnTo>
                  <a:lnTo>
                    <a:pt x="12" y="915"/>
                  </a:lnTo>
                  <a:lnTo>
                    <a:pt x="3" y="844"/>
                  </a:lnTo>
                  <a:lnTo>
                    <a:pt x="0" y="776"/>
                  </a:lnTo>
                  <a:lnTo>
                    <a:pt x="0" y="708"/>
                  </a:lnTo>
                  <a:lnTo>
                    <a:pt x="5" y="643"/>
                  </a:lnTo>
                  <a:lnTo>
                    <a:pt x="14" y="579"/>
                  </a:lnTo>
                  <a:lnTo>
                    <a:pt x="27" y="518"/>
                  </a:lnTo>
                  <a:lnTo>
                    <a:pt x="46" y="459"/>
                  </a:lnTo>
                  <a:lnTo>
                    <a:pt x="68" y="401"/>
                  </a:lnTo>
                  <a:lnTo>
                    <a:pt x="95" y="348"/>
                  </a:lnTo>
                  <a:lnTo>
                    <a:pt x="127" y="297"/>
                  </a:lnTo>
                  <a:lnTo>
                    <a:pt x="163" y="249"/>
                  </a:lnTo>
                  <a:lnTo>
                    <a:pt x="204" y="205"/>
                  </a:lnTo>
                  <a:lnTo>
                    <a:pt x="247" y="166"/>
                  </a:lnTo>
                  <a:lnTo>
                    <a:pt x="292" y="132"/>
                  </a:lnTo>
                  <a:lnTo>
                    <a:pt x="340" y="101"/>
                  </a:lnTo>
                  <a:lnTo>
                    <a:pt x="392" y="75"/>
                  </a:lnTo>
                  <a:lnTo>
                    <a:pt x="445" y="52"/>
                  </a:lnTo>
                  <a:lnTo>
                    <a:pt x="501" y="33"/>
                  </a:lnTo>
                  <a:lnTo>
                    <a:pt x="561" y="19"/>
                  </a:lnTo>
                  <a:lnTo>
                    <a:pt x="623" y="8"/>
                  </a:lnTo>
                  <a:lnTo>
                    <a:pt x="687" y="2"/>
                  </a:lnTo>
                  <a:lnTo>
                    <a:pt x="75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53" name="Freeform 7">
              <a:extLst>
                <a:ext uri="{FF2B5EF4-FFF2-40B4-BE49-F238E27FC236}">
                  <a16:creationId xmlns:a16="http://schemas.microsoft.com/office/drawing/2014/main" id="{B5296626-10E7-4F73-A6A4-EB855907CBCD}"/>
                </a:ext>
              </a:extLst>
            </p:cNvPr>
            <p:cNvSpPr>
              <a:spLocks/>
            </p:cNvSpPr>
            <p:nvPr/>
          </p:nvSpPr>
          <p:spPr bwMode="auto">
            <a:xfrm>
              <a:off x="5589781" y="2954127"/>
              <a:ext cx="170181" cy="168938"/>
            </a:xfrm>
            <a:custGeom>
              <a:avLst/>
              <a:gdLst>
                <a:gd name="T0" fmla="*/ 370 w 1504"/>
                <a:gd name="T1" fmla="*/ 2 h 1493"/>
                <a:gd name="T2" fmla="*/ 469 w 1504"/>
                <a:gd name="T3" fmla="*/ 22 h 1493"/>
                <a:gd name="T4" fmla="*/ 576 w 1504"/>
                <a:gd name="T5" fmla="*/ 60 h 1493"/>
                <a:gd name="T6" fmla="*/ 688 w 1504"/>
                <a:gd name="T7" fmla="*/ 115 h 1493"/>
                <a:gd name="T8" fmla="*/ 717 w 1504"/>
                <a:gd name="T9" fmla="*/ 206 h 1493"/>
                <a:gd name="T10" fmla="*/ 674 w 1504"/>
                <a:gd name="T11" fmla="*/ 315 h 1493"/>
                <a:gd name="T12" fmla="*/ 644 w 1504"/>
                <a:gd name="T13" fmla="*/ 413 h 1493"/>
                <a:gd name="T14" fmla="*/ 624 w 1504"/>
                <a:gd name="T15" fmla="*/ 497 h 1493"/>
                <a:gd name="T16" fmla="*/ 614 w 1504"/>
                <a:gd name="T17" fmla="*/ 562 h 1493"/>
                <a:gd name="T18" fmla="*/ 608 w 1504"/>
                <a:gd name="T19" fmla="*/ 606 h 1493"/>
                <a:gd name="T20" fmla="*/ 606 w 1504"/>
                <a:gd name="T21" fmla="*/ 626 h 1493"/>
                <a:gd name="T22" fmla="*/ 614 w 1504"/>
                <a:gd name="T23" fmla="*/ 695 h 1493"/>
                <a:gd name="T24" fmla="*/ 639 w 1504"/>
                <a:gd name="T25" fmla="*/ 761 h 1493"/>
                <a:gd name="T26" fmla="*/ 682 w 1504"/>
                <a:gd name="T27" fmla="*/ 816 h 1493"/>
                <a:gd name="T28" fmla="*/ 737 w 1504"/>
                <a:gd name="T29" fmla="*/ 859 h 1493"/>
                <a:gd name="T30" fmla="*/ 802 w 1504"/>
                <a:gd name="T31" fmla="*/ 884 h 1493"/>
                <a:gd name="T32" fmla="*/ 872 w 1504"/>
                <a:gd name="T33" fmla="*/ 890 h 1493"/>
                <a:gd name="T34" fmla="*/ 892 w 1504"/>
                <a:gd name="T35" fmla="*/ 889 h 1493"/>
                <a:gd name="T36" fmla="*/ 937 w 1504"/>
                <a:gd name="T37" fmla="*/ 884 h 1493"/>
                <a:gd name="T38" fmla="*/ 1003 w 1504"/>
                <a:gd name="T39" fmla="*/ 872 h 1493"/>
                <a:gd name="T40" fmla="*/ 1088 w 1504"/>
                <a:gd name="T41" fmla="*/ 853 h 1493"/>
                <a:gd name="T42" fmla="*/ 1186 w 1504"/>
                <a:gd name="T43" fmla="*/ 823 h 1493"/>
                <a:gd name="T44" fmla="*/ 1296 w 1504"/>
                <a:gd name="T45" fmla="*/ 780 h 1493"/>
                <a:gd name="T46" fmla="*/ 1386 w 1504"/>
                <a:gd name="T47" fmla="*/ 807 h 1493"/>
                <a:gd name="T48" fmla="*/ 1440 w 1504"/>
                <a:gd name="T49" fmla="*/ 911 h 1493"/>
                <a:gd name="T50" fmla="*/ 1477 w 1504"/>
                <a:gd name="T51" fmla="*/ 1011 h 1493"/>
                <a:gd name="T52" fmla="*/ 1497 w 1504"/>
                <a:gd name="T53" fmla="*/ 1098 h 1493"/>
                <a:gd name="T54" fmla="*/ 1504 w 1504"/>
                <a:gd name="T55" fmla="*/ 1175 h 1493"/>
                <a:gd name="T56" fmla="*/ 1497 w 1504"/>
                <a:gd name="T57" fmla="*/ 1240 h 1493"/>
                <a:gd name="T58" fmla="*/ 1483 w 1504"/>
                <a:gd name="T59" fmla="*/ 1295 h 1493"/>
                <a:gd name="T60" fmla="*/ 1463 w 1504"/>
                <a:gd name="T61" fmla="*/ 1340 h 1493"/>
                <a:gd name="T62" fmla="*/ 1439 w 1504"/>
                <a:gd name="T63" fmla="*/ 1377 h 1493"/>
                <a:gd name="T64" fmla="*/ 1414 w 1504"/>
                <a:gd name="T65" fmla="*/ 1405 h 1493"/>
                <a:gd name="T66" fmla="*/ 1382 w 1504"/>
                <a:gd name="T67" fmla="*/ 1432 h 1493"/>
                <a:gd name="T68" fmla="*/ 1339 w 1504"/>
                <a:gd name="T69" fmla="*/ 1458 h 1493"/>
                <a:gd name="T70" fmla="*/ 1285 w 1504"/>
                <a:gd name="T71" fmla="*/ 1479 h 1493"/>
                <a:gd name="T72" fmla="*/ 1219 w 1504"/>
                <a:gd name="T73" fmla="*/ 1491 h 1493"/>
                <a:gd name="T74" fmla="*/ 1134 w 1504"/>
                <a:gd name="T75" fmla="*/ 1491 h 1493"/>
                <a:gd name="T76" fmla="*/ 1036 w 1504"/>
                <a:gd name="T77" fmla="*/ 1471 h 1493"/>
                <a:gd name="T78" fmla="*/ 930 w 1504"/>
                <a:gd name="T79" fmla="*/ 1435 h 1493"/>
                <a:gd name="T80" fmla="*/ 819 w 1504"/>
                <a:gd name="T81" fmla="*/ 1381 h 1493"/>
                <a:gd name="T82" fmla="*/ 706 w 1504"/>
                <a:gd name="T83" fmla="*/ 1311 h 1493"/>
                <a:gd name="T84" fmla="*/ 591 w 1504"/>
                <a:gd name="T85" fmla="*/ 1227 h 1493"/>
                <a:gd name="T86" fmla="*/ 477 w 1504"/>
                <a:gd name="T87" fmla="*/ 1129 h 1493"/>
                <a:gd name="T88" fmla="*/ 362 w 1504"/>
                <a:gd name="T89" fmla="*/ 1015 h 1493"/>
                <a:gd name="T90" fmla="*/ 257 w 1504"/>
                <a:gd name="T91" fmla="*/ 892 h 1493"/>
                <a:gd name="T92" fmla="*/ 166 w 1504"/>
                <a:gd name="T93" fmla="*/ 766 h 1493"/>
                <a:gd name="T94" fmla="*/ 93 w 1504"/>
                <a:gd name="T95" fmla="*/ 642 h 1493"/>
                <a:gd name="T96" fmla="*/ 43 w 1504"/>
                <a:gd name="T97" fmla="*/ 531 h 1493"/>
                <a:gd name="T98" fmla="*/ 15 w 1504"/>
                <a:gd name="T99" fmla="*/ 437 h 1493"/>
                <a:gd name="T100" fmla="*/ 1 w 1504"/>
                <a:gd name="T101" fmla="*/ 355 h 1493"/>
                <a:gd name="T102" fmla="*/ 2 w 1504"/>
                <a:gd name="T103" fmla="*/ 285 h 1493"/>
                <a:gd name="T104" fmla="*/ 13 w 1504"/>
                <a:gd name="T105" fmla="*/ 224 h 1493"/>
                <a:gd name="T106" fmla="*/ 31 w 1504"/>
                <a:gd name="T107" fmla="*/ 173 h 1493"/>
                <a:gd name="T108" fmla="*/ 53 w 1504"/>
                <a:gd name="T109" fmla="*/ 133 h 1493"/>
                <a:gd name="T110" fmla="*/ 78 w 1504"/>
                <a:gd name="T111" fmla="*/ 102 h 1493"/>
                <a:gd name="T112" fmla="*/ 105 w 1504"/>
                <a:gd name="T113" fmla="*/ 75 h 1493"/>
                <a:gd name="T114" fmla="*/ 142 w 1504"/>
                <a:gd name="T115" fmla="*/ 48 h 1493"/>
                <a:gd name="T116" fmla="*/ 190 w 1504"/>
                <a:gd name="T117" fmla="*/ 24 h 1493"/>
                <a:gd name="T118" fmla="*/ 250 w 1504"/>
                <a:gd name="T119" fmla="*/ 6 h 1493"/>
                <a:gd name="T120" fmla="*/ 323 w 1504"/>
                <a:gd name="T121" fmla="*/ 0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4" h="1493">
                  <a:moveTo>
                    <a:pt x="323" y="0"/>
                  </a:moveTo>
                  <a:lnTo>
                    <a:pt x="370" y="2"/>
                  </a:lnTo>
                  <a:lnTo>
                    <a:pt x="418" y="10"/>
                  </a:lnTo>
                  <a:lnTo>
                    <a:pt x="469" y="22"/>
                  </a:lnTo>
                  <a:lnTo>
                    <a:pt x="522" y="39"/>
                  </a:lnTo>
                  <a:lnTo>
                    <a:pt x="576" y="60"/>
                  </a:lnTo>
                  <a:lnTo>
                    <a:pt x="631" y="86"/>
                  </a:lnTo>
                  <a:lnTo>
                    <a:pt x="688" y="115"/>
                  </a:lnTo>
                  <a:lnTo>
                    <a:pt x="745" y="148"/>
                  </a:lnTo>
                  <a:lnTo>
                    <a:pt x="717" y="206"/>
                  </a:lnTo>
                  <a:lnTo>
                    <a:pt x="694" y="262"/>
                  </a:lnTo>
                  <a:lnTo>
                    <a:pt x="674" y="315"/>
                  </a:lnTo>
                  <a:lnTo>
                    <a:pt x="658" y="366"/>
                  </a:lnTo>
                  <a:lnTo>
                    <a:pt x="644" y="413"/>
                  </a:lnTo>
                  <a:lnTo>
                    <a:pt x="634" y="456"/>
                  </a:lnTo>
                  <a:lnTo>
                    <a:pt x="624" y="497"/>
                  </a:lnTo>
                  <a:lnTo>
                    <a:pt x="618" y="531"/>
                  </a:lnTo>
                  <a:lnTo>
                    <a:pt x="614" y="562"/>
                  </a:lnTo>
                  <a:lnTo>
                    <a:pt x="611" y="587"/>
                  </a:lnTo>
                  <a:lnTo>
                    <a:pt x="608" y="606"/>
                  </a:lnTo>
                  <a:lnTo>
                    <a:pt x="607" y="620"/>
                  </a:lnTo>
                  <a:lnTo>
                    <a:pt x="606" y="626"/>
                  </a:lnTo>
                  <a:lnTo>
                    <a:pt x="607" y="661"/>
                  </a:lnTo>
                  <a:lnTo>
                    <a:pt x="614" y="695"/>
                  </a:lnTo>
                  <a:lnTo>
                    <a:pt x="624" y="729"/>
                  </a:lnTo>
                  <a:lnTo>
                    <a:pt x="639" y="761"/>
                  </a:lnTo>
                  <a:lnTo>
                    <a:pt x="658" y="790"/>
                  </a:lnTo>
                  <a:lnTo>
                    <a:pt x="682" y="816"/>
                  </a:lnTo>
                  <a:lnTo>
                    <a:pt x="708" y="839"/>
                  </a:lnTo>
                  <a:lnTo>
                    <a:pt x="737" y="859"/>
                  </a:lnTo>
                  <a:lnTo>
                    <a:pt x="769" y="873"/>
                  </a:lnTo>
                  <a:lnTo>
                    <a:pt x="802" y="884"/>
                  </a:lnTo>
                  <a:lnTo>
                    <a:pt x="838" y="890"/>
                  </a:lnTo>
                  <a:lnTo>
                    <a:pt x="872" y="890"/>
                  </a:lnTo>
                  <a:lnTo>
                    <a:pt x="880" y="890"/>
                  </a:lnTo>
                  <a:lnTo>
                    <a:pt x="892" y="889"/>
                  </a:lnTo>
                  <a:lnTo>
                    <a:pt x="912" y="887"/>
                  </a:lnTo>
                  <a:lnTo>
                    <a:pt x="937" y="884"/>
                  </a:lnTo>
                  <a:lnTo>
                    <a:pt x="968" y="880"/>
                  </a:lnTo>
                  <a:lnTo>
                    <a:pt x="1003" y="872"/>
                  </a:lnTo>
                  <a:lnTo>
                    <a:pt x="1044" y="864"/>
                  </a:lnTo>
                  <a:lnTo>
                    <a:pt x="1088" y="853"/>
                  </a:lnTo>
                  <a:lnTo>
                    <a:pt x="1136" y="839"/>
                  </a:lnTo>
                  <a:lnTo>
                    <a:pt x="1186" y="823"/>
                  </a:lnTo>
                  <a:lnTo>
                    <a:pt x="1241" y="804"/>
                  </a:lnTo>
                  <a:lnTo>
                    <a:pt x="1296" y="780"/>
                  </a:lnTo>
                  <a:lnTo>
                    <a:pt x="1355" y="753"/>
                  </a:lnTo>
                  <a:lnTo>
                    <a:pt x="1386" y="807"/>
                  </a:lnTo>
                  <a:lnTo>
                    <a:pt x="1415" y="859"/>
                  </a:lnTo>
                  <a:lnTo>
                    <a:pt x="1440" y="911"/>
                  </a:lnTo>
                  <a:lnTo>
                    <a:pt x="1461" y="962"/>
                  </a:lnTo>
                  <a:lnTo>
                    <a:pt x="1477" y="1011"/>
                  </a:lnTo>
                  <a:lnTo>
                    <a:pt x="1489" y="1056"/>
                  </a:lnTo>
                  <a:lnTo>
                    <a:pt x="1497" y="1098"/>
                  </a:lnTo>
                  <a:lnTo>
                    <a:pt x="1502" y="1137"/>
                  </a:lnTo>
                  <a:lnTo>
                    <a:pt x="1504" y="1175"/>
                  </a:lnTo>
                  <a:lnTo>
                    <a:pt x="1502" y="1208"/>
                  </a:lnTo>
                  <a:lnTo>
                    <a:pt x="1497" y="1240"/>
                  </a:lnTo>
                  <a:lnTo>
                    <a:pt x="1491" y="1269"/>
                  </a:lnTo>
                  <a:lnTo>
                    <a:pt x="1483" y="1295"/>
                  </a:lnTo>
                  <a:lnTo>
                    <a:pt x="1473" y="1318"/>
                  </a:lnTo>
                  <a:lnTo>
                    <a:pt x="1463" y="1340"/>
                  </a:lnTo>
                  <a:lnTo>
                    <a:pt x="1450" y="1360"/>
                  </a:lnTo>
                  <a:lnTo>
                    <a:pt x="1439" y="1377"/>
                  </a:lnTo>
                  <a:lnTo>
                    <a:pt x="1426" y="1391"/>
                  </a:lnTo>
                  <a:lnTo>
                    <a:pt x="1414" y="1405"/>
                  </a:lnTo>
                  <a:lnTo>
                    <a:pt x="1399" y="1418"/>
                  </a:lnTo>
                  <a:lnTo>
                    <a:pt x="1382" y="1432"/>
                  </a:lnTo>
                  <a:lnTo>
                    <a:pt x="1361" y="1445"/>
                  </a:lnTo>
                  <a:lnTo>
                    <a:pt x="1339" y="1458"/>
                  </a:lnTo>
                  <a:lnTo>
                    <a:pt x="1313" y="1469"/>
                  </a:lnTo>
                  <a:lnTo>
                    <a:pt x="1285" y="1479"/>
                  </a:lnTo>
                  <a:lnTo>
                    <a:pt x="1253" y="1487"/>
                  </a:lnTo>
                  <a:lnTo>
                    <a:pt x="1219" y="1491"/>
                  </a:lnTo>
                  <a:lnTo>
                    <a:pt x="1180" y="1493"/>
                  </a:lnTo>
                  <a:lnTo>
                    <a:pt x="1134" y="1491"/>
                  </a:lnTo>
                  <a:lnTo>
                    <a:pt x="1086" y="1484"/>
                  </a:lnTo>
                  <a:lnTo>
                    <a:pt x="1036" y="1471"/>
                  </a:lnTo>
                  <a:lnTo>
                    <a:pt x="983" y="1456"/>
                  </a:lnTo>
                  <a:lnTo>
                    <a:pt x="930" y="1435"/>
                  </a:lnTo>
                  <a:lnTo>
                    <a:pt x="875" y="1410"/>
                  </a:lnTo>
                  <a:lnTo>
                    <a:pt x="819" y="1381"/>
                  </a:lnTo>
                  <a:lnTo>
                    <a:pt x="762" y="1348"/>
                  </a:lnTo>
                  <a:lnTo>
                    <a:pt x="706" y="1311"/>
                  </a:lnTo>
                  <a:lnTo>
                    <a:pt x="648" y="1271"/>
                  </a:lnTo>
                  <a:lnTo>
                    <a:pt x="591" y="1227"/>
                  </a:lnTo>
                  <a:lnTo>
                    <a:pt x="533" y="1180"/>
                  </a:lnTo>
                  <a:lnTo>
                    <a:pt x="477" y="1129"/>
                  </a:lnTo>
                  <a:lnTo>
                    <a:pt x="421" y="1075"/>
                  </a:lnTo>
                  <a:lnTo>
                    <a:pt x="362" y="1015"/>
                  </a:lnTo>
                  <a:lnTo>
                    <a:pt x="308" y="954"/>
                  </a:lnTo>
                  <a:lnTo>
                    <a:pt x="257" y="892"/>
                  </a:lnTo>
                  <a:lnTo>
                    <a:pt x="210" y="830"/>
                  </a:lnTo>
                  <a:lnTo>
                    <a:pt x="166" y="766"/>
                  </a:lnTo>
                  <a:lnTo>
                    <a:pt x="127" y="705"/>
                  </a:lnTo>
                  <a:lnTo>
                    <a:pt x="93" y="642"/>
                  </a:lnTo>
                  <a:lnTo>
                    <a:pt x="64" y="582"/>
                  </a:lnTo>
                  <a:lnTo>
                    <a:pt x="43" y="531"/>
                  </a:lnTo>
                  <a:lnTo>
                    <a:pt x="26" y="482"/>
                  </a:lnTo>
                  <a:lnTo>
                    <a:pt x="15" y="437"/>
                  </a:lnTo>
                  <a:lnTo>
                    <a:pt x="6" y="395"/>
                  </a:lnTo>
                  <a:lnTo>
                    <a:pt x="1" y="355"/>
                  </a:lnTo>
                  <a:lnTo>
                    <a:pt x="0" y="318"/>
                  </a:lnTo>
                  <a:lnTo>
                    <a:pt x="2" y="285"/>
                  </a:lnTo>
                  <a:lnTo>
                    <a:pt x="6" y="252"/>
                  </a:lnTo>
                  <a:lnTo>
                    <a:pt x="13" y="224"/>
                  </a:lnTo>
                  <a:lnTo>
                    <a:pt x="21" y="197"/>
                  </a:lnTo>
                  <a:lnTo>
                    <a:pt x="31" y="173"/>
                  </a:lnTo>
                  <a:lnTo>
                    <a:pt x="41" y="153"/>
                  </a:lnTo>
                  <a:lnTo>
                    <a:pt x="53" y="133"/>
                  </a:lnTo>
                  <a:lnTo>
                    <a:pt x="65" y="116"/>
                  </a:lnTo>
                  <a:lnTo>
                    <a:pt x="78" y="102"/>
                  </a:lnTo>
                  <a:lnTo>
                    <a:pt x="89" y="88"/>
                  </a:lnTo>
                  <a:lnTo>
                    <a:pt x="105" y="75"/>
                  </a:lnTo>
                  <a:lnTo>
                    <a:pt x="122" y="61"/>
                  </a:lnTo>
                  <a:lnTo>
                    <a:pt x="142" y="48"/>
                  </a:lnTo>
                  <a:lnTo>
                    <a:pt x="165" y="35"/>
                  </a:lnTo>
                  <a:lnTo>
                    <a:pt x="190" y="24"/>
                  </a:lnTo>
                  <a:lnTo>
                    <a:pt x="219" y="14"/>
                  </a:lnTo>
                  <a:lnTo>
                    <a:pt x="250" y="6"/>
                  </a:lnTo>
                  <a:lnTo>
                    <a:pt x="285" y="2"/>
                  </a:lnTo>
                  <a:lnTo>
                    <a:pt x="3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54" name="Freeform 8">
              <a:extLst>
                <a:ext uri="{FF2B5EF4-FFF2-40B4-BE49-F238E27FC236}">
                  <a16:creationId xmlns:a16="http://schemas.microsoft.com/office/drawing/2014/main" id="{E1704890-1F48-4805-8C55-3D3D8F9C5DB9}"/>
                </a:ext>
              </a:extLst>
            </p:cNvPr>
            <p:cNvSpPr>
              <a:spLocks/>
            </p:cNvSpPr>
            <p:nvPr/>
          </p:nvSpPr>
          <p:spPr bwMode="auto">
            <a:xfrm>
              <a:off x="5677977" y="2829908"/>
              <a:ext cx="207447" cy="206204"/>
            </a:xfrm>
            <a:custGeom>
              <a:avLst/>
              <a:gdLst>
                <a:gd name="T0" fmla="*/ 1289 w 1835"/>
                <a:gd name="T1" fmla="*/ 2 h 1823"/>
                <a:gd name="T2" fmla="*/ 1327 w 1835"/>
                <a:gd name="T3" fmla="*/ 23 h 1823"/>
                <a:gd name="T4" fmla="*/ 1350 w 1835"/>
                <a:gd name="T5" fmla="*/ 60 h 1823"/>
                <a:gd name="T6" fmla="*/ 1776 w 1835"/>
                <a:gd name="T7" fmla="*/ 482 h 1823"/>
                <a:gd name="T8" fmla="*/ 1812 w 1835"/>
                <a:gd name="T9" fmla="*/ 505 h 1823"/>
                <a:gd name="T10" fmla="*/ 1833 w 1835"/>
                <a:gd name="T11" fmla="*/ 543 h 1823"/>
                <a:gd name="T12" fmla="*/ 1832 w 1835"/>
                <a:gd name="T13" fmla="*/ 586 h 1823"/>
                <a:gd name="T14" fmla="*/ 1810 w 1835"/>
                <a:gd name="T15" fmla="*/ 622 h 1823"/>
                <a:gd name="T16" fmla="*/ 1498 w 1835"/>
                <a:gd name="T17" fmla="*/ 929 h 1823"/>
                <a:gd name="T18" fmla="*/ 1459 w 1835"/>
                <a:gd name="T19" fmla="*/ 942 h 1823"/>
                <a:gd name="T20" fmla="*/ 1253 w 1835"/>
                <a:gd name="T21" fmla="*/ 903 h 1823"/>
                <a:gd name="T22" fmla="*/ 1194 w 1835"/>
                <a:gd name="T23" fmla="*/ 1011 h 1823"/>
                <a:gd name="T24" fmla="*/ 1118 w 1835"/>
                <a:gd name="T25" fmla="*/ 1126 h 1823"/>
                <a:gd name="T26" fmla="*/ 1030 w 1835"/>
                <a:gd name="T27" fmla="*/ 1243 h 1823"/>
                <a:gd name="T28" fmla="*/ 930 w 1835"/>
                <a:gd name="T29" fmla="*/ 1362 h 1823"/>
                <a:gd name="T30" fmla="*/ 823 w 1835"/>
                <a:gd name="T31" fmla="*/ 1475 h 1823"/>
                <a:gd name="T32" fmla="*/ 705 w 1835"/>
                <a:gd name="T33" fmla="*/ 1578 h 1823"/>
                <a:gd name="T34" fmla="*/ 585 w 1835"/>
                <a:gd name="T35" fmla="*/ 1659 h 1823"/>
                <a:gd name="T36" fmla="*/ 470 w 1835"/>
                <a:gd name="T37" fmla="*/ 1719 h 1823"/>
                <a:gd name="T38" fmla="*/ 363 w 1835"/>
                <a:gd name="T39" fmla="*/ 1763 h 1823"/>
                <a:gd name="T40" fmla="*/ 268 w 1835"/>
                <a:gd name="T41" fmla="*/ 1792 h 1823"/>
                <a:gd name="T42" fmla="*/ 187 w 1835"/>
                <a:gd name="T43" fmla="*/ 1810 h 1823"/>
                <a:gd name="T44" fmla="*/ 130 w 1835"/>
                <a:gd name="T45" fmla="*/ 1819 h 1823"/>
                <a:gd name="T46" fmla="*/ 95 w 1835"/>
                <a:gd name="T47" fmla="*/ 1823 h 1823"/>
                <a:gd name="T48" fmla="*/ 71 w 1835"/>
                <a:gd name="T49" fmla="*/ 1822 h 1823"/>
                <a:gd name="T50" fmla="*/ 39 w 1835"/>
                <a:gd name="T51" fmla="*/ 1810 h 1823"/>
                <a:gd name="T52" fmla="*/ 14 w 1835"/>
                <a:gd name="T53" fmla="*/ 1785 h 1823"/>
                <a:gd name="T54" fmla="*/ 1 w 1835"/>
                <a:gd name="T55" fmla="*/ 1753 h 1823"/>
                <a:gd name="T56" fmla="*/ 0 w 1835"/>
                <a:gd name="T57" fmla="*/ 1729 h 1823"/>
                <a:gd name="T58" fmla="*/ 3 w 1835"/>
                <a:gd name="T59" fmla="*/ 1695 h 1823"/>
                <a:gd name="T60" fmla="*/ 13 w 1835"/>
                <a:gd name="T61" fmla="*/ 1636 h 1823"/>
                <a:gd name="T62" fmla="*/ 30 w 1835"/>
                <a:gd name="T63" fmla="*/ 1557 h 1823"/>
                <a:gd name="T64" fmla="*/ 61 w 1835"/>
                <a:gd name="T65" fmla="*/ 1463 h 1823"/>
                <a:gd name="T66" fmla="*/ 105 w 1835"/>
                <a:gd name="T67" fmla="*/ 1357 h 1823"/>
                <a:gd name="T68" fmla="*/ 165 w 1835"/>
                <a:gd name="T69" fmla="*/ 1242 h 1823"/>
                <a:gd name="T70" fmla="*/ 247 w 1835"/>
                <a:gd name="T71" fmla="*/ 1124 h 1823"/>
                <a:gd name="T72" fmla="*/ 351 w 1835"/>
                <a:gd name="T73" fmla="*/ 1007 h 1823"/>
                <a:gd name="T74" fmla="*/ 465 w 1835"/>
                <a:gd name="T75" fmla="*/ 899 h 1823"/>
                <a:gd name="T76" fmla="*/ 583 w 1835"/>
                <a:gd name="T77" fmla="*/ 800 h 1823"/>
                <a:gd name="T78" fmla="*/ 703 w 1835"/>
                <a:gd name="T79" fmla="*/ 712 h 1823"/>
                <a:gd name="T80" fmla="*/ 818 w 1835"/>
                <a:gd name="T81" fmla="*/ 637 h 1823"/>
                <a:gd name="T82" fmla="*/ 927 w 1835"/>
                <a:gd name="T83" fmla="*/ 579 h 1823"/>
                <a:gd name="T84" fmla="*/ 888 w 1835"/>
                <a:gd name="T85" fmla="*/ 374 h 1823"/>
                <a:gd name="T86" fmla="*/ 900 w 1835"/>
                <a:gd name="T87" fmla="*/ 335 h 1823"/>
                <a:gd name="T88" fmla="*/ 1208 w 1835"/>
                <a:gd name="T89" fmla="*/ 25 h 1823"/>
                <a:gd name="T90" fmla="*/ 1246 w 1835"/>
                <a:gd name="T91" fmla="*/ 3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35" h="1823">
                  <a:moveTo>
                    <a:pt x="1267" y="0"/>
                  </a:moveTo>
                  <a:lnTo>
                    <a:pt x="1289" y="2"/>
                  </a:lnTo>
                  <a:lnTo>
                    <a:pt x="1310" y="11"/>
                  </a:lnTo>
                  <a:lnTo>
                    <a:pt x="1327" y="23"/>
                  </a:lnTo>
                  <a:lnTo>
                    <a:pt x="1341" y="40"/>
                  </a:lnTo>
                  <a:lnTo>
                    <a:pt x="1350" y="60"/>
                  </a:lnTo>
                  <a:lnTo>
                    <a:pt x="1451" y="381"/>
                  </a:lnTo>
                  <a:lnTo>
                    <a:pt x="1776" y="482"/>
                  </a:lnTo>
                  <a:lnTo>
                    <a:pt x="1796" y="491"/>
                  </a:lnTo>
                  <a:lnTo>
                    <a:pt x="1812" y="505"/>
                  </a:lnTo>
                  <a:lnTo>
                    <a:pt x="1825" y="522"/>
                  </a:lnTo>
                  <a:lnTo>
                    <a:pt x="1833" y="543"/>
                  </a:lnTo>
                  <a:lnTo>
                    <a:pt x="1835" y="565"/>
                  </a:lnTo>
                  <a:lnTo>
                    <a:pt x="1832" y="586"/>
                  </a:lnTo>
                  <a:lnTo>
                    <a:pt x="1824" y="606"/>
                  </a:lnTo>
                  <a:lnTo>
                    <a:pt x="1810" y="622"/>
                  </a:lnTo>
                  <a:lnTo>
                    <a:pt x="1515" y="917"/>
                  </a:lnTo>
                  <a:lnTo>
                    <a:pt x="1498" y="929"/>
                  </a:lnTo>
                  <a:lnTo>
                    <a:pt x="1479" y="937"/>
                  </a:lnTo>
                  <a:lnTo>
                    <a:pt x="1459" y="942"/>
                  </a:lnTo>
                  <a:lnTo>
                    <a:pt x="1439" y="939"/>
                  </a:lnTo>
                  <a:lnTo>
                    <a:pt x="1253" y="903"/>
                  </a:lnTo>
                  <a:lnTo>
                    <a:pt x="1226" y="956"/>
                  </a:lnTo>
                  <a:lnTo>
                    <a:pt x="1194" y="1011"/>
                  </a:lnTo>
                  <a:lnTo>
                    <a:pt x="1158" y="1067"/>
                  </a:lnTo>
                  <a:lnTo>
                    <a:pt x="1118" y="1126"/>
                  </a:lnTo>
                  <a:lnTo>
                    <a:pt x="1075" y="1184"/>
                  </a:lnTo>
                  <a:lnTo>
                    <a:pt x="1030" y="1243"/>
                  </a:lnTo>
                  <a:lnTo>
                    <a:pt x="981" y="1302"/>
                  </a:lnTo>
                  <a:lnTo>
                    <a:pt x="930" y="1362"/>
                  </a:lnTo>
                  <a:lnTo>
                    <a:pt x="877" y="1419"/>
                  </a:lnTo>
                  <a:lnTo>
                    <a:pt x="823" y="1475"/>
                  </a:lnTo>
                  <a:lnTo>
                    <a:pt x="763" y="1529"/>
                  </a:lnTo>
                  <a:lnTo>
                    <a:pt x="705" y="1578"/>
                  </a:lnTo>
                  <a:lnTo>
                    <a:pt x="645" y="1622"/>
                  </a:lnTo>
                  <a:lnTo>
                    <a:pt x="585" y="1659"/>
                  </a:lnTo>
                  <a:lnTo>
                    <a:pt x="528" y="1691"/>
                  </a:lnTo>
                  <a:lnTo>
                    <a:pt x="470" y="1719"/>
                  </a:lnTo>
                  <a:lnTo>
                    <a:pt x="416" y="1743"/>
                  </a:lnTo>
                  <a:lnTo>
                    <a:pt x="363" y="1763"/>
                  </a:lnTo>
                  <a:lnTo>
                    <a:pt x="314" y="1780"/>
                  </a:lnTo>
                  <a:lnTo>
                    <a:pt x="268" y="1792"/>
                  </a:lnTo>
                  <a:lnTo>
                    <a:pt x="226" y="1803"/>
                  </a:lnTo>
                  <a:lnTo>
                    <a:pt x="187" y="1810"/>
                  </a:lnTo>
                  <a:lnTo>
                    <a:pt x="156" y="1816"/>
                  </a:lnTo>
                  <a:lnTo>
                    <a:pt x="130" y="1819"/>
                  </a:lnTo>
                  <a:lnTo>
                    <a:pt x="109" y="1821"/>
                  </a:lnTo>
                  <a:lnTo>
                    <a:pt x="95" y="1823"/>
                  </a:lnTo>
                  <a:lnTo>
                    <a:pt x="88" y="1823"/>
                  </a:lnTo>
                  <a:lnTo>
                    <a:pt x="71" y="1822"/>
                  </a:lnTo>
                  <a:lnTo>
                    <a:pt x="54" y="1817"/>
                  </a:lnTo>
                  <a:lnTo>
                    <a:pt x="39" y="1810"/>
                  </a:lnTo>
                  <a:lnTo>
                    <a:pt x="25" y="1799"/>
                  </a:lnTo>
                  <a:lnTo>
                    <a:pt x="14" y="1785"/>
                  </a:lnTo>
                  <a:lnTo>
                    <a:pt x="5" y="1769"/>
                  </a:lnTo>
                  <a:lnTo>
                    <a:pt x="1" y="1753"/>
                  </a:lnTo>
                  <a:lnTo>
                    <a:pt x="0" y="1735"/>
                  </a:lnTo>
                  <a:lnTo>
                    <a:pt x="0" y="1729"/>
                  </a:lnTo>
                  <a:lnTo>
                    <a:pt x="1" y="1715"/>
                  </a:lnTo>
                  <a:lnTo>
                    <a:pt x="3" y="1695"/>
                  </a:lnTo>
                  <a:lnTo>
                    <a:pt x="7" y="1669"/>
                  </a:lnTo>
                  <a:lnTo>
                    <a:pt x="13" y="1636"/>
                  </a:lnTo>
                  <a:lnTo>
                    <a:pt x="21" y="1599"/>
                  </a:lnTo>
                  <a:lnTo>
                    <a:pt x="30" y="1557"/>
                  </a:lnTo>
                  <a:lnTo>
                    <a:pt x="44" y="1511"/>
                  </a:lnTo>
                  <a:lnTo>
                    <a:pt x="61" y="1463"/>
                  </a:lnTo>
                  <a:lnTo>
                    <a:pt x="81" y="1411"/>
                  </a:lnTo>
                  <a:lnTo>
                    <a:pt x="105" y="1357"/>
                  </a:lnTo>
                  <a:lnTo>
                    <a:pt x="133" y="1299"/>
                  </a:lnTo>
                  <a:lnTo>
                    <a:pt x="165" y="1242"/>
                  </a:lnTo>
                  <a:lnTo>
                    <a:pt x="203" y="1183"/>
                  </a:lnTo>
                  <a:lnTo>
                    <a:pt x="247" y="1124"/>
                  </a:lnTo>
                  <a:lnTo>
                    <a:pt x="295" y="1065"/>
                  </a:lnTo>
                  <a:lnTo>
                    <a:pt x="351" y="1007"/>
                  </a:lnTo>
                  <a:lnTo>
                    <a:pt x="407" y="952"/>
                  </a:lnTo>
                  <a:lnTo>
                    <a:pt x="465" y="899"/>
                  </a:lnTo>
                  <a:lnTo>
                    <a:pt x="525" y="849"/>
                  </a:lnTo>
                  <a:lnTo>
                    <a:pt x="583" y="800"/>
                  </a:lnTo>
                  <a:lnTo>
                    <a:pt x="643" y="754"/>
                  </a:lnTo>
                  <a:lnTo>
                    <a:pt x="703" y="712"/>
                  </a:lnTo>
                  <a:lnTo>
                    <a:pt x="761" y="673"/>
                  </a:lnTo>
                  <a:lnTo>
                    <a:pt x="818" y="637"/>
                  </a:lnTo>
                  <a:lnTo>
                    <a:pt x="873" y="606"/>
                  </a:lnTo>
                  <a:lnTo>
                    <a:pt x="927" y="579"/>
                  </a:lnTo>
                  <a:lnTo>
                    <a:pt x="890" y="395"/>
                  </a:lnTo>
                  <a:lnTo>
                    <a:pt x="888" y="374"/>
                  </a:lnTo>
                  <a:lnTo>
                    <a:pt x="892" y="354"/>
                  </a:lnTo>
                  <a:lnTo>
                    <a:pt x="900" y="335"/>
                  </a:lnTo>
                  <a:lnTo>
                    <a:pt x="913" y="319"/>
                  </a:lnTo>
                  <a:lnTo>
                    <a:pt x="1208" y="25"/>
                  </a:lnTo>
                  <a:lnTo>
                    <a:pt x="1226" y="12"/>
                  </a:lnTo>
                  <a:lnTo>
                    <a:pt x="1246" y="3"/>
                  </a:lnTo>
                  <a:lnTo>
                    <a:pt x="12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grpSp>
        <p:nvGrpSpPr>
          <p:cNvPr id="55" name="Group 54">
            <a:extLst>
              <a:ext uri="{FF2B5EF4-FFF2-40B4-BE49-F238E27FC236}">
                <a16:creationId xmlns:a16="http://schemas.microsoft.com/office/drawing/2014/main" id="{3FAC9066-E6B4-4BDA-9630-D84D46E5AAB3}"/>
              </a:ext>
            </a:extLst>
          </p:cNvPr>
          <p:cNvGrpSpPr/>
          <p:nvPr/>
        </p:nvGrpSpPr>
        <p:grpSpPr>
          <a:xfrm>
            <a:off x="4865914" y="4712020"/>
            <a:ext cx="409964" cy="336902"/>
            <a:chOff x="7000875" y="2609851"/>
            <a:chExt cx="481013" cy="395288"/>
          </a:xfrm>
          <a:solidFill>
            <a:schemeClr val="bg1"/>
          </a:solidFill>
        </p:grpSpPr>
        <p:sp>
          <p:nvSpPr>
            <p:cNvPr id="56" name="Freeform 39">
              <a:extLst>
                <a:ext uri="{FF2B5EF4-FFF2-40B4-BE49-F238E27FC236}">
                  <a16:creationId xmlns:a16="http://schemas.microsoft.com/office/drawing/2014/main" id="{C21F778A-46BE-4685-AAAE-C0DA93FC54D7}"/>
                </a:ext>
              </a:extLst>
            </p:cNvPr>
            <p:cNvSpPr>
              <a:spLocks/>
            </p:cNvSpPr>
            <p:nvPr/>
          </p:nvSpPr>
          <p:spPr bwMode="auto">
            <a:xfrm>
              <a:off x="7000875" y="2638426"/>
              <a:ext cx="419100" cy="366713"/>
            </a:xfrm>
            <a:custGeom>
              <a:avLst/>
              <a:gdLst>
                <a:gd name="T0" fmla="*/ 2249 w 2905"/>
                <a:gd name="T1" fmla="*/ 239 h 2540"/>
                <a:gd name="T2" fmla="*/ 2885 w 2905"/>
                <a:gd name="T3" fmla="*/ 968 h 2540"/>
                <a:gd name="T4" fmla="*/ 2609 w 2905"/>
                <a:gd name="T5" fmla="*/ 1645 h 2540"/>
                <a:gd name="T6" fmla="*/ 2513 w 2905"/>
                <a:gd name="T7" fmla="*/ 1837 h 2540"/>
                <a:gd name="T8" fmla="*/ 2362 w 2905"/>
                <a:gd name="T9" fmla="*/ 1977 h 2540"/>
                <a:gd name="T10" fmla="*/ 2169 w 2905"/>
                <a:gd name="T11" fmla="*/ 2102 h 2540"/>
                <a:gd name="T12" fmla="*/ 2044 w 2905"/>
                <a:gd name="T13" fmla="*/ 2294 h 2540"/>
                <a:gd name="T14" fmla="*/ 1903 w 2905"/>
                <a:gd name="T15" fmla="*/ 2444 h 2540"/>
                <a:gd name="T16" fmla="*/ 1710 w 2905"/>
                <a:gd name="T17" fmla="*/ 2540 h 2540"/>
                <a:gd name="T18" fmla="*/ 1191 w 2905"/>
                <a:gd name="T19" fmla="*/ 2359 h 2540"/>
                <a:gd name="T20" fmla="*/ 1027 w 2905"/>
                <a:gd name="T21" fmla="*/ 2380 h 2540"/>
                <a:gd name="T22" fmla="*/ 934 w 2905"/>
                <a:gd name="T23" fmla="*/ 2229 h 2540"/>
                <a:gd name="T24" fmla="*/ 907 w 2905"/>
                <a:gd name="T25" fmla="*/ 2175 h 2540"/>
                <a:gd name="T26" fmla="*/ 745 w 2905"/>
                <a:gd name="T27" fmla="*/ 2107 h 2540"/>
                <a:gd name="T28" fmla="*/ 735 w 2905"/>
                <a:gd name="T29" fmla="*/ 1941 h 2540"/>
                <a:gd name="T30" fmla="*/ 612 w 2905"/>
                <a:gd name="T31" fmla="*/ 1952 h 2540"/>
                <a:gd name="T32" fmla="*/ 495 w 2905"/>
                <a:gd name="T33" fmla="*/ 1816 h 2540"/>
                <a:gd name="T34" fmla="*/ 490 w 2905"/>
                <a:gd name="T35" fmla="*/ 1730 h 2540"/>
                <a:gd name="T36" fmla="*/ 323 w 2905"/>
                <a:gd name="T37" fmla="*/ 1690 h 2540"/>
                <a:gd name="T38" fmla="*/ 284 w 2905"/>
                <a:gd name="T39" fmla="*/ 1525 h 2540"/>
                <a:gd name="T40" fmla="*/ 0 w 2905"/>
                <a:gd name="T41" fmla="*/ 904 h 2540"/>
                <a:gd name="T42" fmla="*/ 87 w 2905"/>
                <a:gd name="T43" fmla="*/ 837 h 2540"/>
                <a:gd name="T44" fmla="*/ 629 w 2905"/>
                <a:gd name="T45" fmla="*/ 1240 h 2540"/>
                <a:gd name="T46" fmla="*/ 771 w 2905"/>
                <a:gd name="T47" fmla="*/ 1357 h 2540"/>
                <a:gd name="T48" fmla="*/ 760 w 2905"/>
                <a:gd name="T49" fmla="*/ 1479 h 2540"/>
                <a:gd name="T50" fmla="*/ 927 w 2905"/>
                <a:gd name="T51" fmla="*/ 1489 h 2540"/>
                <a:gd name="T52" fmla="*/ 996 w 2905"/>
                <a:gd name="T53" fmla="*/ 1649 h 2540"/>
                <a:gd name="T54" fmla="*/ 1050 w 2905"/>
                <a:gd name="T55" fmla="*/ 1676 h 2540"/>
                <a:gd name="T56" fmla="*/ 1201 w 2905"/>
                <a:gd name="T57" fmla="*/ 1769 h 2540"/>
                <a:gd name="T58" fmla="*/ 1181 w 2905"/>
                <a:gd name="T59" fmla="*/ 1932 h 2540"/>
                <a:gd name="T60" fmla="*/ 1344 w 2905"/>
                <a:gd name="T61" fmla="*/ 1912 h 2540"/>
                <a:gd name="T62" fmla="*/ 1438 w 2905"/>
                <a:gd name="T63" fmla="*/ 2062 h 2540"/>
                <a:gd name="T64" fmla="*/ 1716 w 2905"/>
                <a:gd name="T65" fmla="*/ 2402 h 2540"/>
                <a:gd name="T66" fmla="*/ 1809 w 2905"/>
                <a:gd name="T67" fmla="*/ 2325 h 2540"/>
                <a:gd name="T68" fmla="*/ 1567 w 2905"/>
                <a:gd name="T69" fmla="*/ 2025 h 2540"/>
                <a:gd name="T70" fmla="*/ 1633 w 2905"/>
                <a:gd name="T71" fmla="*/ 1939 h 2540"/>
                <a:gd name="T72" fmla="*/ 1936 w 2905"/>
                <a:gd name="T73" fmla="*/ 2183 h 2540"/>
                <a:gd name="T74" fmla="*/ 2029 w 2905"/>
                <a:gd name="T75" fmla="*/ 2106 h 2540"/>
                <a:gd name="T76" fmla="*/ 1786 w 2905"/>
                <a:gd name="T77" fmla="*/ 1806 h 2540"/>
                <a:gd name="T78" fmla="*/ 1853 w 2905"/>
                <a:gd name="T79" fmla="*/ 1720 h 2540"/>
                <a:gd name="T80" fmla="*/ 2156 w 2905"/>
                <a:gd name="T81" fmla="*/ 1965 h 2540"/>
                <a:gd name="T82" fmla="*/ 2249 w 2905"/>
                <a:gd name="T83" fmla="*/ 1887 h 2540"/>
                <a:gd name="T84" fmla="*/ 2006 w 2905"/>
                <a:gd name="T85" fmla="*/ 1587 h 2540"/>
                <a:gd name="T86" fmla="*/ 2074 w 2905"/>
                <a:gd name="T87" fmla="*/ 1501 h 2540"/>
                <a:gd name="T88" fmla="*/ 2377 w 2905"/>
                <a:gd name="T89" fmla="*/ 1746 h 2540"/>
                <a:gd name="T90" fmla="*/ 2469 w 2905"/>
                <a:gd name="T91" fmla="*/ 1669 h 2540"/>
                <a:gd name="T92" fmla="*/ 2438 w 2905"/>
                <a:gd name="T93" fmla="*/ 1591 h 2540"/>
                <a:gd name="T94" fmla="*/ 2295 w 2905"/>
                <a:gd name="T95" fmla="*/ 1449 h 2540"/>
                <a:gd name="T96" fmla="*/ 2062 w 2905"/>
                <a:gd name="T97" fmla="*/ 1218 h 2540"/>
                <a:gd name="T98" fmla="*/ 1813 w 2905"/>
                <a:gd name="T99" fmla="*/ 970 h 2540"/>
                <a:gd name="T100" fmla="*/ 1616 w 2905"/>
                <a:gd name="T101" fmla="*/ 775 h 2540"/>
                <a:gd name="T102" fmla="*/ 1537 w 2905"/>
                <a:gd name="T103" fmla="*/ 706 h 2540"/>
                <a:gd name="T104" fmla="*/ 1428 w 2905"/>
                <a:gd name="T105" fmla="*/ 754 h 2540"/>
                <a:gd name="T106" fmla="*/ 1226 w 2905"/>
                <a:gd name="T107" fmla="*/ 1069 h 2540"/>
                <a:gd name="T108" fmla="*/ 976 w 2905"/>
                <a:gd name="T109" fmla="*/ 1147 h 2540"/>
                <a:gd name="T110" fmla="*/ 796 w 2905"/>
                <a:gd name="T111" fmla="*/ 1004 h 2540"/>
                <a:gd name="T112" fmla="*/ 1064 w 2905"/>
                <a:gd name="T113" fmla="*/ 203 h 2540"/>
                <a:gd name="T114" fmla="*/ 1158 w 2905"/>
                <a:gd name="T115" fmla="*/ 94 h 2540"/>
                <a:gd name="T116" fmla="*/ 1338 w 2905"/>
                <a:gd name="T117" fmla="*/ 10 h 2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05" h="2540">
                  <a:moveTo>
                    <a:pt x="1451" y="0"/>
                  </a:moveTo>
                  <a:lnTo>
                    <a:pt x="1493" y="3"/>
                  </a:lnTo>
                  <a:lnTo>
                    <a:pt x="1538" y="11"/>
                  </a:lnTo>
                  <a:lnTo>
                    <a:pt x="1585" y="23"/>
                  </a:lnTo>
                  <a:lnTo>
                    <a:pt x="2221" y="222"/>
                  </a:lnTo>
                  <a:lnTo>
                    <a:pt x="2236" y="229"/>
                  </a:lnTo>
                  <a:lnTo>
                    <a:pt x="2249" y="239"/>
                  </a:lnTo>
                  <a:lnTo>
                    <a:pt x="2885" y="870"/>
                  </a:lnTo>
                  <a:lnTo>
                    <a:pt x="2896" y="886"/>
                  </a:lnTo>
                  <a:lnTo>
                    <a:pt x="2903" y="902"/>
                  </a:lnTo>
                  <a:lnTo>
                    <a:pt x="2905" y="919"/>
                  </a:lnTo>
                  <a:lnTo>
                    <a:pt x="2903" y="936"/>
                  </a:lnTo>
                  <a:lnTo>
                    <a:pt x="2896" y="954"/>
                  </a:lnTo>
                  <a:lnTo>
                    <a:pt x="2885" y="968"/>
                  </a:lnTo>
                  <a:lnTo>
                    <a:pt x="2445" y="1405"/>
                  </a:lnTo>
                  <a:lnTo>
                    <a:pt x="2552" y="1511"/>
                  </a:lnTo>
                  <a:lnTo>
                    <a:pt x="2572" y="1534"/>
                  </a:lnTo>
                  <a:lnTo>
                    <a:pt x="2588" y="1560"/>
                  </a:lnTo>
                  <a:lnTo>
                    <a:pt x="2599" y="1587"/>
                  </a:lnTo>
                  <a:lnTo>
                    <a:pt x="2606" y="1615"/>
                  </a:lnTo>
                  <a:lnTo>
                    <a:pt x="2609" y="1645"/>
                  </a:lnTo>
                  <a:lnTo>
                    <a:pt x="2608" y="1675"/>
                  </a:lnTo>
                  <a:lnTo>
                    <a:pt x="2603" y="1705"/>
                  </a:lnTo>
                  <a:lnTo>
                    <a:pt x="2594" y="1734"/>
                  </a:lnTo>
                  <a:lnTo>
                    <a:pt x="2580" y="1762"/>
                  </a:lnTo>
                  <a:lnTo>
                    <a:pt x="2562" y="1790"/>
                  </a:lnTo>
                  <a:lnTo>
                    <a:pt x="2540" y="1815"/>
                  </a:lnTo>
                  <a:lnTo>
                    <a:pt x="2513" y="1837"/>
                  </a:lnTo>
                  <a:lnTo>
                    <a:pt x="2484" y="1857"/>
                  </a:lnTo>
                  <a:lnTo>
                    <a:pt x="2453" y="1870"/>
                  </a:lnTo>
                  <a:lnTo>
                    <a:pt x="2421" y="1879"/>
                  </a:lnTo>
                  <a:lnTo>
                    <a:pt x="2389" y="1883"/>
                  </a:lnTo>
                  <a:lnTo>
                    <a:pt x="2385" y="1915"/>
                  </a:lnTo>
                  <a:lnTo>
                    <a:pt x="2376" y="1947"/>
                  </a:lnTo>
                  <a:lnTo>
                    <a:pt x="2362" y="1977"/>
                  </a:lnTo>
                  <a:lnTo>
                    <a:pt x="2343" y="2007"/>
                  </a:lnTo>
                  <a:lnTo>
                    <a:pt x="2319" y="2033"/>
                  </a:lnTo>
                  <a:lnTo>
                    <a:pt x="2293" y="2056"/>
                  </a:lnTo>
                  <a:lnTo>
                    <a:pt x="2263" y="2075"/>
                  </a:lnTo>
                  <a:lnTo>
                    <a:pt x="2233" y="2089"/>
                  </a:lnTo>
                  <a:lnTo>
                    <a:pt x="2201" y="2098"/>
                  </a:lnTo>
                  <a:lnTo>
                    <a:pt x="2169" y="2102"/>
                  </a:lnTo>
                  <a:lnTo>
                    <a:pt x="2164" y="2134"/>
                  </a:lnTo>
                  <a:lnTo>
                    <a:pt x="2155" y="2166"/>
                  </a:lnTo>
                  <a:lnTo>
                    <a:pt x="2142" y="2196"/>
                  </a:lnTo>
                  <a:lnTo>
                    <a:pt x="2123" y="2226"/>
                  </a:lnTo>
                  <a:lnTo>
                    <a:pt x="2100" y="2252"/>
                  </a:lnTo>
                  <a:lnTo>
                    <a:pt x="2073" y="2275"/>
                  </a:lnTo>
                  <a:lnTo>
                    <a:pt x="2044" y="2294"/>
                  </a:lnTo>
                  <a:lnTo>
                    <a:pt x="2012" y="2308"/>
                  </a:lnTo>
                  <a:lnTo>
                    <a:pt x="1981" y="2316"/>
                  </a:lnTo>
                  <a:lnTo>
                    <a:pt x="1948" y="2321"/>
                  </a:lnTo>
                  <a:lnTo>
                    <a:pt x="1944" y="2352"/>
                  </a:lnTo>
                  <a:lnTo>
                    <a:pt x="1935" y="2385"/>
                  </a:lnTo>
                  <a:lnTo>
                    <a:pt x="1922" y="2415"/>
                  </a:lnTo>
                  <a:lnTo>
                    <a:pt x="1903" y="2444"/>
                  </a:lnTo>
                  <a:lnTo>
                    <a:pt x="1880" y="2471"/>
                  </a:lnTo>
                  <a:lnTo>
                    <a:pt x="1854" y="2492"/>
                  </a:lnTo>
                  <a:lnTo>
                    <a:pt x="1828" y="2510"/>
                  </a:lnTo>
                  <a:lnTo>
                    <a:pt x="1799" y="2524"/>
                  </a:lnTo>
                  <a:lnTo>
                    <a:pt x="1770" y="2533"/>
                  </a:lnTo>
                  <a:lnTo>
                    <a:pt x="1739" y="2539"/>
                  </a:lnTo>
                  <a:lnTo>
                    <a:pt x="1710" y="2540"/>
                  </a:lnTo>
                  <a:lnTo>
                    <a:pt x="1680" y="2537"/>
                  </a:lnTo>
                  <a:lnTo>
                    <a:pt x="1650" y="2530"/>
                  </a:lnTo>
                  <a:lnTo>
                    <a:pt x="1623" y="2519"/>
                  </a:lnTo>
                  <a:lnTo>
                    <a:pt x="1597" y="2503"/>
                  </a:lnTo>
                  <a:lnTo>
                    <a:pt x="1574" y="2483"/>
                  </a:lnTo>
                  <a:lnTo>
                    <a:pt x="1320" y="2231"/>
                  </a:lnTo>
                  <a:lnTo>
                    <a:pt x="1191" y="2359"/>
                  </a:lnTo>
                  <a:lnTo>
                    <a:pt x="1172" y="2375"/>
                  </a:lnTo>
                  <a:lnTo>
                    <a:pt x="1150" y="2387"/>
                  </a:lnTo>
                  <a:lnTo>
                    <a:pt x="1127" y="2394"/>
                  </a:lnTo>
                  <a:lnTo>
                    <a:pt x="1102" y="2396"/>
                  </a:lnTo>
                  <a:lnTo>
                    <a:pt x="1077" y="2395"/>
                  </a:lnTo>
                  <a:lnTo>
                    <a:pt x="1052" y="2389"/>
                  </a:lnTo>
                  <a:lnTo>
                    <a:pt x="1027" y="2380"/>
                  </a:lnTo>
                  <a:lnTo>
                    <a:pt x="1005" y="2365"/>
                  </a:lnTo>
                  <a:lnTo>
                    <a:pt x="983" y="2347"/>
                  </a:lnTo>
                  <a:lnTo>
                    <a:pt x="965" y="2326"/>
                  </a:lnTo>
                  <a:lnTo>
                    <a:pt x="951" y="2303"/>
                  </a:lnTo>
                  <a:lnTo>
                    <a:pt x="941" y="2278"/>
                  </a:lnTo>
                  <a:lnTo>
                    <a:pt x="935" y="2254"/>
                  </a:lnTo>
                  <a:lnTo>
                    <a:pt x="934" y="2229"/>
                  </a:lnTo>
                  <a:lnTo>
                    <a:pt x="936" y="2204"/>
                  </a:lnTo>
                  <a:lnTo>
                    <a:pt x="944" y="2181"/>
                  </a:lnTo>
                  <a:lnTo>
                    <a:pt x="955" y="2160"/>
                  </a:lnTo>
                  <a:lnTo>
                    <a:pt x="971" y="2140"/>
                  </a:lnTo>
                  <a:lnTo>
                    <a:pt x="952" y="2157"/>
                  </a:lnTo>
                  <a:lnTo>
                    <a:pt x="930" y="2168"/>
                  </a:lnTo>
                  <a:lnTo>
                    <a:pt x="907" y="2175"/>
                  </a:lnTo>
                  <a:lnTo>
                    <a:pt x="882" y="2178"/>
                  </a:lnTo>
                  <a:lnTo>
                    <a:pt x="857" y="2176"/>
                  </a:lnTo>
                  <a:lnTo>
                    <a:pt x="832" y="2170"/>
                  </a:lnTo>
                  <a:lnTo>
                    <a:pt x="808" y="2161"/>
                  </a:lnTo>
                  <a:lnTo>
                    <a:pt x="784" y="2147"/>
                  </a:lnTo>
                  <a:lnTo>
                    <a:pt x="763" y="2128"/>
                  </a:lnTo>
                  <a:lnTo>
                    <a:pt x="745" y="2107"/>
                  </a:lnTo>
                  <a:lnTo>
                    <a:pt x="730" y="2084"/>
                  </a:lnTo>
                  <a:lnTo>
                    <a:pt x="721" y="2060"/>
                  </a:lnTo>
                  <a:lnTo>
                    <a:pt x="715" y="2035"/>
                  </a:lnTo>
                  <a:lnTo>
                    <a:pt x="714" y="2011"/>
                  </a:lnTo>
                  <a:lnTo>
                    <a:pt x="716" y="1986"/>
                  </a:lnTo>
                  <a:lnTo>
                    <a:pt x="723" y="1963"/>
                  </a:lnTo>
                  <a:lnTo>
                    <a:pt x="735" y="1941"/>
                  </a:lnTo>
                  <a:lnTo>
                    <a:pt x="751" y="1922"/>
                  </a:lnTo>
                  <a:lnTo>
                    <a:pt x="731" y="1938"/>
                  </a:lnTo>
                  <a:lnTo>
                    <a:pt x="710" y="1949"/>
                  </a:lnTo>
                  <a:lnTo>
                    <a:pt x="686" y="1956"/>
                  </a:lnTo>
                  <a:lnTo>
                    <a:pt x="662" y="1959"/>
                  </a:lnTo>
                  <a:lnTo>
                    <a:pt x="636" y="1957"/>
                  </a:lnTo>
                  <a:lnTo>
                    <a:pt x="612" y="1952"/>
                  </a:lnTo>
                  <a:lnTo>
                    <a:pt x="588" y="1942"/>
                  </a:lnTo>
                  <a:lnTo>
                    <a:pt x="564" y="1928"/>
                  </a:lnTo>
                  <a:lnTo>
                    <a:pt x="543" y="1909"/>
                  </a:lnTo>
                  <a:lnTo>
                    <a:pt x="524" y="1888"/>
                  </a:lnTo>
                  <a:lnTo>
                    <a:pt x="511" y="1866"/>
                  </a:lnTo>
                  <a:lnTo>
                    <a:pt x="501" y="1841"/>
                  </a:lnTo>
                  <a:lnTo>
                    <a:pt x="495" y="1816"/>
                  </a:lnTo>
                  <a:lnTo>
                    <a:pt x="494" y="1792"/>
                  </a:lnTo>
                  <a:lnTo>
                    <a:pt x="497" y="1767"/>
                  </a:lnTo>
                  <a:lnTo>
                    <a:pt x="504" y="1744"/>
                  </a:lnTo>
                  <a:lnTo>
                    <a:pt x="515" y="1722"/>
                  </a:lnTo>
                  <a:lnTo>
                    <a:pt x="530" y="1703"/>
                  </a:lnTo>
                  <a:lnTo>
                    <a:pt x="511" y="1719"/>
                  </a:lnTo>
                  <a:lnTo>
                    <a:pt x="490" y="1730"/>
                  </a:lnTo>
                  <a:lnTo>
                    <a:pt x="466" y="1737"/>
                  </a:lnTo>
                  <a:lnTo>
                    <a:pt x="442" y="1740"/>
                  </a:lnTo>
                  <a:lnTo>
                    <a:pt x="417" y="1738"/>
                  </a:lnTo>
                  <a:lnTo>
                    <a:pt x="392" y="1733"/>
                  </a:lnTo>
                  <a:lnTo>
                    <a:pt x="367" y="1723"/>
                  </a:lnTo>
                  <a:lnTo>
                    <a:pt x="344" y="1709"/>
                  </a:lnTo>
                  <a:lnTo>
                    <a:pt x="323" y="1690"/>
                  </a:lnTo>
                  <a:lnTo>
                    <a:pt x="305" y="1670"/>
                  </a:lnTo>
                  <a:lnTo>
                    <a:pt x="291" y="1647"/>
                  </a:lnTo>
                  <a:lnTo>
                    <a:pt x="281" y="1622"/>
                  </a:lnTo>
                  <a:lnTo>
                    <a:pt x="275" y="1597"/>
                  </a:lnTo>
                  <a:lnTo>
                    <a:pt x="273" y="1573"/>
                  </a:lnTo>
                  <a:lnTo>
                    <a:pt x="276" y="1549"/>
                  </a:lnTo>
                  <a:lnTo>
                    <a:pt x="284" y="1525"/>
                  </a:lnTo>
                  <a:lnTo>
                    <a:pt x="295" y="1504"/>
                  </a:lnTo>
                  <a:lnTo>
                    <a:pt x="311" y="1485"/>
                  </a:lnTo>
                  <a:lnTo>
                    <a:pt x="432" y="1363"/>
                  </a:lnTo>
                  <a:lnTo>
                    <a:pt x="20" y="952"/>
                  </a:lnTo>
                  <a:lnTo>
                    <a:pt x="9" y="938"/>
                  </a:lnTo>
                  <a:lnTo>
                    <a:pt x="2" y="921"/>
                  </a:lnTo>
                  <a:lnTo>
                    <a:pt x="0" y="904"/>
                  </a:lnTo>
                  <a:lnTo>
                    <a:pt x="2" y="887"/>
                  </a:lnTo>
                  <a:lnTo>
                    <a:pt x="9" y="870"/>
                  </a:lnTo>
                  <a:lnTo>
                    <a:pt x="20" y="855"/>
                  </a:lnTo>
                  <a:lnTo>
                    <a:pt x="35" y="844"/>
                  </a:lnTo>
                  <a:lnTo>
                    <a:pt x="51" y="837"/>
                  </a:lnTo>
                  <a:lnTo>
                    <a:pt x="69" y="835"/>
                  </a:lnTo>
                  <a:lnTo>
                    <a:pt x="87" y="837"/>
                  </a:lnTo>
                  <a:lnTo>
                    <a:pt x="103" y="844"/>
                  </a:lnTo>
                  <a:lnTo>
                    <a:pt x="118" y="855"/>
                  </a:lnTo>
                  <a:lnTo>
                    <a:pt x="531" y="1267"/>
                  </a:lnTo>
                  <a:lnTo>
                    <a:pt x="554" y="1253"/>
                  </a:lnTo>
                  <a:lnTo>
                    <a:pt x="577" y="1243"/>
                  </a:lnTo>
                  <a:lnTo>
                    <a:pt x="603" y="1239"/>
                  </a:lnTo>
                  <a:lnTo>
                    <a:pt x="629" y="1240"/>
                  </a:lnTo>
                  <a:lnTo>
                    <a:pt x="656" y="1245"/>
                  </a:lnTo>
                  <a:lnTo>
                    <a:pt x="681" y="1255"/>
                  </a:lnTo>
                  <a:lnTo>
                    <a:pt x="706" y="1269"/>
                  </a:lnTo>
                  <a:lnTo>
                    <a:pt x="728" y="1288"/>
                  </a:lnTo>
                  <a:lnTo>
                    <a:pt x="747" y="1309"/>
                  </a:lnTo>
                  <a:lnTo>
                    <a:pt x="761" y="1333"/>
                  </a:lnTo>
                  <a:lnTo>
                    <a:pt x="771" y="1357"/>
                  </a:lnTo>
                  <a:lnTo>
                    <a:pt x="776" y="1381"/>
                  </a:lnTo>
                  <a:lnTo>
                    <a:pt x="778" y="1407"/>
                  </a:lnTo>
                  <a:lnTo>
                    <a:pt x="775" y="1431"/>
                  </a:lnTo>
                  <a:lnTo>
                    <a:pt x="768" y="1454"/>
                  </a:lnTo>
                  <a:lnTo>
                    <a:pt x="757" y="1476"/>
                  </a:lnTo>
                  <a:lnTo>
                    <a:pt x="741" y="1495"/>
                  </a:lnTo>
                  <a:lnTo>
                    <a:pt x="760" y="1479"/>
                  </a:lnTo>
                  <a:lnTo>
                    <a:pt x="781" y="1467"/>
                  </a:lnTo>
                  <a:lnTo>
                    <a:pt x="805" y="1460"/>
                  </a:lnTo>
                  <a:lnTo>
                    <a:pt x="829" y="1457"/>
                  </a:lnTo>
                  <a:lnTo>
                    <a:pt x="855" y="1459"/>
                  </a:lnTo>
                  <a:lnTo>
                    <a:pt x="879" y="1464"/>
                  </a:lnTo>
                  <a:lnTo>
                    <a:pt x="904" y="1475"/>
                  </a:lnTo>
                  <a:lnTo>
                    <a:pt x="927" y="1489"/>
                  </a:lnTo>
                  <a:lnTo>
                    <a:pt x="949" y="1507"/>
                  </a:lnTo>
                  <a:lnTo>
                    <a:pt x="967" y="1528"/>
                  </a:lnTo>
                  <a:lnTo>
                    <a:pt x="981" y="1551"/>
                  </a:lnTo>
                  <a:lnTo>
                    <a:pt x="990" y="1575"/>
                  </a:lnTo>
                  <a:lnTo>
                    <a:pt x="997" y="1600"/>
                  </a:lnTo>
                  <a:lnTo>
                    <a:pt x="998" y="1625"/>
                  </a:lnTo>
                  <a:lnTo>
                    <a:pt x="996" y="1649"/>
                  </a:lnTo>
                  <a:lnTo>
                    <a:pt x="988" y="1672"/>
                  </a:lnTo>
                  <a:lnTo>
                    <a:pt x="977" y="1694"/>
                  </a:lnTo>
                  <a:lnTo>
                    <a:pt x="961" y="1714"/>
                  </a:lnTo>
                  <a:lnTo>
                    <a:pt x="980" y="1698"/>
                  </a:lnTo>
                  <a:lnTo>
                    <a:pt x="1002" y="1686"/>
                  </a:lnTo>
                  <a:lnTo>
                    <a:pt x="1025" y="1679"/>
                  </a:lnTo>
                  <a:lnTo>
                    <a:pt x="1050" y="1676"/>
                  </a:lnTo>
                  <a:lnTo>
                    <a:pt x="1075" y="1678"/>
                  </a:lnTo>
                  <a:lnTo>
                    <a:pt x="1100" y="1683"/>
                  </a:lnTo>
                  <a:lnTo>
                    <a:pt x="1124" y="1693"/>
                  </a:lnTo>
                  <a:lnTo>
                    <a:pt x="1148" y="1708"/>
                  </a:lnTo>
                  <a:lnTo>
                    <a:pt x="1169" y="1725"/>
                  </a:lnTo>
                  <a:lnTo>
                    <a:pt x="1187" y="1746"/>
                  </a:lnTo>
                  <a:lnTo>
                    <a:pt x="1201" y="1769"/>
                  </a:lnTo>
                  <a:lnTo>
                    <a:pt x="1211" y="1794"/>
                  </a:lnTo>
                  <a:lnTo>
                    <a:pt x="1217" y="1818"/>
                  </a:lnTo>
                  <a:lnTo>
                    <a:pt x="1218" y="1843"/>
                  </a:lnTo>
                  <a:lnTo>
                    <a:pt x="1215" y="1868"/>
                  </a:lnTo>
                  <a:lnTo>
                    <a:pt x="1208" y="1891"/>
                  </a:lnTo>
                  <a:lnTo>
                    <a:pt x="1196" y="1912"/>
                  </a:lnTo>
                  <a:lnTo>
                    <a:pt x="1181" y="1932"/>
                  </a:lnTo>
                  <a:lnTo>
                    <a:pt x="1201" y="1916"/>
                  </a:lnTo>
                  <a:lnTo>
                    <a:pt x="1222" y="1905"/>
                  </a:lnTo>
                  <a:lnTo>
                    <a:pt x="1245" y="1898"/>
                  </a:lnTo>
                  <a:lnTo>
                    <a:pt x="1270" y="1895"/>
                  </a:lnTo>
                  <a:lnTo>
                    <a:pt x="1294" y="1896"/>
                  </a:lnTo>
                  <a:lnTo>
                    <a:pt x="1320" y="1902"/>
                  </a:lnTo>
                  <a:lnTo>
                    <a:pt x="1344" y="1912"/>
                  </a:lnTo>
                  <a:lnTo>
                    <a:pt x="1367" y="1926"/>
                  </a:lnTo>
                  <a:lnTo>
                    <a:pt x="1388" y="1944"/>
                  </a:lnTo>
                  <a:lnTo>
                    <a:pt x="1407" y="1965"/>
                  </a:lnTo>
                  <a:lnTo>
                    <a:pt x="1421" y="1988"/>
                  </a:lnTo>
                  <a:lnTo>
                    <a:pt x="1431" y="2013"/>
                  </a:lnTo>
                  <a:lnTo>
                    <a:pt x="1436" y="2037"/>
                  </a:lnTo>
                  <a:lnTo>
                    <a:pt x="1438" y="2062"/>
                  </a:lnTo>
                  <a:lnTo>
                    <a:pt x="1435" y="2087"/>
                  </a:lnTo>
                  <a:lnTo>
                    <a:pt x="1428" y="2110"/>
                  </a:lnTo>
                  <a:lnTo>
                    <a:pt x="1416" y="2131"/>
                  </a:lnTo>
                  <a:lnTo>
                    <a:pt x="1672" y="2386"/>
                  </a:lnTo>
                  <a:lnTo>
                    <a:pt x="1685" y="2395"/>
                  </a:lnTo>
                  <a:lnTo>
                    <a:pt x="1699" y="2401"/>
                  </a:lnTo>
                  <a:lnTo>
                    <a:pt x="1716" y="2402"/>
                  </a:lnTo>
                  <a:lnTo>
                    <a:pt x="1733" y="2400"/>
                  </a:lnTo>
                  <a:lnTo>
                    <a:pt x="1750" y="2395"/>
                  </a:lnTo>
                  <a:lnTo>
                    <a:pt x="1767" y="2386"/>
                  </a:lnTo>
                  <a:lnTo>
                    <a:pt x="1782" y="2374"/>
                  </a:lnTo>
                  <a:lnTo>
                    <a:pt x="1794" y="2358"/>
                  </a:lnTo>
                  <a:lnTo>
                    <a:pt x="1803" y="2342"/>
                  </a:lnTo>
                  <a:lnTo>
                    <a:pt x="1809" y="2325"/>
                  </a:lnTo>
                  <a:lnTo>
                    <a:pt x="1811" y="2308"/>
                  </a:lnTo>
                  <a:lnTo>
                    <a:pt x="1809" y="2291"/>
                  </a:lnTo>
                  <a:lnTo>
                    <a:pt x="1803" y="2276"/>
                  </a:lnTo>
                  <a:lnTo>
                    <a:pt x="1794" y="2264"/>
                  </a:lnTo>
                  <a:lnTo>
                    <a:pt x="1584" y="2055"/>
                  </a:lnTo>
                  <a:lnTo>
                    <a:pt x="1573" y="2041"/>
                  </a:lnTo>
                  <a:lnTo>
                    <a:pt x="1567" y="2025"/>
                  </a:lnTo>
                  <a:lnTo>
                    <a:pt x="1564" y="2007"/>
                  </a:lnTo>
                  <a:lnTo>
                    <a:pt x="1567" y="1989"/>
                  </a:lnTo>
                  <a:lnTo>
                    <a:pt x="1573" y="1973"/>
                  </a:lnTo>
                  <a:lnTo>
                    <a:pt x="1584" y="1958"/>
                  </a:lnTo>
                  <a:lnTo>
                    <a:pt x="1599" y="1947"/>
                  </a:lnTo>
                  <a:lnTo>
                    <a:pt x="1616" y="1941"/>
                  </a:lnTo>
                  <a:lnTo>
                    <a:pt x="1633" y="1939"/>
                  </a:lnTo>
                  <a:lnTo>
                    <a:pt x="1650" y="1941"/>
                  </a:lnTo>
                  <a:lnTo>
                    <a:pt x="1668" y="1947"/>
                  </a:lnTo>
                  <a:lnTo>
                    <a:pt x="1682" y="1958"/>
                  </a:lnTo>
                  <a:lnTo>
                    <a:pt x="1892" y="2167"/>
                  </a:lnTo>
                  <a:lnTo>
                    <a:pt x="1904" y="2176"/>
                  </a:lnTo>
                  <a:lnTo>
                    <a:pt x="1920" y="2182"/>
                  </a:lnTo>
                  <a:lnTo>
                    <a:pt x="1936" y="2183"/>
                  </a:lnTo>
                  <a:lnTo>
                    <a:pt x="1953" y="2182"/>
                  </a:lnTo>
                  <a:lnTo>
                    <a:pt x="1971" y="2176"/>
                  </a:lnTo>
                  <a:lnTo>
                    <a:pt x="1987" y="2167"/>
                  </a:lnTo>
                  <a:lnTo>
                    <a:pt x="2002" y="2155"/>
                  </a:lnTo>
                  <a:lnTo>
                    <a:pt x="2015" y="2139"/>
                  </a:lnTo>
                  <a:lnTo>
                    <a:pt x="2024" y="2123"/>
                  </a:lnTo>
                  <a:lnTo>
                    <a:pt x="2029" y="2106"/>
                  </a:lnTo>
                  <a:lnTo>
                    <a:pt x="2031" y="2089"/>
                  </a:lnTo>
                  <a:lnTo>
                    <a:pt x="2029" y="2073"/>
                  </a:lnTo>
                  <a:lnTo>
                    <a:pt x="2024" y="2058"/>
                  </a:lnTo>
                  <a:lnTo>
                    <a:pt x="2015" y="2045"/>
                  </a:lnTo>
                  <a:lnTo>
                    <a:pt x="1804" y="1837"/>
                  </a:lnTo>
                  <a:lnTo>
                    <a:pt x="1793" y="1822"/>
                  </a:lnTo>
                  <a:lnTo>
                    <a:pt x="1786" y="1806"/>
                  </a:lnTo>
                  <a:lnTo>
                    <a:pt x="1784" y="1788"/>
                  </a:lnTo>
                  <a:lnTo>
                    <a:pt x="1786" y="1770"/>
                  </a:lnTo>
                  <a:lnTo>
                    <a:pt x="1793" y="1754"/>
                  </a:lnTo>
                  <a:lnTo>
                    <a:pt x="1804" y="1740"/>
                  </a:lnTo>
                  <a:lnTo>
                    <a:pt x="1820" y="1729"/>
                  </a:lnTo>
                  <a:lnTo>
                    <a:pt x="1836" y="1722"/>
                  </a:lnTo>
                  <a:lnTo>
                    <a:pt x="1853" y="1720"/>
                  </a:lnTo>
                  <a:lnTo>
                    <a:pt x="1871" y="1722"/>
                  </a:lnTo>
                  <a:lnTo>
                    <a:pt x="1887" y="1729"/>
                  </a:lnTo>
                  <a:lnTo>
                    <a:pt x="1902" y="1740"/>
                  </a:lnTo>
                  <a:lnTo>
                    <a:pt x="2112" y="1948"/>
                  </a:lnTo>
                  <a:lnTo>
                    <a:pt x="2125" y="1957"/>
                  </a:lnTo>
                  <a:lnTo>
                    <a:pt x="2140" y="1963"/>
                  </a:lnTo>
                  <a:lnTo>
                    <a:pt x="2156" y="1965"/>
                  </a:lnTo>
                  <a:lnTo>
                    <a:pt x="2174" y="1963"/>
                  </a:lnTo>
                  <a:lnTo>
                    <a:pt x="2190" y="1957"/>
                  </a:lnTo>
                  <a:lnTo>
                    <a:pt x="2207" y="1949"/>
                  </a:lnTo>
                  <a:lnTo>
                    <a:pt x="2223" y="1936"/>
                  </a:lnTo>
                  <a:lnTo>
                    <a:pt x="2235" y="1920"/>
                  </a:lnTo>
                  <a:lnTo>
                    <a:pt x="2244" y="1904"/>
                  </a:lnTo>
                  <a:lnTo>
                    <a:pt x="2249" y="1887"/>
                  </a:lnTo>
                  <a:lnTo>
                    <a:pt x="2251" y="1871"/>
                  </a:lnTo>
                  <a:lnTo>
                    <a:pt x="2249" y="1855"/>
                  </a:lnTo>
                  <a:lnTo>
                    <a:pt x="2244" y="1839"/>
                  </a:lnTo>
                  <a:lnTo>
                    <a:pt x="2234" y="1826"/>
                  </a:lnTo>
                  <a:lnTo>
                    <a:pt x="2025" y="1618"/>
                  </a:lnTo>
                  <a:lnTo>
                    <a:pt x="2013" y="1603"/>
                  </a:lnTo>
                  <a:lnTo>
                    <a:pt x="2006" y="1587"/>
                  </a:lnTo>
                  <a:lnTo>
                    <a:pt x="2004" y="1570"/>
                  </a:lnTo>
                  <a:lnTo>
                    <a:pt x="2006" y="1553"/>
                  </a:lnTo>
                  <a:lnTo>
                    <a:pt x="2013" y="1535"/>
                  </a:lnTo>
                  <a:lnTo>
                    <a:pt x="2025" y="1521"/>
                  </a:lnTo>
                  <a:lnTo>
                    <a:pt x="2039" y="1510"/>
                  </a:lnTo>
                  <a:lnTo>
                    <a:pt x="2055" y="1503"/>
                  </a:lnTo>
                  <a:lnTo>
                    <a:pt x="2074" y="1501"/>
                  </a:lnTo>
                  <a:lnTo>
                    <a:pt x="2091" y="1503"/>
                  </a:lnTo>
                  <a:lnTo>
                    <a:pt x="2107" y="1510"/>
                  </a:lnTo>
                  <a:lnTo>
                    <a:pt x="2122" y="1521"/>
                  </a:lnTo>
                  <a:lnTo>
                    <a:pt x="2332" y="1729"/>
                  </a:lnTo>
                  <a:lnTo>
                    <a:pt x="2345" y="1739"/>
                  </a:lnTo>
                  <a:lnTo>
                    <a:pt x="2359" y="1744"/>
                  </a:lnTo>
                  <a:lnTo>
                    <a:pt x="2377" y="1746"/>
                  </a:lnTo>
                  <a:lnTo>
                    <a:pt x="2393" y="1744"/>
                  </a:lnTo>
                  <a:lnTo>
                    <a:pt x="2410" y="1739"/>
                  </a:lnTo>
                  <a:lnTo>
                    <a:pt x="2427" y="1730"/>
                  </a:lnTo>
                  <a:lnTo>
                    <a:pt x="2442" y="1718"/>
                  </a:lnTo>
                  <a:lnTo>
                    <a:pt x="2455" y="1703"/>
                  </a:lnTo>
                  <a:lnTo>
                    <a:pt x="2463" y="1685"/>
                  </a:lnTo>
                  <a:lnTo>
                    <a:pt x="2469" y="1669"/>
                  </a:lnTo>
                  <a:lnTo>
                    <a:pt x="2471" y="1652"/>
                  </a:lnTo>
                  <a:lnTo>
                    <a:pt x="2469" y="1636"/>
                  </a:lnTo>
                  <a:lnTo>
                    <a:pt x="2463" y="1620"/>
                  </a:lnTo>
                  <a:lnTo>
                    <a:pt x="2454" y="1608"/>
                  </a:lnTo>
                  <a:lnTo>
                    <a:pt x="2452" y="1606"/>
                  </a:lnTo>
                  <a:lnTo>
                    <a:pt x="2447" y="1600"/>
                  </a:lnTo>
                  <a:lnTo>
                    <a:pt x="2438" y="1591"/>
                  </a:lnTo>
                  <a:lnTo>
                    <a:pt x="2426" y="1579"/>
                  </a:lnTo>
                  <a:lnTo>
                    <a:pt x="2410" y="1564"/>
                  </a:lnTo>
                  <a:lnTo>
                    <a:pt x="2392" y="1545"/>
                  </a:lnTo>
                  <a:lnTo>
                    <a:pt x="2372" y="1525"/>
                  </a:lnTo>
                  <a:lnTo>
                    <a:pt x="2348" y="1502"/>
                  </a:lnTo>
                  <a:lnTo>
                    <a:pt x="2323" y="1477"/>
                  </a:lnTo>
                  <a:lnTo>
                    <a:pt x="2295" y="1449"/>
                  </a:lnTo>
                  <a:lnTo>
                    <a:pt x="2265" y="1420"/>
                  </a:lnTo>
                  <a:lnTo>
                    <a:pt x="2235" y="1389"/>
                  </a:lnTo>
                  <a:lnTo>
                    <a:pt x="2202" y="1357"/>
                  </a:lnTo>
                  <a:lnTo>
                    <a:pt x="2169" y="1323"/>
                  </a:lnTo>
                  <a:lnTo>
                    <a:pt x="2134" y="1289"/>
                  </a:lnTo>
                  <a:lnTo>
                    <a:pt x="2099" y="1254"/>
                  </a:lnTo>
                  <a:lnTo>
                    <a:pt x="2062" y="1218"/>
                  </a:lnTo>
                  <a:lnTo>
                    <a:pt x="2027" y="1182"/>
                  </a:lnTo>
                  <a:lnTo>
                    <a:pt x="1990" y="1146"/>
                  </a:lnTo>
                  <a:lnTo>
                    <a:pt x="1954" y="1110"/>
                  </a:lnTo>
                  <a:lnTo>
                    <a:pt x="1918" y="1074"/>
                  </a:lnTo>
                  <a:lnTo>
                    <a:pt x="1882" y="1039"/>
                  </a:lnTo>
                  <a:lnTo>
                    <a:pt x="1847" y="1003"/>
                  </a:lnTo>
                  <a:lnTo>
                    <a:pt x="1813" y="970"/>
                  </a:lnTo>
                  <a:lnTo>
                    <a:pt x="1780" y="937"/>
                  </a:lnTo>
                  <a:lnTo>
                    <a:pt x="1748" y="906"/>
                  </a:lnTo>
                  <a:lnTo>
                    <a:pt x="1718" y="875"/>
                  </a:lnTo>
                  <a:lnTo>
                    <a:pt x="1689" y="847"/>
                  </a:lnTo>
                  <a:lnTo>
                    <a:pt x="1663" y="821"/>
                  </a:lnTo>
                  <a:lnTo>
                    <a:pt x="1638" y="797"/>
                  </a:lnTo>
                  <a:lnTo>
                    <a:pt x="1616" y="775"/>
                  </a:lnTo>
                  <a:lnTo>
                    <a:pt x="1596" y="756"/>
                  </a:lnTo>
                  <a:lnTo>
                    <a:pt x="1579" y="740"/>
                  </a:lnTo>
                  <a:lnTo>
                    <a:pt x="1565" y="725"/>
                  </a:lnTo>
                  <a:lnTo>
                    <a:pt x="1560" y="721"/>
                  </a:lnTo>
                  <a:lnTo>
                    <a:pt x="1553" y="715"/>
                  </a:lnTo>
                  <a:lnTo>
                    <a:pt x="1546" y="711"/>
                  </a:lnTo>
                  <a:lnTo>
                    <a:pt x="1537" y="706"/>
                  </a:lnTo>
                  <a:lnTo>
                    <a:pt x="1527" y="704"/>
                  </a:lnTo>
                  <a:lnTo>
                    <a:pt x="1515" y="703"/>
                  </a:lnTo>
                  <a:lnTo>
                    <a:pt x="1501" y="705"/>
                  </a:lnTo>
                  <a:lnTo>
                    <a:pt x="1485" y="711"/>
                  </a:lnTo>
                  <a:lnTo>
                    <a:pt x="1468" y="720"/>
                  </a:lnTo>
                  <a:lnTo>
                    <a:pt x="1449" y="735"/>
                  </a:lnTo>
                  <a:lnTo>
                    <a:pt x="1428" y="754"/>
                  </a:lnTo>
                  <a:lnTo>
                    <a:pt x="1405" y="779"/>
                  </a:lnTo>
                  <a:lnTo>
                    <a:pt x="1383" y="808"/>
                  </a:lnTo>
                  <a:lnTo>
                    <a:pt x="1366" y="837"/>
                  </a:lnTo>
                  <a:lnTo>
                    <a:pt x="1270" y="1012"/>
                  </a:lnTo>
                  <a:lnTo>
                    <a:pt x="1259" y="1031"/>
                  </a:lnTo>
                  <a:lnTo>
                    <a:pt x="1244" y="1050"/>
                  </a:lnTo>
                  <a:lnTo>
                    <a:pt x="1226" y="1069"/>
                  </a:lnTo>
                  <a:lnTo>
                    <a:pt x="1194" y="1096"/>
                  </a:lnTo>
                  <a:lnTo>
                    <a:pt x="1161" y="1119"/>
                  </a:lnTo>
                  <a:lnTo>
                    <a:pt x="1125" y="1136"/>
                  </a:lnTo>
                  <a:lnTo>
                    <a:pt x="1089" y="1147"/>
                  </a:lnTo>
                  <a:lnTo>
                    <a:pt x="1052" y="1153"/>
                  </a:lnTo>
                  <a:lnTo>
                    <a:pt x="1014" y="1153"/>
                  </a:lnTo>
                  <a:lnTo>
                    <a:pt x="976" y="1147"/>
                  </a:lnTo>
                  <a:lnTo>
                    <a:pt x="944" y="1137"/>
                  </a:lnTo>
                  <a:lnTo>
                    <a:pt x="913" y="1123"/>
                  </a:lnTo>
                  <a:lnTo>
                    <a:pt x="883" y="1106"/>
                  </a:lnTo>
                  <a:lnTo>
                    <a:pt x="858" y="1085"/>
                  </a:lnTo>
                  <a:lnTo>
                    <a:pt x="833" y="1061"/>
                  </a:lnTo>
                  <a:lnTo>
                    <a:pt x="813" y="1034"/>
                  </a:lnTo>
                  <a:lnTo>
                    <a:pt x="796" y="1004"/>
                  </a:lnTo>
                  <a:lnTo>
                    <a:pt x="784" y="980"/>
                  </a:lnTo>
                  <a:lnTo>
                    <a:pt x="777" y="955"/>
                  </a:lnTo>
                  <a:lnTo>
                    <a:pt x="772" y="930"/>
                  </a:lnTo>
                  <a:lnTo>
                    <a:pt x="772" y="908"/>
                  </a:lnTo>
                  <a:lnTo>
                    <a:pt x="774" y="886"/>
                  </a:lnTo>
                  <a:lnTo>
                    <a:pt x="781" y="866"/>
                  </a:lnTo>
                  <a:lnTo>
                    <a:pt x="1064" y="203"/>
                  </a:lnTo>
                  <a:lnTo>
                    <a:pt x="1074" y="185"/>
                  </a:lnTo>
                  <a:lnTo>
                    <a:pt x="1086" y="166"/>
                  </a:lnTo>
                  <a:lnTo>
                    <a:pt x="1102" y="147"/>
                  </a:lnTo>
                  <a:lnTo>
                    <a:pt x="1120" y="126"/>
                  </a:lnTo>
                  <a:lnTo>
                    <a:pt x="1130" y="117"/>
                  </a:lnTo>
                  <a:lnTo>
                    <a:pt x="1142" y="106"/>
                  </a:lnTo>
                  <a:lnTo>
                    <a:pt x="1158" y="94"/>
                  </a:lnTo>
                  <a:lnTo>
                    <a:pt x="1176" y="81"/>
                  </a:lnTo>
                  <a:lnTo>
                    <a:pt x="1196" y="67"/>
                  </a:lnTo>
                  <a:lnTo>
                    <a:pt x="1220" y="53"/>
                  </a:lnTo>
                  <a:lnTo>
                    <a:pt x="1245" y="40"/>
                  </a:lnTo>
                  <a:lnTo>
                    <a:pt x="1274" y="28"/>
                  </a:lnTo>
                  <a:lnTo>
                    <a:pt x="1305" y="18"/>
                  </a:lnTo>
                  <a:lnTo>
                    <a:pt x="1338" y="10"/>
                  </a:lnTo>
                  <a:lnTo>
                    <a:pt x="1373" y="3"/>
                  </a:lnTo>
                  <a:lnTo>
                    <a:pt x="1412" y="0"/>
                  </a:lnTo>
                  <a:lnTo>
                    <a:pt x="14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57" name="Freeform 40">
              <a:extLst>
                <a:ext uri="{FF2B5EF4-FFF2-40B4-BE49-F238E27FC236}">
                  <a16:creationId xmlns:a16="http://schemas.microsoft.com/office/drawing/2014/main" id="{2BB05E83-8D0F-4062-8FA8-0AF6FD87CD3C}"/>
                </a:ext>
              </a:extLst>
            </p:cNvPr>
            <p:cNvSpPr>
              <a:spLocks noEditPoints="1"/>
            </p:cNvSpPr>
            <p:nvPr/>
          </p:nvSpPr>
          <p:spPr bwMode="auto">
            <a:xfrm>
              <a:off x="7332663" y="2609851"/>
              <a:ext cx="149225" cy="147638"/>
            </a:xfrm>
            <a:custGeom>
              <a:avLst/>
              <a:gdLst>
                <a:gd name="T0" fmla="*/ 671 w 1031"/>
                <a:gd name="T1" fmla="*/ 657 h 1025"/>
                <a:gd name="T2" fmla="*/ 626 w 1031"/>
                <a:gd name="T3" fmla="*/ 679 h 1025"/>
                <a:gd name="T4" fmla="*/ 595 w 1031"/>
                <a:gd name="T5" fmla="*/ 718 h 1025"/>
                <a:gd name="T6" fmla="*/ 584 w 1031"/>
                <a:gd name="T7" fmla="*/ 766 h 1025"/>
                <a:gd name="T8" fmla="*/ 595 w 1031"/>
                <a:gd name="T9" fmla="*/ 817 h 1025"/>
                <a:gd name="T10" fmla="*/ 626 w 1031"/>
                <a:gd name="T11" fmla="*/ 854 h 1025"/>
                <a:gd name="T12" fmla="*/ 671 w 1031"/>
                <a:gd name="T13" fmla="*/ 877 h 1025"/>
                <a:gd name="T14" fmla="*/ 723 w 1031"/>
                <a:gd name="T15" fmla="*/ 877 h 1025"/>
                <a:gd name="T16" fmla="*/ 768 w 1031"/>
                <a:gd name="T17" fmla="*/ 854 h 1025"/>
                <a:gd name="T18" fmla="*/ 800 w 1031"/>
                <a:gd name="T19" fmla="*/ 816 h 1025"/>
                <a:gd name="T20" fmla="*/ 811 w 1031"/>
                <a:gd name="T21" fmla="*/ 766 h 1025"/>
                <a:gd name="T22" fmla="*/ 800 w 1031"/>
                <a:gd name="T23" fmla="*/ 718 h 1025"/>
                <a:gd name="T24" fmla="*/ 768 w 1031"/>
                <a:gd name="T25" fmla="*/ 679 h 1025"/>
                <a:gd name="T26" fmla="*/ 723 w 1031"/>
                <a:gd name="T27" fmla="*/ 657 h 1025"/>
                <a:gd name="T28" fmla="*/ 345 w 1031"/>
                <a:gd name="T29" fmla="*/ 0 h 1025"/>
                <a:gd name="T30" fmla="*/ 391 w 1031"/>
                <a:gd name="T31" fmla="*/ 12 h 1025"/>
                <a:gd name="T32" fmla="*/ 432 w 1031"/>
                <a:gd name="T33" fmla="*/ 39 h 1025"/>
                <a:gd name="T34" fmla="*/ 1007 w 1031"/>
                <a:gd name="T35" fmla="*/ 615 h 1025"/>
                <a:gd name="T36" fmla="*/ 1027 w 1031"/>
                <a:gd name="T37" fmla="*/ 659 h 1025"/>
                <a:gd name="T38" fmla="*/ 1031 w 1031"/>
                <a:gd name="T39" fmla="*/ 705 h 1025"/>
                <a:gd name="T40" fmla="*/ 1019 w 1031"/>
                <a:gd name="T41" fmla="*/ 751 h 1025"/>
                <a:gd name="T42" fmla="*/ 992 w 1031"/>
                <a:gd name="T43" fmla="*/ 791 h 1025"/>
                <a:gd name="T44" fmla="*/ 776 w 1031"/>
                <a:gd name="T45" fmla="*/ 1001 h 1025"/>
                <a:gd name="T46" fmla="*/ 732 w 1031"/>
                <a:gd name="T47" fmla="*/ 1021 h 1025"/>
                <a:gd name="T48" fmla="*/ 686 w 1031"/>
                <a:gd name="T49" fmla="*/ 1025 h 1025"/>
                <a:gd name="T50" fmla="*/ 640 w 1031"/>
                <a:gd name="T51" fmla="*/ 1013 h 1025"/>
                <a:gd name="T52" fmla="*/ 600 w 1031"/>
                <a:gd name="T53" fmla="*/ 985 h 1025"/>
                <a:gd name="T54" fmla="*/ 24 w 1031"/>
                <a:gd name="T55" fmla="*/ 409 h 1025"/>
                <a:gd name="T56" fmla="*/ 4 w 1031"/>
                <a:gd name="T57" fmla="*/ 367 h 1025"/>
                <a:gd name="T58" fmla="*/ 0 w 1031"/>
                <a:gd name="T59" fmla="*/ 320 h 1025"/>
                <a:gd name="T60" fmla="*/ 11 w 1031"/>
                <a:gd name="T61" fmla="*/ 275 h 1025"/>
                <a:gd name="T62" fmla="*/ 40 w 1031"/>
                <a:gd name="T63" fmla="*/ 234 h 1025"/>
                <a:gd name="T64" fmla="*/ 255 w 1031"/>
                <a:gd name="T65" fmla="*/ 24 h 1025"/>
                <a:gd name="T66" fmla="*/ 298 w 1031"/>
                <a:gd name="T67" fmla="*/ 4 h 1025"/>
                <a:gd name="T68" fmla="*/ 345 w 1031"/>
                <a:gd name="T69" fmla="*/ 0 h 1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1" h="1025">
                  <a:moveTo>
                    <a:pt x="698" y="654"/>
                  </a:moveTo>
                  <a:lnTo>
                    <a:pt x="671" y="657"/>
                  </a:lnTo>
                  <a:lnTo>
                    <a:pt x="648" y="665"/>
                  </a:lnTo>
                  <a:lnTo>
                    <a:pt x="626" y="679"/>
                  </a:lnTo>
                  <a:lnTo>
                    <a:pt x="609" y="696"/>
                  </a:lnTo>
                  <a:lnTo>
                    <a:pt x="595" y="718"/>
                  </a:lnTo>
                  <a:lnTo>
                    <a:pt x="587" y="741"/>
                  </a:lnTo>
                  <a:lnTo>
                    <a:pt x="584" y="766"/>
                  </a:lnTo>
                  <a:lnTo>
                    <a:pt x="587" y="793"/>
                  </a:lnTo>
                  <a:lnTo>
                    <a:pt x="595" y="817"/>
                  </a:lnTo>
                  <a:lnTo>
                    <a:pt x="609" y="837"/>
                  </a:lnTo>
                  <a:lnTo>
                    <a:pt x="626" y="854"/>
                  </a:lnTo>
                  <a:lnTo>
                    <a:pt x="648" y="868"/>
                  </a:lnTo>
                  <a:lnTo>
                    <a:pt x="671" y="877"/>
                  </a:lnTo>
                  <a:lnTo>
                    <a:pt x="698" y="880"/>
                  </a:lnTo>
                  <a:lnTo>
                    <a:pt x="723" y="877"/>
                  </a:lnTo>
                  <a:lnTo>
                    <a:pt x="748" y="868"/>
                  </a:lnTo>
                  <a:lnTo>
                    <a:pt x="768" y="854"/>
                  </a:lnTo>
                  <a:lnTo>
                    <a:pt x="785" y="837"/>
                  </a:lnTo>
                  <a:lnTo>
                    <a:pt x="800" y="816"/>
                  </a:lnTo>
                  <a:lnTo>
                    <a:pt x="808" y="793"/>
                  </a:lnTo>
                  <a:lnTo>
                    <a:pt x="811" y="766"/>
                  </a:lnTo>
                  <a:lnTo>
                    <a:pt x="808" y="741"/>
                  </a:lnTo>
                  <a:lnTo>
                    <a:pt x="800" y="718"/>
                  </a:lnTo>
                  <a:lnTo>
                    <a:pt x="785" y="696"/>
                  </a:lnTo>
                  <a:lnTo>
                    <a:pt x="768" y="679"/>
                  </a:lnTo>
                  <a:lnTo>
                    <a:pt x="748" y="665"/>
                  </a:lnTo>
                  <a:lnTo>
                    <a:pt x="723" y="657"/>
                  </a:lnTo>
                  <a:lnTo>
                    <a:pt x="698" y="654"/>
                  </a:lnTo>
                  <a:close/>
                  <a:moveTo>
                    <a:pt x="345" y="0"/>
                  </a:moveTo>
                  <a:lnTo>
                    <a:pt x="368" y="4"/>
                  </a:lnTo>
                  <a:lnTo>
                    <a:pt x="391" y="12"/>
                  </a:lnTo>
                  <a:lnTo>
                    <a:pt x="412" y="24"/>
                  </a:lnTo>
                  <a:lnTo>
                    <a:pt x="432" y="39"/>
                  </a:lnTo>
                  <a:lnTo>
                    <a:pt x="992" y="596"/>
                  </a:lnTo>
                  <a:lnTo>
                    <a:pt x="1007" y="615"/>
                  </a:lnTo>
                  <a:lnTo>
                    <a:pt x="1019" y="637"/>
                  </a:lnTo>
                  <a:lnTo>
                    <a:pt x="1027" y="659"/>
                  </a:lnTo>
                  <a:lnTo>
                    <a:pt x="1031" y="682"/>
                  </a:lnTo>
                  <a:lnTo>
                    <a:pt x="1031" y="705"/>
                  </a:lnTo>
                  <a:lnTo>
                    <a:pt x="1027" y="729"/>
                  </a:lnTo>
                  <a:lnTo>
                    <a:pt x="1019" y="751"/>
                  </a:lnTo>
                  <a:lnTo>
                    <a:pt x="1007" y="771"/>
                  </a:lnTo>
                  <a:lnTo>
                    <a:pt x="992" y="791"/>
                  </a:lnTo>
                  <a:lnTo>
                    <a:pt x="796" y="985"/>
                  </a:lnTo>
                  <a:lnTo>
                    <a:pt x="776" y="1001"/>
                  </a:lnTo>
                  <a:lnTo>
                    <a:pt x="755" y="1013"/>
                  </a:lnTo>
                  <a:lnTo>
                    <a:pt x="732" y="1021"/>
                  </a:lnTo>
                  <a:lnTo>
                    <a:pt x="709" y="1025"/>
                  </a:lnTo>
                  <a:lnTo>
                    <a:pt x="686" y="1025"/>
                  </a:lnTo>
                  <a:lnTo>
                    <a:pt x="663" y="1021"/>
                  </a:lnTo>
                  <a:lnTo>
                    <a:pt x="640" y="1013"/>
                  </a:lnTo>
                  <a:lnTo>
                    <a:pt x="619" y="1001"/>
                  </a:lnTo>
                  <a:lnTo>
                    <a:pt x="600" y="985"/>
                  </a:lnTo>
                  <a:lnTo>
                    <a:pt x="40" y="429"/>
                  </a:lnTo>
                  <a:lnTo>
                    <a:pt x="24" y="409"/>
                  </a:lnTo>
                  <a:lnTo>
                    <a:pt x="11" y="389"/>
                  </a:lnTo>
                  <a:lnTo>
                    <a:pt x="4" y="367"/>
                  </a:lnTo>
                  <a:lnTo>
                    <a:pt x="0" y="344"/>
                  </a:lnTo>
                  <a:lnTo>
                    <a:pt x="0" y="320"/>
                  </a:lnTo>
                  <a:lnTo>
                    <a:pt x="4" y="297"/>
                  </a:lnTo>
                  <a:lnTo>
                    <a:pt x="11" y="275"/>
                  </a:lnTo>
                  <a:lnTo>
                    <a:pt x="24" y="253"/>
                  </a:lnTo>
                  <a:lnTo>
                    <a:pt x="40" y="234"/>
                  </a:lnTo>
                  <a:lnTo>
                    <a:pt x="236" y="39"/>
                  </a:lnTo>
                  <a:lnTo>
                    <a:pt x="255" y="24"/>
                  </a:lnTo>
                  <a:lnTo>
                    <a:pt x="275" y="12"/>
                  </a:lnTo>
                  <a:lnTo>
                    <a:pt x="298" y="4"/>
                  </a:lnTo>
                  <a:lnTo>
                    <a:pt x="321" y="0"/>
                  </a:lnTo>
                  <a:lnTo>
                    <a:pt x="34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grpSp>
        <p:nvGrpSpPr>
          <p:cNvPr id="58" name="Group 57">
            <a:extLst>
              <a:ext uri="{FF2B5EF4-FFF2-40B4-BE49-F238E27FC236}">
                <a16:creationId xmlns:a16="http://schemas.microsoft.com/office/drawing/2014/main" id="{143E7017-CAA6-4FEF-9DE8-1D67E989E954}"/>
              </a:ext>
            </a:extLst>
          </p:cNvPr>
          <p:cNvGrpSpPr/>
          <p:nvPr/>
        </p:nvGrpSpPr>
        <p:grpSpPr>
          <a:xfrm>
            <a:off x="4866851" y="3271366"/>
            <a:ext cx="408090" cy="410866"/>
            <a:chOff x="7156450" y="2708275"/>
            <a:chExt cx="233363" cy="234950"/>
          </a:xfrm>
          <a:solidFill>
            <a:schemeClr val="bg1"/>
          </a:solidFill>
        </p:grpSpPr>
        <p:sp>
          <p:nvSpPr>
            <p:cNvPr id="59" name="Rectangle 33">
              <a:extLst>
                <a:ext uri="{FF2B5EF4-FFF2-40B4-BE49-F238E27FC236}">
                  <a16:creationId xmlns:a16="http://schemas.microsoft.com/office/drawing/2014/main" id="{10C327A8-EBF5-49C4-B1C7-0C566EE554CC}"/>
                </a:ext>
              </a:extLst>
            </p:cNvPr>
            <p:cNvSpPr>
              <a:spLocks noChangeArrowheads="1"/>
            </p:cNvSpPr>
            <p:nvPr/>
          </p:nvSpPr>
          <p:spPr bwMode="auto">
            <a:xfrm>
              <a:off x="7156450" y="2803525"/>
              <a:ext cx="41275" cy="12382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60" name="Freeform 34">
              <a:extLst>
                <a:ext uri="{FF2B5EF4-FFF2-40B4-BE49-F238E27FC236}">
                  <a16:creationId xmlns:a16="http://schemas.microsoft.com/office/drawing/2014/main" id="{93DB618B-0128-46B3-A56C-BC6684711246}"/>
                </a:ext>
              </a:extLst>
            </p:cNvPr>
            <p:cNvSpPr>
              <a:spLocks noEditPoints="1"/>
            </p:cNvSpPr>
            <p:nvPr/>
          </p:nvSpPr>
          <p:spPr bwMode="auto">
            <a:xfrm>
              <a:off x="7215188" y="2708275"/>
              <a:ext cx="174625" cy="234950"/>
            </a:xfrm>
            <a:custGeom>
              <a:avLst/>
              <a:gdLst>
                <a:gd name="T0" fmla="*/ 790 w 2315"/>
                <a:gd name="T1" fmla="*/ 1051 h 3103"/>
                <a:gd name="T2" fmla="*/ 645 w 2315"/>
                <a:gd name="T3" fmla="*/ 1093 h 3103"/>
                <a:gd name="T4" fmla="*/ 513 w 2315"/>
                <a:gd name="T5" fmla="*/ 1176 h 3103"/>
                <a:gd name="T6" fmla="*/ 407 w 2315"/>
                <a:gd name="T7" fmla="*/ 1297 h 3103"/>
                <a:gd name="T8" fmla="*/ 338 w 2315"/>
                <a:gd name="T9" fmla="*/ 1438 h 3103"/>
                <a:gd name="T10" fmla="*/ 311 w 2315"/>
                <a:gd name="T11" fmla="*/ 1590 h 3103"/>
                <a:gd name="T12" fmla="*/ 324 w 2315"/>
                <a:gd name="T13" fmla="*/ 1743 h 3103"/>
                <a:gd name="T14" fmla="*/ 378 w 2315"/>
                <a:gd name="T15" fmla="*/ 1890 h 3103"/>
                <a:gd name="T16" fmla="*/ 473 w 2315"/>
                <a:gd name="T17" fmla="*/ 2018 h 3103"/>
                <a:gd name="T18" fmla="*/ 600 w 2315"/>
                <a:gd name="T19" fmla="*/ 2115 h 3103"/>
                <a:gd name="T20" fmla="*/ 741 w 2315"/>
                <a:gd name="T21" fmla="*/ 2170 h 3103"/>
                <a:gd name="T22" fmla="*/ 891 w 2315"/>
                <a:gd name="T23" fmla="*/ 2184 h 3103"/>
                <a:gd name="T24" fmla="*/ 1039 w 2315"/>
                <a:gd name="T25" fmla="*/ 2157 h 3103"/>
                <a:gd name="T26" fmla="*/ 1176 w 2315"/>
                <a:gd name="T27" fmla="*/ 2087 h 3103"/>
                <a:gd name="T28" fmla="*/ 1294 w 2315"/>
                <a:gd name="T29" fmla="*/ 1977 h 3103"/>
                <a:gd name="T30" fmla="*/ 1375 w 2315"/>
                <a:gd name="T31" fmla="*/ 1842 h 3103"/>
                <a:gd name="T32" fmla="*/ 1415 w 2315"/>
                <a:gd name="T33" fmla="*/ 1693 h 3103"/>
                <a:gd name="T34" fmla="*/ 1415 w 2315"/>
                <a:gd name="T35" fmla="*/ 1539 h 3103"/>
                <a:gd name="T36" fmla="*/ 1375 w 2315"/>
                <a:gd name="T37" fmla="*/ 1390 h 3103"/>
                <a:gd name="T38" fmla="*/ 1294 w 2315"/>
                <a:gd name="T39" fmla="*/ 1253 h 3103"/>
                <a:gd name="T40" fmla="*/ 1176 w 2315"/>
                <a:gd name="T41" fmla="*/ 1143 h 3103"/>
                <a:gd name="T42" fmla="*/ 1039 w 2315"/>
                <a:gd name="T43" fmla="*/ 1074 h 3103"/>
                <a:gd name="T44" fmla="*/ 891 w 2315"/>
                <a:gd name="T45" fmla="*/ 1046 h 3103"/>
                <a:gd name="T46" fmla="*/ 1320 w 2315"/>
                <a:gd name="T47" fmla="*/ 1046 h 3103"/>
                <a:gd name="T48" fmla="*/ 1417 w 2315"/>
                <a:gd name="T49" fmla="*/ 1140 h 3103"/>
                <a:gd name="T50" fmla="*/ 1515 w 2315"/>
                <a:gd name="T51" fmla="*/ 1297 h 3103"/>
                <a:gd name="T52" fmla="*/ 1571 w 2315"/>
                <a:gd name="T53" fmla="*/ 1468 h 3103"/>
                <a:gd name="T54" fmla="*/ 1584 w 2315"/>
                <a:gd name="T55" fmla="*/ 1647 h 3103"/>
                <a:gd name="T56" fmla="*/ 1555 w 2315"/>
                <a:gd name="T57" fmla="*/ 1825 h 3103"/>
                <a:gd name="T58" fmla="*/ 1484 w 2315"/>
                <a:gd name="T59" fmla="*/ 1992 h 3103"/>
                <a:gd name="T60" fmla="*/ 1664 w 2315"/>
                <a:gd name="T61" fmla="*/ 2118 h 3103"/>
                <a:gd name="T62" fmla="*/ 2315 w 2315"/>
                <a:gd name="T63" fmla="*/ 2800 h 3103"/>
                <a:gd name="T64" fmla="*/ 2307 w 2315"/>
                <a:gd name="T65" fmla="*/ 2859 h 3103"/>
                <a:gd name="T66" fmla="*/ 2276 w 2315"/>
                <a:gd name="T67" fmla="*/ 2943 h 3103"/>
                <a:gd name="T68" fmla="*/ 2209 w 2315"/>
                <a:gd name="T69" fmla="*/ 3030 h 3103"/>
                <a:gd name="T70" fmla="*/ 2128 w 2315"/>
                <a:gd name="T71" fmla="*/ 3078 h 3103"/>
                <a:gd name="T72" fmla="*/ 2053 w 2315"/>
                <a:gd name="T73" fmla="*/ 3099 h 3103"/>
                <a:gd name="T74" fmla="*/ 2010 w 2315"/>
                <a:gd name="T75" fmla="*/ 3103 h 3103"/>
                <a:gd name="T76" fmla="*/ 1403 w 2315"/>
                <a:gd name="T77" fmla="*/ 2335 h 3103"/>
                <a:gd name="T78" fmla="*/ 774 w 2315"/>
                <a:gd name="T79" fmla="*/ 2903 h 3103"/>
                <a:gd name="T80" fmla="*/ 657 w 2315"/>
                <a:gd name="T81" fmla="*/ 2320 h 3103"/>
                <a:gd name="T82" fmla="*/ 544 w 2315"/>
                <a:gd name="T83" fmla="*/ 2903 h 3103"/>
                <a:gd name="T84" fmla="*/ 545 w 2315"/>
                <a:gd name="T85" fmla="*/ 687 h 3103"/>
                <a:gd name="T86" fmla="*/ 657 w 2315"/>
                <a:gd name="T87" fmla="*/ 911 h 3103"/>
                <a:gd name="T88" fmla="*/ 774 w 2315"/>
                <a:gd name="T89" fmla="*/ 0 h 3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15" h="3103">
                  <a:moveTo>
                    <a:pt x="891" y="1046"/>
                  </a:moveTo>
                  <a:lnTo>
                    <a:pt x="841" y="1046"/>
                  </a:lnTo>
                  <a:lnTo>
                    <a:pt x="790" y="1051"/>
                  </a:lnTo>
                  <a:lnTo>
                    <a:pt x="741" y="1061"/>
                  </a:lnTo>
                  <a:lnTo>
                    <a:pt x="693" y="1074"/>
                  </a:lnTo>
                  <a:lnTo>
                    <a:pt x="645" y="1093"/>
                  </a:lnTo>
                  <a:lnTo>
                    <a:pt x="600" y="1116"/>
                  </a:lnTo>
                  <a:lnTo>
                    <a:pt x="555" y="1143"/>
                  </a:lnTo>
                  <a:lnTo>
                    <a:pt x="513" y="1176"/>
                  </a:lnTo>
                  <a:lnTo>
                    <a:pt x="474" y="1213"/>
                  </a:lnTo>
                  <a:lnTo>
                    <a:pt x="438" y="1253"/>
                  </a:lnTo>
                  <a:lnTo>
                    <a:pt x="407" y="1297"/>
                  </a:lnTo>
                  <a:lnTo>
                    <a:pt x="379" y="1342"/>
                  </a:lnTo>
                  <a:lnTo>
                    <a:pt x="356" y="1390"/>
                  </a:lnTo>
                  <a:lnTo>
                    <a:pt x="338" y="1438"/>
                  </a:lnTo>
                  <a:lnTo>
                    <a:pt x="325" y="1487"/>
                  </a:lnTo>
                  <a:lnTo>
                    <a:pt x="316" y="1539"/>
                  </a:lnTo>
                  <a:lnTo>
                    <a:pt x="311" y="1590"/>
                  </a:lnTo>
                  <a:lnTo>
                    <a:pt x="311" y="1641"/>
                  </a:lnTo>
                  <a:lnTo>
                    <a:pt x="316" y="1693"/>
                  </a:lnTo>
                  <a:lnTo>
                    <a:pt x="324" y="1743"/>
                  </a:lnTo>
                  <a:lnTo>
                    <a:pt x="338" y="1794"/>
                  </a:lnTo>
                  <a:lnTo>
                    <a:pt x="356" y="1842"/>
                  </a:lnTo>
                  <a:lnTo>
                    <a:pt x="378" y="1890"/>
                  </a:lnTo>
                  <a:lnTo>
                    <a:pt x="406" y="1935"/>
                  </a:lnTo>
                  <a:lnTo>
                    <a:pt x="437" y="1977"/>
                  </a:lnTo>
                  <a:lnTo>
                    <a:pt x="473" y="2018"/>
                  </a:lnTo>
                  <a:lnTo>
                    <a:pt x="513" y="2054"/>
                  </a:lnTo>
                  <a:lnTo>
                    <a:pt x="554" y="2087"/>
                  </a:lnTo>
                  <a:lnTo>
                    <a:pt x="600" y="2115"/>
                  </a:lnTo>
                  <a:lnTo>
                    <a:pt x="645" y="2138"/>
                  </a:lnTo>
                  <a:lnTo>
                    <a:pt x="693" y="2157"/>
                  </a:lnTo>
                  <a:lnTo>
                    <a:pt x="741" y="2170"/>
                  </a:lnTo>
                  <a:lnTo>
                    <a:pt x="790" y="2179"/>
                  </a:lnTo>
                  <a:lnTo>
                    <a:pt x="841" y="2184"/>
                  </a:lnTo>
                  <a:lnTo>
                    <a:pt x="891" y="2184"/>
                  </a:lnTo>
                  <a:lnTo>
                    <a:pt x="941" y="2179"/>
                  </a:lnTo>
                  <a:lnTo>
                    <a:pt x="990" y="2170"/>
                  </a:lnTo>
                  <a:lnTo>
                    <a:pt x="1039" y="2157"/>
                  </a:lnTo>
                  <a:lnTo>
                    <a:pt x="1087" y="2138"/>
                  </a:lnTo>
                  <a:lnTo>
                    <a:pt x="1132" y="2115"/>
                  </a:lnTo>
                  <a:lnTo>
                    <a:pt x="1176" y="2087"/>
                  </a:lnTo>
                  <a:lnTo>
                    <a:pt x="1218" y="2054"/>
                  </a:lnTo>
                  <a:lnTo>
                    <a:pt x="1258" y="2018"/>
                  </a:lnTo>
                  <a:lnTo>
                    <a:pt x="1294" y="1977"/>
                  </a:lnTo>
                  <a:lnTo>
                    <a:pt x="1326" y="1934"/>
                  </a:lnTo>
                  <a:lnTo>
                    <a:pt x="1352" y="1888"/>
                  </a:lnTo>
                  <a:lnTo>
                    <a:pt x="1375" y="1842"/>
                  </a:lnTo>
                  <a:lnTo>
                    <a:pt x="1393" y="1793"/>
                  </a:lnTo>
                  <a:lnTo>
                    <a:pt x="1406" y="1743"/>
                  </a:lnTo>
                  <a:lnTo>
                    <a:pt x="1415" y="1693"/>
                  </a:lnTo>
                  <a:lnTo>
                    <a:pt x="1419" y="1641"/>
                  </a:lnTo>
                  <a:lnTo>
                    <a:pt x="1419" y="1590"/>
                  </a:lnTo>
                  <a:lnTo>
                    <a:pt x="1415" y="1539"/>
                  </a:lnTo>
                  <a:lnTo>
                    <a:pt x="1406" y="1487"/>
                  </a:lnTo>
                  <a:lnTo>
                    <a:pt x="1393" y="1438"/>
                  </a:lnTo>
                  <a:lnTo>
                    <a:pt x="1375" y="1390"/>
                  </a:lnTo>
                  <a:lnTo>
                    <a:pt x="1352" y="1342"/>
                  </a:lnTo>
                  <a:lnTo>
                    <a:pt x="1325" y="1297"/>
                  </a:lnTo>
                  <a:lnTo>
                    <a:pt x="1294" y="1253"/>
                  </a:lnTo>
                  <a:lnTo>
                    <a:pt x="1258" y="1213"/>
                  </a:lnTo>
                  <a:lnTo>
                    <a:pt x="1218" y="1176"/>
                  </a:lnTo>
                  <a:lnTo>
                    <a:pt x="1176" y="1143"/>
                  </a:lnTo>
                  <a:lnTo>
                    <a:pt x="1132" y="1115"/>
                  </a:lnTo>
                  <a:lnTo>
                    <a:pt x="1086" y="1093"/>
                  </a:lnTo>
                  <a:lnTo>
                    <a:pt x="1039" y="1074"/>
                  </a:lnTo>
                  <a:lnTo>
                    <a:pt x="990" y="1061"/>
                  </a:lnTo>
                  <a:lnTo>
                    <a:pt x="941" y="1051"/>
                  </a:lnTo>
                  <a:lnTo>
                    <a:pt x="891" y="1046"/>
                  </a:lnTo>
                  <a:close/>
                  <a:moveTo>
                    <a:pt x="774" y="0"/>
                  </a:moveTo>
                  <a:lnTo>
                    <a:pt x="1320" y="0"/>
                  </a:lnTo>
                  <a:lnTo>
                    <a:pt x="1320" y="1046"/>
                  </a:lnTo>
                  <a:lnTo>
                    <a:pt x="1348" y="1069"/>
                  </a:lnTo>
                  <a:lnTo>
                    <a:pt x="1375" y="1094"/>
                  </a:lnTo>
                  <a:lnTo>
                    <a:pt x="1417" y="1140"/>
                  </a:lnTo>
                  <a:lnTo>
                    <a:pt x="1455" y="1191"/>
                  </a:lnTo>
                  <a:lnTo>
                    <a:pt x="1488" y="1242"/>
                  </a:lnTo>
                  <a:lnTo>
                    <a:pt x="1515" y="1297"/>
                  </a:lnTo>
                  <a:lnTo>
                    <a:pt x="1538" y="1352"/>
                  </a:lnTo>
                  <a:lnTo>
                    <a:pt x="1557" y="1410"/>
                  </a:lnTo>
                  <a:lnTo>
                    <a:pt x="1571" y="1468"/>
                  </a:lnTo>
                  <a:lnTo>
                    <a:pt x="1580" y="1528"/>
                  </a:lnTo>
                  <a:lnTo>
                    <a:pt x="1584" y="1587"/>
                  </a:lnTo>
                  <a:lnTo>
                    <a:pt x="1584" y="1647"/>
                  </a:lnTo>
                  <a:lnTo>
                    <a:pt x="1579" y="1707"/>
                  </a:lnTo>
                  <a:lnTo>
                    <a:pt x="1569" y="1766"/>
                  </a:lnTo>
                  <a:lnTo>
                    <a:pt x="1555" y="1825"/>
                  </a:lnTo>
                  <a:lnTo>
                    <a:pt x="1536" y="1881"/>
                  </a:lnTo>
                  <a:lnTo>
                    <a:pt x="1512" y="1937"/>
                  </a:lnTo>
                  <a:lnTo>
                    <a:pt x="1484" y="1992"/>
                  </a:lnTo>
                  <a:lnTo>
                    <a:pt x="1451" y="2043"/>
                  </a:lnTo>
                  <a:lnTo>
                    <a:pt x="1579" y="2171"/>
                  </a:lnTo>
                  <a:lnTo>
                    <a:pt x="1664" y="2118"/>
                  </a:lnTo>
                  <a:lnTo>
                    <a:pt x="2315" y="2786"/>
                  </a:lnTo>
                  <a:lnTo>
                    <a:pt x="2315" y="2791"/>
                  </a:lnTo>
                  <a:lnTo>
                    <a:pt x="2315" y="2800"/>
                  </a:lnTo>
                  <a:lnTo>
                    <a:pt x="2314" y="2815"/>
                  </a:lnTo>
                  <a:lnTo>
                    <a:pt x="2311" y="2835"/>
                  </a:lnTo>
                  <a:lnTo>
                    <a:pt x="2307" y="2859"/>
                  </a:lnTo>
                  <a:lnTo>
                    <a:pt x="2300" y="2884"/>
                  </a:lnTo>
                  <a:lnTo>
                    <a:pt x="2290" y="2913"/>
                  </a:lnTo>
                  <a:lnTo>
                    <a:pt x="2276" y="2943"/>
                  </a:lnTo>
                  <a:lnTo>
                    <a:pt x="2257" y="2974"/>
                  </a:lnTo>
                  <a:lnTo>
                    <a:pt x="2234" y="3005"/>
                  </a:lnTo>
                  <a:lnTo>
                    <a:pt x="2209" y="3030"/>
                  </a:lnTo>
                  <a:lnTo>
                    <a:pt x="2183" y="3050"/>
                  </a:lnTo>
                  <a:lnTo>
                    <a:pt x="2156" y="3066"/>
                  </a:lnTo>
                  <a:lnTo>
                    <a:pt x="2128" y="3078"/>
                  </a:lnTo>
                  <a:lnTo>
                    <a:pt x="2101" y="3087"/>
                  </a:lnTo>
                  <a:lnTo>
                    <a:pt x="2076" y="3095"/>
                  </a:lnTo>
                  <a:lnTo>
                    <a:pt x="2053" y="3099"/>
                  </a:lnTo>
                  <a:lnTo>
                    <a:pt x="2034" y="3102"/>
                  </a:lnTo>
                  <a:lnTo>
                    <a:pt x="2019" y="3103"/>
                  </a:lnTo>
                  <a:lnTo>
                    <a:pt x="2010" y="3103"/>
                  </a:lnTo>
                  <a:lnTo>
                    <a:pt x="2006" y="3103"/>
                  </a:lnTo>
                  <a:lnTo>
                    <a:pt x="1355" y="2435"/>
                  </a:lnTo>
                  <a:lnTo>
                    <a:pt x="1403" y="2335"/>
                  </a:lnTo>
                  <a:lnTo>
                    <a:pt x="1320" y="2252"/>
                  </a:lnTo>
                  <a:lnTo>
                    <a:pt x="1320" y="2903"/>
                  </a:lnTo>
                  <a:lnTo>
                    <a:pt x="774" y="2903"/>
                  </a:lnTo>
                  <a:lnTo>
                    <a:pt x="774" y="2345"/>
                  </a:lnTo>
                  <a:lnTo>
                    <a:pt x="715" y="2336"/>
                  </a:lnTo>
                  <a:lnTo>
                    <a:pt x="657" y="2320"/>
                  </a:lnTo>
                  <a:lnTo>
                    <a:pt x="600" y="2300"/>
                  </a:lnTo>
                  <a:lnTo>
                    <a:pt x="544" y="2274"/>
                  </a:lnTo>
                  <a:lnTo>
                    <a:pt x="544" y="2903"/>
                  </a:lnTo>
                  <a:lnTo>
                    <a:pt x="0" y="2903"/>
                  </a:lnTo>
                  <a:lnTo>
                    <a:pt x="0" y="687"/>
                  </a:lnTo>
                  <a:lnTo>
                    <a:pt x="545" y="687"/>
                  </a:lnTo>
                  <a:lnTo>
                    <a:pt x="545" y="957"/>
                  </a:lnTo>
                  <a:lnTo>
                    <a:pt x="601" y="932"/>
                  </a:lnTo>
                  <a:lnTo>
                    <a:pt x="657" y="911"/>
                  </a:lnTo>
                  <a:lnTo>
                    <a:pt x="715" y="896"/>
                  </a:lnTo>
                  <a:lnTo>
                    <a:pt x="774" y="885"/>
                  </a:lnTo>
                  <a:lnTo>
                    <a:pt x="7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grpSp>
        <p:nvGrpSpPr>
          <p:cNvPr id="62" name="Group 61">
            <a:extLst>
              <a:ext uri="{FF2B5EF4-FFF2-40B4-BE49-F238E27FC236}">
                <a16:creationId xmlns:a16="http://schemas.microsoft.com/office/drawing/2014/main" id="{9B9CCE58-2F65-484B-866D-1A8AE3B95224}"/>
              </a:ext>
            </a:extLst>
          </p:cNvPr>
          <p:cNvGrpSpPr/>
          <p:nvPr/>
        </p:nvGrpSpPr>
        <p:grpSpPr>
          <a:xfrm>
            <a:off x="4889095" y="1881949"/>
            <a:ext cx="363603" cy="399432"/>
            <a:chOff x="4776788" y="2243138"/>
            <a:chExt cx="434976" cy="477838"/>
          </a:xfrm>
          <a:solidFill>
            <a:schemeClr val="bg1"/>
          </a:solidFill>
        </p:grpSpPr>
        <p:sp>
          <p:nvSpPr>
            <p:cNvPr id="63" name="Freeform 17">
              <a:extLst>
                <a:ext uri="{FF2B5EF4-FFF2-40B4-BE49-F238E27FC236}">
                  <a16:creationId xmlns:a16="http://schemas.microsoft.com/office/drawing/2014/main" id="{9ED32E7B-B146-451E-B89F-70F56E004063}"/>
                </a:ext>
              </a:extLst>
            </p:cNvPr>
            <p:cNvSpPr>
              <a:spLocks noEditPoints="1"/>
            </p:cNvSpPr>
            <p:nvPr/>
          </p:nvSpPr>
          <p:spPr bwMode="auto">
            <a:xfrm>
              <a:off x="4848226" y="2316163"/>
              <a:ext cx="292100" cy="404813"/>
            </a:xfrm>
            <a:custGeom>
              <a:avLst/>
              <a:gdLst>
                <a:gd name="T0" fmla="*/ 750 w 2029"/>
                <a:gd name="T1" fmla="*/ 299 h 2800"/>
                <a:gd name="T2" fmla="*/ 479 w 2029"/>
                <a:gd name="T3" fmla="*/ 466 h 2800"/>
                <a:gd name="T4" fmla="*/ 304 w 2029"/>
                <a:gd name="T5" fmla="*/ 723 h 2800"/>
                <a:gd name="T6" fmla="*/ 259 w 2029"/>
                <a:gd name="T7" fmla="*/ 1034 h 2800"/>
                <a:gd name="T8" fmla="*/ 314 w 2029"/>
                <a:gd name="T9" fmla="*/ 1283 h 2800"/>
                <a:gd name="T10" fmla="*/ 414 w 2029"/>
                <a:gd name="T11" fmla="*/ 1472 h 2800"/>
                <a:gd name="T12" fmla="*/ 530 w 2029"/>
                <a:gd name="T13" fmla="*/ 1646 h 2800"/>
                <a:gd name="T14" fmla="*/ 603 w 2029"/>
                <a:gd name="T15" fmla="*/ 1843 h 2800"/>
                <a:gd name="T16" fmla="*/ 647 w 2029"/>
                <a:gd name="T17" fmla="*/ 1978 h 2800"/>
                <a:gd name="T18" fmla="*/ 1346 w 2029"/>
                <a:gd name="T19" fmla="*/ 2011 h 2800"/>
                <a:gd name="T20" fmla="*/ 1421 w 2029"/>
                <a:gd name="T21" fmla="*/ 1912 h 2800"/>
                <a:gd name="T22" fmla="*/ 1460 w 2029"/>
                <a:gd name="T23" fmla="*/ 1721 h 2800"/>
                <a:gd name="T24" fmla="*/ 1570 w 2029"/>
                <a:gd name="T25" fmla="*/ 1538 h 2800"/>
                <a:gd name="T26" fmla="*/ 1678 w 2029"/>
                <a:gd name="T27" fmla="*/ 1364 h 2800"/>
                <a:gd name="T28" fmla="*/ 1756 w 2029"/>
                <a:gd name="T29" fmla="*/ 1143 h 2800"/>
                <a:gd name="T30" fmla="*/ 1760 w 2029"/>
                <a:gd name="T31" fmla="*/ 844 h 2800"/>
                <a:gd name="T32" fmla="*/ 1634 w 2029"/>
                <a:gd name="T33" fmla="*/ 559 h 2800"/>
                <a:gd name="T34" fmla="*/ 1397 w 2029"/>
                <a:gd name="T35" fmla="*/ 352 h 2800"/>
                <a:gd name="T36" fmla="*/ 1084 w 2029"/>
                <a:gd name="T37" fmla="*/ 258 h 2800"/>
                <a:gd name="T38" fmla="*/ 1258 w 2029"/>
                <a:gd name="T39" fmla="*/ 29 h 2800"/>
                <a:gd name="T40" fmla="*/ 1613 w 2029"/>
                <a:gd name="T41" fmla="*/ 188 h 2800"/>
                <a:gd name="T42" fmla="*/ 1877 w 2029"/>
                <a:gd name="T43" fmla="*/ 461 h 2800"/>
                <a:gd name="T44" fmla="*/ 2015 w 2029"/>
                <a:gd name="T45" fmla="*/ 815 h 2800"/>
                <a:gd name="T46" fmla="*/ 2013 w 2029"/>
                <a:gd name="T47" fmla="*/ 1166 h 2800"/>
                <a:gd name="T48" fmla="*/ 1934 w 2029"/>
                <a:gd name="T49" fmla="*/ 1424 h 2800"/>
                <a:gd name="T50" fmla="*/ 1825 w 2029"/>
                <a:gd name="T51" fmla="*/ 1617 h 2800"/>
                <a:gd name="T52" fmla="*/ 1714 w 2029"/>
                <a:gd name="T53" fmla="*/ 1785 h 2800"/>
                <a:gd name="T54" fmla="*/ 1677 w 2029"/>
                <a:gd name="T55" fmla="*/ 1934 h 2800"/>
                <a:gd name="T56" fmla="*/ 1572 w 2029"/>
                <a:gd name="T57" fmla="*/ 2150 h 2800"/>
                <a:gd name="T58" fmla="*/ 1487 w 2029"/>
                <a:gd name="T59" fmla="*/ 2294 h 2800"/>
                <a:gd name="T60" fmla="*/ 1480 w 2029"/>
                <a:gd name="T61" fmla="*/ 2429 h 2800"/>
                <a:gd name="T62" fmla="*/ 1476 w 2029"/>
                <a:gd name="T63" fmla="*/ 2492 h 2800"/>
                <a:gd name="T64" fmla="*/ 1446 w 2029"/>
                <a:gd name="T65" fmla="*/ 2575 h 2800"/>
                <a:gd name="T66" fmla="*/ 1340 w 2029"/>
                <a:gd name="T67" fmla="*/ 2666 h 2800"/>
                <a:gd name="T68" fmla="*/ 1184 w 2029"/>
                <a:gd name="T69" fmla="*/ 2779 h 2800"/>
                <a:gd name="T70" fmla="*/ 891 w 2029"/>
                <a:gd name="T71" fmla="*/ 2798 h 2800"/>
                <a:gd name="T72" fmla="*/ 762 w 2029"/>
                <a:gd name="T73" fmla="*/ 2698 h 2800"/>
                <a:gd name="T74" fmla="*/ 607 w 2029"/>
                <a:gd name="T75" fmla="*/ 2606 h 2800"/>
                <a:gd name="T76" fmla="*/ 556 w 2029"/>
                <a:gd name="T77" fmla="*/ 2509 h 2800"/>
                <a:gd name="T78" fmla="*/ 551 w 2029"/>
                <a:gd name="T79" fmla="*/ 2466 h 2800"/>
                <a:gd name="T80" fmla="*/ 545 w 2029"/>
                <a:gd name="T81" fmla="*/ 2350 h 2800"/>
                <a:gd name="T82" fmla="*/ 538 w 2029"/>
                <a:gd name="T83" fmla="*/ 2221 h 2800"/>
                <a:gd name="T84" fmla="*/ 376 w 2029"/>
                <a:gd name="T85" fmla="*/ 2025 h 2800"/>
                <a:gd name="T86" fmla="*/ 340 w 2029"/>
                <a:gd name="T87" fmla="*/ 1839 h 2800"/>
                <a:gd name="T88" fmla="*/ 248 w 2029"/>
                <a:gd name="T89" fmla="*/ 1682 h 2800"/>
                <a:gd name="T90" fmla="*/ 138 w 2029"/>
                <a:gd name="T91" fmla="*/ 1508 h 2800"/>
                <a:gd name="T92" fmla="*/ 41 w 2029"/>
                <a:gd name="T93" fmla="*/ 1278 h 2800"/>
                <a:gd name="T94" fmla="*/ 0 w 2029"/>
                <a:gd name="T95" fmla="*/ 973 h 2800"/>
                <a:gd name="T96" fmla="*/ 80 w 2029"/>
                <a:gd name="T97" fmla="*/ 595 h 2800"/>
                <a:gd name="T98" fmla="*/ 298 w 2029"/>
                <a:gd name="T99" fmla="*/ 286 h 2800"/>
                <a:gd name="T100" fmla="*/ 621 w 2029"/>
                <a:gd name="T101" fmla="*/ 77 h 2800"/>
                <a:gd name="T102" fmla="*/ 1014 w 2029"/>
                <a:gd name="T103" fmla="*/ 0 h 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9" h="2800">
                  <a:moveTo>
                    <a:pt x="1014" y="255"/>
                  </a:moveTo>
                  <a:lnTo>
                    <a:pt x="945" y="258"/>
                  </a:lnTo>
                  <a:lnTo>
                    <a:pt x="878" y="266"/>
                  </a:lnTo>
                  <a:lnTo>
                    <a:pt x="813" y="281"/>
                  </a:lnTo>
                  <a:lnTo>
                    <a:pt x="750" y="299"/>
                  </a:lnTo>
                  <a:lnTo>
                    <a:pt x="690" y="324"/>
                  </a:lnTo>
                  <a:lnTo>
                    <a:pt x="632" y="354"/>
                  </a:lnTo>
                  <a:lnTo>
                    <a:pt x="578" y="387"/>
                  </a:lnTo>
                  <a:lnTo>
                    <a:pt x="527" y="424"/>
                  </a:lnTo>
                  <a:lnTo>
                    <a:pt x="479" y="466"/>
                  </a:lnTo>
                  <a:lnTo>
                    <a:pt x="435" y="511"/>
                  </a:lnTo>
                  <a:lnTo>
                    <a:pt x="396" y="559"/>
                  </a:lnTo>
                  <a:lnTo>
                    <a:pt x="361" y="611"/>
                  </a:lnTo>
                  <a:lnTo>
                    <a:pt x="330" y="666"/>
                  </a:lnTo>
                  <a:lnTo>
                    <a:pt x="304" y="723"/>
                  </a:lnTo>
                  <a:lnTo>
                    <a:pt x="284" y="783"/>
                  </a:lnTo>
                  <a:lnTo>
                    <a:pt x="270" y="844"/>
                  </a:lnTo>
                  <a:lnTo>
                    <a:pt x="260" y="908"/>
                  </a:lnTo>
                  <a:lnTo>
                    <a:pt x="257" y="973"/>
                  </a:lnTo>
                  <a:lnTo>
                    <a:pt x="259" y="1034"/>
                  </a:lnTo>
                  <a:lnTo>
                    <a:pt x="264" y="1090"/>
                  </a:lnTo>
                  <a:lnTo>
                    <a:pt x="273" y="1143"/>
                  </a:lnTo>
                  <a:lnTo>
                    <a:pt x="284" y="1193"/>
                  </a:lnTo>
                  <a:lnTo>
                    <a:pt x="298" y="1240"/>
                  </a:lnTo>
                  <a:lnTo>
                    <a:pt x="314" y="1283"/>
                  </a:lnTo>
                  <a:lnTo>
                    <a:pt x="331" y="1325"/>
                  </a:lnTo>
                  <a:lnTo>
                    <a:pt x="351" y="1364"/>
                  </a:lnTo>
                  <a:lnTo>
                    <a:pt x="371" y="1402"/>
                  </a:lnTo>
                  <a:lnTo>
                    <a:pt x="393" y="1437"/>
                  </a:lnTo>
                  <a:lnTo>
                    <a:pt x="414" y="1472"/>
                  </a:lnTo>
                  <a:lnTo>
                    <a:pt x="437" y="1505"/>
                  </a:lnTo>
                  <a:lnTo>
                    <a:pt x="458" y="1537"/>
                  </a:lnTo>
                  <a:lnTo>
                    <a:pt x="483" y="1573"/>
                  </a:lnTo>
                  <a:lnTo>
                    <a:pt x="507" y="1610"/>
                  </a:lnTo>
                  <a:lnTo>
                    <a:pt x="530" y="1646"/>
                  </a:lnTo>
                  <a:lnTo>
                    <a:pt x="551" y="1683"/>
                  </a:lnTo>
                  <a:lnTo>
                    <a:pt x="569" y="1721"/>
                  </a:lnTo>
                  <a:lnTo>
                    <a:pt x="584" y="1760"/>
                  </a:lnTo>
                  <a:lnTo>
                    <a:pt x="595" y="1800"/>
                  </a:lnTo>
                  <a:lnTo>
                    <a:pt x="603" y="1843"/>
                  </a:lnTo>
                  <a:lnTo>
                    <a:pt x="605" y="1888"/>
                  </a:lnTo>
                  <a:lnTo>
                    <a:pt x="608" y="1912"/>
                  </a:lnTo>
                  <a:lnTo>
                    <a:pt x="617" y="1936"/>
                  </a:lnTo>
                  <a:lnTo>
                    <a:pt x="630" y="1958"/>
                  </a:lnTo>
                  <a:lnTo>
                    <a:pt x="647" y="1978"/>
                  </a:lnTo>
                  <a:lnTo>
                    <a:pt x="665" y="1996"/>
                  </a:lnTo>
                  <a:lnTo>
                    <a:pt x="683" y="2011"/>
                  </a:lnTo>
                  <a:lnTo>
                    <a:pt x="701" y="2025"/>
                  </a:lnTo>
                  <a:lnTo>
                    <a:pt x="1328" y="2025"/>
                  </a:lnTo>
                  <a:lnTo>
                    <a:pt x="1346" y="2011"/>
                  </a:lnTo>
                  <a:lnTo>
                    <a:pt x="1364" y="1996"/>
                  </a:lnTo>
                  <a:lnTo>
                    <a:pt x="1383" y="1978"/>
                  </a:lnTo>
                  <a:lnTo>
                    <a:pt x="1399" y="1958"/>
                  </a:lnTo>
                  <a:lnTo>
                    <a:pt x="1412" y="1936"/>
                  </a:lnTo>
                  <a:lnTo>
                    <a:pt x="1421" y="1912"/>
                  </a:lnTo>
                  <a:lnTo>
                    <a:pt x="1424" y="1888"/>
                  </a:lnTo>
                  <a:lnTo>
                    <a:pt x="1426" y="1843"/>
                  </a:lnTo>
                  <a:lnTo>
                    <a:pt x="1434" y="1800"/>
                  </a:lnTo>
                  <a:lnTo>
                    <a:pt x="1445" y="1760"/>
                  </a:lnTo>
                  <a:lnTo>
                    <a:pt x="1460" y="1721"/>
                  </a:lnTo>
                  <a:lnTo>
                    <a:pt x="1478" y="1684"/>
                  </a:lnTo>
                  <a:lnTo>
                    <a:pt x="1498" y="1646"/>
                  </a:lnTo>
                  <a:lnTo>
                    <a:pt x="1520" y="1610"/>
                  </a:lnTo>
                  <a:lnTo>
                    <a:pt x="1545" y="1574"/>
                  </a:lnTo>
                  <a:lnTo>
                    <a:pt x="1570" y="1538"/>
                  </a:lnTo>
                  <a:lnTo>
                    <a:pt x="1592" y="1506"/>
                  </a:lnTo>
                  <a:lnTo>
                    <a:pt x="1614" y="1473"/>
                  </a:lnTo>
                  <a:lnTo>
                    <a:pt x="1636" y="1438"/>
                  </a:lnTo>
                  <a:lnTo>
                    <a:pt x="1658" y="1402"/>
                  </a:lnTo>
                  <a:lnTo>
                    <a:pt x="1678" y="1364"/>
                  </a:lnTo>
                  <a:lnTo>
                    <a:pt x="1698" y="1325"/>
                  </a:lnTo>
                  <a:lnTo>
                    <a:pt x="1715" y="1283"/>
                  </a:lnTo>
                  <a:lnTo>
                    <a:pt x="1731" y="1240"/>
                  </a:lnTo>
                  <a:lnTo>
                    <a:pt x="1745" y="1193"/>
                  </a:lnTo>
                  <a:lnTo>
                    <a:pt x="1756" y="1143"/>
                  </a:lnTo>
                  <a:lnTo>
                    <a:pt x="1765" y="1090"/>
                  </a:lnTo>
                  <a:lnTo>
                    <a:pt x="1770" y="1034"/>
                  </a:lnTo>
                  <a:lnTo>
                    <a:pt x="1772" y="973"/>
                  </a:lnTo>
                  <a:lnTo>
                    <a:pt x="1769" y="908"/>
                  </a:lnTo>
                  <a:lnTo>
                    <a:pt x="1760" y="844"/>
                  </a:lnTo>
                  <a:lnTo>
                    <a:pt x="1745" y="782"/>
                  </a:lnTo>
                  <a:lnTo>
                    <a:pt x="1725" y="723"/>
                  </a:lnTo>
                  <a:lnTo>
                    <a:pt x="1700" y="666"/>
                  </a:lnTo>
                  <a:lnTo>
                    <a:pt x="1668" y="610"/>
                  </a:lnTo>
                  <a:lnTo>
                    <a:pt x="1634" y="559"/>
                  </a:lnTo>
                  <a:lnTo>
                    <a:pt x="1594" y="511"/>
                  </a:lnTo>
                  <a:lnTo>
                    <a:pt x="1550" y="466"/>
                  </a:lnTo>
                  <a:lnTo>
                    <a:pt x="1503" y="424"/>
                  </a:lnTo>
                  <a:lnTo>
                    <a:pt x="1451" y="386"/>
                  </a:lnTo>
                  <a:lnTo>
                    <a:pt x="1397" y="352"/>
                  </a:lnTo>
                  <a:lnTo>
                    <a:pt x="1339" y="324"/>
                  </a:lnTo>
                  <a:lnTo>
                    <a:pt x="1278" y="299"/>
                  </a:lnTo>
                  <a:lnTo>
                    <a:pt x="1216" y="281"/>
                  </a:lnTo>
                  <a:lnTo>
                    <a:pt x="1151" y="266"/>
                  </a:lnTo>
                  <a:lnTo>
                    <a:pt x="1084" y="258"/>
                  </a:lnTo>
                  <a:lnTo>
                    <a:pt x="1014" y="255"/>
                  </a:lnTo>
                  <a:close/>
                  <a:moveTo>
                    <a:pt x="1014" y="0"/>
                  </a:moveTo>
                  <a:lnTo>
                    <a:pt x="1097" y="3"/>
                  </a:lnTo>
                  <a:lnTo>
                    <a:pt x="1179" y="13"/>
                  </a:lnTo>
                  <a:lnTo>
                    <a:pt x="1258" y="29"/>
                  </a:lnTo>
                  <a:lnTo>
                    <a:pt x="1335" y="50"/>
                  </a:lnTo>
                  <a:lnTo>
                    <a:pt x="1408" y="77"/>
                  </a:lnTo>
                  <a:lnTo>
                    <a:pt x="1480" y="109"/>
                  </a:lnTo>
                  <a:lnTo>
                    <a:pt x="1548" y="147"/>
                  </a:lnTo>
                  <a:lnTo>
                    <a:pt x="1613" y="188"/>
                  </a:lnTo>
                  <a:lnTo>
                    <a:pt x="1673" y="235"/>
                  </a:lnTo>
                  <a:lnTo>
                    <a:pt x="1731" y="286"/>
                  </a:lnTo>
                  <a:lnTo>
                    <a:pt x="1783" y="340"/>
                  </a:lnTo>
                  <a:lnTo>
                    <a:pt x="1833" y="399"/>
                  </a:lnTo>
                  <a:lnTo>
                    <a:pt x="1877" y="461"/>
                  </a:lnTo>
                  <a:lnTo>
                    <a:pt x="1915" y="526"/>
                  </a:lnTo>
                  <a:lnTo>
                    <a:pt x="1949" y="595"/>
                  </a:lnTo>
                  <a:lnTo>
                    <a:pt x="1976" y="667"/>
                  </a:lnTo>
                  <a:lnTo>
                    <a:pt x="1999" y="739"/>
                  </a:lnTo>
                  <a:lnTo>
                    <a:pt x="2015" y="815"/>
                  </a:lnTo>
                  <a:lnTo>
                    <a:pt x="2025" y="893"/>
                  </a:lnTo>
                  <a:lnTo>
                    <a:pt x="2029" y="973"/>
                  </a:lnTo>
                  <a:lnTo>
                    <a:pt x="2026" y="1041"/>
                  </a:lnTo>
                  <a:lnTo>
                    <a:pt x="2021" y="1105"/>
                  </a:lnTo>
                  <a:lnTo>
                    <a:pt x="2013" y="1166"/>
                  </a:lnTo>
                  <a:lnTo>
                    <a:pt x="2001" y="1224"/>
                  </a:lnTo>
                  <a:lnTo>
                    <a:pt x="1988" y="1278"/>
                  </a:lnTo>
                  <a:lnTo>
                    <a:pt x="1972" y="1329"/>
                  </a:lnTo>
                  <a:lnTo>
                    <a:pt x="1953" y="1378"/>
                  </a:lnTo>
                  <a:lnTo>
                    <a:pt x="1934" y="1424"/>
                  </a:lnTo>
                  <a:lnTo>
                    <a:pt x="1913" y="1466"/>
                  </a:lnTo>
                  <a:lnTo>
                    <a:pt x="1892" y="1507"/>
                  </a:lnTo>
                  <a:lnTo>
                    <a:pt x="1869" y="1546"/>
                  </a:lnTo>
                  <a:lnTo>
                    <a:pt x="1847" y="1583"/>
                  </a:lnTo>
                  <a:lnTo>
                    <a:pt x="1825" y="1617"/>
                  </a:lnTo>
                  <a:lnTo>
                    <a:pt x="1803" y="1649"/>
                  </a:lnTo>
                  <a:lnTo>
                    <a:pt x="1781" y="1681"/>
                  </a:lnTo>
                  <a:lnTo>
                    <a:pt x="1756" y="1719"/>
                  </a:lnTo>
                  <a:lnTo>
                    <a:pt x="1733" y="1753"/>
                  </a:lnTo>
                  <a:lnTo>
                    <a:pt x="1714" y="1785"/>
                  </a:lnTo>
                  <a:lnTo>
                    <a:pt x="1700" y="1813"/>
                  </a:lnTo>
                  <a:lnTo>
                    <a:pt x="1689" y="1839"/>
                  </a:lnTo>
                  <a:lnTo>
                    <a:pt x="1682" y="1864"/>
                  </a:lnTo>
                  <a:lnTo>
                    <a:pt x="1680" y="1888"/>
                  </a:lnTo>
                  <a:lnTo>
                    <a:pt x="1677" y="1934"/>
                  </a:lnTo>
                  <a:lnTo>
                    <a:pt x="1667" y="1980"/>
                  </a:lnTo>
                  <a:lnTo>
                    <a:pt x="1652" y="2025"/>
                  </a:lnTo>
                  <a:lnTo>
                    <a:pt x="1630" y="2068"/>
                  </a:lnTo>
                  <a:lnTo>
                    <a:pt x="1604" y="2110"/>
                  </a:lnTo>
                  <a:lnTo>
                    <a:pt x="1572" y="2150"/>
                  </a:lnTo>
                  <a:lnTo>
                    <a:pt x="1534" y="2187"/>
                  </a:lnTo>
                  <a:lnTo>
                    <a:pt x="1491" y="2221"/>
                  </a:lnTo>
                  <a:lnTo>
                    <a:pt x="1490" y="2242"/>
                  </a:lnTo>
                  <a:lnTo>
                    <a:pt x="1489" y="2267"/>
                  </a:lnTo>
                  <a:lnTo>
                    <a:pt x="1487" y="2294"/>
                  </a:lnTo>
                  <a:lnTo>
                    <a:pt x="1486" y="2322"/>
                  </a:lnTo>
                  <a:lnTo>
                    <a:pt x="1484" y="2350"/>
                  </a:lnTo>
                  <a:lnTo>
                    <a:pt x="1483" y="2378"/>
                  </a:lnTo>
                  <a:lnTo>
                    <a:pt x="1481" y="2405"/>
                  </a:lnTo>
                  <a:lnTo>
                    <a:pt x="1480" y="2429"/>
                  </a:lnTo>
                  <a:lnTo>
                    <a:pt x="1479" y="2449"/>
                  </a:lnTo>
                  <a:lnTo>
                    <a:pt x="1478" y="2466"/>
                  </a:lnTo>
                  <a:lnTo>
                    <a:pt x="1478" y="2476"/>
                  </a:lnTo>
                  <a:lnTo>
                    <a:pt x="1476" y="2479"/>
                  </a:lnTo>
                  <a:lnTo>
                    <a:pt x="1476" y="2492"/>
                  </a:lnTo>
                  <a:lnTo>
                    <a:pt x="1474" y="2506"/>
                  </a:lnTo>
                  <a:lnTo>
                    <a:pt x="1470" y="2522"/>
                  </a:lnTo>
                  <a:lnTo>
                    <a:pt x="1465" y="2539"/>
                  </a:lnTo>
                  <a:lnTo>
                    <a:pt x="1457" y="2557"/>
                  </a:lnTo>
                  <a:lnTo>
                    <a:pt x="1446" y="2575"/>
                  </a:lnTo>
                  <a:lnTo>
                    <a:pt x="1432" y="2594"/>
                  </a:lnTo>
                  <a:lnTo>
                    <a:pt x="1416" y="2613"/>
                  </a:lnTo>
                  <a:lnTo>
                    <a:pt x="1395" y="2631"/>
                  </a:lnTo>
                  <a:lnTo>
                    <a:pt x="1370" y="2650"/>
                  </a:lnTo>
                  <a:lnTo>
                    <a:pt x="1340" y="2666"/>
                  </a:lnTo>
                  <a:lnTo>
                    <a:pt x="1307" y="2683"/>
                  </a:lnTo>
                  <a:lnTo>
                    <a:pt x="1267" y="2698"/>
                  </a:lnTo>
                  <a:lnTo>
                    <a:pt x="1244" y="2727"/>
                  </a:lnTo>
                  <a:lnTo>
                    <a:pt x="1216" y="2754"/>
                  </a:lnTo>
                  <a:lnTo>
                    <a:pt x="1184" y="2779"/>
                  </a:lnTo>
                  <a:lnTo>
                    <a:pt x="1162" y="2790"/>
                  </a:lnTo>
                  <a:lnTo>
                    <a:pt x="1138" y="2798"/>
                  </a:lnTo>
                  <a:lnTo>
                    <a:pt x="1113" y="2800"/>
                  </a:lnTo>
                  <a:lnTo>
                    <a:pt x="916" y="2800"/>
                  </a:lnTo>
                  <a:lnTo>
                    <a:pt x="891" y="2798"/>
                  </a:lnTo>
                  <a:lnTo>
                    <a:pt x="867" y="2790"/>
                  </a:lnTo>
                  <a:lnTo>
                    <a:pt x="845" y="2779"/>
                  </a:lnTo>
                  <a:lnTo>
                    <a:pt x="813" y="2754"/>
                  </a:lnTo>
                  <a:lnTo>
                    <a:pt x="785" y="2727"/>
                  </a:lnTo>
                  <a:lnTo>
                    <a:pt x="762" y="2698"/>
                  </a:lnTo>
                  <a:lnTo>
                    <a:pt x="720" y="2681"/>
                  </a:lnTo>
                  <a:lnTo>
                    <a:pt x="684" y="2664"/>
                  </a:lnTo>
                  <a:lnTo>
                    <a:pt x="653" y="2646"/>
                  </a:lnTo>
                  <a:lnTo>
                    <a:pt x="628" y="2626"/>
                  </a:lnTo>
                  <a:lnTo>
                    <a:pt x="607" y="2606"/>
                  </a:lnTo>
                  <a:lnTo>
                    <a:pt x="590" y="2585"/>
                  </a:lnTo>
                  <a:lnTo>
                    <a:pt x="578" y="2566"/>
                  </a:lnTo>
                  <a:lnTo>
                    <a:pt x="567" y="2546"/>
                  </a:lnTo>
                  <a:lnTo>
                    <a:pt x="561" y="2527"/>
                  </a:lnTo>
                  <a:lnTo>
                    <a:pt x="556" y="2509"/>
                  </a:lnTo>
                  <a:lnTo>
                    <a:pt x="554" y="2494"/>
                  </a:lnTo>
                  <a:lnTo>
                    <a:pt x="552" y="2479"/>
                  </a:lnTo>
                  <a:lnTo>
                    <a:pt x="552" y="2479"/>
                  </a:lnTo>
                  <a:lnTo>
                    <a:pt x="552" y="2476"/>
                  </a:lnTo>
                  <a:lnTo>
                    <a:pt x="551" y="2466"/>
                  </a:lnTo>
                  <a:lnTo>
                    <a:pt x="550" y="2449"/>
                  </a:lnTo>
                  <a:lnTo>
                    <a:pt x="549" y="2429"/>
                  </a:lnTo>
                  <a:lnTo>
                    <a:pt x="548" y="2405"/>
                  </a:lnTo>
                  <a:lnTo>
                    <a:pt x="546" y="2378"/>
                  </a:lnTo>
                  <a:lnTo>
                    <a:pt x="545" y="2350"/>
                  </a:lnTo>
                  <a:lnTo>
                    <a:pt x="543" y="2322"/>
                  </a:lnTo>
                  <a:lnTo>
                    <a:pt x="542" y="2294"/>
                  </a:lnTo>
                  <a:lnTo>
                    <a:pt x="540" y="2267"/>
                  </a:lnTo>
                  <a:lnTo>
                    <a:pt x="539" y="2242"/>
                  </a:lnTo>
                  <a:lnTo>
                    <a:pt x="538" y="2221"/>
                  </a:lnTo>
                  <a:lnTo>
                    <a:pt x="495" y="2187"/>
                  </a:lnTo>
                  <a:lnTo>
                    <a:pt x="457" y="2150"/>
                  </a:lnTo>
                  <a:lnTo>
                    <a:pt x="425" y="2110"/>
                  </a:lnTo>
                  <a:lnTo>
                    <a:pt x="398" y="2068"/>
                  </a:lnTo>
                  <a:lnTo>
                    <a:pt x="376" y="2025"/>
                  </a:lnTo>
                  <a:lnTo>
                    <a:pt x="362" y="1980"/>
                  </a:lnTo>
                  <a:lnTo>
                    <a:pt x="352" y="1934"/>
                  </a:lnTo>
                  <a:lnTo>
                    <a:pt x="349" y="1888"/>
                  </a:lnTo>
                  <a:lnTo>
                    <a:pt x="347" y="1864"/>
                  </a:lnTo>
                  <a:lnTo>
                    <a:pt x="340" y="1839"/>
                  </a:lnTo>
                  <a:lnTo>
                    <a:pt x="329" y="1813"/>
                  </a:lnTo>
                  <a:lnTo>
                    <a:pt x="315" y="1785"/>
                  </a:lnTo>
                  <a:lnTo>
                    <a:pt x="296" y="1753"/>
                  </a:lnTo>
                  <a:lnTo>
                    <a:pt x="274" y="1719"/>
                  </a:lnTo>
                  <a:lnTo>
                    <a:pt x="248" y="1682"/>
                  </a:lnTo>
                  <a:lnTo>
                    <a:pt x="227" y="1650"/>
                  </a:lnTo>
                  <a:lnTo>
                    <a:pt x="205" y="1617"/>
                  </a:lnTo>
                  <a:lnTo>
                    <a:pt x="182" y="1583"/>
                  </a:lnTo>
                  <a:lnTo>
                    <a:pt x="160" y="1546"/>
                  </a:lnTo>
                  <a:lnTo>
                    <a:pt x="138" y="1508"/>
                  </a:lnTo>
                  <a:lnTo>
                    <a:pt x="116" y="1466"/>
                  </a:lnTo>
                  <a:lnTo>
                    <a:pt x="95" y="1424"/>
                  </a:lnTo>
                  <a:lnTo>
                    <a:pt x="76" y="1378"/>
                  </a:lnTo>
                  <a:lnTo>
                    <a:pt x="57" y="1329"/>
                  </a:lnTo>
                  <a:lnTo>
                    <a:pt x="41" y="1278"/>
                  </a:lnTo>
                  <a:lnTo>
                    <a:pt x="28" y="1224"/>
                  </a:lnTo>
                  <a:lnTo>
                    <a:pt x="16" y="1166"/>
                  </a:lnTo>
                  <a:lnTo>
                    <a:pt x="8" y="1105"/>
                  </a:lnTo>
                  <a:lnTo>
                    <a:pt x="2" y="1041"/>
                  </a:lnTo>
                  <a:lnTo>
                    <a:pt x="0" y="973"/>
                  </a:lnTo>
                  <a:lnTo>
                    <a:pt x="4" y="893"/>
                  </a:lnTo>
                  <a:lnTo>
                    <a:pt x="14" y="815"/>
                  </a:lnTo>
                  <a:lnTo>
                    <a:pt x="30" y="739"/>
                  </a:lnTo>
                  <a:lnTo>
                    <a:pt x="53" y="667"/>
                  </a:lnTo>
                  <a:lnTo>
                    <a:pt x="80" y="595"/>
                  </a:lnTo>
                  <a:lnTo>
                    <a:pt x="114" y="526"/>
                  </a:lnTo>
                  <a:lnTo>
                    <a:pt x="152" y="461"/>
                  </a:lnTo>
                  <a:lnTo>
                    <a:pt x="196" y="399"/>
                  </a:lnTo>
                  <a:lnTo>
                    <a:pt x="246" y="340"/>
                  </a:lnTo>
                  <a:lnTo>
                    <a:pt x="298" y="286"/>
                  </a:lnTo>
                  <a:lnTo>
                    <a:pt x="356" y="235"/>
                  </a:lnTo>
                  <a:lnTo>
                    <a:pt x="416" y="188"/>
                  </a:lnTo>
                  <a:lnTo>
                    <a:pt x="481" y="147"/>
                  </a:lnTo>
                  <a:lnTo>
                    <a:pt x="549" y="109"/>
                  </a:lnTo>
                  <a:lnTo>
                    <a:pt x="621" y="77"/>
                  </a:lnTo>
                  <a:lnTo>
                    <a:pt x="695" y="50"/>
                  </a:lnTo>
                  <a:lnTo>
                    <a:pt x="771" y="29"/>
                  </a:lnTo>
                  <a:lnTo>
                    <a:pt x="850" y="13"/>
                  </a:lnTo>
                  <a:lnTo>
                    <a:pt x="932" y="3"/>
                  </a:lnTo>
                  <a:lnTo>
                    <a:pt x="10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64" name="Freeform 18">
              <a:extLst>
                <a:ext uri="{FF2B5EF4-FFF2-40B4-BE49-F238E27FC236}">
                  <a16:creationId xmlns:a16="http://schemas.microsoft.com/office/drawing/2014/main" id="{4ECBAE36-0A1C-4E46-A9F4-4D18F0F27CAE}"/>
                </a:ext>
              </a:extLst>
            </p:cNvPr>
            <p:cNvSpPr>
              <a:spLocks/>
            </p:cNvSpPr>
            <p:nvPr/>
          </p:nvSpPr>
          <p:spPr bwMode="auto">
            <a:xfrm>
              <a:off x="4984751" y="2243138"/>
              <a:ext cx="19050" cy="46038"/>
            </a:xfrm>
            <a:custGeom>
              <a:avLst/>
              <a:gdLst>
                <a:gd name="T0" fmla="*/ 63 w 127"/>
                <a:gd name="T1" fmla="*/ 0 h 318"/>
                <a:gd name="T2" fmla="*/ 63 w 127"/>
                <a:gd name="T3" fmla="*/ 0 h 318"/>
                <a:gd name="T4" fmla="*/ 80 w 127"/>
                <a:gd name="T5" fmla="*/ 2 h 318"/>
                <a:gd name="T6" fmla="*/ 96 w 127"/>
                <a:gd name="T7" fmla="*/ 9 h 318"/>
                <a:gd name="T8" fmla="*/ 109 w 127"/>
                <a:gd name="T9" fmla="*/ 19 h 318"/>
                <a:gd name="T10" fmla="*/ 119 w 127"/>
                <a:gd name="T11" fmla="*/ 32 h 318"/>
                <a:gd name="T12" fmla="*/ 125 w 127"/>
                <a:gd name="T13" fmla="*/ 47 h 318"/>
                <a:gd name="T14" fmla="*/ 127 w 127"/>
                <a:gd name="T15" fmla="*/ 64 h 318"/>
                <a:gd name="T16" fmla="*/ 127 w 127"/>
                <a:gd name="T17" fmla="*/ 254 h 318"/>
                <a:gd name="T18" fmla="*/ 125 w 127"/>
                <a:gd name="T19" fmla="*/ 272 h 318"/>
                <a:gd name="T20" fmla="*/ 119 w 127"/>
                <a:gd name="T21" fmla="*/ 286 h 318"/>
                <a:gd name="T22" fmla="*/ 109 w 127"/>
                <a:gd name="T23" fmla="*/ 300 h 318"/>
                <a:gd name="T24" fmla="*/ 96 w 127"/>
                <a:gd name="T25" fmla="*/ 309 h 318"/>
                <a:gd name="T26" fmla="*/ 80 w 127"/>
                <a:gd name="T27" fmla="*/ 315 h 318"/>
                <a:gd name="T28" fmla="*/ 63 w 127"/>
                <a:gd name="T29" fmla="*/ 318 h 318"/>
                <a:gd name="T30" fmla="*/ 47 w 127"/>
                <a:gd name="T31" fmla="*/ 315 h 318"/>
                <a:gd name="T32" fmla="*/ 31 w 127"/>
                <a:gd name="T33" fmla="*/ 309 h 318"/>
                <a:gd name="T34" fmla="*/ 18 w 127"/>
                <a:gd name="T35" fmla="*/ 300 h 318"/>
                <a:gd name="T36" fmla="*/ 8 w 127"/>
                <a:gd name="T37" fmla="*/ 286 h 318"/>
                <a:gd name="T38" fmla="*/ 2 w 127"/>
                <a:gd name="T39" fmla="*/ 272 h 318"/>
                <a:gd name="T40" fmla="*/ 0 w 127"/>
                <a:gd name="T41" fmla="*/ 254 h 318"/>
                <a:gd name="T42" fmla="*/ 0 w 127"/>
                <a:gd name="T43" fmla="*/ 64 h 318"/>
                <a:gd name="T44" fmla="*/ 2 w 127"/>
                <a:gd name="T45" fmla="*/ 47 h 318"/>
                <a:gd name="T46" fmla="*/ 8 w 127"/>
                <a:gd name="T47" fmla="*/ 32 h 318"/>
                <a:gd name="T48" fmla="*/ 18 w 127"/>
                <a:gd name="T49" fmla="*/ 19 h 318"/>
                <a:gd name="T50" fmla="*/ 31 w 127"/>
                <a:gd name="T51" fmla="*/ 9 h 318"/>
                <a:gd name="T52" fmla="*/ 47 w 127"/>
                <a:gd name="T53" fmla="*/ 2 h 318"/>
                <a:gd name="T54" fmla="*/ 63 w 127"/>
                <a:gd name="T5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7" h="318">
                  <a:moveTo>
                    <a:pt x="63" y="0"/>
                  </a:moveTo>
                  <a:lnTo>
                    <a:pt x="63" y="0"/>
                  </a:lnTo>
                  <a:lnTo>
                    <a:pt x="80" y="2"/>
                  </a:lnTo>
                  <a:lnTo>
                    <a:pt x="96" y="9"/>
                  </a:lnTo>
                  <a:lnTo>
                    <a:pt x="109" y="19"/>
                  </a:lnTo>
                  <a:lnTo>
                    <a:pt x="119" y="32"/>
                  </a:lnTo>
                  <a:lnTo>
                    <a:pt x="125" y="47"/>
                  </a:lnTo>
                  <a:lnTo>
                    <a:pt x="127" y="64"/>
                  </a:lnTo>
                  <a:lnTo>
                    <a:pt x="127" y="254"/>
                  </a:lnTo>
                  <a:lnTo>
                    <a:pt x="125" y="272"/>
                  </a:lnTo>
                  <a:lnTo>
                    <a:pt x="119" y="286"/>
                  </a:lnTo>
                  <a:lnTo>
                    <a:pt x="109" y="300"/>
                  </a:lnTo>
                  <a:lnTo>
                    <a:pt x="96" y="309"/>
                  </a:lnTo>
                  <a:lnTo>
                    <a:pt x="80" y="315"/>
                  </a:lnTo>
                  <a:lnTo>
                    <a:pt x="63" y="318"/>
                  </a:lnTo>
                  <a:lnTo>
                    <a:pt x="47" y="315"/>
                  </a:lnTo>
                  <a:lnTo>
                    <a:pt x="31" y="309"/>
                  </a:lnTo>
                  <a:lnTo>
                    <a:pt x="18" y="300"/>
                  </a:lnTo>
                  <a:lnTo>
                    <a:pt x="8" y="286"/>
                  </a:lnTo>
                  <a:lnTo>
                    <a:pt x="2" y="272"/>
                  </a:lnTo>
                  <a:lnTo>
                    <a:pt x="0" y="254"/>
                  </a:lnTo>
                  <a:lnTo>
                    <a:pt x="0" y="64"/>
                  </a:lnTo>
                  <a:lnTo>
                    <a:pt x="2" y="47"/>
                  </a:lnTo>
                  <a:lnTo>
                    <a:pt x="8" y="32"/>
                  </a:lnTo>
                  <a:lnTo>
                    <a:pt x="18" y="19"/>
                  </a:lnTo>
                  <a:lnTo>
                    <a:pt x="31" y="9"/>
                  </a:lnTo>
                  <a:lnTo>
                    <a:pt x="47" y="2"/>
                  </a:lnTo>
                  <a:lnTo>
                    <a:pt x="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65" name="Freeform 19">
              <a:extLst>
                <a:ext uri="{FF2B5EF4-FFF2-40B4-BE49-F238E27FC236}">
                  <a16:creationId xmlns:a16="http://schemas.microsoft.com/office/drawing/2014/main" id="{C62AAEA2-EBE3-4B3C-A7F1-2DADEE9B1CCF}"/>
                </a:ext>
              </a:extLst>
            </p:cNvPr>
            <p:cNvSpPr>
              <a:spLocks/>
            </p:cNvSpPr>
            <p:nvPr/>
          </p:nvSpPr>
          <p:spPr bwMode="auto">
            <a:xfrm>
              <a:off x="4881563" y="2271713"/>
              <a:ext cx="31750" cy="41275"/>
            </a:xfrm>
            <a:custGeom>
              <a:avLst/>
              <a:gdLst>
                <a:gd name="T0" fmla="*/ 64 w 224"/>
                <a:gd name="T1" fmla="*/ 0 h 293"/>
                <a:gd name="T2" fmla="*/ 80 w 224"/>
                <a:gd name="T3" fmla="*/ 2 h 293"/>
                <a:gd name="T4" fmla="*/ 95 w 224"/>
                <a:gd name="T5" fmla="*/ 8 h 293"/>
                <a:gd name="T6" fmla="*/ 109 w 224"/>
                <a:gd name="T7" fmla="*/ 18 h 293"/>
                <a:gd name="T8" fmla="*/ 119 w 224"/>
                <a:gd name="T9" fmla="*/ 32 h 293"/>
                <a:gd name="T10" fmla="*/ 216 w 224"/>
                <a:gd name="T11" fmla="*/ 197 h 293"/>
                <a:gd name="T12" fmla="*/ 222 w 224"/>
                <a:gd name="T13" fmla="*/ 213 h 293"/>
                <a:gd name="T14" fmla="*/ 224 w 224"/>
                <a:gd name="T15" fmla="*/ 230 h 293"/>
                <a:gd name="T16" fmla="*/ 222 w 224"/>
                <a:gd name="T17" fmla="*/ 245 h 293"/>
                <a:gd name="T18" fmla="*/ 216 w 224"/>
                <a:gd name="T19" fmla="*/ 261 h 293"/>
                <a:gd name="T20" fmla="*/ 206 w 224"/>
                <a:gd name="T21" fmla="*/ 274 h 293"/>
                <a:gd name="T22" fmla="*/ 193 w 224"/>
                <a:gd name="T23" fmla="*/ 285 h 293"/>
                <a:gd name="T24" fmla="*/ 177 w 224"/>
                <a:gd name="T25" fmla="*/ 291 h 293"/>
                <a:gd name="T26" fmla="*/ 160 w 224"/>
                <a:gd name="T27" fmla="*/ 293 h 293"/>
                <a:gd name="T28" fmla="*/ 143 w 224"/>
                <a:gd name="T29" fmla="*/ 291 h 293"/>
                <a:gd name="T30" fmla="*/ 129 w 224"/>
                <a:gd name="T31" fmla="*/ 285 h 293"/>
                <a:gd name="T32" fmla="*/ 115 w 224"/>
                <a:gd name="T33" fmla="*/ 274 h 293"/>
                <a:gd name="T34" fmla="*/ 105 w 224"/>
                <a:gd name="T35" fmla="*/ 261 h 293"/>
                <a:gd name="T36" fmla="*/ 8 w 224"/>
                <a:gd name="T37" fmla="*/ 95 h 293"/>
                <a:gd name="T38" fmla="*/ 2 w 224"/>
                <a:gd name="T39" fmla="*/ 80 h 293"/>
                <a:gd name="T40" fmla="*/ 0 w 224"/>
                <a:gd name="T41" fmla="*/ 63 h 293"/>
                <a:gd name="T42" fmla="*/ 2 w 224"/>
                <a:gd name="T43" fmla="*/ 48 h 293"/>
                <a:gd name="T44" fmla="*/ 8 w 224"/>
                <a:gd name="T45" fmla="*/ 32 h 293"/>
                <a:gd name="T46" fmla="*/ 19 w 224"/>
                <a:gd name="T47" fmla="*/ 19 h 293"/>
                <a:gd name="T48" fmla="*/ 31 w 224"/>
                <a:gd name="T49" fmla="*/ 9 h 293"/>
                <a:gd name="T50" fmla="*/ 48 w 224"/>
                <a:gd name="T51" fmla="*/ 2 h 293"/>
                <a:gd name="T52" fmla="*/ 64 w 224"/>
                <a:gd name="T5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3">
                  <a:moveTo>
                    <a:pt x="64" y="0"/>
                  </a:moveTo>
                  <a:lnTo>
                    <a:pt x="80" y="2"/>
                  </a:lnTo>
                  <a:lnTo>
                    <a:pt x="95" y="8"/>
                  </a:lnTo>
                  <a:lnTo>
                    <a:pt x="109" y="18"/>
                  </a:lnTo>
                  <a:lnTo>
                    <a:pt x="119" y="32"/>
                  </a:lnTo>
                  <a:lnTo>
                    <a:pt x="216" y="197"/>
                  </a:lnTo>
                  <a:lnTo>
                    <a:pt x="222" y="213"/>
                  </a:lnTo>
                  <a:lnTo>
                    <a:pt x="224" y="230"/>
                  </a:lnTo>
                  <a:lnTo>
                    <a:pt x="222" y="245"/>
                  </a:lnTo>
                  <a:lnTo>
                    <a:pt x="216" y="261"/>
                  </a:lnTo>
                  <a:lnTo>
                    <a:pt x="206" y="274"/>
                  </a:lnTo>
                  <a:lnTo>
                    <a:pt x="193" y="285"/>
                  </a:lnTo>
                  <a:lnTo>
                    <a:pt x="177" y="291"/>
                  </a:lnTo>
                  <a:lnTo>
                    <a:pt x="160" y="293"/>
                  </a:lnTo>
                  <a:lnTo>
                    <a:pt x="143" y="291"/>
                  </a:lnTo>
                  <a:lnTo>
                    <a:pt x="129" y="285"/>
                  </a:lnTo>
                  <a:lnTo>
                    <a:pt x="115" y="274"/>
                  </a:lnTo>
                  <a:lnTo>
                    <a:pt x="105" y="261"/>
                  </a:lnTo>
                  <a:lnTo>
                    <a:pt x="8" y="95"/>
                  </a:lnTo>
                  <a:lnTo>
                    <a:pt x="2" y="80"/>
                  </a:lnTo>
                  <a:lnTo>
                    <a:pt x="0" y="63"/>
                  </a:lnTo>
                  <a:lnTo>
                    <a:pt x="2" y="48"/>
                  </a:lnTo>
                  <a:lnTo>
                    <a:pt x="8" y="32"/>
                  </a:lnTo>
                  <a:lnTo>
                    <a:pt x="19" y="19"/>
                  </a:lnTo>
                  <a:lnTo>
                    <a:pt x="31" y="9"/>
                  </a:lnTo>
                  <a:lnTo>
                    <a:pt x="48"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66" name="Freeform 20">
              <a:extLst>
                <a:ext uri="{FF2B5EF4-FFF2-40B4-BE49-F238E27FC236}">
                  <a16:creationId xmlns:a16="http://schemas.microsoft.com/office/drawing/2014/main" id="{7BD367A3-A643-4A8D-BBA2-C7687EDFB184}"/>
                </a:ext>
              </a:extLst>
            </p:cNvPr>
            <p:cNvSpPr>
              <a:spLocks/>
            </p:cNvSpPr>
            <p:nvPr/>
          </p:nvSpPr>
          <p:spPr bwMode="auto">
            <a:xfrm>
              <a:off x="4805363" y="2346325"/>
              <a:ext cx="41275" cy="33338"/>
            </a:xfrm>
            <a:custGeom>
              <a:avLst/>
              <a:gdLst>
                <a:gd name="T0" fmla="*/ 64 w 294"/>
                <a:gd name="T1" fmla="*/ 0 h 222"/>
                <a:gd name="T2" fmla="*/ 79 w 294"/>
                <a:gd name="T3" fmla="*/ 2 h 222"/>
                <a:gd name="T4" fmla="*/ 96 w 294"/>
                <a:gd name="T5" fmla="*/ 8 h 222"/>
                <a:gd name="T6" fmla="*/ 263 w 294"/>
                <a:gd name="T7" fmla="*/ 103 h 222"/>
                <a:gd name="T8" fmla="*/ 276 w 294"/>
                <a:gd name="T9" fmla="*/ 114 h 222"/>
                <a:gd name="T10" fmla="*/ 286 w 294"/>
                <a:gd name="T11" fmla="*/ 127 h 222"/>
                <a:gd name="T12" fmla="*/ 292 w 294"/>
                <a:gd name="T13" fmla="*/ 142 h 222"/>
                <a:gd name="T14" fmla="*/ 294 w 294"/>
                <a:gd name="T15" fmla="*/ 158 h 222"/>
                <a:gd name="T16" fmla="*/ 292 w 294"/>
                <a:gd name="T17" fmla="*/ 175 h 222"/>
                <a:gd name="T18" fmla="*/ 286 w 294"/>
                <a:gd name="T19" fmla="*/ 190 h 222"/>
                <a:gd name="T20" fmla="*/ 275 w 294"/>
                <a:gd name="T21" fmla="*/ 204 h 222"/>
                <a:gd name="T22" fmla="*/ 262 w 294"/>
                <a:gd name="T23" fmla="*/ 214 h 222"/>
                <a:gd name="T24" fmla="*/ 246 w 294"/>
                <a:gd name="T25" fmla="*/ 220 h 222"/>
                <a:gd name="T26" fmla="*/ 230 w 294"/>
                <a:gd name="T27" fmla="*/ 222 h 222"/>
                <a:gd name="T28" fmla="*/ 213 w 294"/>
                <a:gd name="T29" fmla="*/ 220 h 222"/>
                <a:gd name="T30" fmla="*/ 198 w 294"/>
                <a:gd name="T31" fmla="*/ 213 h 222"/>
                <a:gd name="T32" fmla="*/ 31 w 294"/>
                <a:gd name="T33" fmla="*/ 118 h 222"/>
                <a:gd name="T34" fmla="*/ 18 w 294"/>
                <a:gd name="T35" fmla="*/ 108 h 222"/>
                <a:gd name="T36" fmla="*/ 8 w 294"/>
                <a:gd name="T37" fmla="*/ 95 h 222"/>
                <a:gd name="T38" fmla="*/ 2 w 294"/>
                <a:gd name="T39" fmla="*/ 80 h 222"/>
                <a:gd name="T40" fmla="*/ 0 w 294"/>
                <a:gd name="T41" fmla="*/ 63 h 222"/>
                <a:gd name="T42" fmla="*/ 2 w 294"/>
                <a:gd name="T43" fmla="*/ 47 h 222"/>
                <a:gd name="T44" fmla="*/ 8 w 294"/>
                <a:gd name="T45" fmla="*/ 31 h 222"/>
                <a:gd name="T46" fmla="*/ 19 w 294"/>
                <a:gd name="T47" fmla="*/ 18 h 222"/>
                <a:gd name="T48" fmla="*/ 32 w 294"/>
                <a:gd name="T49" fmla="*/ 8 h 222"/>
                <a:gd name="T50" fmla="*/ 47 w 294"/>
                <a:gd name="T51" fmla="*/ 2 h 222"/>
                <a:gd name="T52" fmla="*/ 64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64" y="0"/>
                  </a:moveTo>
                  <a:lnTo>
                    <a:pt x="79" y="2"/>
                  </a:lnTo>
                  <a:lnTo>
                    <a:pt x="96" y="8"/>
                  </a:lnTo>
                  <a:lnTo>
                    <a:pt x="263" y="103"/>
                  </a:lnTo>
                  <a:lnTo>
                    <a:pt x="276" y="114"/>
                  </a:lnTo>
                  <a:lnTo>
                    <a:pt x="286" y="127"/>
                  </a:lnTo>
                  <a:lnTo>
                    <a:pt x="292" y="142"/>
                  </a:lnTo>
                  <a:lnTo>
                    <a:pt x="294" y="158"/>
                  </a:lnTo>
                  <a:lnTo>
                    <a:pt x="292" y="175"/>
                  </a:lnTo>
                  <a:lnTo>
                    <a:pt x="286" y="190"/>
                  </a:lnTo>
                  <a:lnTo>
                    <a:pt x="275" y="204"/>
                  </a:lnTo>
                  <a:lnTo>
                    <a:pt x="262" y="214"/>
                  </a:lnTo>
                  <a:lnTo>
                    <a:pt x="246" y="220"/>
                  </a:lnTo>
                  <a:lnTo>
                    <a:pt x="230" y="222"/>
                  </a:lnTo>
                  <a:lnTo>
                    <a:pt x="213" y="220"/>
                  </a:lnTo>
                  <a:lnTo>
                    <a:pt x="198" y="213"/>
                  </a:lnTo>
                  <a:lnTo>
                    <a:pt x="31" y="118"/>
                  </a:lnTo>
                  <a:lnTo>
                    <a:pt x="18" y="108"/>
                  </a:lnTo>
                  <a:lnTo>
                    <a:pt x="8" y="95"/>
                  </a:lnTo>
                  <a:lnTo>
                    <a:pt x="2" y="80"/>
                  </a:lnTo>
                  <a:lnTo>
                    <a:pt x="0" y="63"/>
                  </a:lnTo>
                  <a:lnTo>
                    <a:pt x="2" y="47"/>
                  </a:lnTo>
                  <a:lnTo>
                    <a:pt x="8" y="31"/>
                  </a:lnTo>
                  <a:lnTo>
                    <a:pt x="19" y="18"/>
                  </a:lnTo>
                  <a:lnTo>
                    <a:pt x="32" y="8"/>
                  </a:lnTo>
                  <a:lnTo>
                    <a:pt x="47"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67" name="Freeform 21">
              <a:extLst>
                <a:ext uri="{FF2B5EF4-FFF2-40B4-BE49-F238E27FC236}">
                  <a16:creationId xmlns:a16="http://schemas.microsoft.com/office/drawing/2014/main" id="{E90D284E-D309-41FC-B0CA-200EF42FBDCD}"/>
                </a:ext>
              </a:extLst>
            </p:cNvPr>
            <p:cNvSpPr>
              <a:spLocks/>
            </p:cNvSpPr>
            <p:nvPr/>
          </p:nvSpPr>
          <p:spPr bwMode="auto">
            <a:xfrm>
              <a:off x="4776788" y="2449513"/>
              <a:ext cx="46038" cy="19050"/>
            </a:xfrm>
            <a:custGeom>
              <a:avLst/>
              <a:gdLst>
                <a:gd name="T0" fmla="*/ 64 w 321"/>
                <a:gd name="T1" fmla="*/ 0 h 128"/>
                <a:gd name="T2" fmla="*/ 257 w 321"/>
                <a:gd name="T3" fmla="*/ 0 h 128"/>
                <a:gd name="T4" fmla="*/ 273 w 321"/>
                <a:gd name="T5" fmla="*/ 4 h 128"/>
                <a:gd name="T6" fmla="*/ 289 w 321"/>
                <a:gd name="T7" fmla="*/ 10 h 128"/>
                <a:gd name="T8" fmla="*/ 302 w 321"/>
                <a:gd name="T9" fmla="*/ 19 h 128"/>
                <a:gd name="T10" fmla="*/ 312 w 321"/>
                <a:gd name="T11" fmla="*/ 33 h 128"/>
                <a:gd name="T12" fmla="*/ 318 w 321"/>
                <a:gd name="T13" fmla="*/ 47 h 128"/>
                <a:gd name="T14" fmla="*/ 321 w 321"/>
                <a:gd name="T15" fmla="*/ 65 h 128"/>
                <a:gd name="T16" fmla="*/ 318 w 321"/>
                <a:gd name="T17" fmla="*/ 82 h 128"/>
                <a:gd name="T18" fmla="*/ 312 w 321"/>
                <a:gd name="T19" fmla="*/ 96 h 128"/>
                <a:gd name="T20" fmla="*/ 302 w 321"/>
                <a:gd name="T21" fmla="*/ 110 h 128"/>
                <a:gd name="T22" fmla="*/ 289 w 321"/>
                <a:gd name="T23" fmla="*/ 119 h 128"/>
                <a:gd name="T24" fmla="*/ 273 w 321"/>
                <a:gd name="T25" fmla="*/ 126 h 128"/>
                <a:gd name="T26" fmla="*/ 257 w 321"/>
                <a:gd name="T27" fmla="*/ 128 h 128"/>
                <a:gd name="T28" fmla="*/ 64 w 321"/>
                <a:gd name="T29" fmla="*/ 128 h 128"/>
                <a:gd name="T30" fmla="*/ 47 w 321"/>
                <a:gd name="T31" fmla="*/ 126 h 128"/>
                <a:gd name="T32" fmla="*/ 32 w 321"/>
                <a:gd name="T33" fmla="*/ 119 h 128"/>
                <a:gd name="T34" fmla="*/ 19 w 321"/>
                <a:gd name="T35" fmla="*/ 110 h 128"/>
                <a:gd name="T36" fmla="*/ 9 w 321"/>
                <a:gd name="T37" fmla="*/ 96 h 128"/>
                <a:gd name="T38" fmla="*/ 2 w 321"/>
                <a:gd name="T39" fmla="*/ 82 h 128"/>
                <a:gd name="T40" fmla="*/ 0 w 321"/>
                <a:gd name="T41" fmla="*/ 65 h 128"/>
                <a:gd name="T42" fmla="*/ 2 w 321"/>
                <a:gd name="T43" fmla="*/ 47 h 128"/>
                <a:gd name="T44" fmla="*/ 9 w 321"/>
                <a:gd name="T45" fmla="*/ 33 h 128"/>
                <a:gd name="T46" fmla="*/ 19 w 321"/>
                <a:gd name="T47" fmla="*/ 19 h 128"/>
                <a:gd name="T48" fmla="*/ 32 w 321"/>
                <a:gd name="T49" fmla="*/ 10 h 128"/>
                <a:gd name="T50" fmla="*/ 47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3" y="4"/>
                  </a:lnTo>
                  <a:lnTo>
                    <a:pt x="289" y="10"/>
                  </a:lnTo>
                  <a:lnTo>
                    <a:pt x="302" y="19"/>
                  </a:lnTo>
                  <a:lnTo>
                    <a:pt x="312" y="33"/>
                  </a:lnTo>
                  <a:lnTo>
                    <a:pt x="318" y="47"/>
                  </a:lnTo>
                  <a:lnTo>
                    <a:pt x="321" y="65"/>
                  </a:lnTo>
                  <a:lnTo>
                    <a:pt x="318" y="82"/>
                  </a:lnTo>
                  <a:lnTo>
                    <a:pt x="312" y="96"/>
                  </a:lnTo>
                  <a:lnTo>
                    <a:pt x="302" y="110"/>
                  </a:lnTo>
                  <a:lnTo>
                    <a:pt x="289" y="119"/>
                  </a:lnTo>
                  <a:lnTo>
                    <a:pt x="273" y="126"/>
                  </a:lnTo>
                  <a:lnTo>
                    <a:pt x="257" y="128"/>
                  </a:lnTo>
                  <a:lnTo>
                    <a:pt x="64" y="128"/>
                  </a:lnTo>
                  <a:lnTo>
                    <a:pt x="47" y="126"/>
                  </a:lnTo>
                  <a:lnTo>
                    <a:pt x="32" y="119"/>
                  </a:lnTo>
                  <a:lnTo>
                    <a:pt x="19" y="110"/>
                  </a:lnTo>
                  <a:lnTo>
                    <a:pt x="9" y="96"/>
                  </a:lnTo>
                  <a:lnTo>
                    <a:pt x="2" y="82"/>
                  </a:lnTo>
                  <a:lnTo>
                    <a:pt x="0" y="65"/>
                  </a:lnTo>
                  <a:lnTo>
                    <a:pt x="2" y="47"/>
                  </a:lnTo>
                  <a:lnTo>
                    <a:pt x="9" y="33"/>
                  </a:lnTo>
                  <a:lnTo>
                    <a:pt x="19" y="19"/>
                  </a:lnTo>
                  <a:lnTo>
                    <a:pt x="32" y="10"/>
                  </a:lnTo>
                  <a:lnTo>
                    <a:pt x="47"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68" name="Freeform 22">
              <a:extLst>
                <a:ext uri="{FF2B5EF4-FFF2-40B4-BE49-F238E27FC236}">
                  <a16:creationId xmlns:a16="http://schemas.microsoft.com/office/drawing/2014/main" id="{3D554B76-CB3A-41D7-8D1E-BE9CF2F5BC01}"/>
                </a:ext>
              </a:extLst>
            </p:cNvPr>
            <p:cNvSpPr>
              <a:spLocks/>
            </p:cNvSpPr>
            <p:nvPr/>
          </p:nvSpPr>
          <p:spPr bwMode="auto">
            <a:xfrm>
              <a:off x="4805363" y="2540000"/>
              <a:ext cx="41275" cy="31750"/>
            </a:xfrm>
            <a:custGeom>
              <a:avLst/>
              <a:gdLst>
                <a:gd name="T0" fmla="*/ 230 w 294"/>
                <a:gd name="T1" fmla="*/ 0 h 224"/>
                <a:gd name="T2" fmla="*/ 247 w 294"/>
                <a:gd name="T3" fmla="*/ 3 h 224"/>
                <a:gd name="T4" fmla="*/ 262 w 294"/>
                <a:gd name="T5" fmla="*/ 9 h 224"/>
                <a:gd name="T6" fmla="*/ 275 w 294"/>
                <a:gd name="T7" fmla="*/ 19 h 224"/>
                <a:gd name="T8" fmla="*/ 286 w 294"/>
                <a:gd name="T9" fmla="*/ 33 h 224"/>
                <a:gd name="T10" fmla="*/ 292 w 294"/>
                <a:gd name="T11" fmla="*/ 48 h 224"/>
                <a:gd name="T12" fmla="*/ 294 w 294"/>
                <a:gd name="T13" fmla="*/ 65 h 224"/>
                <a:gd name="T14" fmla="*/ 292 w 294"/>
                <a:gd name="T15" fmla="*/ 80 h 224"/>
                <a:gd name="T16" fmla="*/ 286 w 294"/>
                <a:gd name="T17" fmla="*/ 96 h 224"/>
                <a:gd name="T18" fmla="*/ 275 w 294"/>
                <a:gd name="T19" fmla="*/ 110 h 224"/>
                <a:gd name="T20" fmla="*/ 263 w 294"/>
                <a:gd name="T21" fmla="*/ 120 h 224"/>
                <a:gd name="T22" fmla="*/ 96 w 294"/>
                <a:gd name="T23" fmla="*/ 215 h 224"/>
                <a:gd name="T24" fmla="*/ 80 w 294"/>
                <a:gd name="T25" fmla="*/ 221 h 224"/>
                <a:gd name="T26" fmla="*/ 64 w 294"/>
                <a:gd name="T27" fmla="*/ 224 h 224"/>
                <a:gd name="T28" fmla="*/ 47 w 294"/>
                <a:gd name="T29" fmla="*/ 221 h 224"/>
                <a:gd name="T30" fmla="*/ 32 w 294"/>
                <a:gd name="T31" fmla="*/ 216 h 224"/>
                <a:gd name="T32" fmla="*/ 19 w 294"/>
                <a:gd name="T33" fmla="*/ 205 h 224"/>
                <a:gd name="T34" fmla="*/ 8 w 294"/>
                <a:gd name="T35" fmla="*/ 192 h 224"/>
                <a:gd name="T36" fmla="*/ 2 w 294"/>
                <a:gd name="T37" fmla="*/ 176 h 224"/>
                <a:gd name="T38" fmla="*/ 0 w 294"/>
                <a:gd name="T39" fmla="*/ 159 h 224"/>
                <a:gd name="T40" fmla="*/ 2 w 294"/>
                <a:gd name="T41" fmla="*/ 144 h 224"/>
                <a:gd name="T42" fmla="*/ 8 w 294"/>
                <a:gd name="T43" fmla="*/ 128 h 224"/>
                <a:gd name="T44" fmla="*/ 18 w 294"/>
                <a:gd name="T45" fmla="*/ 116 h 224"/>
                <a:gd name="T46" fmla="*/ 31 w 294"/>
                <a:gd name="T47" fmla="*/ 105 h 224"/>
                <a:gd name="T48" fmla="*/ 198 w 294"/>
                <a:gd name="T49" fmla="*/ 10 h 224"/>
                <a:gd name="T50" fmla="*/ 215 w 294"/>
                <a:gd name="T51" fmla="*/ 2 h 224"/>
                <a:gd name="T52" fmla="*/ 230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230" y="0"/>
                  </a:moveTo>
                  <a:lnTo>
                    <a:pt x="247" y="3"/>
                  </a:lnTo>
                  <a:lnTo>
                    <a:pt x="262" y="9"/>
                  </a:lnTo>
                  <a:lnTo>
                    <a:pt x="275" y="19"/>
                  </a:lnTo>
                  <a:lnTo>
                    <a:pt x="286" y="33"/>
                  </a:lnTo>
                  <a:lnTo>
                    <a:pt x="292" y="48"/>
                  </a:lnTo>
                  <a:lnTo>
                    <a:pt x="294" y="65"/>
                  </a:lnTo>
                  <a:lnTo>
                    <a:pt x="292" y="80"/>
                  </a:lnTo>
                  <a:lnTo>
                    <a:pt x="286" y="96"/>
                  </a:lnTo>
                  <a:lnTo>
                    <a:pt x="275" y="110"/>
                  </a:lnTo>
                  <a:lnTo>
                    <a:pt x="263" y="120"/>
                  </a:lnTo>
                  <a:lnTo>
                    <a:pt x="96" y="215"/>
                  </a:lnTo>
                  <a:lnTo>
                    <a:pt x="80" y="221"/>
                  </a:lnTo>
                  <a:lnTo>
                    <a:pt x="64" y="224"/>
                  </a:lnTo>
                  <a:lnTo>
                    <a:pt x="47" y="221"/>
                  </a:lnTo>
                  <a:lnTo>
                    <a:pt x="32" y="216"/>
                  </a:lnTo>
                  <a:lnTo>
                    <a:pt x="19" y="205"/>
                  </a:lnTo>
                  <a:lnTo>
                    <a:pt x="8" y="192"/>
                  </a:lnTo>
                  <a:lnTo>
                    <a:pt x="2" y="176"/>
                  </a:lnTo>
                  <a:lnTo>
                    <a:pt x="0" y="159"/>
                  </a:lnTo>
                  <a:lnTo>
                    <a:pt x="2" y="144"/>
                  </a:lnTo>
                  <a:lnTo>
                    <a:pt x="8" y="128"/>
                  </a:lnTo>
                  <a:lnTo>
                    <a:pt x="18" y="116"/>
                  </a:lnTo>
                  <a:lnTo>
                    <a:pt x="31" y="105"/>
                  </a:lnTo>
                  <a:lnTo>
                    <a:pt x="198" y="10"/>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69" name="Freeform 23">
              <a:extLst>
                <a:ext uri="{FF2B5EF4-FFF2-40B4-BE49-F238E27FC236}">
                  <a16:creationId xmlns:a16="http://schemas.microsoft.com/office/drawing/2014/main" id="{5212ACC9-40B2-45AF-A91F-5A88F4F4397B}"/>
                </a:ext>
              </a:extLst>
            </p:cNvPr>
            <p:cNvSpPr>
              <a:spLocks/>
            </p:cNvSpPr>
            <p:nvPr/>
          </p:nvSpPr>
          <p:spPr bwMode="auto">
            <a:xfrm>
              <a:off x="5141913" y="2540000"/>
              <a:ext cx="41275" cy="31750"/>
            </a:xfrm>
            <a:custGeom>
              <a:avLst/>
              <a:gdLst>
                <a:gd name="T0" fmla="*/ 64 w 294"/>
                <a:gd name="T1" fmla="*/ 0 h 224"/>
                <a:gd name="T2" fmla="*/ 80 w 294"/>
                <a:gd name="T3" fmla="*/ 2 h 224"/>
                <a:gd name="T4" fmla="*/ 96 w 294"/>
                <a:gd name="T5" fmla="*/ 10 h 224"/>
                <a:gd name="T6" fmla="*/ 263 w 294"/>
                <a:gd name="T7" fmla="*/ 105 h 224"/>
                <a:gd name="T8" fmla="*/ 276 w 294"/>
                <a:gd name="T9" fmla="*/ 116 h 224"/>
                <a:gd name="T10" fmla="*/ 286 w 294"/>
                <a:gd name="T11" fmla="*/ 128 h 224"/>
                <a:gd name="T12" fmla="*/ 292 w 294"/>
                <a:gd name="T13" fmla="*/ 144 h 224"/>
                <a:gd name="T14" fmla="*/ 294 w 294"/>
                <a:gd name="T15" fmla="*/ 159 h 224"/>
                <a:gd name="T16" fmla="*/ 292 w 294"/>
                <a:gd name="T17" fmla="*/ 176 h 224"/>
                <a:gd name="T18" fmla="*/ 286 w 294"/>
                <a:gd name="T19" fmla="*/ 192 h 224"/>
                <a:gd name="T20" fmla="*/ 275 w 294"/>
                <a:gd name="T21" fmla="*/ 205 h 224"/>
                <a:gd name="T22" fmla="*/ 262 w 294"/>
                <a:gd name="T23" fmla="*/ 216 h 224"/>
                <a:gd name="T24" fmla="*/ 247 w 294"/>
                <a:gd name="T25" fmla="*/ 221 h 224"/>
                <a:gd name="T26" fmla="*/ 230 w 294"/>
                <a:gd name="T27" fmla="*/ 224 h 224"/>
                <a:gd name="T28" fmla="*/ 214 w 294"/>
                <a:gd name="T29" fmla="*/ 221 h 224"/>
                <a:gd name="T30" fmla="*/ 198 w 294"/>
                <a:gd name="T31" fmla="*/ 215 h 224"/>
                <a:gd name="T32" fmla="*/ 31 w 294"/>
                <a:gd name="T33" fmla="*/ 120 h 224"/>
                <a:gd name="T34" fmla="*/ 19 w 294"/>
                <a:gd name="T35" fmla="*/ 110 h 224"/>
                <a:gd name="T36" fmla="*/ 8 w 294"/>
                <a:gd name="T37" fmla="*/ 96 h 224"/>
                <a:gd name="T38" fmla="*/ 2 w 294"/>
                <a:gd name="T39" fmla="*/ 80 h 224"/>
                <a:gd name="T40" fmla="*/ 0 w 294"/>
                <a:gd name="T41" fmla="*/ 65 h 224"/>
                <a:gd name="T42" fmla="*/ 2 w 294"/>
                <a:gd name="T43" fmla="*/ 48 h 224"/>
                <a:gd name="T44" fmla="*/ 8 w 294"/>
                <a:gd name="T45" fmla="*/ 33 h 224"/>
                <a:gd name="T46" fmla="*/ 19 w 294"/>
                <a:gd name="T47" fmla="*/ 19 h 224"/>
                <a:gd name="T48" fmla="*/ 32 w 294"/>
                <a:gd name="T49" fmla="*/ 9 h 224"/>
                <a:gd name="T50" fmla="*/ 47 w 294"/>
                <a:gd name="T51" fmla="*/ 3 h 224"/>
                <a:gd name="T52" fmla="*/ 64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64" y="0"/>
                  </a:moveTo>
                  <a:lnTo>
                    <a:pt x="80" y="2"/>
                  </a:lnTo>
                  <a:lnTo>
                    <a:pt x="96" y="10"/>
                  </a:lnTo>
                  <a:lnTo>
                    <a:pt x="263" y="105"/>
                  </a:lnTo>
                  <a:lnTo>
                    <a:pt x="276" y="116"/>
                  </a:lnTo>
                  <a:lnTo>
                    <a:pt x="286" y="128"/>
                  </a:lnTo>
                  <a:lnTo>
                    <a:pt x="292" y="144"/>
                  </a:lnTo>
                  <a:lnTo>
                    <a:pt x="294" y="159"/>
                  </a:lnTo>
                  <a:lnTo>
                    <a:pt x="292" y="176"/>
                  </a:lnTo>
                  <a:lnTo>
                    <a:pt x="286" y="192"/>
                  </a:lnTo>
                  <a:lnTo>
                    <a:pt x="275" y="205"/>
                  </a:lnTo>
                  <a:lnTo>
                    <a:pt x="262" y="216"/>
                  </a:lnTo>
                  <a:lnTo>
                    <a:pt x="247" y="221"/>
                  </a:lnTo>
                  <a:lnTo>
                    <a:pt x="230" y="224"/>
                  </a:lnTo>
                  <a:lnTo>
                    <a:pt x="214" y="221"/>
                  </a:lnTo>
                  <a:lnTo>
                    <a:pt x="198" y="215"/>
                  </a:lnTo>
                  <a:lnTo>
                    <a:pt x="31" y="120"/>
                  </a:lnTo>
                  <a:lnTo>
                    <a:pt x="19" y="110"/>
                  </a:lnTo>
                  <a:lnTo>
                    <a:pt x="8" y="96"/>
                  </a:lnTo>
                  <a:lnTo>
                    <a:pt x="2" y="80"/>
                  </a:lnTo>
                  <a:lnTo>
                    <a:pt x="0" y="65"/>
                  </a:lnTo>
                  <a:lnTo>
                    <a:pt x="2" y="48"/>
                  </a:lnTo>
                  <a:lnTo>
                    <a:pt x="8" y="33"/>
                  </a:lnTo>
                  <a:lnTo>
                    <a:pt x="19" y="19"/>
                  </a:lnTo>
                  <a:lnTo>
                    <a:pt x="32" y="9"/>
                  </a:lnTo>
                  <a:lnTo>
                    <a:pt x="47" y="3"/>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70" name="Freeform 24">
              <a:extLst>
                <a:ext uri="{FF2B5EF4-FFF2-40B4-BE49-F238E27FC236}">
                  <a16:creationId xmlns:a16="http://schemas.microsoft.com/office/drawing/2014/main" id="{69565E6E-F53A-4A97-945C-CDA1BA7412E4}"/>
                </a:ext>
              </a:extLst>
            </p:cNvPr>
            <p:cNvSpPr>
              <a:spLocks/>
            </p:cNvSpPr>
            <p:nvPr/>
          </p:nvSpPr>
          <p:spPr bwMode="auto">
            <a:xfrm>
              <a:off x="5165726" y="2449513"/>
              <a:ext cx="46038" cy="19050"/>
            </a:xfrm>
            <a:custGeom>
              <a:avLst/>
              <a:gdLst>
                <a:gd name="T0" fmla="*/ 64 w 321"/>
                <a:gd name="T1" fmla="*/ 0 h 128"/>
                <a:gd name="T2" fmla="*/ 257 w 321"/>
                <a:gd name="T3" fmla="*/ 0 h 128"/>
                <a:gd name="T4" fmla="*/ 274 w 321"/>
                <a:gd name="T5" fmla="*/ 4 h 128"/>
                <a:gd name="T6" fmla="*/ 290 w 321"/>
                <a:gd name="T7" fmla="*/ 10 h 128"/>
                <a:gd name="T8" fmla="*/ 302 w 321"/>
                <a:gd name="T9" fmla="*/ 19 h 128"/>
                <a:gd name="T10" fmla="*/ 312 w 321"/>
                <a:gd name="T11" fmla="*/ 33 h 128"/>
                <a:gd name="T12" fmla="*/ 319 w 321"/>
                <a:gd name="T13" fmla="*/ 47 h 128"/>
                <a:gd name="T14" fmla="*/ 321 w 321"/>
                <a:gd name="T15" fmla="*/ 65 h 128"/>
                <a:gd name="T16" fmla="*/ 319 w 321"/>
                <a:gd name="T17" fmla="*/ 82 h 128"/>
                <a:gd name="T18" fmla="*/ 312 w 321"/>
                <a:gd name="T19" fmla="*/ 96 h 128"/>
                <a:gd name="T20" fmla="*/ 302 w 321"/>
                <a:gd name="T21" fmla="*/ 110 h 128"/>
                <a:gd name="T22" fmla="*/ 290 w 321"/>
                <a:gd name="T23" fmla="*/ 119 h 128"/>
                <a:gd name="T24" fmla="*/ 274 w 321"/>
                <a:gd name="T25" fmla="*/ 126 h 128"/>
                <a:gd name="T26" fmla="*/ 257 w 321"/>
                <a:gd name="T27" fmla="*/ 128 h 128"/>
                <a:gd name="T28" fmla="*/ 64 w 321"/>
                <a:gd name="T29" fmla="*/ 128 h 128"/>
                <a:gd name="T30" fmla="*/ 48 w 321"/>
                <a:gd name="T31" fmla="*/ 126 h 128"/>
                <a:gd name="T32" fmla="*/ 32 w 321"/>
                <a:gd name="T33" fmla="*/ 119 h 128"/>
                <a:gd name="T34" fmla="*/ 19 w 321"/>
                <a:gd name="T35" fmla="*/ 110 h 128"/>
                <a:gd name="T36" fmla="*/ 9 w 321"/>
                <a:gd name="T37" fmla="*/ 96 h 128"/>
                <a:gd name="T38" fmla="*/ 3 w 321"/>
                <a:gd name="T39" fmla="*/ 82 h 128"/>
                <a:gd name="T40" fmla="*/ 0 w 321"/>
                <a:gd name="T41" fmla="*/ 65 h 128"/>
                <a:gd name="T42" fmla="*/ 3 w 321"/>
                <a:gd name="T43" fmla="*/ 47 h 128"/>
                <a:gd name="T44" fmla="*/ 9 w 321"/>
                <a:gd name="T45" fmla="*/ 33 h 128"/>
                <a:gd name="T46" fmla="*/ 19 w 321"/>
                <a:gd name="T47" fmla="*/ 19 h 128"/>
                <a:gd name="T48" fmla="*/ 32 w 321"/>
                <a:gd name="T49" fmla="*/ 10 h 128"/>
                <a:gd name="T50" fmla="*/ 48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4" y="4"/>
                  </a:lnTo>
                  <a:lnTo>
                    <a:pt x="290" y="10"/>
                  </a:lnTo>
                  <a:lnTo>
                    <a:pt x="302" y="19"/>
                  </a:lnTo>
                  <a:lnTo>
                    <a:pt x="312" y="33"/>
                  </a:lnTo>
                  <a:lnTo>
                    <a:pt x="319" y="47"/>
                  </a:lnTo>
                  <a:lnTo>
                    <a:pt x="321" y="65"/>
                  </a:lnTo>
                  <a:lnTo>
                    <a:pt x="319" y="82"/>
                  </a:lnTo>
                  <a:lnTo>
                    <a:pt x="312" y="96"/>
                  </a:lnTo>
                  <a:lnTo>
                    <a:pt x="302" y="110"/>
                  </a:lnTo>
                  <a:lnTo>
                    <a:pt x="290" y="119"/>
                  </a:lnTo>
                  <a:lnTo>
                    <a:pt x="274" y="126"/>
                  </a:lnTo>
                  <a:lnTo>
                    <a:pt x="257" y="128"/>
                  </a:lnTo>
                  <a:lnTo>
                    <a:pt x="64" y="128"/>
                  </a:lnTo>
                  <a:lnTo>
                    <a:pt x="48" y="126"/>
                  </a:lnTo>
                  <a:lnTo>
                    <a:pt x="32" y="119"/>
                  </a:lnTo>
                  <a:lnTo>
                    <a:pt x="19" y="110"/>
                  </a:lnTo>
                  <a:lnTo>
                    <a:pt x="9" y="96"/>
                  </a:lnTo>
                  <a:lnTo>
                    <a:pt x="3" y="82"/>
                  </a:lnTo>
                  <a:lnTo>
                    <a:pt x="0" y="65"/>
                  </a:lnTo>
                  <a:lnTo>
                    <a:pt x="3" y="47"/>
                  </a:lnTo>
                  <a:lnTo>
                    <a:pt x="9" y="33"/>
                  </a:lnTo>
                  <a:lnTo>
                    <a:pt x="19" y="19"/>
                  </a:lnTo>
                  <a:lnTo>
                    <a:pt x="32" y="10"/>
                  </a:lnTo>
                  <a:lnTo>
                    <a:pt x="48"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71" name="Freeform 25">
              <a:extLst>
                <a:ext uri="{FF2B5EF4-FFF2-40B4-BE49-F238E27FC236}">
                  <a16:creationId xmlns:a16="http://schemas.microsoft.com/office/drawing/2014/main" id="{2E468B0D-B01F-4006-AE8D-59525A46B8E1}"/>
                </a:ext>
              </a:extLst>
            </p:cNvPr>
            <p:cNvSpPr>
              <a:spLocks/>
            </p:cNvSpPr>
            <p:nvPr/>
          </p:nvSpPr>
          <p:spPr bwMode="auto">
            <a:xfrm>
              <a:off x="5141913" y="2346325"/>
              <a:ext cx="41275" cy="33338"/>
            </a:xfrm>
            <a:custGeom>
              <a:avLst/>
              <a:gdLst>
                <a:gd name="T0" fmla="*/ 230 w 294"/>
                <a:gd name="T1" fmla="*/ 0 h 222"/>
                <a:gd name="T2" fmla="*/ 247 w 294"/>
                <a:gd name="T3" fmla="*/ 2 h 222"/>
                <a:gd name="T4" fmla="*/ 262 w 294"/>
                <a:gd name="T5" fmla="*/ 8 h 222"/>
                <a:gd name="T6" fmla="*/ 275 w 294"/>
                <a:gd name="T7" fmla="*/ 18 h 222"/>
                <a:gd name="T8" fmla="*/ 286 w 294"/>
                <a:gd name="T9" fmla="*/ 31 h 222"/>
                <a:gd name="T10" fmla="*/ 292 w 294"/>
                <a:gd name="T11" fmla="*/ 47 h 222"/>
                <a:gd name="T12" fmla="*/ 294 w 294"/>
                <a:gd name="T13" fmla="*/ 63 h 222"/>
                <a:gd name="T14" fmla="*/ 292 w 294"/>
                <a:gd name="T15" fmla="*/ 80 h 222"/>
                <a:gd name="T16" fmla="*/ 286 w 294"/>
                <a:gd name="T17" fmla="*/ 95 h 222"/>
                <a:gd name="T18" fmla="*/ 276 w 294"/>
                <a:gd name="T19" fmla="*/ 108 h 222"/>
                <a:gd name="T20" fmla="*/ 263 w 294"/>
                <a:gd name="T21" fmla="*/ 118 h 222"/>
                <a:gd name="T22" fmla="*/ 96 w 294"/>
                <a:gd name="T23" fmla="*/ 213 h 222"/>
                <a:gd name="T24" fmla="*/ 80 w 294"/>
                <a:gd name="T25" fmla="*/ 220 h 222"/>
                <a:gd name="T26" fmla="*/ 64 w 294"/>
                <a:gd name="T27" fmla="*/ 222 h 222"/>
                <a:gd name="T28" fmla="*/ 48 w 294"/>
                <a:gd name="T29" fmla="*/ 220 h 222"/>
                <a:gd name="T30" fmla="*/ 32 w 294"/>
                <a:gd name="T31" fmla="*/ 214 h 222"/>
                <a:gd name="T32" fmla="*/ 19 w 294"/>
                <a:gd name="T33" fmla="*/ 204 h 222"/>
                <a:gd name="T34" fmla="*/ 8 w 294"/>
                <a:gd name="T35" fmla="*/ 190 h 222"/>
                <a:gd name="T36" fmla="*/ 2 w 294"/>
                <a:gd name="T37" fmla="*/ 175 h 222"/>
                <a:gd name="T38" fmla="*/ 0 w 294"/>
                <a:gd name="T39" fmla="*/ 158 h 222"/>
                <a:gd name="T40" fmla="*/ 2 w 294"/>
                <a:gd name="T41" fmla="*/ 142 h 222"/>
                <a:gd name="T42" fmla="*/ 8 w 294"/>
                <a:gd name="T43" fmla="*/ 127 h 222"/>
                <a:gd name="T44" fmla="*/ 19 w 294"/>
                <a:gd name="T45" fmla="*/ 114 h 222"/>
                <a:gd name="T46" fmla="*/ 31 w 294"/>
                <a:gd name="T47" fmla="*/ 103 h 222"/>
                <a:gd name="T48" fmla="*/ 198 w 294"/>
                <a:gd name="T49" fmla="*/ 8 h 222"/>
                <a:gd name="T50" fmla="*/ 215 w 294"/>
                <a:gd name="T51" fmla="*/ 2 h 222"/>
                <a:gd name="T52" fmla="*/ 230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230" y="0"/>
                  </a:moveTo>
                  <a:lnTo>
                    <a:pt x="247" y="2"/>
                  </a:lnTo>
                  <a:lnTo>
                    <a:pt x="262" y="8"/>
                  </a:lnTo>
                  <a:lnTo>
                    <a:pt x="275" y="18"/>
                  </a:lnTo>
                  <a:lnTo>
                    <a:pt x="286" y="31"/>
                  </a:lnTo>
                  <a:lnTo>
                    <a:pt x="292" y="47"/>
                  </a:lnTo>
                  <a:lnTo>
                    <a:pt x="294" y="63"/>
                  </a:lnTo>
                  <a:lnTo>
                    <a:pt x="292" y="80"/>
                  </a:lnTo>
                  <a:lnTo>
                    <a:pt x="286" y="95"/>
                  </a:lnTo>
                  <a:lnTo>
                    <a:pt x="276" y="108"/>
                  </a:lnTo>
                  <a:lnTo>
                    <a:pt x="263" y="118"/>
                  </a:lnTo>
                  <a:lnTo>
                    <a:pt x="96" y="213"/>
                  </a:lnTo>
                  <a:lnTo>
                    <a:pt x="80" y="220"/>
                  </a:lnTo>
                  <a:lnTo>
                    <a:pt x="64" y="222"/>
                  </a:lnTo>
                  <a:lnTo>
                    <a:pt x="48" y="220"/>
                  </a:lnTo>
                  <a:lnTo>
                    <a:pt x="32" y="214"/>
                  </a:lnTo>
                  <a:lnTo>
                    <a:pt x="19" y="204"/>
                  </a:lnTo>
                  <a:lnTo>
                    <a:pt x="8" y="190"/>
                  </a:lnTo>
                  <a:lnTo>
                    <a:pt x="2" y="175"/>
                  </a:lnTo>
                  <a:lnTo>
                    <a:pt x="0" y="158"/>
                  </a:lnTo>
                  <a:lnTo>
                    <a:pt x="2" y="142"/>
                  </a:lnTo>
                  <a:lnTo>
                    <a:pt x="8" y="127"/>
                  </a:lnTo>
                  <a:lnTo>
                    <a:pt x="19" y="114"/>
                  </a:lnTo>
                  <a:lnTo>
                    <a:pt x="31" y="103"/>
                  </a:lnTo>
                  <a:lnTo>
                    <a:pt x="198" y="8"/>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72" name="Freeform 26">
              <a:extLst>
                <a:ext uri="{FF2B5EF4-FFF2-40B4-BE49-F238E27FC236}">
                  <a16:creationId xmlns:a16="http://schemas.microsoft.com/office/drawing/2014/main" id="{ABEA9527-6B56-4B03-9221-B1D4A38F5BC2}"/>
                </a:ext>
              </a:extLst>
            </p:cNvPr>
            <p:cNvSpPr>
              <a:spLocks/>
            </p:cNvSpPr>
            <p:nvPr/>
          </p:nvSpPr>
          <p:spPr bwMode="auto">
            <a:xfrm>
              <a:off x="5075238" y="2271713"/>
              <a:ext cx="31750" cy="41275"/>
            </a:xfrm>
            <a:custGeom>
              <a:avLst/>
              <a:gdLst>
                <a:gd name="T0" fmla="*/ 159 w 224"/>
                <a:gd name="T1" fmla="*/ 0 h 292"/>
                <a:gd name="T2" fmla="*/ 176 w 224"/>
                <a:gd name="T3" fmla="*/ 2 h 292"/>
                <a:gd name="T4" fmla="*/ 192 w 224"/>
                <a:gd name="T5" fmla="*/ 9 h 292"/>
                <a:gd name="T6" fmla="*/ 205 w 224"/>
                <a:gd name="T7" fmla="*/ 19 h 292"/>
                <a:gd name="T8" fmla="*/ 216 w 224"/>
                <a:gd name="T9" fmla="*/ 32 h 292"/>
                <a:gd name="T10" fmla="*/ 222 w 224"/>
                <a:gd name="T11" fmla="*/ 48 h 292"/>
                <a:gd name="T12" fmla="*/ 224 w 224"/>
                <a:gd name="T13" fmla="*/ 63 h 292"/>
                <a:gd name="T14" fmla="*/ 222 w 224"/>
                <a:gd name="T15" fmla="*/ 80 h 292"/>
                <a:gd name="T16" fmla="*/ 216 w 224"/>
                <a:gd name="T17" fmla="*/ 95 h 292"/>
                <a:gd name="T18" fmla="*/ 119 w 224"/>
                <a:gd name="T19" fmla="*/ 261 h 292"/>
                <a:gd name="T20" fmla="*/ 109 w 224"/>
                <a:gd name="T21" fmla="*/ 274 h 292"/>
                <a:gd name="T22" fmla="*/ 95 w 224"/>
                <a:gd name="T23" fmla="*/ 285 h 292"/>
                <a:gd name="T24" fmla="*/ 81 w 224"/>
                <a:gd name="T25" fmla="*/ 290 h 292"/>
                <a:gd name="T26" fmla="*/ 64 w 224"/>
                <a:gd name="T27" fmla="*/ 292 h 292"/>
                <a:gd name="T28" fmla="*/ 48 w 224"/>
                <a:gd name="T29" fmla="*/ 290 h 292"/>
                <a:gd name="T30" fmla="*/ 32 w 224"/>
                <a:gd name="T31" fmla="*/ 284 h 292"/>
                <a:gd name="T32" fmla="*/ 18 w 224"/>
                <a:gd name="T33" fmla="*/ 273 h 292"/>
                <a:gd name="T34" fmla="*/ 8 w 224"/>
                <a:gd name="T35" fmla="*/ 261 h 292"/>
                <a:gd name="T36" fmla="*/ 2 w 224"/>
                <a:gd name="T37" fmla="*/ 245 h 292"/>
                <a:gd name="T38" fmla="*/ 0 w 224"/>
                <a:gd name="T39" fmla="*/ 230 h 292"/>
                <a:gd name="T40" fmla="*/ 2 w 224"/>
                <a:gd name="T41" fmla="*/ 213 h 292"/>
                <a:gd name="T42" fmla="*/ 8 w 224"/>
                <a:gd name="T43" fmla="*/ 197 h 292"/>
                <a:gd name="T44" fmla="*/ 105 w 224"/>
                <a:gd name="T45" fmla="*/ 32 h 292"/>
                <a:gd name="T46" fmla="*/ 115 w 224"/>
                <a:gd name="T47" fmla="*/ 18 h 292"/>
                <a:gd name="T48" fmla="*/ 129 w 224"/>
                <a:gd name="T49" fmla="*/ 8 h 292"/>
                <a:gd name="T50" fmla="*/ 144 w 224"/>
                <a:gd name="T51" fmla="*/ 2 h 292"/>
                <a:gd name="T52" fmla="*/ 159 w 224"/>
                <a:gd name="T53"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2">
                  <a:moveTo>
                    <a:pt x="159" y="0"/>
                  </a:moveTo>
                  <a:lnTo>
                    <a:pt x="176" y="2"/>
                  </a:lnTo>
                  <a:lnTo>
                    <a:pt x="192" y="9"/>
                  </a:lnTo>
                  <a:lnTo>
                    <a:pt x="205" y="19"/>
                  </a:lnTo>
                  <a:lnTo>
                    <a:pt x="216" y="32"/>
                  </a:lnTo>
                  <a:lnTo>
                    <a:pt x="222" y="48"/>
                  </a:lnTo>
                  <a:lnTo>
                    <a:pt x="224" y="63"/>
                  </a:lnTo>
                  <a:lnTo>
                    <a:pt x="222" y="80"/>
                  </a:lnTo>
                  <a:lnTo>
                    <a:pt x="216" y="95"/>
                  </a:lnTo>
                  <a:lnTo>
                    <a:pt x="119" y="261"/>
                  </a:lnTo>
                  <a:lnTo>
                    <a:pt x="109" y="274"/>
                  </a:lnTo>
                  <a:lnTo>
                    <a:pt x="95" y="285"/>
                  </a:lnTo>
                  <a:lnTo>
                    <a:pt x="81" y="290"/>
                  </a:lnTo>
                  <a:lnTo>
                    <a:pt x="64" y="292"/>
                  </a:lnTo>
                  <a:lnTo>
                    <a:pt x="48" y="290"/>
                  </a:lnTo>
                  <a:lnTo>
                    <a:pt x="32" y="284"/>
                  </a:lnTo>
                  <a:lnTo>
                    <a:pt x="18" y="273"/>
                  </a:lnTo>
                  <a:lnTo>
                    <a:pt x="8" y="261"/>
                  </a:lnTo>
                  <a:lnTo>
                    <a:pt x="2" y="245"/>
                  </a:lnTo>
                  <a:lnTo>
                    <a:pt x="0" y="230"/>
                  </a:lnTo>
                  <a:lnTo>
                    <a:pt x="2" y="213"/>
                  </a:lnTo>
                  <a:lnTo>
                    <a:pt x="8" y="197"/>
                  </a:lnTo>
                  <a:lnTo>
                    <a:pt x="105" y="32"/>
                  </a:lnTo>
                  <a:lnTo>
                    <a:pt x="115" y="18"/>
                  </a:lnTo>
                  <a:lnTo>
                    <a:pt x="129" y="8"/>
                  </a:lnTo>
                  <a:lnTo>
                    <a:pt x="144" y="2"/>
                  </a:lnTo>
                  <a:lnTo>
                    <a:pt x="1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73" name="Freeform 27">
              <a:extLst>
                <a:ext uri="{FF2B5EF4-FFF2-40B4-BE49-F238E27FC236}">
                  <a16:creationId xmlns:a16="http://schemas.microsoft.com/office/drawing/2014/main" id="{3EBCC640-6FE4-4663-BD03-10130FCE04D1}"/>
                </a:ext>
              </a:extLst>
            </p:cNvPr>
            <p:cNvSpPr>
              <a:spLocks/>
            </p:cNvSpPr>
            <p:nvPr/>
          </p:nvSpPr>
          <p:spPr bwMode="auto">
            <a:xfrm>
              <a:off x="4972051" y="2382838"/>
              <a:ext cx="44450" cy="142875"/>
            </a:xfrm>
            <a:custGeom>
              <a:avLst/>
              <a:gdLst>
                <a:gd name="T0" fmla="*/ 154 w 308"/>
                <a:gd name="T1" fmla="*/ 0 h 991"/>
                <a:gd name="T2" fmla="*/ 186 w 308"/>
                <a:gd name="T3" fmla="*/ 2 h 991"/>
                <a:gd name="T4" fmla="*/ 213 w 308"/>
                <a:gd name="T5" fmla="*/ 8 h 991"/>
                <a:gd name="T6" fmla="*/ 238 w 308"/>
                <a:gd name="T7" fmla="*/ 17 h 991"/>
                <a:gd name="T8" fmla="*/ 259 w 308"/>
                <a:gd name="T9" fmla="*/ 30 h 991"/>
                <a:gd name="T10" fmla="*/ 277 w 308"/>
                <a:gd name="T11" fmla="*/ 47 h 991"/>
                <a:gd name="T12" fmla="*/ 291 w 308"/>
                <a:gd name="T13" fmla="*/ 67 h 991"/>
                <a:gd name="T14" fmla="*/ 301 w 308"/>
                <a:gd name="T15" fmla="*/ 91 h 991"/>
                <a:gd name="T16" fmla="*/ 306 w 308"/>
                <a:gd name="T17" fmla="*/ 119 h 991"/>
                <a:gd name="T18" fmla="*/ 308 w 308"/>
                <a:gd name="T19" fmla="*/ 150 h 991"/>
                <a:gd name="T20" fmla="*/ 308 w 308"/>
                <a:gd name="T21" fmla="*/ 375 h 991"/>
                <a:gd name="T22" fmla="*/ 307 w 308"/>
                <a:gd name="T23" fmla="*/ 405 h 991"/>
                <a:gd name="T24" fmla="*/ 304 w 308"/>
                <a:gd name="T25" fmla="*/ 435 h 991"/>
                <a:gd name="T26" fmla="*/ 301 w 308"/>
                <a:gd name="T27" fmla="*/ 466 h 991"/>
                <a:gd name="T28" fmla="*/ 240 w 308"/>
                <a:gd name="T29" fmla="*/ 920 h 991"/>
                <a:gd name="T30" fmla="*/ 236 w 308"/>
                <a:gd name="T31" fmla="*/ 942 h 991"/>
                <a:gd name="T32" fmla="*/ 229 w 308"/>
                <a:gd name="T33" fmla="*/ 959 h 991"/>
                <a:gd name="T34" fmla="*/ 219 w 308"/>
                <a:gd name="T35" fmla="*/ 972 h 991"/>
                <a:gd name="T36" fmla="*/ 207 w 308"/>
                <a:gd name="T37" fmla="*/ 981 h 991"/>
                <a:gd name="T38" fmla="*/ 192 w 308"/>
                <a:gd name="T39" fmla="*/ 987 h 991"/>
                <a:gd name="T40" fmla="*/ 174 w 308"/>
                <a:gd name="T41" fmla="*/ 990 h 991"/>
                <a:gd name="T42" fmla="*/ 154 w 308"/>
                <a:gd name="T43" fmla="*/ 991 h 991"/>
                <a:gd name="T44" fmla="*/ 135 w 308"/>
                <a:gd name="T45" fmla="*/ 990 h 991"/>
                <a:gd name="T46" fmla="*/ 117 w 308"/>
                <a:gd name="T47" fmla="*/ 987 h 991"/>
                <a:gd name="T48" fmla="*/ 102 w 308"/>
                <a:gd name="T49" fmla="*/ 981 h 991"/>
                <a:gd name="T50" fmla="*/ 90 w 308"/>
                <a:gd name="T51" fmla="*/ 972 h 991"/>
                <a:gd name="T52" fmla="*/ 80 w 308"/>
                <a:gd name="T53" fmla="*/ 959 h 991"/>
                <a:gd name="T54" fmla="*/ 73 w 308"/>
                <a:gd name="T55" fmla="*/ 942 h 991"/>
                <a:gd name="T56" fmla="*/ 69 w 308"/>
                <a:gd name="T57" fmla="*/ 920 h 991"/>
                <a:gd name="T58" fmla="*/ 8 w 308"/>
                <a:gd name="T59" fmla="*/ 466 h 991"/>
                <a:gd name="T60" fmla="*/ 5 w 308"/>
                <a:gd name="T61" fmla="*/ 435 h 991"/>
                <a:gd name="T62" fmla="*/ 2 w 308"/>
                <a:gd name="T63" fmla="*/ 405 h 991"/>
                <a:gd name="T64" fmla="*/ 0 w 308"/>
                <a:gd name="T65" fmla="*/ 375 h 991"/>
                <a:gd name="T66" fmla="*/ 0 w 308"/>
                <a:gd name="T67" fmla="*/ 150 h 991"/>
                <a:gd name="T68" fmla="*/ 3 w 308"/>
                <a:gd name="T69" fmla="*/ 119 h 991"/>
                <a:gd name="T70" fmla="*/ 8 w 308"/>
                <a:gd name="T71" fmla="*/ 91 h 991"/>
                <a:gd name="T72" fmla="*/ 18 w 308"/>
                <a:gd name="T73" fmla="*/ 67 h 991"/>
                <a:gd name="T74" fmla="*/ 32 w 308"/>
                <a:gd name="T75" fmla="*/ 47 h 991"/>
                <a:gd name="T76" fmla="*/ 50 w 308"/>
                <a:gd name="T77" fmla="*/ 30 h 991"/>
                <a:gd name="T78" fmla="*/ 71 w 308"/>
                <a:gd name="T79" fmla="*/ 17 h 991"/>
                <a:gd name="T80" fmla="*/ 96 w 308"/>
                <a:gd name="T81" fmla="*/ 8 h 991"/>
                <a:gd name="T82" fmla="*/ 123 w 308"/>
                <a:gd name="T83" fmla="*/ 2 h 991"/>
                <a:gd name="T84" fmla="*/ 154 w 308"/>
                <a:gd name="T85" fmla="*/ 0 h 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8" h="991">
                  <a:moveTo>
                    <a:pt x="154" y="0"/>
                  </a:moveTo>
                  <a:lnTo>
                    <a:pt x="186" y="2"/>
                  </a:lnTo>
                  <a:lnTo>
                    <a:pt x="213" y="8"/>
                  </a:lnTo>
                  <a:lnTo>
                    <a:pt x="238" y="17"/>
                  </a:lnTo>
                  <a:lnTo>
                    <a:pt x="259" y="30"/>
                  </a:lnTo>
                  <a:lnTo>
                    <a:pt x="277" y="47"/>
                  </a:lnTo>
                  <a:lnTo>
                    <a:pt x="291" y="67"/>
                  </a:lnTo>
                  <a:lnTo>
                    <a:pt x="301" y="91"/>
                  </a:lnTo>
                  <a:lnTo>
                    <a:pt x="306" y="119"/>
                  </a:lnTo>
                  <a:lnTo>
                    <a:pt x="308" y="150"/>
                  </a:lnTo>
                  <a:lnTo>
                    <a:pt x="308" y="375"/>
                  </a:lnTo>
                  <a:lnTo>
                    <a:pt x="307" y="405"/>
                  </a:lnTo>
                  <a:lnTo>
                    <a:pt x="304" y="435"/>
                  </a:lnTo>
                  <a:lnTo>
                    <a:pt x="301" y="466"/>
                  </a:lnTo>
                  <a:lnTo>
                    <a:pt x="240" y="920"/>
                  </a:lnTo>
                  <a:lnTo>
                    <a:pt x="236" y="942"/>
                  </a:lnTo>
                  <a:lnTo>
                    <a:pt x="229" y="959"/>
                  </a:lnTo>
                  <a:lnTo>
                    <a:pt x="219" y="972"/>
                  </a:lnTo>
                  <a:lnTo>
                    <a:pt x="207" y="981"/>
                  </a:lnTo>
                  <a:lnTo>
                    <a:pt x="192" y="987"/>
                  </a:lnTo>
                  <a:lnTo>
                    <a:pt x="174" y="990"/>
                  </a:lnTo>
                  <a:lnTo>
                    <a:pt x="154" y="991"/>
                  </a:lnTo>
                  <a:lnTo>
                    <a:pt x="135" y="990"/>
                  </a:lnTo>
                  <a:lnTo>
                    <a:pt x="117" y="987"/>
                  </a:lnTo>
                  <a:lnTo>
                    <a:pt x="102" y="981"/>
                  </a:lnTo>
                  <a:lnTo>
                    <a:pt x="90" y="972"/>
                  </a:lnTo>
                  <a:lnTo>
                    <a:pt x="80" y="959"/>
                  </a:lnTo>
                  <a:lnTo>
                    <a:pt x="73" y="942"/>
                  </a:lnTo>
                  <a:lnTo>
                    <a:pt x="69" y="920"/>
                  </a:lnTo>
                  <a:lnTo>
                    <a:pt x="8" y="466"/>
                  </a:lnTo>
                  <a:lnTo>
                    <a:pt x="5" y="435"/>
                  </a:lnTo>
                  <a:lnTo>
                    <a:pt x="2" y="405"/>
                  </a:lnTo>
                  <a:lnTo>
                    <a:pt x="0" y="375"/>
                  </a:lnTo>
                  <a:lnTo>
                    <a:pt x="0" y="150"/>
                  </a:lnTo>
                  <a:lnTo>
                    <a:pt x="3" y="119"/>
                  </a:lnTo>
                  <a:lnTo>
                    <a:pt x="8" y="91"/>
                  </a:lnTo>
                  <a:lnTo>
                    <a:pt x="18" y="67"/>
                  </a:lnTo>
                  <a:lnTo>
                    <a:pt x="32" y="47"/>
                  </a:lnTo>
                  <a:lnTo>
                    <a:pt x="50" y="30"/>
                  </a:lnTo>
                  <a:lnTo>
                    <a:pt x="71" y="17"/>
                  </a:lnTo>
                  <a:lnTo>
                    <a:pt x="96" y="8"/>
                  </a:lnTo>
                  <a:lnTo>
                    <a:pt x="123" y="2"/>
                  </a:lnTo>
                  <a:lnTo>
                    <a:pt x="1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74" name="Freeform 28">
              <a:extLst>
                <a:ext uri="{FF2B5EF4-FFF2-40B4-BE49-F238E27FC236}">
                  <a16:creationId xmlns:a16="http://schemas.microsoft.com/office/drawing/2014/main" id="{AF6B74FF-1A47-4C86-BA5B-87CFF6DAFAD2}"/>
                </a:ext>
              </a:extLst>
            </p:cNvPr>
            <p:cNvSpPr>
              <a:spLocks/>
            </p:cNvSpPr>
            <p:nvPr/>
          </p:nvSpPr>
          <p:spPr bwMode="auto">
            <a:xfrm>
              <a:off x="4970463" y="2543175"/>
              <a:ext cx="47625" cy="46038"/>
            </a:xfrm>
            <a:custGeom>
              <a:avLst/>
              <a:gdLst>
                <a:gd name="T0" fmla="*/ 160 w 321"/>
                <a:gd name="T1" fmla="*/ 0 h 319"/>
                <a:gd name="T2" fmla="*/ 193 w 321"/>
                <a:gd name="T3" fmla="*/ 4 h 319"/>
                <a:gd name="T4" fmla="*/ 222 w 321"/>
                <a:gd name="T5" fmla="*/ 14 h 319"/>
                <a:gd name="T6" fmla="*/ 250 w 321"/>
                <a:gd name="T7" fmla="*/ 28 h 319"/>
                <a:gd name="T8" fmla="*/ 274 w 321"/>
                <a:gd name="T9" fmla="*/ 47 h 319"/>
                <a:gd name="T10" fmla="*/ 294 w 321"/>
                <a:gd name="T11" fmla="*/ 71 h 319"/>
                <a:gd name="T12" fmla="*/ 308 w 321"/>
                <a:gd name="T13" fmla="*/ 98 h 319"/>
                <a:gd name="T14" fmla="*/ 318 w 321"/>
                <a:gd name="T15" fmla="*/ 128 h 319"/>
                <a:gd name="T16" fmla="*/ 321 w 321"/>
                <a:gd name="T17" fmla="*/ 159 h 319"/>
                <a:gd name="T18" fmla="*/ 318 w 321"/>
                <a:gd name="T19" fmla="*/ 192 h 319"/>
                <a:gd name="T20" fmla="*/ 308 w 321"/>
                <a:gd name="T21" fmla="*/ 222 h 319"/>
                <a:gd name="T22" fmla="*/ 294 w 321"/>
                <a:gd name="T23" fmla="*/ 249 h 319"/>
                <a:gd name="T24" fmla="*/ 274 w 321"/>
                <a:gd name="T25" fmla="*/ 272 h 319"/>
                <a:gd name="T26" fmla="*/ 250 w 321"/>
                <a:gd name="T27" fmla="*/ 291 h 319"/>
                <a:gd name="T28" fmla="*/ 222 w 321"/>
                <a:gd name="T29" fmla="*/ 306 h 319"/>
                <a:gd name="T30" fmla="*/ 193 w 321"/>
                <a:gd name="T31" fmla="*/ 315 h 319"/>
                <a:gd name="T32" fmla="*/ 160 w 321"/>
                <a:gd name="T33" fmla="*/ 319 h 319"/>
                <a:gd name="T34" fmla="*/ 128 w 321"/>
                <a:gd name="T35" fmla="*/ 315 h 319"/>
                <a:gd name="T36" fmla="*/ 99 w 321"/>
                <a:gd name="T37" fmla="*/ 306 h 319"/>
                <a:gd name="T38" fmla="*/ 71 w 321"/>
                <a:gd name="T39" fmla="*/ 291 h 319"/>
                <a:gd name="T40" fmla="*/ 47 w 321"/>
                <a:gd name="T41" fmla="*/ 272 h 319"/>
                <a:gd name="T42" fmla="*/ 27 w 321"/>
                <a:gd name="T43" fmla="*/ 249 h 319"/>
                <a:gd name="T44" fmla="*/ 13 w 321"/>
                <a:gd name="T45" fmla="*/ 222 h 319"/>
                <a:gd name="T46" fmla="*/ 3 w 321"/>
                <a:gd name="T47" fmla="*/ 192 h 319"/>
                <a:gd name="T48" fmla="*/ 0 w 321"/>
                <a:gd name="T49" fmla="*/ 159 h 319"/>
                <a:gd name="T50" fmla="*/ 3 w 321"/>
                <a:gd name="T51" fmla="*/ 128 h 319"/>
                <a:gd name="T52" fmla="*/ 13 w 321"/>
                <a:gd name="T53" fmla="*/ 98 h 319"/>
                <a:gd name="T54" fmla="*/ 27 w 321"/>
                <a:gd name="T55" fmla="*/ 71 h 319"/>
                <a:gd name="T56" fmla="*/ 47 w 321"/>
                <a:gd name="T57" fmla="*/ 47 h 319"/>
                <a:gd name="T58" fmla="*/ 71 w 321"/>
                <a:gd name="T59" fmla="*/ 28 h 319"/>
                <a:gd name="T60" fmla="*/ 99 w 321"/>
                <a:gd name="T61" fmla="*/ 14 h 319"/>
                <a:gd name="T62" fmla="*/ 128 w 321"/>
                <a:gd name="T63" fmla="*/ 4 h 319"/>
                <a:gd name="T64" fmla="*/ 160 w 321"/>
                <a:gd name="T6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1" h="319">
                  <a:moveTo>
                    <a:pt x="160" y="0"/>
                  </a:moveTo>
                  <a:lnTo>
                    <a:pt x="193" y="4"/>
                  </a:lnTo>
                  <a:lnTo>
                    <a:pt x="222" y="14"/>
                  </a:lnTo>
                  <a:lnTo>
                    <a:pt x="250" y="28"/>
                  </a:lnTo>
                  <a:lnTo>
                    <a:pt x="274" y="47"/>
                  </a:lnTo>
                  <a:lnTo>
                    <a:pt x="294" y="71"/>
                  </a:lnTo>
                  <a:lnTo>
                    <a:pt x="308" y="98"/>
                  </a:lnTo>
                  <a:lnTo>
                    <a:pt x="318" y="128"/>
                  </a:lnTo>
                  <a:lnTo>
                    <a:pt x="321" y="159"/>
                  </a:lnTo>
                  <a:lnTo>
                    <a:pt x="318" y="192"/>
                  </a:lnTo>
                  <a:lnTo>
                    <a:pt x="308" y="222"/>
                  </a:lnTo>
                  <a:lnTo>
                    <a:pt x="294" y="249"/>
                  </a:lnTo>
                  <a:lnTo>
                    <a:pt x="274" y="272"/>
                  </a:lnTo>
                  <a:lnTo>
                    <a:pt x="250" y="291"/>
                  </a:lnTo>
                  <a:lnTo>
                    <a:pt x="222" y="306"/>
                  </a:lnTo>
                  <a:lnTo>
                    <a:pt x="193" y="315"/>
                  </a:lnTo>
                  <a:lnTo>
                    <a:pt x="160" y="319"/>
                  </a:lnTo>
                  <a:lnTo>
                    <a:pt x="128" y="315"/>
                  </a:lnTo>
                  <a:lnTo>
                    <a:pt x="99" y="306"/>
                  </a:lnTo>
                  <a:lnTo>
                    <a:pt x="71" y="291"/>
                  </a:lnTo>
                  <a:lnTo>
                    <a:pt x="47" y="272"/>
                  </a:lnTo>
                  <a:lnTo>
                    <a:pt x="27" y="249"/>
                  </a:lnTo>
                  <a:lnTo>
                    <a:pt x="13" y="222"/>
                  </a:lnTo>
                  <a:lnTo>
                    <a:pt x="3" y="192"/>
                  </a:lnTo>
                  <a:lnTo>
                    <a:pt x="0" y="159"/>
                  </a:lnTo>
                  <a:lnTo>
                    <a:pt x="3" y="128"/>
                  </a:lnTo>
                  <a:lnTo>
                    <a:pt x="13" y="98"/>
                  </a:lnTo>
                  <a:lnTo>
                    <a:pt x="27" y="71"/>
                  </a:lnTo>
                  <a:lnTo>
                    <a:pt x="47" y="47"/>
                  </a:lnTo>
                  <a:lnTo>
                    <a:pt x="71" y="28"/>
                  </a:lnTo>
                  <a:lnTo>
                    <a:pt x="99" y="14"/>
                  </a:lnTo>
                  <a:lnTo>
                    <a:pt x="128" y="4"/>
                  </a:lnTo>
                  <a:lnTo>
                    <a:pt x="16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sp>
        <p:nvSpPr>
          <p:cNvPr id="75" name="TextBox 74">
            <a:extLst>
              <a:ext uri="{FF2B5EF4-FFF2-40B4-BE49-F238E27FC236}">
                <a16:creationId xmlns:a16="http://schemas.microsoft.com/office/drawing/2014/main" id="{92D7C216-6B0B-4FE6-A53A-CD984DFCDBF7}"/>
              </a:ext>
            </a:extLst>
          </p:cNvPr>
          <p:cNvSpPr txBox="1"/>
          <p:nvPr/>
        </p:nvSpPr>
        <p:spPr>
          <a:xfrm>
            <a:off x="5468269" y="1208619"/>
            <a:ext cx="2291925" cy="307777"/>
          </a:xfrm>
          <a:prstGeom prst="rect">
            <a:avLst/>
          </a:prstGeom>
          <a:noFill/>
        </p:spPr>
        <p:txBody>
          <a:bodyPr wrap="square" rtlCol="0">
            <a:spAutoFit/>
          </a:bodyPr>
          <a:lstStyle/>
          <a:p>
            <a:r>
              <a:rPr lang="en-US" sz="1400" b="1" dirty="0">
                <a:solidFill>
                  <a:schemeClr val="bg1"/>
                </a:solidFill>
                <a:latin typeface="Arial" panose="020B0604020202020204" pitchFamily="34" charset="0"/>
                <a:ea typeface="Calibri Light" charset="0"/>
                <a:cs typeface="Arial" panose="020B0604020202020204" pitchFamily="34" charset="0"/>
              </a:rPr>
              <a:t>Accuracy</a:t>
            </a:r>
          </a:p>
        </p:txBody>
      </p:sp>
      <p:sp>
        <p:nvSpPr>
          <p:cNvPr id="76" name="TextBox 75">
            <a:extLst>
              <a:ext uri="{FF2B5EF4-FFF2-40B4-BE49-F238E27FC236}">
                <a16:creationId xmlns:a16="http://schemas.microsoft.com/office/drawing/2014/main" id="{1FE2EF63-E150-4DFD-B987-3C0AB57C959F}"/>
              </a:ext>
            </a:extLst>
          </p:cNvPr>
          <p:cNvSpPr txBox="1"/>
          <p:nvPr/>
        </p:nvSpPr>
        <p:spPr>
          <a:xfrm>
            <a:off x="5468270" y="1831363"/>
            <a:ext cx="2025780" cy="307777"/>
          </a:xfrm>
          <a:prstGeom prst="rect">
            <a:avLst/>
          </a:prstGeom>
          <a:noFill/>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Precision</a:t>
            </a:r>
            <a:endParaRPr lang="en-US" sz="1400" b="1" dirty="0">
              <a:solidFill>
                <a:schemeClr val="bg1"/>
              </a:solidFill>
              <a:latin typeface="Arial" panose="020B0604020202020204" pitchFamily="34" charset="0"/>
              <a:ea typeface="Calibri Light" charset="0"/>
              <a:cs typeface="Arial" panose="020B0604020202020204" pitchFamily="34" charset="0"/>
            </a:endParaRPr>
          </a:p>
        </p:txBody>
      </p:sp>
      <p:sp>
        <p:nvSpPr>
          <p:cNvPr id="77" name="TextBox 76">
            <a:extLst>
              <a:ext uri="{FF2B5EF4-FFF2-40B4-BE49-F238E27FC236}">
                <a16:creationId xmlns:a16="http://schemas.microsoft.com/office/drawing/2014/main" id="{60CAF2B2-F324-42A5-AB63-1067BEB4247D}"/>
              </a:ext>
            </a:extLst>
          </p:cNvPr>
          <p:cNvSpPr txBox="1"/>
          <p:nvPr/>
        </p:nvSpPr>
        <p:spPr>
          <a:xfrm>
            <a:off x="5468270" y="2608518"/>
            <a:ext cx="1870946" cy="307777"/>
          </a:xfrm>
          <a:prstGeom prst="rect">
            <a:avLst/>
          </a:prstGeom>
          <a:noFill/>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Recall (Sensitivity)</a:t>
            </a:r>
            <a:endParaRPr lang="en-US" sz="1400" b="1" dirty="0">
              <a:solidFill>
                <a:schemeClr val="bg1"/>
              </a:solidFill>
              <a:latin typeface="Arial" panose="020B0604020202020204" pitchFamily="34" charset="0"/>
              <a:ea typeface="Calibri Light" charset="0"/>
              <a:cs typeface="Arial" panose="020B0604020202020204" pitchFamily="34" charset="0"/>
            </a:endParaRPr>
          </a:p>
        </p:txBody>
      </p:sp>
      <p:sp>
        <p:nvSpPr>
          <p:cNvPr id="78" name="TextBox 77">
            <a:extLst>
              <a:ext uri="{FF2B5EF4-FFF2-40B4-BE49-F238E27FC236}">
                <a16:creationId xmlns:a16="http://schemas.microsoft.com/office/drawing/2014/main" id="{16D7AB02-1D06-4725-AF66-59B1969A0AD1}"/>
              </a:ext>
            </a:extLst>
          </p:cNvPr>
          <p:cNvSpPr txBox="1"/>
          <p:nvPr/>
        </p:nvSpPr>
        <p:spPr>
          <a:xfrm>
            <a:off x="5479844" y="3238072"/>
            <a:ext cx="1870947" cy="307777"/>
          </a:xfrm>
          <a:prstGeom prst="rect">
            <a:avLst/>
          </a:prstGeom>
          <a:noFill/>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F1 Score</a:t>
            </a:r>
          </a:p>
        </p:txBody>
      </p:sp>
      <p:sp>
        <p:nvSpPr>
          <p:cNvPr id="79" name="TextBox 78">
            <a:extLst>
              <a:ext uri="{FF2B5EF4-FFF2-40B4-BE49-F238E27FC236}">
                <a16:creationId xmlns:a16="http://schemas.microsoft.com/office/drawing/2014/main" id="{0F604ED2-2889-44A1-BE97-706C095F2F3B}"/>
              </a:ext>
            </a:extLst>
          </p:cNvPr>
          <p:cNvSpPr txBox="1"/>
          <p:nvPr/>
        </p:nvSpPr>
        <p:spPr>
          <a:xfrm>
            <a:off x="5398923" y="5327201"/>
            <a:ext cx="1690690" cy="523220"/>
          </a:xfrm>
          <a:prstGeom prst="rect">
            <a:avLst/>
          </a:prstGeom>
          <a:noFill/>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RLNG LPS and Finance cost</a:t>
            </a:r>
            <a:endParaRPr lang="en-US" sz="1400" b="1" dirty="0">
              <a:solidFill>
                <a:schemeClr val="bg1"/>
              </a:solidFill>
              <a:latin typeface="Arial" panose="020B0604020202020204" pitchFamily="34" charset="0"/>
              <a:ea typeface="Calibri Light" charset="0"/>
              <a:cs typeface="Arial" panose="020B0604020202020204" pitchFamily="34" charset="0"/>
            </a:endParaRPr>
          </a:p>
        </p:txBody>
      </p:sp>
      <p:sp>
        <p:nvSpPr>
          <p:cNvPr id="80" name="TextBox 79">
            <a:extLst>
              <a:ext uri="{FF2B5EF4-FFF2-40B4-BE49-F238E27FC236}">
                <a16:creationId xmlns:a16="http://schemas.microsoft.com/office/drawing/2014/main" id="{894C4287-CD70-4410-969F-49D44597D0F9}"/>
              </a:ext>
            </a:extLst>
          </p:cNvPr>
          <p:cNvSpPr txBox="1"/>
          <p:nvPr/>
        </p:nvSpPr>
        <p:spPr>
          <a:xfrm>
            <a:off x="5468270" y="4711194"/>
            <a:ext cx="2288924" cy="307777"/>
          </a:xfrm>
          <a:prstGeom prst="rect">
            <a:avLst/>
          </a:prstGeom>
          <a:noFill/>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Confusion Matrix</a:t>
            </a:r>
          </a:p>
        </p:txBody>
      </p:sp>
      <p:sp>
        <p:nvSpPr>
          <p:cNvPr id="82" name="TextBox 81">
            <a:extLst>
              <a:ext uri="{FF2B5EF4-FFF2-40B4-BE49-F238E27FC236}">
                <a16:creationId xmlns:a16="http://schemas.microsoft.com/office/drawing/2014/main" id="{2839D507-3DDD-4811-AF8D-5B5A5ED05697}"/>
              </a:ext>
            </a:extLst>
          </p:cNvPr>
          <p:cNvSpPr txBox="1"/>
          <p:nvPr/>
        </p:nvSpPr>
        <p:spPr>
          <a:xfrm>
            <a:off x="5489413" y="3930364"/>
            <a:ext cx="1600200" cy="307777"/>
          </a:xfrm>
          <a:prstGeom prst="rect">
            <a:avLst/>
          </a:prstGeom>
          <a:noFill/>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ROC-AUC</a:t>
            </a:r>
          </a:p>
        </p:txBody>
      </p:sp>
      <p:cxnSp>
        <p:nvCxnSpPr>
          <p:cNvPr id="90" name="Straight Connector 89">
            <a:extLst>
              <a:ext uri="{FF2B5EF4-FFF2-40B4-BE49-F238E27FC236}">
                <a16:creationId xmlns:a16="http://schemas.microsoft.com/office/drawing/2014/main" id="{EF2453CE-000D-43F9-8FF2-465103477399}"/>
              </a:ext>
            </a:extLst>
          </p:cNvPr>
          <p:cNvCxnSpPr/>
          <p:nvPr/>
        </p:nvCxnSpPr>
        <p:spPr>
          <a:xfrm flipV="1">
            <a:off x="4307617" y="1720961"/>
            <a:ext cx="6892195" cy="3045"/>
          </a:xfrm>
          <a:prstGeom prst="line">
            <a:avLst/>
          </a:prstGeom>
          <a:ln>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5D9E636-EDBA-4142-BD36-D0CF2CD52E6D}"/>
              </a:ext>
            </a:extLst>
          </p:cNvPr>
          <p:cNvCxnSpPr/>
          <p:nvPr/>
        </p:nvCxnSpPr>
        <p:spPr>
          <a:xfrm flipV="1">
            <a:off x="4307617" y="2422250"/>
            <a:ext cx="6892195" cy="3045"/>
          </a:xfrm>
          <a:prstGeom prst="line">
            <a:avLst/>
          </a:prstGeom>
          <a:ln>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F983347B-80D9-4116-96CA-8848B18267AD}"/>
              </a:ext>
            </a:extLst>
          </p:cNvPr>
          <p:cNvCxnSpPr/>
          <p:nvPr/>
        </p:nvCxnSpPr>
        <p:spPr>
          <a:xfrm flipV="1">
            <a:off x="4307617" y="3122204"/>
            <a:ext cx="6892195" cy="3045"/>
          </a:xfrm>
          <a:prstGeom prst="line">
            <a:avLst/>
          </a:prstGeom>
          <a:ln>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5815F5DA-5421-4CE8-ACF8-82F4134E0D48}"/>
              </a:ext>
            </a:extLst>
          </p:cNvPr>
          <p:cNvCxnSpPr/>
          <p:nvPr/>
        </p:nvCxnSpPr>
        <p:spPr>
          <a:xfrm flipV="1">
            <a:off x="4307617" y="3827038"/>
            <a:ext cx="6892195" cy="3045"/>
          </a:xfrm>
          <a:prstGeom prst="line">
            <a:avLst/>
          </a:prstGeom>
          <a:ln>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0A5F73A-E264-4786-B152-5D9404E9A677}"/>
              </a:ext>
            </a:extLst>
          </p:cNvPr>
          <p:cNvCxnSpPr/>
          <p:nvPr/>
        </p:nvCxnSpPr>
        <p:spPr>
          <a:xfrm flipV="1">
            <a:off x="4307617" y="4527149"/>
            <a:ext cx="6892195" cy="3045"/>
          </a:xfrm>
          <a:prstGeom prst="line">
            <a:avLst/>
          </a:prstGeom>
          <a:ln>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EEEC2AC0-BF07-47FB-878F-D31F745DE3FC}"/>
              </a:ext>
            </a:extLst>
          </p:cNvPr>
          <p:cNvCxnSpPr/>
          <p:nvPr/>
        </p:nvCxnSpPr>
        <p:spPr>
          <a:xfrm flipV="1">
            <a:off x="4307617" y="5229364"/>
            <a:ext cx="6892195" cy="3045"/>
          </a:xfrm>
          <a:prstGeom prst="line">
            <a:avLst/>
          </a:prstGeom>
          <a:ln>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100" name="Group 99">
            <a:extLst>
              <a:ext uri="{FF2B5EF4-FFF2-40B4-BE49-F238E27FC236}">
                <a16:creationId xmlns:a16="http://schemas.microsoft.com/office/drawing/2014/main" id="{B3CE360F-12C9-4F51-9D8C-125AE289F5FA}"/>
              </a:ext>
            </a:extLst>
          </p:cNvPr>
          <p:cNvGrpSpPr/>
          <p:nvPr/>
        </p:nvGrpSpPr>
        <p:grpSpPr>
          <a:xfrm>
            <a:off x="4892471" y="1196712"/>
            <a:ext cx="368137" cy="353484"/>
            <a:chOff x="4616450" y="4732338"/>
            <a:chExt cx="638175" cy="612774"/>
          </a:xfrm>
          <a:solidFill>
            <a:schemeClr val="bg1"/>
          </a:solidFill>
        </p:grpSpPr>
        <p:sp>
          <p:nvSpPr>
            <p:cNvPr id="101" name="Freeform 50">
              <a:extLst>
                <a:ext uri="{FF2B5EF4-FFF2-40B4-BE49-F238E27FC236}">
                  <a16:creationId xmlns:a16="http://schemas.microsoft.com/office/drawing/2014/main" id="{4640A3D4-ECD4-43CA-91EA-B67CD9A44A79}"/>
                </a:ext>
              </a:extLst>
            </p:cNvPr>
            <p:cNvSpPr>
              <a:spLocks noEditPoints="1"/>
            </p:cNvSpPr>
            <p:nvPr/>
          </p:nvSpPr>
          <p:spPr bwMode="auto">
            <a:xfrm>
              <a:off x="4616450" y="4883150"/>
              <a:ext cx="638175" cy="461962"/>
            </a:xfrm>
            <a:custGeom>
              <a:avLst/>
              <a:gdLst>
                <a:gd name="T0" fmla="*/ 1731 w 3614"/>
                <a:gd name="T1" fmla="*/ 469 h 2623"/>
                <a:gd name="T2" fmla="*/ 1630 w 3614"/>
                <a:gd name="T3" fmla="*/ 601 h 2623"/>
                <a:gd name="T4" fmla="*/ 1456 w 3614"/>
                <a:gd name="T5" fmla="*/ 738 h 2623"/>
                <a:gd name="T6" fmla="*/ 1390 w 3614"/>
                <a:gd name="T7" fmla="*/ 965 h 2623"/>
                <a:gd name="T8" fmla="*/ 1454 w 3614"/>
                <a:gd name="T9" fmla="*/ 1181 h 2623"/>
                <a:gd name="T10" fmla="*/ 1614 w 3614"/>
                <a:gd name="T11" fmla="*/ 1306 h 2623"/>
                <a:gd name="T12" fmla="*/ 1862 w 3614"/>
                <a:gd name="T13" fmla="*/ 1379 h 2623"/>
                <a:gd name="T14" fmla="*/ 2016 w 3614"/>
                <a:gd name="T15" fmla="*/ 1451 h 2623"/>
                <a:gd name="T16" fmla="*/ 2079 w 3614"/>
                <a:gd name="T17" fmla="*/ 1577 h 2623"/>
                <a:gd name="T18" fmla="*/ 2044 w 3614"/>
                <a:gd name="T19" fmla="*/ 1747 h 2623"/>
                <a:gd name="T20" fmla="*/ 1909 w 3614"/>
                <a:gd name="T21" fmla="*/ 1846 h 2623"/>
                <a:gd name="T22" fmla="*/ 1763 w 3614"/>
                <a:gd name="T23" fmla="*/ 1848 h 2623"/>
                <a:gd name="T24" fmla="*/ 1626 w 3614"/>
                <a:gd name="T25" fmla="*/ 1760 h 2623"/>
                <a:gd name="T26" fmla="*/ 1568 w 3614"/>
                <a:gd name="T27" fmla="*/ 1627 h 2623"/>
                <a:gd name="T28" fmla="*/ 1483 w 3614"/>
                <a:gd name="T29" fmla="*/ 1587 h 2623"/>
                <a:gd name="T30" fmla="*/ 1376 w 3614"/>
                <a:gd name="T31" fmla="*/ 1648 h 2623"/>
                <a:gd name="T32" fmla="*/ 1411 w 3614"/>
                <a:gd name="T33" fmla="*/ 1802 h 2623"/>
                <a:gd name="T34" fmla="*/ 1538 w 3614"/>
                <a:gd name="T35" fmla="*/ 1950 h 2623"/>
                <a:gd name="T36" fmla="*/ 1720 w 3614"/>
                <a:gd name="T37" fmla="*/ 2071 h 2623"/>
                <a:gd name="T38" fmla="*/ 1780 w 3614"/>
                <a:gd name="T39" fmla="*/ 2149 h 2623"/>
                <a:gd name="T40" fmla="*/ 1903 w 3614"/>
                <a:gd name="T41" fmla="*/ 2128 h 2623"/>
                <a:gd name="T42" fmla="*/ 1975 w 3614"/>
                <a:gd name="T43" fmla="*/ 2011 h 2623"/>
                <a:gd name="T44" fmla="*/ 2170 w 3614"/>
                <a:gd name="T45" fmla="*/ 1896 h 2623"/>
                <a:gd name="T46" fmla="*/ 2275 w 3614"/>
                <a:gd name="T47" fmla="*/ 1695 h 2623"/>
                <a:gd name="T48" fmla="*/ 2256 w 3614"/>
                <a:gd name="T49" fmla="*/ 1446 h 2623"/>
                <a:gd name="T50" fmla="*/ 2150 w 3614"/>
                <a:gd name="T51" fmla="*/ 1301 h 2623"/>
                <a:gd name="T52" fmla="*/ 1968 w 3614"/>
                <a:gd name="T53" fmla="*/ 1212 h 2623"/>
                <a:gd name="T54" fmla="*/ 1778 w 3614"/>
                <a:gd name="T55" fmla="*/ 1169 h 2623"/>
                <a:gd name="T56" fmla="*/ 1631 w 3614"/>
                <a:gd name="T57" fmla="*/ 1083 h 2623"/>
                <a:gd name="T58" fmla="*/ 1588 w 3614"/>
                <a:gd name="T59" fmla="*/ 953 h 2623"/>
                <a:gd name="T60" fmla="*/ 1639 w 3614"/>
                <a:gd name="T61" fmla="*/ 816 h 2623"/>
                <a:gd name="T62" fmla="*/ 1786 w 3614"/>
                <a:gd name="T63" fmla="*/ 743 h 2623"/>
                <a:gd name="T64" fmla="*/ 1944 w 3614"/>
                <a:gd name="T65" fmla="*/ 772 h 2623"/>
                <a:gd name="T66" fmla="*/ 2030 w 3614"/>
                <a:gd name="T67" fmla="*/ 884 h 2623"/>
                <a:gd name="T68" fmla="*/ 2101 w 3614"/>
                <a:gd name="T69" fmla="*/ 939 h 2623"/>
                <a:gd name="T70" fmla="*/ 2215 w 3614"/>
                <a:gd name="T71" fmla="*/ 901 h 2623"/>
                <a:gd name="T72" fmla="*/ 2212 w 3614"/>
                <a:gd name="T73" fmla="*/ 786 h 2623"/>
                <a:gd name="T74" fmla="*/ 2083 w 3614"/>
                <a:gd name="T75" fmla="*/ 638 h 2623"/>
                <a:gd name="T76" fmla="*/ 1927 w 3614"/>
                <a:gd name="T77" fmla="*/ 509 h 2623"/>
                <a:gd name="T78" fmla="*/ 1867 w 3614"/>
                <a:gd name="T79" fmla="*/ 431 h 2623"/>
                <a:gd name="T80" fmla="*/ 2380 w 3614"/>
                <a:gd name="T81" fmla="*/ 59 h 2623"/>
                <a:gd name="T82" fmla="*/ 2801 w 3614"/>
                <a:gd name="T83" fmla="*/ 452 h 2623"/>
                <a:gd name="T84" fmla="*/ 3171 w 3614"/>
                <a:gd name="T85" fmla="*/ 952 h 2623"/>
                <a:gd name="T86" fmla="*/ 3455 w 3614"/>
                <a:gd name="T87" fmla="*/ 1490 h 2623"/>
                <a:gd name="T88" fmla="*/ 3589 w 3614"/>
                <a:gd name="T89" fmla="*/ 1965 h 2623"/>
                <a:gd name="T90" fmla="*/ 3611 w 3614"/>
                <a:gd name="T91" fmla="*/ 2335 h 2623"/>
                <a:gd name="T92" fmla="*/ 3517 w 3614"/>
                <a:gd name="T93" fmla="*/ 2525 h 2623"/>
                <a:gd name="T94" fmla="*/ 3326 w 3614"/>
                <a:gd name="T95" fmla="*/ 2619 h 2623"/>
                <a:gd name="T96" fmla="*/ 204 w 3614"/>
                <a:gd name="T97" fmla="*/ 2596 h 2623"/>
                <a:gd name="T98" fmla="*/ 45 w 3614"/>
                <a:gd name="T99" fmla="*/ 2458 h 2623"/>
                <a:gd name="T100" fmla="*/ 1 w 3614"/>
                <a:gd name="T101" fmla="*/ 2215 h 2623"/>
                <a:gd name="T102" fmla="*/ 61 w 3614"/>
                <a:gd name="T103" fmla="*/ 1780 h 2623"/>
                <a:gd name="T104" fmla="*/ 261 w 3614"/>
                <a:gd name="T105" fmla="*/ 1275 h 2623"/>
                <a:gd name="T106" fmla="*/ 583 w 3614"/>
                <a:gd name="T107" fmla="*/ 744 h 2623"/>
                <a:gd name="T108" fmla="*/ 977 w 3614"/>
                <a:gd name="T109" fmla="*/ 279 h 2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14" h="2623">
                  <a:moveTo>
                    <a:pt x="1801" y="428"/>
                  </a:moveTo>
                  <a:lnTo>
                    <a:pt x="1780" y="431"/>
                  </a:lnTo>
                  <a:lnTo>
                    <a:pt x="1761" y="439"/>
                  </a:lnTo>
                  <a:lnTo>
                    <a:pt x="1744" y="452"/>
                  </a:lnTo>
                  <a:lnTo>
                    <a:pt x="1731" y="469"/>
                  </a:lnTo>
                  <a:lnTo>
                    <a:pt x="1723" y="487"/>
                  </a:lnTo>
                  <a:lnTo>
                    <a:pt x="1720" y="509"/>
                  </a:lnTo>
                  <a:lnTo>
                    <a:pt x="1720" y="576"/>
                  </a:lnTo>
                  <a:lnTo>
                    <a:pt x="1674" y="587"/>
                  </a:lnTo>
                  <a:lnTo>
                    <a:pt x="1630" y="601"/>
                  </a:lnTo>
                  <a:lnTo>
                    <a:pt x="1590" y="619"/>
                  </a:lnTo>
                  <a:lnTo>
                    <a:pt x="1552" y="641"/>
                  </a:lnTo>
                  <a:lnTo>
                    <a:pt x="1520" y="666"/>
                  </a:lnTo>
                  <a:lnTo>
                    <a:pt x="1486" y="700"/>
                  </a:lnTo>
                  <a:lnTo>
                    <a:pt x="1456" y="738"/>
                  </a:lnTo>
                  <a:lnTo>
                    <a:pt x="1433" y="777"/>
                  </a:lnTo>
                  <a:lnTo>
                    <a:pt x="1413" y="820"/>
                  </a:lnTo>
                  <a:lnTo>
                    <a:pt x="1400" y="866"/>
                  </a:lnTo>
                  <a:lnTo>
                    <a:pt x="1392" y="915"/>
                  </a:lnTo>
                  <a:lnTo>
                    <a:pt x="1390" y="965"/>
                  </a:lnTo>
                  <a:lnTo>
                    <a:pt x="1392" y="1016"/>
                  </a:lnTo>
                  <a:lnTo>
                    <a:pt x="1401" y="1063"/>
                  </a:lnTo>
                  <a:lnTo>
                    <a:pt x="1414" y="1108"/>
                  </a:lnTo>
                  <a:lnTo>
                    <a:pt x="1434" y="1151"/>
                  </a:lnTo>
                  <a:lnTo>
                    <a:pt x="1454" y="1181"/>
                  </a:lnTo>
                  <a:lnTo>
                    <a:pt x="1477" y="1210"/>
                  </a:lnTo>
                  <a:lnTo>
                    <a:pt x="1502" y="1236"/>
                  </a:lnTo>
                  <a:lnTo>
                    <a:pt x="1531" y="1259"/>
                  </a:lnTo>
                  <a:lnTo>
                    <a:pt x="1562" y="1279"/>
                  </a:lnTo>
                  <a:lnTo>
                    <a:pt x="1614" y="1306"/>
                  </a:lnTo>
                  <a:lnTo>
                    <a:pt x="1666" y="1325"/>
                  </a:lnTo>
                  <a:lnTo>
                    <a:pt x="1719" y="1343"/>
                  </a:lnTo>
                  <a:lnTo>
                    <a:pt x="1773" y="1357"/>
                  </a:lnTo>
                  <a:lnTo>
                    <a:pt x="1829" y="1370"/>
                  </a:lnTo>
                  <a:lnTo>
                    <a:pt x="1862" y="1379"/>
                  </a:lnTo>
                  <a:lnTo>
                    <a:pt x="1896" y="1388"/>
                  </a:lnTo>
                  <a:lnTo>
                    <a:pt x="1929" y="1400"/>
                  </a:lnTo>
                  <a:lnTo>
                    <a:pt x="1960" y="1414"/>
                  </a:lnTo>
                  <a:lnTo>
                    <a:pt x="1990" y="1431"/>
                  </a:lnTo>
                  <a:lnTo>
                    <a:pt x="2016" y="1451"/>
                  </a:lnTo>
                  <a:lnTo>
                    <a:pt x="2040" y="1475"/>
                  </a:lnTo>
                  <a:lnTo>
                    <a:pt x="2055" y="1496"/>
                  </a:lnTo>
                  <a:lnTo>
                    <a:pt x="2066" y="1520"/>
                  </a:lnTo>
                  <a:lnTo>
                    <a:pt x="2074" y="1547"/>
                  </a:lnTo>
                  <a:lnTo>
                    <a:pt x="2079" y="1577"/>
                  </a:lnTo>
                  <a:lnTo>
                    <a:pt x="2081" y="1609"/>
                  </a:lnTo>
                  <a:lnTo>
                    <a:pt x="2079" y="1647"/>
                  </a:lnTo>
                  <a:lnTo>
                    <a:pt x="2071" y="1683"/>
                  </a:lnTo>
                  <a:lnTo>
                    <a:pt x="2060" y="1716"/>
                  </a:lnTo>
                  <a:lnTo>
                    <a:pt x="2044" y="1747"/>
                  </a:lnTo>
                  <a:lnTo>
                    <a:pt x="2023" y="1775"/>
                  </a:lnTo>
                  <a:lnTo>
                    <a:pt x="1999" y="1799"/>
                  </a:lnTo>
                  <a:lnTo>
                    <a:pt x="1971" y="1818"/>
                  </a:lnTo>
                  <a:lnTo>
                    <a:pt x="1941" y="1834"/>
                  </a:lnTo>
                  <a:lnTo>
                    <a:pt x="1909" y="1846"/>
                  </a:lnTo>
                  <a:lnTo>
                    <a:pt x="1874" y="1854"/>
                  </a:lnTo>
                  <a:lnTo>
                    <a:pt x="1853" y="1856"/>
                  </a:lnTo>
                  <a:lnTo>
                    <a:pt x="1832" y="1857"/>
                  </a:lnTo>
                  <a:lnTo>
                    <a:pt x="1797" y="1855"/>
                  </a:lnTo>
                  <a:lnTo>
                    <a:pt x="1763" y="1848"/>
                  </a:lnTo>
                  <a:lnTo>
                    <a:pt x="1731" y="1838"/>
                  </a:lnTo>
                  <a:lnTo>
                    <a:pt x="1700" y="1824"/>
                  </a:lnTo>
                  <a:lnTo>
                    <a:pt x="1673" y="1806"/>
                  </a:lnTo>
                  <a:lnTo>
                    <a:pt x="1648" y="1784"/>
                  </a:lnTo>
                  <a:lnTo>
                    <a:pt x="1626" y="1760"/>
                  </a:lnTo>
                  <a:lnTo>
                    <a:pt x="1611" y="1738"/>
                  </a:lnTo>
                  <a:lnTo>
                    <a:pt x="1597" y="1712"/>
                  </a:lnTo>
                  <a:lnTo>
                    <a:pt x="1586" y="1682"/>
                  </a:lnTo>
                  <a:lnTo>
                    <a:pt x="1575" y="1647"/>
                  </a:lnTo>
                  <a:lnTo>
                    <a:pt x="1568" y="1627"/>
                  </a:lnTo>
                  <a:lnTo>
                    <a:pt x="1557" y="1612"/>
                  </a:lnTo>
                  <a:lnTo>
                    <a:pt x="1541" y="1599"/>
                  </a:lnTo>
                  <a:lnTo>
                    <a:pt x="1524" y="1590"/>
                  </a:lnTo>
                  <a:lnTo>
                    <a:pt x="1504" y="1586"/>
                  </a:lnTo>
                  <a:lnTo>
                    <a:pt x="1483" y="1587"/>
                  </a:lnTo>
                  <a:lnTo>
                    <a:pt x="1438" y="1594"/>
                  </a:lnTo>
                  <a:lnTo>
                    <a:pt x="1418" y="1601"/>
                  </a:lnTo>
                  <a:lnTo>
                    <a:pt x="1399" y="1613"/>
                  </a:lnTo>
                  <a:lnTo>
                    <a:pt x="1386" y="1630"/>
                  </a:lnTo>
                  <a:lnTo>
                    <a:pt x="1376" y="1648"/>
                  </a:lnTo>
                  <a:lnTo>
                    <a:pt x="1372" y="1669"/>
                  </a:lnTo>
                  <a:lnTo>
                    <a:pt x="1373" y="1691"/>
                  </a:lnTo>
                  <a:lnTo>
                    <a:pt x="1384" y="1731"/>
                  </a:lnTo>
                  <a:lnTo>
                    <a:pt x="1396" y="1767"/>
                  </a:lnTo>
                  <a:lnTo>
                    <a:pt x="1411" y="1802"/>
                  </a:lnTo>
                  <a:lnTo>
                    <a:pt x="1430" y="1834"/>
                  </a:lnTo>
                  <a:lnTo>
                    <a:pt x="1454" y="1869"/>
                  </a:lnTo>
                  <a:lnTo>
                    <a:pt x="1480" y="1900"/>
                  </a:lnTo>
                  <a:lnTo>
                    <a:pt x="1509" y="1927"/>
                  </a:lnTo>
                  <a:lnTo>
                    <a:pt x="1538" y="1950"/>
                  </a:lnTo>
                  <a:lnTo>
                    <a:pt x="1570" y="1969"/>
                  </a:lnTo>
                  <a:lnTo>
                    <a:pt x="1617" y="1990"/>
                  </a:lnTo>
                  <a:lnTo>
                    <a:pt x="1668" y="2007"/>
                  </a:lnTo>
                  <a:lnTo>
                    <a:pt x="1720" y="2019"/>
                  </a:lnTo>
                  <a:lnTo>
                    <a:pt x="1720" y="2071"/>
                  </a:lnTo>
                  <a:lnTo>
                    <a:pt x="1723" y="2093"/>
                  </a:lnTo>
                  <a:lnTo>
                    <a:pt x="1731" y="2112"/>
                  </a:lnTo>
                  <a:lnTo>
                    <a:pt x="1744" y="2128"/>
                  </a:lnTo>
                  <a:lnTo>
                    <a:pt x="1761" y="2141"/>
                  </a:lnTo>
                  <a:lnTo>
                    <a:pt x="1780" y="2149"/>
                  </a:lnTo>
                  <a:lnTo>
                    <a:pt x="1801" y="2152"/>
                  </a:lnTo>
                  <a:lnTo>
                    <a:pt x="1846" y="2152"/>
                  </a:lnTo>
                  <a:lnTo>
                    <a:pt x="1867" y="2149"/>
                  </a:lnTo>
                  <a:lnTo>
                    <a:pt x="1887" y="2141"/>
                  </a:lnTo>
                  <a:lnTo>
                    <a:pt x="1903" y="2128"/>
                  </a:lnTo>
                  <a:lnTo>
                    <a:pt x="1915" y="2112"/>
                  </a:lnTo>
                  <a:lnTo>
                    <a:pt x="1924" y="2093"/>
                  </a:lnTo>
                  <a:lnTo>
                    <a:pt x="1927" y="2071"/>
                  </a:lnTo>
                  <a:lnTo>
                    <a:pt x="1927" y="2022"/>
                  </a:lnTo>
                  <a:lnTo>
                    <a:pt x="1975" y="2011"/>
                  </a:lnTo>
                  <a:lnTo>
                    <a:pt x="2020" y="1996"/>
                  </a:lnTo>
                  <a:lnTo>
                    <a:pt x="2061" y="1977"/>
                  </a:lnTo>
                  <a:lnTo>
                    <a:pt x="2101" y="1954"/>
                  </a:lnTo>
                  <a:lnTo>
                    <a:pt x="2137" y="1927"/>
                  </a:lnTo>
                  <a:lnTo>
                    <a:pt x="2170" y="1896"/>
                  </a:lnTo>
                  <a:lnTo>
                    <a:pt x="2200" y="1861"/>
                  </a:lnTo>
                  <a:lnTo>
                    <a:pt x="2226" y="1823"/>
                  </a:lnTo>
                  <a:lnTo>
                    <a:pt x="2246" y="1782"/>
                  </a:lnTo>
                  <a:lnTo>
                    <a:pt x="2263" y="1740"/>
                  </a:lnTo>
                  <a:lnTo>
                    <a:pt x="2275" y="1695"/>
                  </a:lnTo>
                  <a:lnTo>
                    <a:pt x="2282" y="1647"/>
                  </a:lnTo>
                  <a:lnTo>
                    <a:pt x="2284" y="1598"/>
                  </a:lnTo>
                  <a:lnTo>
                    <a:pt x="2280" y="1545"/>
                  </a:lnTo>
                  <a:lnTo>
                    <a:pt x="2272" y="1494"/>
                  </a:lnTo>
                  <a:lnTo>
                    <a:pt x="2256" y="1446"/>
                  </a:lnTo>
                  <a:lnTo>
                    <a:pt x="2241" y="1412"/>
                  </a:lnTo>
                  <a:lnTo>
                    <a:pt x="2222" y="1381"/>
                  </a:lnTo>
                  <a:lnTo>
                    <a:pt x="2201" y="1352"/>
                  </a:lnTo>
                  <a:lnTo>
                    <a:pt x="2177" y="1325"/>
                  </a:lnTo>
                  <a:lnTo>
                    <a:pt x="2150" y="1301"/>
                  </a:lnTo>
                  <a:lnTo>
                    <a:pt x="2119" y="1278"/>
                  </a:lnTo>
                  <a:lnTo>
                    <a:pt x="2085" y="1257"/>
                  </a:lnTo>
                  <a:lnTo>
                    <a:pt x="2047" y="1239"/>
                  </a:lnTo>
                  <a:lnTo>
                    <a:pt x="2009" y="1224"/>
                  </a:lnTo>
                  <a:lnTo>
                    <a:pt x="1968" y="1212"/>
                  </a:lnTo>
                  <a:lnTo>
                    <a:pt x="1926" y="1202"/>
                  </a:lnTo>
                  <a:lnTo>
                    <a:pt x="1885" y="1195"/>
                  </a:lnTo>
                  <a:lnTo>
                    <a:pt x="1848" y="1187"/>
                  </a:lnTo>
                  <a:lnTo>
                    <a:pt x="1813" y="1179"/>
                  </a:lnTo>
                  <a:lnTo>
                    <a:pt x="1778" y="1169"/>
                  </a:lnTo>
                  <a:lnTo>
                    <a:pt x="1744" y="1158"/>
                  </a:lnTo>
                  <a:lnTo>
                    <a:pt x="1713" y="1144"/>
                  </a:lnTo>
                  <a:lnTo>
                    <a:pt x="1683" y="1128"/>
                  </a:lnTo>
                  <a:lnTo>
                    <a:pt x="1656" y="1108"/>
                  </a:lnTo>
                  <a:lnTo>
                    <a:pt x="1631" y="1083"/>
                  </a:lnTo>
                  <a:lnTo>
                    <a:pt x="1616" y="1061"/>
                  </a:lnTo>
                  <a:lnTo>
                    <a:pt x="1604" y="1036"/>
                  </a:lnTo>
                  <a:lnTo>
                    <a:pt x="1595" y="1011"/>
                  </a:lnTo>
                  <a:lnTo>
                    <a:pt x="1590" y="983"/>
                  </a:lnTo>
                  <a:lnTo>
                    <a:pt x="1588" y="953"/>
                  </a:lnTo>
                  <a:lnTo>
                    <a:pt x="1590" y="922"/>
                  </a:lnTo>
                  <a:lnTo>
                    <a:pt x="1596" y="893"/>
                  </a:lnTo>
                  <a:lnTo>
                    <a:pt x="1606" y="865"/>
                  </a:lnTo>
                  <a:lnTo>
                    <a:pt x="1620" y="840"/>
                  </a:lnTo>
                  <a:lnTo>
                    <a:pt x="1639" y="816"/>
                  </a:lnTo>
                  <a:lnTo>
                    <a:pt x="1662" y="794"/>
                  </a:lnTo>
                  <a:lnTo>
                    <a:pt x="1689" y="775"/>
                  </a:lnTo>
                  <a:lnTo>
                    <a:pt x="1719" y="761"/>
                  </a:lnTo>
                  <a:lnTo>
                    <a:pt x="1752" y="750"/>
                  </a:lnTo>
                  <a:lnTo>
                    <a:pt x="1786" y="743"/>
                  </a:lnTo>
                  <a:lnTo>
                    <a:pt x="1822" y="741"/>
                  </a:lnTo>
                  <a:lnTo>
                    <a:pt x="1855" y="742"/>
                  </a:lnTo>
                  <a:lnTo>
                    <a:pt x="1887" y="749"/>
                  </a:lnTo>
                  <a:lnTo>
                    <a:pt x="1916" y="759"/>
                  </a:lnTo>
                  <a:lnTo>
                    <a:pt x="1944" y="772"/>
                  </a:lnTo>
                  <a:lnTo>
                    <a:pt x="1968" y="788"/>
                  </a:lnTo>
                  <a:lnTo>
                    <a:pt x="1990" y="809"/>
                  </a:lnTo>
                  <a:lnTo>
                    <a:pt x="2005" y="830"/>
                  </a:lnTo>
                  <a:lnTo>
                    <a:pt x="2020" y="855"/>
                  </a:lnTo>
                  <a:lnTo>
                    <a:pt x="2030" y="884"/>
                  </a:lnTo>
                  <a:lnTo>
                    <a:pt x="2039" y="901"/>
                  </a:lnTo>
                  <a:lnTo>
                    <a:pt x="2050" y="916"/>
                  </a:lnTo>
                  <a:lnTo>
                    <a:pt x="2066" y="927"/>
                  </a:lnTo>
                  <a:lnTo>
                    <a:pt x="2082" y="934"/>
                  </a:lnTo>
                  <a:lnTo>
                    <a:pt x="2101" y="939"/>
                  </a:lnTo>
                  <a:lnTo>
                    <a:pt x="2119" y="938"/>
                  </a:lnTo>
                  <a:lnTo>
                    <a:pt x="2163" y="932"/>
                  </a:lnTo>
                  <a:lnTo>
                    <a:pt x="2183" y="925"/>
                  </a:lnTo>
                  <a:lnTo>
                    <a:pt x="2200" y="916"/>
                  </a:lnTo>
                  <a:lnTo>
                    <a:pt x="2215" y="901"/>
                  </a:lnTo>
                  <a:lnTo>
                    <a:pt x="2226" y="884"/>
                  </a:lnTo>
                  <a:lnTo>
                    <a:pt x="2231" y="865"/>
                  </a:lnTo>
                  <a:lnTo>
                    <a:pt x="2232" y="844"/>
                  </a:lnTo>
                  <a:lnTo>
                    <a:pt x="2228" y="824"/>
                  </a:lnTo>
                  <a:lnTo>
                    <a:pt x="2212" y="786"/>
                  </a:lnTo>
                  <a:lnTo>
                    <a:pt x="2193" y="751"/>
                  </a:lnTo>
                  <a:lnTo>
                    <a:pt x="2170" y="718"/>
                  </a:lnTo>
                  <a:lnTo>
                    <a:pt x="2143" y="688"/>
                  </a:lnTo>
                  <a:lnTo>
                    <a:pt x="2115" y="661"/>
                  </a:lnTo>
                  <a:lnTo>
                    <a:pt x="2083" y="638"/>
                  </a:lnTo>
                  <a:lnTo>
                    <a:pt x="2048" y="618"/>
                  </a:lnTo>
                  <a:lnTo>
                    <a:pt x="2011" y="600"/>
                  </a:lnTo>
                  <a:lnTo>
                    <a:pt x="1970" y="587"/>
                  </a:lnTo>
                  <a:lnTo>
                    <a:pt x="1927" y="577"/>
                  </a:lnTo>
                  <a:lnTo>
                    <a:pt x="1927" y="509"/>
                  </a:lnTo>
                  <a:lnTo>
                    <a:pt x="1924" y="488"/>
                  </a:lnTo>
                  <a:lnTo>
                    <a:pt x="1916" y="469"/>
                  </a:lnTo>
                  <a:lnTo>
                    <a:pt x="1903" y="452"/>
                  </a:lnTo>
                  <a:lnTo>
                    <a:pt x="1887" y="439"/>
                  </a:lnTo>
                  <a:lnTo>
                    <a:pt x="1867" y="431"/>
                  </a:lnTo>
                  <a:lnTo>
                    <a:pt x="1846" y="428"/>
                  </a:lnTo>
                  <a:lnTo>
                    <a:pt x="1801" y="428"/>
                  </a:lnTo>
                  <a:close/>
                  <a:moveTo>
                    <a:pt x="1321" y="0"/>
                  </a:moveTo>
                  <a:lnTo>
                    <a:pt x="2292" y="0"/>
                  </a:lnTo>
                  <a:lnTo>
                    <a:pt x="2380" y="59"/>
                  </a:lnTo>
                  <a:lnTo>
                    <a:pt x="2467" y="126"/>
                  </a:lnTo>
                  <a:lnTo>
                    <a:pt x="2553" y="199"/>
                  </a:lnTo>
                  <a:lnTo>
                    <a:pt x="2638" y="279"/>
                  </a:lnTo>
                  <a:lnTo>
                    <a:pt x="2720" y="363"/>
                  </a:lnTo>
                  <a:lnTo>
                    <a:pt x="2801" y="452"/>
                  </a:lnTo>
                  <a:lnTo>
                    <a:pt x="2880" y="547"/>
                  </a:lnTo>
                  <a:lnTo>
                    <a:pt x="2957" y="643"/>
                  </a:lnTo>
                  <a:lnTo>
                    <a:pt x="3031" y="744"/>
                  </a:lnTo>
                  <a:lnTo>
                    <a:pt x="3103" y="848"/>
                  </a:lnTo>
                  <a:lnTo>
                    <a:pt x="3171" y="952"/>
                  </a:lnTo>
                  <a:lnTo>
                    <a:pt x="3235" y="1059"/>
                  </a:lnTo>
                  <a:lnTo>
                    <a:pt x="3296" y="1167"/>
                  </a:lnTo>
                  <a:lnTo>
                    <a:pt x="3354" y="1275"/>
                  </a:lnTo>
                  <a:lnTo>
                    <a:pt x="3406" y="1382"/>
                  </a:lnTo>
                  <a:lnTo>
                    <a:pt x="3455" y="1490"/>
                  </a:lnTo>
                  <a:lnTo>
                    <a:pt x="3494" y="1588"/>
                  </a:lnTo>
                  <a:lnTo>
                    <a:pt x="3526" y="1684"/>
                  </a:lnTo>
                  <a:lnTo>
                    <a:pt x="3552" y="1780"/>
                  </a:lnTo>
                  <a:lnTo>
                    <a:pt x="3573" y="1873"/>
                  </a:lnTo>
                  <a:lnTo>
                    <a:pt x="3589" y="1965"/>
                  </a:lnTo>
                  <a:lnTo>
                    <a:pt x="3600" y="2052"/>
                  </a:lnTo>
                  <a:lnTo>
                    <a:pt x="3608" y="2136"/>
                  </a:lnTo>
                  <a:lnTo>
                    <a:pt x="3613" y="2215"/>
                  </a:lnTo>
                  <a:lnTo>
                    <a:pt x="3614" y="2289"/>
                  </a:lnTo>
                  <a:lnTo>
                    <a:pt x="3611" y="2335"/>
                  </a:lnTo>
                  <a:lnTo>
                    <a:pt x="3603" y="2378"/>
                  </a:lnTo>
                  <a:lnTo>
                    <a:pt x="3588" y="2419"/>
                  </a:lnTo>
                  <a:lnTo>
                    <a:pt x="3569" y="2458"/>
                  </a:lnTo>
                  <a:lnTo>
                    <a:pt x="3545" y="2493"/>
                  </a:lnTo>
                  <a:lnTo>
                    <a:pt x="3517" y="2525"/>
                  </a:lnTo>
                  <a:lnTo>
                    <a:pt x="3484" y="2553"/>
                  </a:lnTo>
                  <a:lnTo>
                    <a:pt x="3449" y="2577"/>
                  </a:lnTo>
                  <a:lnTo>
                    <a:pt x="3411" y="2596"/>
                  </a:lnTo>
                  <a:lnTo>
                    <a:pt x="3369" y="2610"/>
                  </a:lnTo>
                  <a:lnTo>
                    <a:pt x="3326" y="2619"/>
                  </a:lnTo>
                  <a:lnTo>
                    <a:pt x="3280" y="2623"/>
                  </a:lnTo>
                  <a:lnTo>
                    <a:pt x="333" y="2623"/>
                  </a:lnTo>
                  <a:lnTo>
                    <a:pt x="288" y="2619"/>
                  </a:lnTo>
                  <a:lnTo>
                    <a:pt x="244" y="2610"/>
                  </a:lnTo>
                  <a:lnTo>
                    <a:pt x="204" y="2596"/>
                  </a:lnTo>
                  <a:lnTo>
                    <a:pt x="164" y="2577"/>
                  </a:lnTo>
                  <a:lnTo>
                    <a:pt x="129" y="2553"/>
                  </a:lnTo>
                  <a:lnTo>
                    <a:pt x="98" y="2525"/>
                  </a:lnTo>
                  <a:lnTo>
                    <a:pt x="69" y="2493"/>
                  </a:lnTo>
                  <a:lnTo>
                    <a:pt x="45" y="2458"/>
                  </a:lnTo>
                  <a:lnTo>
                    <a:pt x="26" y="2419"/>
                  </a:lnTo>
                  <a:lnTo>
                    <a:pt x="12" y="2378"/>
                  </a:lnTo>
                  <a:lnTo>
                    <a:pt x="3" y="2335"/>
                  </a:lnTo>
                  <a:lnTo>
                    <a:pt x="0" y="2289"/>
                  </a:lnTo>
                  <a:lnTo>
                    <a:pt x="1" y="2215"/>
                  </a:lnTo>
                  <a:lnTo>
                    <a:pt x="5" y="2136"/>
                  </a:lnTo>
                  <a:lnTo>
                    <a:pt x="13" y="2052"/>
                  </a:lnTo>
                  <a:lnTo>
                    <a:pt x="25" y="1965"/>
                  </a:lnTo>
                  <a:lnTo>
                    <a:pt x="41" y="1873"/>
                  </a:lnTo>
                  <a:lnTo>
                    <a:pt x="61" y="1780"/>
                  </a:lnTo>
                  <a:lnTo>
                    <a:pt x="88" y="1684"/>
                  </a:lnTo>
                  <a:lnTo>
                    <a:pt x="121" y="1588"/>
                  </a:lnTo>
                  <a:lnTo>
                    <a:pt x="159" y="1490"/>
                  </a:lnTo>
                  <a:lnTo>
                    <a:pt x="208" y="1382"/>
                  </a:lnTo>
                  <a:lnTo>
                    <a:pt x="261" y="1275"/>
                  </a:lnTo>
                  <a:lnTo>
                    <a:pt x="318" y="1167"/>
                  </a:lnTo>
                  <a:lnTo>
                    <a:pt x="379" y="1059"/>
                  </a:lnTo>
                  <a:lnTo>
                    <a:pt x="444" y="952"/>
                  </a:lnTo>
                  <a:lnTo>
                    <a:pt x="512" y="848"/>
                  </a:lnTo>
                  <a:lnTo>
                    <a:pt x="583" y="744"/>
                  </a:lnTo>
                  <a:lnTo>
                    <a:pt x="657" y="643"/>
                  </a:lnTo>
                  <a:lnTo>
                    <a:pt x="733" y="547"/>
                  </a:lnTo>
                  <a:lnTo>
                    <a:pt x="812" y="452"/>
                  </a:lnTo>
                  <a:lnTo>
                    <a:pt x="894" y="363"/>
                  </a:lnTo>
                  <a:lnTo>
                    <a:pt x="977" y="279"/>
                  </a:lnTo>
                  <a:lnTo>
                    <a:pt x="1061" y="199"/>
                  </a:lnTo>
                  <a:lnTo>
                    <a:pt x="1147" y="126"/>
                  </a:lnTo>
                  <a:lnTo>
                    <a:pt x="1233" y="59"/>
                  </a:lnTo>
                  <a:lnTo>
                    <a:pt x="1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02" name="Freeform 51">
              <a:extLst>
                <a:ext uri="{FF2B5EF4-FFF2-40B4-BE49-F238E27FC236}">
                  <a16:creationId xmlns:a16="http://schemas.microsoft.com/office/drawing/2014/main" id="{0ACF45EC-68BD-4371-883F-AF95F91F011F}"/>
                </a:ext>
              </a:extLst>
            </p:cNvPr>
            <p:cNvSpPr>
              <a:spLocks/>
            </p:cNvSpPr>
            <p:nvPr/>
          </p:nvSpPr>
          <p:spPr bwMode="auto">
            <a:xfrm>
              <a:off x="4800600" y="4732338"/>
              <a:ext cx="276225" cy="115887"/>
            </a:xfrm>
            <a:custGeom>
              <a:avLst/>
              <a:gdLst>
                <a:gd name="T0" fmla="*/ 780 w 1563"/>
                <a:gd name="T1" fmla="*/ 0 h 657"/>
                <a:gd name="T2" fmla="*/ 782 w 1563"/>
                <a:gd name="T3" fmla="*/ 0 h 657"/>
                <a:gd name="T4" fmla="*/ 1417 w 1563"/>
                <a:gd name="T5" fmla="*/ 2 h 657"/>
                <a:gd name="T6" fmla="*/ 1448 w 1563"/>
                <a:gd name="T7" fmla="*/ 6 h 657"/>
                <a:gd name="T8" fmla="*/ 1475 w 1563"/>
                <a:gd name="T9" fmla="*/ 15 h 657"/>
                <a:gd name="T10" fmla="*/ 1501 w 1563"/>
                <a:gd name="T11" fmla="*/ 28 h 657"/>
                <a:gd name="T12" fmla="*/ 1521 w 1563"/>
                <a:gd name="T13" fmla="*/ 46 h 657"/>
                <a:gd name="T14" fmla="*/ 1539 w 1563"/>
                <a:gd name="T15" fmla="*/ 67 h 657"/>
                <a:gd name="T16" fmla="*/ 1551 w 1563"/>
                <a:gd name="T17" fmla="*/ 91 h 657"/>
                <a:gd name="T18" fmla="*/ 1560 w 1563"/>
                <a:gd name="T19" fmla="*/ 118 h 657"/>
                <a:gd name="T20" fmla="*/ 1563 w 1563"/>
                <a:gd name="T21" fmla="*/ 145 h 657"/>
                <a:gd name="T22" fmla="*/ 1561 w 1563"/>
                <a:gd name="T23" fmla="*/ 174 h 657"/>
                <a:gd name="T24" fmla="*/ 1552 w 1563"/>
                <a:gd name="T25" fmla="*/ 202 h 657"/>
                <a:gd name="T26" fmla="*/ 1538 w 1563"/>
                <a:gd name="T27" fmla="*/ 229 h 657"/>
                <a:gd name="T28" fmla="*/ 1254 w 1563"/>
                <a:gd name="T29" fmla="*/ 657 h 657"/>
                <a:gd name="T30" fmla="*/ 310 w 1563"/>
                <a:gd name="T31" fmla="*/ 657 h 657"/>
                <a:gd name="T32" fmla="*/ 25 w 1563"/>
                <a:gd name="T33" fmla="*/ 229 h 657"/>
                <a:gd name="T34" fmla="*/ 11 w 1563"/>
                <a:gd name="T35" fmla="*/ 202 h 657"/>
                <a:gd name="T36" fmla="*/ 2 w 1563"/>
                <a:gd name="T37" fmla="*/ 174 h 657"/>
                <a:gd name="T38" fmla="*/ 0 w 1563"/>
                <a:gd name="T39" fmla="*/ 145 h 657"/>
                <a:gd name="T40" fmla="*/ 3 w 1563"/>
                <a:gd name="T41" fmla="*/ 118 h 657"/>
                <a:gd name="T42" fmla="*/ 12 w 1563"/>
                <a:gd name="T43" fmla="*/ 91 h 657"/>
                <a:gd name="T44" fmla="*/ 25 w 1563"/>
                <a:gd name="T45" fmla="*/ 67 h 657"/>
                <a:gd name="T46" fmla="*/ 41 w 1563"/>
                <a:gd name="T47" fmla="*/ 46 h 657"/>
                <a:gd name="T48" fmla="*/ 63 w 1563"/>
                <a:gd name="T49" fmla="*/ 28 h 657"/>
                <a:gd name="T50" fmla="*/ 87 w 1563"/>
                <a:gd name="T51" fmla="*/ 15 h 657"/>
                <a:gd name="T52" fmla="*/ 115 w 1563"/>
                <a:gd name="T53" fmla="*/ 6 h 657"/>
                <a:gd name="T54" fmla="*/ 145 w 1563"/>
                <a:gd name="T55" fmla="*/ 2 h 657"/>
                <a:gd name="T56" fmla="*/ 780 w 1563"/>
                <a:gd name="T57"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3" h="657">
                  <a:moveTo>
                    <a:pt x="780" y="0"/>
                  </a:moveTo>
                  <a:lnTo>
                    <a:pt x="782" y="0"/>
                  </a:lnTo>
                  <a:lnTo>
                    <a:pt x="1417" y="2"/>
                  </a:lnTo>
                  <a:lnTo>
                    <a:pt x="1448" y="6"/>
                  </a:lnTo>
                  <a:lnTo>
                    <a:pt x="1475" y="15"/>
                  </a:lnTo>
                  <a:lnTo>
                    <a:pt x="1501" y="28"/>
                  </a:lnTo>
                  <a:lnTo>
                    <a:pt x="1521" y="46"/>
                  </a:lnTo>
                  <a:lnTo>
                    <a:pt x="1539" y="67"/>
                  </a:lnTo>
                  <a:lnTo>
                    <a:pt x="1551" y="91"/>
                  </a:lnTo>
                  <a:lnTo>
                    <a:pt x="1560" y="118"/>
                  </a:lnTo>
                  <a:lnTo>
                    <a:pt x="1563" y="145"/>
                  </a:lnTo>
                  <a:lnTo>
                    <a:pt x="1561" y="174"/>
                  </a:lnTo>
                  <a:lnTo>
                    <a:pt x="1552" y="202"/>
                  </a:lnTo>
                  <a:lnTo>
                    <a:pt x="1538" y="229"/>
                  </a:lnTo>
                  <a:lnTo>
                    <a:pt x="1254" y="657"/>
                  </a:lnTo>
                  <a:lnTo>
                    <a:pt x="310" y="657"/>
                  </a:lnTo>
                  <a:lnTo>
                    <a:pt x="25" y="229"/>
                  </a:lnTo>
                  <a:lnTo>
                    <a:pt x="11" y="202"/>
                  </a:lnTo>
                  <a:lnTo>
                    <a:pt x="2" y="174"/>
                  </a:lnTo>
                  <a:lnTo>
                    <a:pt x="0" y="145"/>
                  </a:lnTo>
                  <a:lnTo>
                    <a:pt x="3" y="118"/>
                  </a:lnTo>
                  <a:lnTo>
                    <a:pt x="12" y="91"/>
                  </a:lnTo>
                  <a:lnTo>
                    <a:pt x="25" y="67"/>
                  </a:lnTo>
                  <a:lnTo>
                    <a:pt x="41" y="46"/>
                  </a:lnTo>
                  <a:lnTo>
                    <a:pt x="63" y="28"/>
                  </a:lnTo>
                  <a:lnTo>
                    <a:pt x="87" y="15"/>
                  </a:lnTo>
                  <a:lnTo>
                    <a:pt x="115" y="6"/>
                  </a:lnTo>
                  <a:lnTo>
                    <a:pt x="145" y="2"/>
                  </a:lnTo>
                  <a:lnTo>
                    <a:pt x="7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sp>
        <p:nvSpPr>
          <p:cNvPr id="107" name="Rectangle 106">
            <a:extLst>
              <a:ext uri="{FF2B5EF4-FFF2-40B4-BE49-F238E27FC236}">
                <a16:creationId xmlns:a16="http://schemas.microsoft.com/office/drawing/2014/main" id="{2ABE73CB-F979-4DFF-BCDA-CFA74ECBB023}"/>
              </a:ext>
            </a:extLst>
          </p:cNvPr>
          <p:cNvSpPr/>
          <p:nvPr/>
        </p:nvSpPr>
        <p:spPr>
          <a:xfrm>
            <a:off x="185627" y="3437933"/>
            <a:ext cx="2992596" cy="369332"/>
          </a:xfrm>
          <a:prstGeom prst="rect">
            <a:avLst/>
          </a:prstGeom>
        </p:spPr>
        <p:txBody>
          <a:bodyPr wrap="square">
            <a:spAutoFit/>
          </a:bodyPr>
          <a:lstStyle/>
          <a:p>
            <a:r>
              <a:rPr lang="en-US" b="1" dirty="0">
                <a:solidFill>
                  <a:srgbClr val="003366"/>
                </a:solidFill>
                <a:latin typeface="Arial" panose="020B0604020202020204" pitchFamily="34" charset="0"/>
                <a:cs typeface="Arial" panose="020B0604020202020204" pitchFamily="34" charset="0"/>
              </a:rPr>
              <a:t>Evaluation Parameters</a:t>
            </a:r>
            <a:endParaRPr lang="en-PK" dirty="0">
              <a:solidFill>
                <a:srgbClr val="003366"/>
              </a:solidFill>
              <a:latin typeface="Arial" panose="020B0604020202020204" pitchFamily="34" charset="0"/>
              <a:cs typeface="Arial" panose="020B0604020202020204" pitchFamily="34" charset="0"/>
            </a:endParaRPr>
          </a:p>
        </p:txBody>
      </p:sp>
      <p:pic>
        <p:nvPicPr>
          <p:cNvPr id="81" name="Picture 80">
            <a:extLst>
              <a:ext uri="{FF2B5EF4-FFF2-40B4-BE49-F238E27FC236}">
                <a16:creationId xmlns:a16="http://schemas.microsoft.com/office/drawing/2014/main" id="{3E333D69-74CD-4950-870B-5FA14989962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396576" y="0"/>
            <a:ext cx="1606471" cy="1606471"/>
          </a:xfrm>
          <a:prstGeom prst="rect">
            <a:avLst/>
          </a:prstGeom>
        </p:spPr>
      </p:pic>
    </p:spTree>
    <p:extLst>
      <p:ext uri="{BB962C8B-B14F-4D97-AF65-F5344CB8AC3E}">
        <p14:creationId xmlns:p14="http://schemas.microsoft.com/office/powerpoint/2010/main" val="655181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Freeform 7"/>
          <p:cNvSpPr>
            <a:spLocks/>
          </p:cNvSpPr>
          <p:nvPr/>
        </p:nvSpPr>
        <p:spPr bwMode="auto">
          <a:xfrm rot="16200000" flipH="1">
            <a:off x="3400538" y="3925149"/>
            <a:ext cx="3349175" cy="717388"/>
          </a:xfrm>
          <a:custGeom>
            <a:avLst/>
            <a:gdLst>
              <a:gd name="T0" fmla="*/ 1972 w 1972"/>
              <a:gd name="T1" fmla="*/ 185 h 369"/>
              <a:gd name="T2" fmla="*/ 1778 w 1972"/>
              <a:gd name="T3" fmla="*/ 0 h 369"/>
              <a:gd name="T4" fmla="*/ 1778 w 1972"/>
              <a:gd name="T5" fmla="*/ 0 h 369"/>
              <a:gd name="T6" fmla="*/ 0 w 1972"/>
              <a:gd name="T7" fmla="*/ 0 h 369"/>
              <a:gd name="T8" fmla="*/ 0 w 1972"/>
              <a:gd name="T9" fmla="*/ 369 h 369"/>
              <a:gd name="T10" fmla="*/ 1778 w 1972"/>
              <a:gd name="T11" fmla="*/ 369 h 369"/>
              <a:gd name="T12" fmla="*/ 1778 w 1972"/>
              <a:gd name="T13" fmla="*/ 369 h 369"/>
              <a:gd name="T14" fmla="*/ 1972 w 1972"/>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72" h="369">
                <a:moveTo>
                  <a:pt x="1972" y="185"/>
                </a:moveTo>
                <a:lnTo>
                  <a:pt x="1778" y="0"/>
                </a:lnTo>
                <a:lnTo>
                  <a:pt x="1778" y="0"/>
                </a:lnTo>
                <a:lnTo>
                  <a:pt x="0" y="0"/>
                </a:lnTo>
                <a:lnTo>
                  <a:pt x="0" y="369"/>
                </a:lnTo>
                <a:lnTo>
                  <a:pt x="1778" y="369"/>
                </a:lnTo>
                <a:lnTo>
                  <a:pt x="1778" y="369"/>
                </a:lnTo>
                <a:lnTo>
                  <a:pt x="1972" y="18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 name="Freeform 8"/>
          <p:cNvSpPr>
            <a:spLocks/>
          </p:cNvSpPr>
          <p:nvPr/>
        </p:nvSpPr>
        <p:spPr bwMode="auto">
          <a:xfrm rot="16200000" flipH="1">
            <a:off x="3074251" y="3536040"/>
            <a:ext cx="2569626" cy="716059"/>
          </a:xfrm>
          <a:custGeom>
            <a:avLst/>
            <a:gdLst>
              <a:gd name="T0" fmla="*/ 1513 w 1513"/>
              <a:gd name="T1" fmla="*/ 185 h 372"/>
              <a:gd name="T2" fmla="*/ 1319 w 1513"/>
              <a:gd name="T3" fmla="*/ 0 h 372"/>
              <a:gd name="T4" fmla="*/ 1319 w 1513"/>
              <a:gd name="T5" fmla="*/ 0 h 372"/>
              <a:gd name="T6" fmla="*/ 0 w 1513"/>
              <a:gd name="T7" fmla="*/ 0 h 372"/>
              <a:gd name="T8" fmla="*/ 0 w 1513"/>
              <a:gd name="T9" fmla="*/ 372 h 372"/>
              <a:gd name="T10" fmla="*/ 1319 w 1513"/>
              <a:gd name="T11" fmla="*/ 372 h 372"/>
              <a:gd name="T12" fmla="*/ 1319 w 1513"/>
              <a:gd name="T13" fmla="*/ 369 h 372"/>
              <a:gd name="T14" fmla="*/ 1513 w 1513"/>
              <a:gd name="T15" fmla="*/ 185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3" h="372">
                <a:moveTo>
                  <a:pt x="1513" y="185"/>
                </a:moveTo>
                <a:lnTo>
                  <a:pt x="1319" y="0"/>
                </a:lnTo>
                <a:lnTo>
                  <a:pt x="1319" y="0"/>
                </a:lnTo>
                <a:lnTo>
                  <a:pt x="0" y="0"/>
                </a:lnTo>
                <a:lnTo>
                  <a:pt x="0" y="372"/>
                </a:lnTo>
                <a:lnTo>
                  <a:pt x="1319" y="372"/>
                </a:lnTo>
                <a:lnTo>
                  <a:pt x="1319" y="369"/>
                </a:lnTo>
                <a:lnTo>
                  <a:pt x="1513" y="185"/>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 name="Freeform 9"/>
          <p:cNvSpPr>
            <a:spLocks/>
          </p:cNvSpPr>
          <p:nvPr/>
        </p:nvSpPr>
        <p:spPr bwMode="auto">
          <a:xfrm rot="16200000" flipH="1">
            <a:off x="753908" y="3715278"/>
            <a:ext cx="2931378" cy="719332"/>
          </a:xfrm>
          <a:custGeom>
            <a:avLst/>
            <a:gdLst>
              <a:gd name="T0" fmla="*/ 1726 w 1726"/>
              <a:gd name="T1" fmla="*/ 185 h 370"/>
              <a:gd name="T2" fmla="*/ 1530 w 1726"/>
              <a:gd name="T3" fmla="*/ 0 h 370"/>
              <a:gd name="T4" fmla="*/ 1530 w 1726"/>
              <a:gd name="T5" fmla="*/ 0 h 370"/>
              <a:gd name="T6" fmla="*/ 0 w 1726"/>
              <a:gd name="T7" fmla="*/ 0 h 370"/>
              <a:gd name="T8" fmla="*/ 0 w 1726"/>
              <a:gd name="T9" fmla="*/ 370 h 370"/>
              <a:gd name="T10" fmla="*/ 1530 w 1726"/>
              <a:gd name="T11" fmla="*/ 370 h 370"/>
              <a:gd name="T12" fmla="*/ 1530 w 1726"/>
              <a:gd name="T13" fmla="*/ 370 h 370"/>
              <a:gd name="T14" fmla="*/ 1726 w 1726"/>
              <a:gd name="T15" fmla="*/ 185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6" h="370">
                <a:moveTo>
                  <a:pt x="1726" y="185"/>
                </a:moveTo>
                <a:lnTo>
                  <a:pt x="1530" y="0"/>
                </a:lnTo>
                <a:lnTo>
                  <a:pt x="1530" y="0"/>
                </a:lnTo>
                <a:lnTo>
                  <a:pt x="0" y="0"/>
                </a:lnTo>
                <a:lnTo>
                  <a:pt x="0" y="370"/>
                </a:lnTo>
                <a:lnTo>
                  <a:pt x="1530" y="370"/>
                </a:lnTo>
                <a:lnTo>
                  <a:pt x="1530" y="370"/>
                </a:lnTo>
                <a:lnTo>
                  <a:pt x="1726" y="18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4" name="Freeform 10"/>
          <p:cNvSpPr>
            <a:spLocks/>
          </p:cNvSpPr>
          <p:nvPr/>
        </p:nvSpPr>
        <p:spPr bwMode="auto">
          <a:xfrm rot="16200000" flipH="1">
            <a:off x="-241808" y="3995560"/>
            <a:ext cx="3486745" cy="714134"/>
          </a:xfrm>
          <a:custGeom>
            <a:avLst/>
            <a:gdLst>
              <a:gd name="T0" fmla="*/ 2053 w 2053"/>
              <a:gd name="T1" fmla="*/ 187 h 371"/>
              <a:gd name="T2" fmla="*/ 1859 w 2053"/>
              <a:gd name="T3" fmla="*/ 2 h 371"/>
              <a:gd name="T4" fmla="*/ 1859 w 2053"/>
              <a:gd name="T5" fmla="*/ 0 h 371"/>
              <a:gd name="T6" fmla="*/ 0 w 2053"/>
              <a:gd name="T7" fmla="*/ 0 h 371"/>
              <a:gd name="T8" fmla="*/ 0 w 2053"/>
              <a:gd name="T9" fmla="*/ 371 h 371"/>
              <a:gd name="T10" fmla="*/ 1859 w 2053"/>
              <a:gd name="T11" fmla="*/ 371 h 371"/>
              <a:gd name="T12" fmla="*/ 1859 w 2053"/>
              <a:gd name="T13" fmla="*/ 371 h 371"/>
              <a:gd name="T14" fmla="*/ 2053 w 2053"/>
              <a:gd name="T15" fmla="*/ 187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3" h="371">
                <a:moveTo>
                  <a:pt x="2053" y="187"/>
                </a:moveTo>
                <a:lnTo>
                  <a:pt x="1859" y="2"/>
                </a:lnTo>
                <a:lnTo>
                  <a:pt x="1859" y="0"/>
                </a:lnTo>
                <a:lnTo>
                  <a:pt x="0" y="0"/>
                </a:lnTo>
                <a:lnTo>
                  <a:pt x="0" y="371"/>
                </a:lnTo>
                <a:lnTo>
                  <a:pt x="1859" y="371"/>
                </a:lnTo>
                <a:lnTo>
                  <a:pt x="1859" y="371"/>
                </a:lnTo>
                <a:lnTo>
                  <a:pt x="2053" y="187"/>
                </a:ln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5" name="Freeform 11"/>
          <p:cNvSpPr>
            <a:spLocks/>
          </p:cNvSpPr>
          <p:nvPr/>
        </p:nvSpPr>
        <p:spPr bwMode="auto">
          <a:xfrm rot="16200000" flipH="1">
            <a:off x="1375831" y="3808117"/>
            <a:ext cx="3108008" cy="710285"/>
          </a:xfrm>
          <a:custGeom>
            <a:avLst/>
            <a:gdLst>
              <a:gd name="T0" fmla="*/ 1830 w 1830"/>
              <a:gd name="T1" fmla="*/ 185 h 369"/>
              <a:gd name="T2" fmla="*/ 1636 w 1830"/>
              <a:gd name="T3" fmla="*/ 0 h 369"/>
              <a:gd name="T4" fmla="*/ 1636 w 1830"/>
              <a:gd name="T5" fmla="*/ 0 h 369"/>
              <a:gd name="T6" fmla="*/ 0 w 1830"/>
              <a:gd name="T7" fmla="*/ 0 h 369"/>
              <a:gd name="T8" fmla="*/ 0 w 1830"/>
              <a:gd name="T9" fmla="*/ 369 h 369"/>
              <a:gd name="T10" fmla="*/ 1636 w 1830"/>
              <a:gd name="T11" fmla="*/ 369 h 369"/>
              <a:gd name="T12" fmla="*/ 1636 w 1830"/>
              <a:gd name="T13" fmla="*/ 369 h 369"/>
              <a:gd name="T14" fmla="*/ 1830 w 1830"/>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0" h="369">
                <a:moveTo>
                  <a:pt x="1830" y="185"/>
                </a:moveTo>
                <a:lnTo>
                  <a:pt x="1636" y="0"/>
                </a:lnTo>
                <a:lnTo>
                  <a:pt x="1636" y="0"/>
                </a:lnTo>
                <a:lnTo>
                  <a:pt x="0" y="0"/>
                </a:lnTo>
                <a:lnTo>
                  <a:pt x="0" y="369"/>
                </a:lnTo>
                <a:lnTo>
                  <a:pt x="1636" y="369"/>
                </a:lnTo>
                <a:lnTo>
                  <a:pt x="1636" y="369"/>
                </a:lnTo>
                <a:lnTo>
                  <a:pt x="1830" y="185"/>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6" name="Freeform 12"/>
          <p:cNvSpPr>
            <a:spLocks/>
          </p:cNvSpPr>
          <p:nvPr/>
        </p:nvSpPr>
        <p:spPr bwMode="auto">
          <a:xfrm rot="16200000" flipH="1">
            <a:off x="2273274" y="3620959"/>
            <a:ext cx="2739464" cy="716059"/>
          </a:xfrm>
          <a:custGeom>
            <a:avLst/>
            <a:gdLst>
              <a:gd name="T0" fmla="*/ 1613 w 1613"/>
              <a:gd name="T1" fmla="*/ 187 h 372"/>
              <a:gd name="T2" fmla="*/ 1418 w 1613"/>
              <a:gd name="T3" fmla="*/ 3 h 372"/>
              <a:gd name="T4" fmla="*/ 1418 w 1613"/>
              <a:gd name="T5" fmla="*/ 0 h 372"/>
              <a:gd name="T6" fmla="*/ 0 w 1613"/>
              <a:gd name="T7" fmla="*/ 0 h 372"/>
              <a:gd name="T8" fmla="*/ 0 w 1613"/>
              <a:gd name="T9" fmla="*/ 372 h 372"/>
              <a:gd name="T10" fmla="*/ 1418 w 1613"/>
              <a:gd name="T11" fmla="*/ 372 h 372"/>
              <a:gd name="T12" fmla="*/ 1418 w 1613"/>
              <a:gd name="T13" fmla="*/ 372 h 372"/>
              <a:gd name="T14" fmla="*/ 1613 w 1613"/>
              <a:gd name="T15" fmla="*/ 187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3" h="372">
                <a:moveTo>
                  <a:pt x="1613" y="187"/>
                </a:moveTo>
                <a:lnTo>
                  <a:pt x="1418" y="3"/>
                </a:lnTo>
                <a:lnTo>
                  <a:pt x="1418" y="0"/>
                </a:lnTo>
                <a:lnTo>
                  <a:pt x="0" y="0"/>
                </a:lnTo>
                <a:lnTo>
                  <a:pt x="0" y="372"/>
                </a:lnTo>
                <a:lnTo>
                  <a:pt x="1418" y="372"/>
                </a:lnTo>
                <a:lnTo>
                  <a:pt x="1418" y="372"/>
                </a:lnTo>
                <a:lnTo>
                  <a:pt x="1613" y="187"/>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7" name="Rectangle 13"/>
          <p:cNvSpPr>
            <a:spLocks noChangeArrowheads="1"/>
          </p:cNvSpPr>
          <p:nvPr/>
        </p:nvSpPr>
        <p:spPr bwMode="auto">
          <a:xfrm rot="16200000" flipH="1">
            <a:off x="3586778" y="1218357"/>
            <a:ext cx="450067" cy="1061362"/>
          </a:xfrm>
          <a:prstGeom prst="rect">
            <a:avLst/>
          </a:prstGeom>
          <a:solidFill>
            <a:schemeClr val="accent1">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8" name="Freeform 14"/>
          <p:cNvSpPr>
            <a:spLocks/>
          </p:cNvSpPr>
          <p:nvPr/>
        </p:nvSpPr>
        <p:spPr bwMode="auto">
          <a:xfrm rot="16200000" flipH="1">
            <a:off x="1986027" y="1136386"/>
            <a:ext cx="640284" cy="2315644"/>
          </a:xfrm>
          <a:custGeom>
            <a:avLst/>
            <a:gdLst>
              <a:gd name="T0" fmla="*/ 0 w 377"/>
              <a:gd name="T1" fmla="*/ 1203 h 1203"/>
              <a:gd name="T2" fmla="*/ 377 w 377"/>
              <a:gd name="T3" fmla="*/ 369 h 1203"/>
              <a:gd name="T4" fmla="*/ 377 w 377"/>
              <a:gd name="T5" fmla="*/ 0 h 1203"/>
              <a:gd name="T6" fmla="*/ 0 w 377"/>
              <a:gd name="T7" fmla="*/ 1108 h 1203"/>
              <a:gd name="T8" fmla="*/ 0 w 377"/>
              <a:gd name="T9" fmla="*/ 1203 h 1203"/>
            </a:gdLst>
            <a:ahLst/>
            <a:cxnLst>
              <a:cxn ang="0">
                <a:pos x="T0" y="T1"/>
              </a:cxn>
              <a:cxn ang="0">
                <a:pos x="T2" y="T3"/>
              </a:cxn>
              <a:cxn ang="0">
                <a:pos x="T4" y="T5"/>
              </a:cxn>
              <a:cxn ang="0">
                <a:pos x="T6" y="T7"/>
              </a:cxn>
              <a:cxn ang="0">
                <a:pos x="T8" y="T9"/>
              </a:cxn>
            </a:cxnLst>
            <a:rect l="0" t="0" r="r" b="b"/>
            <a:pathLst>
              <a:path w="377" h="1203">
                <a:moveTo>
                  <a:pt x="0" y="1203"/>
                </a:moveTo>
                <a:lnTo>
                  <a:pt x="377" y="369"/>
                </a:lnTo>
                <a:lnTo>
                  <a:pt x="377" y="0"/>
                </a:lnTo>
                <a:lnTo>
                  <a:pt x="0" y="1108"/>
                </a:lnTo>
                <a:lnTo>
                  <a:pt x="0" y="1203"/>
                </a:lnTo>
                <a:close/>
              </a:path>
            </a:pathLst>
          </a:custGeom>
          <a:gradFill>
            <a:gsLst>
              <a:gs pos="0">
                <a:schemeClr val="accent1">
                  <a:lumMod val="50000"/>
                </a:schemeClr>
              </a:gs>
              <a:gs pos="100000">
                <a:schemeClr val="accent3">
                  <a:lumMod val="50000"/>
                </a:schemeClr>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20" name="Freeform 16"/>
          <p:cNvSpPr>
            <a:spLocks/>
          </p:cNvSpPr>
          <p:nvPr/>
        </p:nvSpPr>
        <p:spPr bwMode="auto">
          <a:xfrm rot="16200000" flipH="1">
            <a:off x="2435151" y="1403324"/>
            <a:ext cx="635189" cy="1776675"/>
          </a:xfrm>
          <a:custGeom>
            <a:avLst/>
            <a:gdLst>
              <a:gd name="T0" fmla="*/ 0 w 374"/>
              <a:gd name="T1" fmla="*/ 923 h 923"/>
              <a:gd name="T2" fmla="*/ 374 w 374"/>
              <a:gd name="T3" fmla="*/ 369 h 923"/>
              <a:gd name="T4" fmla="*/ 374 w 374"/>
              <a:gd name="T5" fmla="*/ 0 h 923"/>
              <a:gd name="T6" fmla="*/ 0 w 374"/>
              <a:gd name="T7" fmla="*/ 831 h 923"/>
              <a:gd name="T8" fmla="*/ 0 w 374"/>
              <a:gd name="T9" fmla="*/ 923 h 923"/>
            </a:gdLst>
            <a:ahLst/>
            <a:cxnLst>
              <a:cxn ang="0">
                <a:pos x="T0" y="T1"/>
              </a:cxn>
              <a:cxn ang="0">
                <a:pos x="T2" y="T3"/>
              </a:cxn>
              <a:cxn ang="0">
                <a:pos x="T4" y="T5"/>
              </a:cxn>
              <a:cxn ang="0">
                <a:pos x="T6" y="T7"/>
              </a:cxn>
              <a:cxn ang="0">
                <a:pos x="T8" y="T9"/>
              </a:cxn>
            </a:cxnLst>
            <a:rect l="0" t="0" r="r" b="b"/>
            <a:pathLst>
              <a:path w="374" h="923">
                <a:moveTo>
                  <a:pt x="0" y="923"/>
                </a:moveTo>
                <a:lnTo>
                  <a:pt x="374" y="369"/>
                </a:lnTo>
                <a:lnTo>
                  <a:pt x="374" y="0"/>
                </a:lnTo>
                <a:lnTo>
                  <a:pt x="0" y="831"/>
                </a:lnTo>
                <a:lnTo>
                  <a:pt x="0" y="923"/>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22" name="Freeform 18"/>
          <p:cNvSpPr>
            <a:spLocks/>
          </p:cNvSpPr>
          <p:nvPr/>
        </p:nvSpPr>
        <p:spPr bwMode="auto">
          <a:xfrm rot="16200000" flipH="1">
            <a:off x="2881726" y="1667034"/>
            <a:ext cx="635189" cy="1249254"/>
          </a:xfrm>
          <a:custGeom>
            <a:avLst/>
            <a:gdLst>
              <a:gd name="T0" fmla="*/ 0 w 374"/>
              <a:gd name="T1" fmla="*/ 649 h 649"/>
              <a:gd name="T2" fmla="*/ 374 w 374"/>
              <a:gd name="T3" fmla="*/ 369 h 649"/>
              <a:gd name="T4" fmla="*/ 374 w 374"/>
              <a:gd name="T5" fmla="*/ 0 h 649"/>
              <a:gd name="T6" fmla="*/ 0 w 374"/>
              <a:gd name="T7" fmla="*/ 554 h 649"/>
              <a:gd name="T8" fmla="*/ 0 w 374"/>
              <a:gd name="T9" fmla="*/ 649 h 649"/>
            </a:gdLst>
            <a:ahLst/>
            <a:cxnLst>
              <a:cxn ang="0">
                <a:pos x="T0" y="T1"/>
              </a:cxn>
              <a:cxn ang="0">
                <a:pos x="T2" y="T3"/>
              </a:cxn>
              <a:cxn ang="0">
                <a:pos x="T4" y="T5"/>
              </a:cxn>
              <a:cxn ang="0">
                <a:pos x="T6" y="T7"/>
              </a:cxn>
              <a:cxn ang="0">
                <a:pos x="T8" y="T9"/>
              </a:cxn>
            </a:cxnLst>
            <a:rect l="0" t="0" r="r" b="b"/>
            <a:pathLst>
              <a:path w="374" h="649">
                <a:moveTo>
                  <a:pt x="0" y="649"/>
                </a:moveTo>
                <a:lnTo>
                  <a:pt x="374" y="369"/>
                </a:lnTo>
                <a:lnTo>
                  <a:pt x="374" y="0"/>
                </a:lnTo>
                <a:lnTo>
                  <a:pt x="0" y="554"/>
                </a:lnTo>
                <a:lnTo>
                  <a:pt x="0" y="649"/>
                </a:ln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24" name="Freeform 20"/>
          <p:cNvSpPr>
            <a:spLocks/>
          </p:cNvSpPr>
          <p:nvPr/>
        </p:nvSpPr>
        <p:spPr bwMode="auto">
          <a:xfrm rot="16200000" flipH="1">
            <a:off x="3325412" y="1933632"/>
            <a:ext cx="635189" cy="716059"/>
          </a:xfrm>
          <a:custGeom>
            <a:avLst/>
            <a:gdLst>
              <a:gd name="T0" fmla="*/ 0 w 374"/>
              <a:gd name="T1" fmla="*/ 372 h 372"/>
              <a:gd name="T2" fmla="*/ 374 w 374"/>
              <a:gd name="T3" fmla="*/ 372 h 372"/>
              <a:gd name="T4" fmla="*/ 374 w 374"/>
              <a:gd name="T5" fmla="*/ 0 h 372"/>
              <a:gd name="T6" fmla="*/ 0 w 374"/>
              <a:gd name="T7" fmla="*/ 280 h 372"/>
              <a:gd name="T8" fmla="*/ 0 w 374"/>
              <a:gd name="T9" fmla="*/ 372 h 372"/>
            </a:gdLst>
            <a:ahLst/>
            <a:cxnLst>
              <a:cxn ang="0">
                <a:pos x="T0" y="T1"/>
              </a:cxn>
              <a:cxn ang="0">
                <a:pos x="T2" y="T3"/>
              </a:cxn>
              <a:cxn ang="0">
                <a:pos x="T4" y="T5"/>
              </a:cxn>
              <a:cxn ang="0">
                <a:pos x="T6" y="T7"/>
              </a:cxn>
              <a:cxn ang="0">
                <a:pos x="T8" y="T9"/>
              </a:cxn>
            </a:cxnLst>
            <a:rect l="0" t="0" r="r" b="b"/>
            <a:pathLst>
              <a:path w="374" h="372">
                <a:moveTo>
                  <a:pt x="0" y="372"/>
                </a:moveTo>
                <a:lnTo>
                  <a:pt x="374" y="372"/>
                </a:lnTo>
                <a:lnTo>
                  <a:pt x="374" y="0"/>
                </a:lnTo>
                <a:lnTo>
                  <a:pt x="0" y="280"/>
                </a:lnTo>
                <a:lnTo>
                  <a:pt x="0" y="372"/>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26" name="Freeform 22"/>
          <p:cNvSpPr>
            <a:spLocks/>
          </p:cNvSpPr>
          <p:nvPr/>
        </p:nvSpPr>
        <p:spPr bwMode="auto">
          <a:xfrm rot="16200000" flipH="1">
            <a:off x="4044696" y="1932598"/>
            <a:ext cx="640284" cy="723220"/>
          </a:xfrm>
          <a:custGeom>
            <a:avLst/>
            <a:gdLst>
              <a:gd name="T0" fmla="*/ 0 w 377"/>
              <a:gd name="T1" fmla="*/ 95 h 372"/>
              <a:gd name="T2" fmla="*/ 377 w 377"/>
              <a:gd name="T3" fmla="*/ 372 h 372"/>
              <a:gd name="T4" fmla="*/ 377 w 377"/>
              <a:gd name="T5" fmla="*/ 0 h 372"/>
              <a:gd name="T6" fmla="*/ 0 w 377"/>
              <a:gd name="T7" fmla="*/ 0 h 372"/>
              <a:gd name="T8" fmla="*/ 0 w 377"/>
              <a:gd name="T9" fmla="*/ 95 h 372"/>
            </a:gdLst>
            <a:ahLst/>
            <a:cxnLst>
              <a:cxn ang="0">
                <a:pos x="T0" y="T1"/>
              </a:cxn>
              <a:cxn ang="0">
                <a:pos x="T2" y="T3"/>
              </a:cxn>
              <a:cxn ang="0">
                <a:pos x="T4" y="T5"/>
              </a:cxn>
              <a:cxn ang="0">
                <a:pos x="T6" y="T7"/>
              </a:cxn>
              <a:cxn ang="0">
                <a:pos x="T8" y="T9"/>
              </a:cxn>
            </a:cxnLst>
            <a:rect l="0" t="0" r="r" b="b"/>
            <a:pathLst>
              <a:path w="377" h="372">
                <a:moveTo>
                  <a:pt x="0" y="95"/>
                </a:moveTo>
                <a:lnTo>
                  <a:pt x="377" y="372"/>
                </a:lnTo>
                <a:lnTo>
                  <a:pt x="377" y="0"/>
                </a:lnTo>
                <a:lnTo>
                  <a:pt x="0" y="0"/>
                </a:lnTo>
                <a:lnTo>
                  <a:pt x="0" y="95"/>
                </a:ln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28" name="Freeform 24"/>
          <p:cNvSpPr>
            <a:spLocks/>
          </p:cNvSpPr>
          <p:nvPr/>
        </p:nvSpPr>
        <p:spPr bwMode="auto">
          <a:xfrm rot="16200000" flipH="1">
            <a:off x="4493820" y="1657425"/>
            <a:ext cx="635189" cy="1268473"/>
          </a:xfrm>
          <a:custGeom>
            <a:avLst/>
            <a:gdLst>
              <a:gd name="T0" fmla="*/ 0 w 374"/>
              <a:gd name="T1" fmla="*/ 92 h 646"/>
              <a:gd name="T2" fmla="*/ 374 w 374"/>
              <a:gd name="T3" fmla="*/ 646 h 646"/>
              <a:gd name="T4" fmla="*/ 374 w 374"/>
              <a:gd name="T5" fmla="*/ 277 h 646"/>
              <a:gd name="T6" fmla="*/ 0 w 374"/>
              <a:gd name="T7" fmla="*/ 0 h 646"/>
              <a:gd name="T8" fmla="*/ 0 w 374"/>
              <a:gd name="T9" fmla="*/ 92 h 646"/>
            </a:gdLst>
            <a:ahLst/>
            <a:cxnLst>
              <a:cxn ang="0">
                <a:pos x="T0" y="T1"/>
              </a:cxn>
              <a:cxn ang="0">
                <a:pos x="T2" y="T3"/>
              </a:cxn>
              <a:cxn ang="0">
                <a:pos x="T4" y="T5"/>
              </a:cxn>
              <a:cxn ang="0">
                <a:pos x="T6" y="T7"/>
              </a:cxn>
              <a:cxn ang="0">
                <a:pos x="T8" y="T9"/>
              </a:cxn>
            </a:cxnLst>
            <a:rect l="0" t="0" r="r" b="b"/>
            <a:pathLst>
              <a:path w="374" h="646">
                <a:moveTo>
                  <a:pt x="0" y="92"/>
                </a:moveTo>
                <a:lnTo>
                  <a:pt x="374" y="646"/>
                </a:lnTo>
                <a:lnTo>
                  <a:pt x="374" y="277"/>
                </a:lnTo>
                <a:lnTo>
                  <a:pt x="0" y="0"/>
                </a:lnTo>
                <a:lnTo>
                  <a:pt x="0" y="92"/>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46" name="TextBox 45"/>
          <p:cNvSpPr txBox="1"/>
          <p:nvPr/>
        </p:nvSpPr>
        <p:spPr>
          <a:xfrm flipH="1">
            <a:off x="1243628" y="2668357"/>
            <a:ext cx="515871"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ea typeface="Calibri" charset="0"/>
                <a:cs typeface="Arial" panose="020B0604020202020204" pitchFamily="34" charset="0"/>
              </a:rPr>
              <a:t>01</a:t>
            </a:r>
          </a:p>
        </p:txBody>
      </p:sp>
      <p:sp>
        <p:nvSpPr>
          <p:cNvPr id="47" name="TextBox 46"/>
          <p:cNvSpPr txBox="1"/>
          <p:nvPr/>
        </p:nvSpPr>
        <p:spPr>
          <a:xfrm flipH="1">
            <a:off x="1954992"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02</a:t>
            </a:r>
          </a:p>
        </p:txBody>
      </p:sp>
      <p:sp>
        <p:nvSpPr>
          <p:cNvPr id="48" name="TextBox 47"/>
          <p:cNvSpPr txBox="1"/>
          <p:nvPr/>
        </p:nvSpPr>
        <p:spPr>
          <a:xfrm flipH="1">
            <a:off x="2674217"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03</a:t>
            </a:r>
          </a:p>
        </p:txBody>
      </p:sp>
      <p:sp>
        <p:nvSpPr>
          <p:cNvPr id="49" name="TextBox 48"/>
          <p:cNvSpPr txBox="1"/>
          <p:nvPr/>
        </p:nvSpPr>
        <p:spPr>
          <a:xfrm flipH="1">
            <a:off x="3383143"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04</a:t>
            </a:r>
          </a:p>
        </p:txBody>
      </p:sp>
      <p:sp>
        <p:nvSpPr>
          <p:cNvPr id="50" name="TextBox 49"/>
          <p:cNvSpPr txBox="1"/>
          <p:nvPr/>
        </p:nvSpPr>
        <p:spPr>
          <a:xfrm flipH="1">
            <a:off x="4102172"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05</a:t>
            </a:r>
          </a:p>
        </p:txBody>
      </p:sp>
      <p:sp>
        <p:nvSpPr>
          <p:cNvPr id="51" name="TextBox 50"/>
          <p:cNvSpPr txBox="1"/>
          <p:nvPr/>
        </p:nvSpPr>
        <p:spPr>
          <a:xfrm flipH="1">
            <a:off x="4826215"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06</a:t>
            </a:r>
          </a:p>
        </p:txBody>
      </p:sp>
      <p:grpSp>
        <p:nvGrpSpPr>
          <p:cNvPr id="58" name="Group 57"/>
          <p:cNvGrpSpPr/>
          <p:nvPr/>
        </p:nvGrpSpPr>
        <p:grpSpPr>
          <a:xfrm>
            <a:off x="4186224" y="3012874"/>
            <a:ext cx="345681" cy="337045"/>
            <a:chOff x="4276725" y="4691063"/>
            <a:chExt cx="347663" cy="349250"/>
          </a:xfrm>
          <a:solidFill>
            <a:schemeClr val="tx1">
              <a:lumMod val="95000"/>
              <a:lumOff val="5000"/>
            </a:schemeClr>
          </a:solidFill>
        </p:grpSpPr>
        <p:sp>
          <p:nvSpPr>
            <p:cNvPr id="59" name="Freeform 56"/>
            <p:cNvSpPr>
              <a:spLocks noEditPoints="1"/>
            </p:cNvSpPr>
            <p:nvPr/>
          </p:nvSpPr>
          <p:spPr bwMode="auto">
            <a:xfrm>
              <a:off x="4340225" y="4691063"/>
              <a:ext cx="284163" cy="161925"/>
            </a:xfrm>
            <a:custGeom>
              <a:avLst/>
              <a:gdLst>
                <a:gd name="T0" fmla="*/ 2252 w 2690"/>
                <a:gd name="T1" fmla="*/ 1266 h 1529"/>
                <a:gd name="T2" fmla="*/ 2362 w 2690"/>
                <a:gd name="T3" fmla="*/ 1202 h 1529"/>
                <a:gd name="T4" fmla="*/ 2182 w 2690"/>
                <a:gd name="T5" fmla="*/ 848 h 1529"/>
                <a:gd name="T6" fmla="*/ 2007 w 2690"/>
                <a:gd name="T7" fmla="*/ 1266 h 1529"/>
                <a:gd name="T8" fmla="*/ 2210 w 2690"/>
                <a:gd name="T9" fmla="*/ 889 h 1529"/>
                <a:gd name="T10" fmla="*/ 1945 w 2690"/>
                <a:gd name="T11" fmla="*/ 591 h 1529"/>
                <a:gd name="T12" fmla="*/ 1661 w 2690"/>
                <a:gd name="T13" fmla="*/ 1266 h 1529"/>
                <a:gd name="T14" fmla="*/ 1986 w 2690"/>
                <a:gd name="T15" fmla="*/ 628 h 1529"/>
                <a:gd name="T16" fmla="*/ 1657 w 2690"/>
                <a:gd name="T17" fmla="*/ 403 h 1529"/>
                <a:gd name="T18" fmla="*/ 1210 w 2690"/>
                <a:gd name="T19" fmla="*/ 1266 h 1529"/>
                <a:gd name="T20" fmla="*/ 1782 w 2690"/>
                <a:gd name="T21" fmla="*/ 471 h 1529"/>
                <a:gd name="T22" fmla="*/ 1657 w 2690"/>
                <a:gd name="T23" fmla="*/ 403 h 1529"/>
                <a:gd name="T24" fmla="*/ 574 w 2690"/>
                <a:gd name="T25" fmla="*/ 348 h 1529"/>
                <a:gd name="T26" fmla="*/ 445 w 2690"/>
                <a:gd name="T27" fmla="*/ 403 h 1529"/>
                <a:gd name="T28" fmla="*/ 478 w 2690"/>
                <a:gd name="T29" fmla="*/ 530 h 1529"/>
                <a:gd name="T30" fmla="*/ 1318 w 2690"/>
                <a:gd name="T31" fmla="*/ 289 h 1529"/>
                <a:gd name="T32" fmla="*/ 990 w 2690"/>
                <a:gd name="T33" fmla="*/ 1045 h 1529"/>
                <a:gd name="T34" fmla="*/ 1392 w 2690"/>
                <a:gd name="T35" fmla="*/ 305 h 1529"/>
                <a:gd name="T36" fmla="*/ 1052 w 2690"/>
                <a:gd name="T37" fmla="*/ 263 h 1529"/>
                <a:gd name="T38" fmla="*/ 906 w 2690"/>
                <a:gd name="T39" fmla="*/ 271 h 1529"/>
                <a:gd name="T40" fmla="*/ 737 w 2690"/>
                <a:gd name="T41" fmla="*/ 792 h 1529"/>
                <a:gd name="T42" fmla="*/ 1052 w 2690"/>
                <a:gd name="T43" fmla="*/ 263 h 1529"/>
                <a:gd name="T44" fmla="*/ 1146 w 2690"/>
                <a:gd name="T45" fmla="*/ 2 h 1529"/>
                <a:gd name="T46" fmla="*/ 1332 w 2690"/>
                <a:gd name="T47" fmla="*/ 23 h 1529"/>
                <a:gd name="T48" fmla="*/ 1512 w 2690"/>
                <a:gd name="T49" fmla="*/ 64 h 1529"/>
                <a:gd name="T50" fmla="*/ 1687 w 2690"/>
                <a:gd name="T51" fmla="*/ 126 h 1529"/>
                <a:gd name="T52" fmla="*/ 1853 w 2690"/>
                <a:gd name="T53" fmla="*/ 206 h 1529"/>
                <a:gd name="T54" fmla="*/ 2009 w 2690"/>
                <a:gd name="T55" fmla="*/ 304 h 1529"/>
                <a:gd name="T56" fmla="*/ 2155 w 2690"/>
                <a:gd name="T57" fmla="*/ 421 h 1529"/>
                <a:gd name="T58" fmla="*/ 2286 w 2690"/>
                <a:gd name="T59" fmla="*/ 554 h 1529"/>
                <a:gd name="T60" fmla="*/ 2400 w 2690"/>
                <a:gd name="T61" fmla="*/ 698 h 1529"/>
                <a:gd name="T62" fmla="*/ 2498 w 2690"/>
                <a:gd name="T63" fmla="*/ 855 h 1529"/>
                <a:gd name="T64" fmla="*/ 2577 w 2690"/>
                <a:gd name="T65" fmla="*/ 1023 h 1529"/>
                <a:gd name="T66" fmla="*/ 2637 w 2690"/>
                <a:gd name="T67" fmla="*/ 1197 h 1529"/>
                <a:gd name="T68" fmla="*/ 2677 w 2690"/>
                <a:gd name="T69" fmla="*/ 1380 h 1529"/>
                <a:gd name="T70" fmla="*/ 2689 w 2690"/>
                <a:gd name="T71" fmla="*/ 1488 h 1529"/>
                <a:gd name="T72" fmla="*/ 2677 w 2690"/>
                <a:gd name="T73" fmla="*/ 1513 h 1529"/>
                <a:gd name="T74" fmla="*/ 2653 w 2690"/>
                <a:gd name="T75" fmla="*/ 1527 h 1529"/>
                <a:gd name="T76" fmla="*/ 1123 w 2690"/>
                <a:gd name="T77" fmla="*/ 1529 h 1529"/>
                <a:gd name="T78" fmla="*/ 1097 w 2690"/>
                <a:gd name="T79" fmla="*/ 1523 h 1529"/>
                <a:gd name="T80" fmla="*/ 14 w 2690"/>
                <a:gd name="T81" fmla="*/ 440 h 1529"/>
                <a:gd name="T82" fmla="*/ 1 w 2690"/>
                <a:gd name="T83" fmla="*/ 416 h 1529"/>
                <a:gd name="T84" fmla="*/ 2 w 2690"/>
                <a:gd name="T85" fmla="*/ 388 h 1529"/>
                <a:gd name="T86" fmla="*/ 18 w 2690"/>
                <a:gd name="T87" fmla="*/ 365 h 1529"/>
                <a:gd name="T88" fmla="*/ 171 w 2690"/>
                <a:gd name="T89" fmla="*/ 256 h 1529"/>
                <a:gd name="T90" fmla="*/ 333 w 2690"/>
                <a:gd name="T91" fmla="*/ 166 h 1529"/>
                <a:gd name="T92" fmla="*/ 504 w 2690"/>
                <a:gd name="T93" fmla="*/ 94 h 1529"/>
                <a:gd name="T94" fmla="*/ 682 w 2690"/>
                <a:gd name="T95" fmla="*/ 42 h 1529"/>
                <a:gd name="T96" fmla="*/ 866 w 2690"/>
                <a:gd name="T97" fmla="*/ 10 h 1529"/>
                <a:gd name="T98" fmla="*/ 1052 w 2690"/>
                <a:gd name="T99" fmla="*/ 0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90" h="1529">
                  <a:moveTo>
                    <a:pt x="2339" y="1139"/>
                  </a:moveTo>
                  <a:lnTo>
                    <a:pt x="2252" y="1266"/>
                  </a:lnTo>
                  <a:lnTo>
                    <a:pt x="2382" y="1266"/>
                  </a:lnTo>
                  <a:lnTo>
                    <a:pt x="2362" y="1202"/>
                  </a:lnTo>
                  <a:lnTo>
                    <a:pt x="2339" y="1139"/>
                  </a:lnTo>
                  <a:close/>
                  <a:moveTo>
                    <a:pt x="2182" y="848"/>
                  </a:moveTo>
                  <a:lnTo>
                    <a:pt x="1904" y="1266"/>
                  </a:lnTo>
                  <a:lnTo>
                    <a:pt x="2007" y="1266"/>
                  </a:lnTo>
                  <a:lnTo>
                    <a:pt x="2236" y="931"/>
                  </a:lnTo>
                  <a:lnTo>
                    <a:pt x="2210" y="889"/>
                  </a:lnTo>
                  <a:lnTo>
                    <a:pt x="2182" y="848"/>
                  </a:lnTo>
                  <a:close/>
                  <a:moveTo>
                    <a:pt x="1945" y="591"/>
                  </a:moveTo>
                  <a:lnTo>
                    <a:pt x="1497" y="1266"/>
                  </a:lnTo>
                  <a:lnTo>
                    <a:pt x="1661" y="1266"/>
                  </a:lnTo>
                  <a:lnTo>
                    <a:pt x="2046" y="686"/>
                  </a:lnTo>
                  <a:lnTo>
                    <a:pt x="1986" y="628"/>
                  </a:lnTo>
                  <a:lnTo>
                    <a:pt x="1945" y="591"/>
                  </a:lnTo>
                  <a:close/>
                  <a:moveTo>
                    <a:pt x="1657" y="403"/>
                  </a:moveTo>
                  <a:lnTo>
                    <a:pt x="1135" y="1190"/>
                  </a:lnTo>
                  <a:lnTo>
                    <a:pt x="1210" y="1266"/>
                  </a:lnTo>
                  <a:lnTo>
                    <a:pt x="1255" y="1266"/>
                  </a:lnTo>
                  <a:lnTo>
                    <a:pt x="1782" y="471"/>
                  </a:lnTo>
                  <a:lnTo>
                    <a:pt x="1721" y="436"/>
                  </a:lnTo>
                  <a:lnTo>
                    <a:pt x="1657" y="403"/>
                  </a:lnTo>
                  <a:close/>
                  <a:moveTo>
                    <a:pt x="615" y="334"/>
                  </a:moveTo>
                  <a:lnTo>
                    <a:pt x="574" y="348"/>
                  </a:lnTo>
                  <a:lnTo>
                    <a:pt x="509" y="374"/>
                  </a:lnTo>
                  <a:lnTo>
                    <a:pt x="445" y="403"/>
                  </a:lnTo>
                  <a:lnTo>
                    <a:pt x="382" y="436"/>
                  </a:lnTo>
                  <a:lnTo>
                    <a:pt x="478" y="530"/>
                  </a:lnTo>
                  <a:lnTo>
                    <a:pt x="615" y="334"/>
                  </a:lnTo>
                  <a:close/>
                  <a:moveTo>
                    <a:pt x="1318" y="289"/>
                  </a:moveTo>
                  <a:lnTo>
                    <a:pt x="883" y="937"/>
                  </a:lnTo>
                  <a:lnTo>
                    <a:pt x="990" y="1045"/>
                  </a:lnTo>
                  <a:lnTo>
                    <a:pt x="1466" y="326"/>
                  </a:lnTo>
                  <a:lnTo>
                    <a:pt x="1392" y="305"/>
                  </a:lnTo>
                  <a:lnTo>
                    <a:pt x="1318" y="289"/>
                  </a:lnTo>
                  <a:close/>
                  <a:moveTo>
                    <a:pt x="1052" y="263"/>
                  </a:moveTo>
                  <a:lnTo>
                    <a:pt x="979" y="265"/>
                  </a:lnTo>
                  <a:lnTo>
                    <a:pt x="906" y="271"/>
                  </a:lnTo>
                  <a:lnTo>
                    <a:pt x="622" y="676"/>
                  </a:lnTo>
                  <a:lnTo>
                    <a:pt x="737" y="792"/>
                  </a:lnTo>
                  <a:lnTo>
                    <a:pt x="1091" y="264"/>
                  </a:lnTo>
                  <a:lnTo>
                    <a:pt x="1052" y="263"/>
                  </a:lnTo>
                  <a:close/>
                  <a:moveTo>
                    <a:pt x="1052" y="0"/>
                  </a:moveTo>
                  <a:lnTo>
                    <a:pt x="1146" y="2"/>
                  </a:lnTo>
                  <a:lnTo>
                    <a:pt x="1239" y="10"/>
                  </a:lnTo>
                  <a:lnTo>
                    <a:pt x="1332" y="23"/>
                  </a:lnTo>
                  <a:lnTo>
                    <a:pt x="1423" y="41"/>
                  </a:lnTo>
                  <a:lnTo>
                    <a:pt x="1512" y="64"/>
                  </a:lnTo>
                  <a:lnTo>
                    <a:pt x="1600" y="92"/>
                  </a:lnTo>
                  <a:lnTo>
                    <a:pt x="1687" y="126"/>
                  </a:lnTo>
                  <a:lnTo>
                    <a:pt x="1771" y="164"/>
                  </a:lnTo>
                  <a:lnTo>
                    <a:pt x="1853" y="206"/>
                  </a:lnTo>
                  <a:lnTo>
                    <a:pt x="1933" y="253"/>
                  </a:lnTo>
                  <a:lnTo>
                    <a:pt x="2009" y="304"/>
                  </a:lnTo>
                  <a:lnTo>
                    <a:pt x="2084" y="361"/>
                  </a:lnTo>
                  <a:lnTo>
                    <a:pt x="2155" y="421"/>
                  </a:lnTo>
                  <a:lnTo>
                    <a:pt x="2223" y="485"/>
                  </a:lnTo>
                  <a:lnTo>
                    <a:pt x="2286" y="554"/>
                  </a:lnTo>
                  <a:lnTo>
                    <a:pt x="2345" y="625"/>
                  </a:lnTo>
                  <a:lnTo>
                    <a:pt x="2400" y="698"/>
                  </a:lnTo>
                  <a:lnTo>
                    <a:pt x="2451" y="776"/>
                  </a:lnTo>
                  <a:lnTo>
                    <a:pt x="2498" y="855"/>
                  </a:lnTo>
                  <a:lnTo>
                    <a:pt x="2540" y="937"/>
                  </a:lnTo>
                  <a:lnTo>
                    <a:pt x="2577" y="1023"/>
                  </a:lnTo>
                  <a:lnTo>
                    <a:pt x="2609" y="1109"/>
                  </a:lnTo>
                  <a:lnTo>
                    <a:pt x="2637" y="1197"/>
                  </a:lnTo>
                  <a:lnTo>
                    <a:pt x="2659" y="1288"/>
                  </a:lnTo>
                  <a:lnTo>
                    <a:pt x="2677" y="1380"/>
                  </a:lnTo>
                  <a:lnTo>
                    <a:pt x="2690" y="1474"/>
                  </a:lnTo>
                  <a:lnTo>
                    <a:pt x="2689" y="1488"/>
                  </a:lnTo>
                  <a:lnTo>
                    <a:pt x="2685" y="1501"/>
                  </a:lnTo>
                  <a:lnTo>
                    <a:pt x="2677" y="1513"/>
                  </a:lnTo>
                  <a:lnTo>
                    <a:pt x="2666" y="1522"/>
                  </a:lnTo>
                  <a:lnTo>
                    <a:pt x="2653" y="1527"/>
                  </a:lnTo>
                  <a:lnTo>
                    <a:pt x="2640" y="1529"/>
                  </a:lnTo>
                  <a:lnTo>
                    <a:pt x="1123" y="1529"/>
                  </a:lnTo>
                  <a:lnTo>
                    <a:pt x="1110" y="1528"/>
                  </a:lnTo>
                  <a:lnTo>
                    <a:pt x="1097" y="1523"/>
                  </a:lnTo>
                  <a:lnTo>
                    <a:pt x="1087" y="1515"/>
                  </a:lnTo>
                  <a:lnTo>
                    <a:pt x="14" y="440"/>
                  </a:lnTo>
                  <a:lnTo>
                    <a:pt x="6" y="429"/>
                  </a:lnTo>
                  <a:lnTo>
                    <a:pt x="1" y="416"/>
                  </a:lnTo>
                  <a:lnTo>
                    <a:pt x="0" y="402"/>
                  </a:lnTo>
                  <a:lnTo>
                    <a:pt x="2" y="388"/>
                  </a:lnTo>
                  <a:lnTo>
                    <a:pt x="9" y="375"/>
                  </a:lnTo>
                  <a:lnTo>
                    <a:pt x="18" y="365"/>
                  </a:lnTo>
                  <a:lnTo>
                    <a:pt x="93" y="308"/>
                  </a:lnTo>
                  <a:lnTo>
                    <a:pt x="171" y="256"/>
                  </a:lnTo>
                  <a:lnTo>
                    <a:pt x="250" y="208"/>
                  </a:lnTo>
                  <a:lnTo>
                    <a:pt x="333" y="166"/>
                  </a:lnTo>
                  <a:lnTo>
                    <a:pt x="417" y="128"/>
                  </a:lnTo>
                  <a:lnTo>
                    <a:pt x="504" y="94"/>
                  </a:lnTo>
                  <a:lnTo>
                    <a:pt x="592" y="65"/>
                  </a:lnTo>
                  <a:lnTo>
                    <a:pt x="682" y="42"/>
                  </a:lnTo>
                  <a:lnTo>
                    <a:pt x="773" y="24"/>
                  </a:lnTo>
                  <a:lnTo>
                    <a:pt x="866" y="10"/>
                  </a:lnTo>
                  <a:lnTo>
                    <a:pt x="958" y="3"/>
                  </a:lnTo>
                  <a:lnTo>
                    <a:pt x="105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0" name="Freeform 57"/>
            <p:cNvSpPr>
              <a:spLocks noEditPoints="1"/>
            </p:cNvSpPr>
            <p:nvPr/>
          </p:nvSpPr>
          <p:spPr bwMode="auto">
            <a:xfrm>
              <a:off x="4276725" y="4754563"/>
              <a:ext cx="157163" cy="250825"/>
            </a:xfrm>
            <a:custGeom>
              <a:avLst/>
              <a:gdLst>
                <a:gd name="T0" fmla="*/ 403 w 1481"/>
                <a:gd name="T1" fmla="*/ 446 h 2369"/>
                <a:gd name="T2" fmla="*/ 348 w 1481"/>
                <a:gd name="T3" fmla="*/ 575 h 2369"/>
                <a:gd name="T4" fmla="*/ 301 w 1481"/>
                <a:gd name="T5" fmla="*/ 731 h 2369"/>
                <a:gd name="T6" fmla="*/ 273 w 1481"/>
                <a:gd name="T7" fmla="*/ 891 h 2369"/>
                <a:gd name="T8" fmla="*/ 263 w 1481"/>
                <a:gd name="T9" fmla="*/ 1053 h 2369"/>
                <a:gd name="T10" fmla="*/ 276 w 1481"/>
                <a:gd name="T11" fmla="*/ 1241 h 2369"/>
                <a:gd name="T12" fmla="*/ 312 w 1481"/>
                <a:gd name="T13" fmla="*/ 1423 h 2369"/>
                <a:gd name="T14" fmla="*/ 373 w 1481"/>
                <a:gd name="T15" fmla="*/ 1598 h 2369"/>
                <a:gd name="T16" fmla="*/ 448 w 1481"/>
                <a:gd name="T17" fmla="*/ 1748 h 2369"/>
                <a:gd name="T18" fmla="*/ 529 w 1481"/>
                <a:gd name="T19" fmla="*/ 1872 h 2369"/>
                <a:gd name="T20" fmla="*/ 624 w 1481"/>
                <a:gd name="T21" fmla="*/ 1988 h 2369"/>
                <a:gd name="T22" fmla="*/ 435 w 1481"/>
                <a:gd name="T23" fmla="*/ 383 h 2369"/>
                <a:gd name="T24" fmla="*/ 415 w 1481"/>
                <a:gd name="T25" fmla="*/ 1 h 2369"/>
                <a:gd name="T26" fmla="*/ 439 w 1481"/>
                <a:gd name="T27" fmla="*/ 15 h 2369"/>
                <a:gd name="T28" fmla="*/ 1475 w 1481"/>
                <a:gd name="T29" fmla="*/ 1054 h 2369"/>
                <a:gd name="T30" fmla="*/ 1481 w 1481"/>
                <a:gd name="T31" fmla="*/ 1081 h 2369"/>
                <a:gd name="T32" fmla="*/ 1474 w 1481"/>
                <a:gd name="T33" fmla="*/ 1106 h 2369"/>
                <a:gd name="T34" fmla="*/ 704 w 1481"/>
                <a:gd name="T35" fmla="*/ 2356 h 2369"/>
                <a:gd name="T36" fmla="*/ 679 w 1481"/>
                <a:gd name="T37" fmla="*/ 2368 h 2369"/>
                <a:gd name="T38" fmla="*/ 654 w 1481"/>
                <a:gd name="T39" fmla="*/ 2366 h 2369"/>
                <a:gd name="T40" fmla="*/ 564 w 1481"/>
                <a:gd name="T41" fmla="*/ 2298 h 2369"/>
                <a:gd name="T42" fmla="*/ 429 w 1481"/>
                <a:gd name="T43" fmla="*/ 2166 h 2369"/>
                <a:gd name="T44" fmla="*/ 311 w 1481"/>
                <a:gd name="T45" fmla="*/ 2020 h 2369"/>
                <a:gd name="T46" fmla="*/ 211 w 1481"/>
                <a:gd name="T47" fmla="*/ 1863 h 2369"/>
                <a:gd name="T48" fmla="*/ 128 w 1481"/>
                <a:gd name="T49" fmla="*/ 1696 h 2369"/>
                <a:gd name="T50" fmla="*/ 66 w 1481"/>
                <a:gd name="T51" fmla="*/ 1521 h 2369"/>
                <a:gd name="T52" fmla="*/ 24 w 1481"/>
                <a:gd name="T53" fmla="*/ 1338 h 2369"/>
                <a:gd name="T54" fmla="*/ 3 w 1481"/>
                <a:gd name="T55" fmla="*/ 1150 h 2369"/>
                <a:gd name="T56" fmla="*/ 3 w 1481"/>
                <a:gd name="T57" fmla="*/ 960 h 2369"/>
                <a:gd name="T58" fmla="*/ 24 w 1481"/>
                <a:gd name="T59" fmla="*/ 775 h 2369"/>
                <a:gd name="T60" fmla="*/ 66 w 1481"/>
                <a:gd name="T61" fmla="*/ 593 h 2369"/>
                <a:gd name="T62" fmla="*/ 127 w 1481"/>
                <a:gd name="T63" fmla="*/ 419 h 2369"/>
                <a:gd name="T64" fmla="*/ 209 w 1481"/>
                <a:gd name="T65" fmla="*/ 251 h 2369"/>
                <a:gd name="T66" fmla="*/ 308 w 1481"/>
                <a:gd name="T67" fmla="*/ 93 h 2369"/>
                <a:gd name="T68" fmla="*/ 374 w 1481"/>
                <a:gd name="T69" fmla="*/ 9 h 2369"/>
                <a:gd name="T70" fmla="*/ 401 w 1481"/>
                <a:gd name="T71" fmla="*/ 0 h 2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1" h="2369">
                  <a:moveTo>
                    <a:pt x="435" y="383"/>
                  </a:moveTo>
                  <a:lnTo>
                    <a:pt x="403" y="446"/>
                  </a:lnTo>
                  <a:lnTo>
                    <a:pt x="373" y="510"/>
                  </a:lnTo>
                  <a:lnTo>
                    <a:pt x="348" y="575"/>
                  </a:lnTo>
                  <a:lnTo>
                    <a:pt x="322" y="653"/>
                  </a:lnTo>
                  <a:lnTo>
                    <a:pt x="301" y="731"/>
                  </a:lnTo>
                  <a:lnTo>
                    <a:pt x="284" y="810"/>
                  </a:lnTo>
                  <a:lnTo>
                    <a:pt x="273" y="891"/>
                  </a:lnTo>
                  <a:lnTo>
                    <a:pt x="266" y="972"/>
                  </a:lnTo>
                  <a:lnTo>
                    <a:pt x="263" y="1053"/>
                  </a:lnTo>
                  <a:lnTo>
                    <a:pt x="266" y="1148"/>
                  </a:lnTo>
                  <a:lnTo>
                    <a:pt x="276" y="1241"/>
                  </a:lnTo>
                  <a:lnTo>
                    <a:pt x="291" y="1333"/>
                  </a:lnTo>
                  <a:lnTo>
                    <a:pt x="312" y="1423"/>
                  </a:lnTo>
                  <a:lnTo>
                    <a:pt x="340" y="1512"/>
                  </a:lnTo>
                  <a:lnTo>
                    <a:pt x="373" y="1598"/>
                  </a:lnTo>
                  <a:lnTo>
                    <a:pt x="413" y="1683"/>
                  </a:lnTo>
                  <a:lnTo>
                    <a:pt x="448" y="1748"/>
                  </a:lnTo>
                  <a:lnTo>
                    <a:pt x="487" y="1811"/>
                  </a:lnTo>
                  <a:lnTo>
                    <a:pt x="529" y="1872"/>
                  </a:lnTo>
                  <a:lnTo>
                    <a:pt x="574" y="1931"/>
                  </a:lnTo>
                  <a:lnTo>
                    <a:pt x="624" y="1988"/>
                  </a:lnTo>
                  <a:lnTo>
                    <a:pt x="1162" y="1111"/>
                  </a:lnTo>
                  <a:lnTo>
                    <a:pt x="435" y="383"/>
                  </a:lnTo>
                  <a:close/>
                  <a:moveTo>
                    <a:pt x="401" y="0"/>
                  </a:moveTo>
                  <a:lnTo>
                    <a:pt x="415" y="1"/>
                  </a:lnTo>
                  <a:lnTo>
                    <a:pt x="428" y="6"/>
                  </a:lnTo>
                  <a:lnTo>
                    <a:pt x="439" y="15"/>
                  </a:lnTo>
                  <a:lnTo>
                    <a:pt x="1466" y="1043"/>
                  </a:lnTo>
                  <a:lnTo>
                    <a:pt x="1475" y="1054"/>
                  </a:lnTo>
                  <a:lnTo>
                    <a:pt x="1480" y="1067"/>
                  </a:lnTo>
                  <a:lnTo>
                    <a:pt x="1481" y="1081"/>
                  </a:lnTo>
                  <a:lnTo>
                    <a:pt x="1479" y="1094"/>
                  </a:lnTo>
                  <a:lnTo>
                    <a:pt x="1474" y="1106"/>
                  </a:lnTo>
                  <a:lnTo>
                    <a:pt x="713" y="2345"/>
                  </a:lnTo>
                  <a:lnTo>
                    <a:pt x="704" y="2356"/>
                  </a:lnTo>
                  <a:lnTo>
                    <a:pt x="692" y="2364"/>
                  </a:lnTo>
                  <a:lnTo>
                    <a:pt x="679" y="2368"/>
                  </a:lnTo>
                  <a:lnTo>
                    <a:pt x="670" y="2369"/>
                  </a:lnTo>
                  <a:lnTo>
                    <a:pt x="654" y="2366"/>
                  </a:lnTo>
                  <a:lnTo>
                    <a:pt x="639" y="2359"/>
                  </a:lnTo>
                  <a:lnTo>
                    <a:pt x="564" y="2298"/>
                  </a:lnTo>
                  <a:lnTo>
                    <a:pt x="494" y="2234"/>
                  </a:lnTo>
                  <a:lnTo>
                    <a:pt x="429" y="2166"/>
                  </a:lnTo>
                  <a:lnTo>
                    <a:pt x="368" y="2094"/>
                  </a:lnTo>
                  <a:lnTo>
                    <a:pt x="311" y="2020"/>
                  </a:lnTo>
                  <a:lnTo>
                    <a:pt x="259" y="1944"/>
                  </a:lnTo>
                  <a:lnTo>
                    <a:pt x="211" y="1863"/>
                  </a:lnTo>
                  <a:lnTo>
                    <a:pt x="167" y="1781"/>
                  </a:lnTo>
                  <a:lnTo>
                    <a:pt x="128" y="1696"/>
                  </a:lnTo>
                  <a:lnTo>
                    <a:pt x="95" y="1610"/>
                  </a:lnTo>
                  <a:lnTo>
                    <a:pt x="66" y="1521"/>
                  </a:lnTo>
                  <a:lnTo>
                    <a:pt x="43" y="1430"/>
                  </a:lnTo>
                  <a:lnTo>
                    <a:pt x="24" y="1338"/>
                  </a:lnTo>
                  <a:lnTo>
                    <a:pt x="11" y="1244"/>
                  </a:lnTo>
                  <a:lnTo>
                    <a:pt x="3" y="1150"/>
                  </a:lnTo>
                  <a:lnTo>
                    <a:pt x="0" y="1053"/>
                  </a:lnTo>
                  <a:lnTo>
                    <a:pt x="3" y="960"/>
                  </a:lnTo>
                  <a:lnTo>
                    <a:pt x="11" y="867"/>
                  </a:lnTo>
                  <a:lnTo>
                    <a:pt x="24" y="775"/>
                  </a:lnTo>
                  <a:lnTo>
                    <a:pt x="42" y="684"/>
                  </a:lnTo>
                  <a:lnTo>
                    <a:pt x="66" y="593"/>
                  </a:lnTo>
                  <a:lnTo>
                    <a:pt x="94" y="505"/>
                  </a:lnTo>
                  <a:lnTo>
                    <a:pt x="127" y="419"/>
                  </a:lnTo>
                  <a:lnTo>
                    <a:pt x="165" y="333"/>
                  </a:lnTo>
                  <a:lnTo>
                    <a:pt x="209" y="251"/>
                  </a:lnTo>
                  <a:lnTo>
                    <a:pt x="256" y="170"/>
                  </a:lnTo>
                  <a:lnTo>
                    <a:pt x="308" y="93"/>
                  </a:lnTo>
                  <a:lnTo>
                    <a:pt x="364" y="19"/>
                  </a:lnTo>
                  <a:lnTo>
                    <a:pt x="374" y="9"/>
                  </a:lnTo>
                  <a:lnTo>
                    <a:pt x="387" y="3"/>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1" name="Freeform 58"/>
            <p:cNvSpPr>
              <a:spLocks/>
            </p:cNvSpPr>
            <p:nvPr/>
          </p:nvSpPr>
          <p:spPr bwMode="auto">
            <a:xfrm>
              <a:off x="4373563" y="4878388"/>
              <a:ext cx="250825" cy="161925"/>
            </a:xfrm>
            <a:custGeom>
              <a:avLst/>
              <a:gdLst>
                <a:gd name="T0" fmla="*/ 832 w 2375"/>
                <a:gd name="T1" fmla="*/ 0 h 1530"/>
                <a:gd name="T2" fmla="*/ 2325 w 2375"/>
                <a:gd name="T3" fmla="*/ 0 h 1530"/>
                <a:gd name="T4" fmla="*/ 2338 w 2375"/>
                <a:gd name="T5" fmla="*/ 2 h 1530"/>
                <a:gd name="T6" fmla="*/ 2351 w 2375"/>
                <a:gd name="T7" fmla="*/ 8 h 1530"/>
                <a:gd name="T8" fmla="*/ 2362 w 2375"/>
                <a:gd name="T9" fmla="*/ 17 h 1530"/>
                <a:gd name="T10" fmla="*/ 2370 w 2375"/>
                <a:gd name="T11" fmla="*/ 29 h 1530"/>
                <a:gd name="T12" fmla="*/ 2374 w 2375"/>
                <a:gd name="T13" fmla="*/ 42 h 1530"/>
                <a:gd name="T14" fmla="*/ 2375 w 2375"/>
                <a:gd name="T15" fmla="*/ 56 h 1530"/>
                <a:gd name="T16" fmla="*/ 2362 w 2375"/>
                <a:gd name="T17" fmla="*/ 150 h 1530"/>
                <a:gd name="T18" fmla="*/ 2344 w 2375"/>
                <a:gd name="T19" fmla="*/ 242 h 1530"/>
                <a:gd name="T20" fmla="*/ 2322 w 2375"/>
                <a:gd name="T21" fmla="*/ 333 h 1530"/>
                <a:gd name="T22" fmla="*/ 2294 w 2375"/>
                <a:gd name="T23" fmla="*/ 421 h 1530"/>
                <a:gd name="T24" fmla="*/ 2262 w 2375"/>
                <a:gd name="T25" fmla="*/ 507 h 1530"/>
                <a:gd name="T26" fmla="*/ 2225 w 2375"/>
                <a:gd name="T27" fmla="*/ 592 h 1530"/>
                <a:gd name="T28" fmla="*/ 2183 w 2375"/>
                <a:gd name="T29" fmla="*/ 674 h 1530"/>
                <a:gd name="T30" fmla="*/ 2136 w 2375"/>
                <a:gd name="T31" fmla="*/ 754 h 1530"/>
                <a:gd name="T32" fmla="*/ 2085 w 2375"/>
                <a:gd name="T33" fmla="*/ 831 h 1530"/>
                <a:gd name="T34" fmla="*/ 2030 w 2375"/>
                <a:gd name="T35" fmla="*/ 905 h 1530"/>
                <a:gd name="T36" fmla="*/ 1971 w 2375"/>
                <a:gd name="T37" fmla="*/ 976 h 1530"/>
                <a:gd name="T38" fmla="*/ 1908 w 2375"/>
                <a:gd name="T39" fmla="*/ 1045 h 1530"/>
                <a:gd name="T40" fmla="*/ 1840 w 2375"/>
                <a:gd name="T41" fmla="*/ 1109 h 1530"/>
                <a:gd name="T42" fmla="*/ 1769 w 2375"/>
                <a:gd name="T43" fmla="*/ 1169 h 1530"/>
                <a:gd name="T44" fmla="*/ 1694 w 2375"/>
                <a:gd name="T45" fmla="*/ 1226 h 1530"/>
                <a:gd name="T46" fmla="*/ 1618 w 2375"/>
                <a:gd name="T47" fmla="*/ 1277 h 1530"/>
                <a:gd name="T48" fmla="*/ 1538 w 2375"/>
                <a:gd name="T49" fmla="*/ 1324 h 1530"/>
                <a:gd name="T50" fmla="*/ 1456 w 2375"/>
                <a:gd name="T51" fmla="*/ 1366 h 1530"/>
                <a:gd name="T52" fmla="*/ 1372 w 2375"/>
                <a:gd name="T53" fmla="*/ 1404 h 1530"/>
                <a:gd name="T54" fmla="*/ 1285 w 2375"/>
                <a:gd name="T55" fmla="*/ 1437 h 1530"/>
                <a:gd name="T56" fmla="*/ 1197 w 2375"/>
                <a:gd name="T57" fmla="*/ 1465 h 1530"/>
                <a:gd name="T58" fmla="*/ 1108 w 2375"/>
                <a:gd name="T59" fmla="*/ 1488 h 1530"/>
                <a:gd name="T60" fmla="*/ 1017 w 2375"/>
                <a:gd name="T61" fmla="*/ 1506 h 1530"/>
                <a:gd name="T62" fmla="*/ 924 w 2375"/>
                <a:gd name="T63" fmla="*/ 1519 h 1530"/>
                <a:gd name="T64" fmla="*/ 831 w 2375"/>
                <a:gd name="T65" fmla="*/ 1527 h 1530"/>
                <a:gd name="T66" fmla="*/ 737 w 2375"/>
                <a:gd name="T67" fmla="*/ 1530 h 1530"/>
                <a:gd name="T68" fmla="*/ 644 w 2375"/>
                <a:gd name="T69" fmla="*/ 1527 h 1530"/>
                <a:gd name="T70" fmla="*/ 553 w 2375"/>
                <a:gd name="T71" fmla="*/ 1520 h 1530"/>
                <a:gd name="T72" fmla="*/ 462 w 2375"/>
                <a:gd name="T73" fmla="*/ 1507 h 1530"/>
                <a:gd name="T74" fmla="*/ 373 w 2375"/>
                <a:gd name="T75" fmla="*/ 1490 h 1530"/>
                <a:gd name="T76" fmla="*/ 285 w 2375"/>
                <a:gd name="T77" fmla="*/ 1468 h 1530"/>
                <a:gd name="T78" fmla="*/ 199 w 2375"/>
                <a:gd name="T79" fmla="*/ 1440 h 1530"/>
                <a:gd name="T80" fmla="*/ 113 w 2375"/>
                <a:gd name="T81" fmla="*/ 1407 h 1530"/>
                <a:gd name="T82" fmla="*/ 29 w 2375"/>
                <a:gd name="T83" fmla="*/ 1370 h 1530"/>
                <a:gd name="T84" fmla="*/ 17 w 2375"/>
                <a:gd name="T85" fmla="*/ 1362 h 1530"/>
                <a:gd name="T86" fmla="*/ 8 w 2375"/>
                <a:gd name="T87" fmla="*/ 1352 h 1530"/>
                <a:gd name="T88" fmla="*/ 2 w 2375"/>
                <a:gd name="T89" fmla="*/ 1339 h 1530"/>
                <a:gd name="T90" fmla="*/ 0 w 2375"/>
                <a:gd name="T91" fmla="*/ 1325 h 1530"/>
                <a:gd name="T92" fmla="*/ 2 w 2375"/>
                <a:gd name="T93" fmla="*/ 1311 h 1530"/>
                <a:gd name="T94" fmla="*/ 8 w 2375"/>
                <a:gd name="T95" fmla="*/ 1298 h 1530"/>
                <a:gd name="T96" fmla="*/ 789 w 2375"/>
                <a:gd name="T97" fmla="*/ 24 h 1530"/>
                <a:gd name="T98" fmla="*/ 798 w 2375"/>
                <a:gd name="T99" fmla="*/ 14 h 1530"/>
                <a:gd name="T100" fmla="*/ 808 w 2375"/>
                <a:gd name="T101" fmla="*/ 7 h 1530"/>
                <a:gd name="T102" fmla="*/ 820 w 2375"/>
                <a:gd name="T103" fmla="*/ 2 h 1530"/>
                <a:gd name="T104" fmla="*/ 832 w 2375"/>
                <a:gd name="T105" fmla="*/ 0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75" h="1530">
                  <a:moveTo>
                    <a:pt x="832" y="0"/>
                  </a:moveTo>
                  <a:lnTo>
                    <a:pt x="2325" y="0"/>
                  </a:lnTo>
                  <a:lnTo>
                    <a:pt x="2338" y="2"/>
                  </a:lnTo>
                  <a:lnTo>
                    <a:pt x="2351" y="8"/>
                  </a:lnTo>
                  <a:lnTo>
                    <a:pt x="2362" y="17"/>
                  </a:lnTo>
                  <a:lnTo>
                    <a:pt x="2370" y="29"/>
                  </a:lnTo>
                  <a:lnTo>
                    <a:pt x="2374" y="42"/>
                  </a:lnTo>
                  <a:lnTo>
                    <a:pt x="2375" y="56"/>
                  </a:lnTo>
                  <a:lnTo>
                    <a:pt x="2362" y="150"/>
                  </a:lnTo>
                  <a:lnTo>
                    <a:pt x="2344" y="242"/>
                  </a:lnTo>
                  <a:lnTo>
                    <a:pt x="2322" y="333"/>
                  </a:lnTo>
                  <a:lnTo>
                    <a:pt x="2294" y="421"/>
                  </a:lnTo>
                  <a:lnTo>
                    <a:pt x="2262" y="507"/>
                  </a:lnTo>
                  <a:lnTo>
                    <a:pt x="2225" y="592"/>
                  </a:lnTo>
                  <a:lnTo>
                    <a:pt x="2183" y="674"/>
                  </a:lnTo>
                  <a:lnTo>
                    <a:pt x="2136" y="754"/>
                  </a:lnTo>
                  <a:lnTo>
                    <a:pt x="2085" y="831"/>
                  </a:lnTo>
                  <a:lnTo>
                    <a:pt x="2030" y="905"/>
                  </a:lnTo>
                  <a:lnTo>
                    <a:pt x="1971" y="976"/>
                  </a:lnTo>
                  <a:lnTo>
                    <a:pt x="1908" y="1045"/>
                  </a:lnTo>
                  <a:lnTo>
                    <a:pt x="1840" y="1109"/>
                  </a:lnTo>
                  <a:lnTo>
                    <a:pt x="1769" y="1169"/>
                  </a:lnTo>
                  <a:lnTo>
                    <a:pt x="1694" y="1226"/>
                  </a:lnTo>
                  <a:lnTo>
                    <a:pt x="1618" y="1277"/>
                  </a:lnTo>
                  <a:lnTo>
                    <a:pt x="1538" y="1324"/>
                  </a:lnTo>
                  <a:lnTo>
                    <a:pt x="1456" y="1366"/>
                  </a:lnTo>
                  <a:lnTo>
                    <a:pt x="1372" y="1404"/>
                  </a:lnTo>
                  <a:lnTo>
                    <a:pt x="1285" y="1437"/>
                  </a:lnTo>
                  <a:lnTo>
                    <a:pt x="1197" y="1465"/>
                  </a:lnTo>
                  <a:lnTo>
                    <a:pt x="1108" y="1488"/>
                  </a:lnTo>
                  <a:lnTo>
                    <a:pt x="1017" y="1506"/>
                  </a:lnTo>
                  <a:lnTo>
                    <a:pt x="924" y="1519"/>
                  </a:lnTo>
                  <a:lnTo>
                    <a:pt x="831" y="1527"/>
                  </a:lnTo>
                  <a:lnTo>
                    <a:pt x="737" y="1530"/>
                  </a:lnTo>
                  <a:lnTo>
                    <a:pt x="644" y="1527"/>
                  </a:lnTo>
                  <a:lnTo>
                    <a:pt x="553" y="1520"/>
                  </a:lnTo>
                  <a:lnTo>
                    <a:pt x="462" y="1507"/>
                  </a:lnTo>
                  <a:lnTo>
                    <a:pt x="373" y="1490"/>
                  </a:lnTo>
                  <a:lnTo>
                    <a:pt x="285" y="1468"/>
                  </a:lnTo>
                  <a:lnTo>
                    <a:pt x="199" y="1440"/>
                  </a:lnTo>
                  <a:lnTo>
                    <a:pt x="113" y="1407"/>
                  </a:lnTo>
                  <a:lnTo>
                    <a:pt x="29" y="1370"/>
                  </a:lnTo>
                  <a:lnTo>
                    <a:pt x="17" y="1362"/>
                  </a:lnTo>
                  <a:lnTo>
                    <a:pt x="8" y="1352"/>
                  </a:lnTo>
                  <a:lnTo>
                    <a:pt x="2" y="1339"/>
                  </a:lnTo>
                  <a:lnTo>
                    <a:pt x="0" y="1325"/>
                  </a:lnTo>
                  <a:lnTo>
                    <a:pt x="2" y="1311"/>
                  </a:lnTo>
                  <a:lnTo>
                    <a:pt x="8" y="1298"/>
                  </a:lnTo>
                  <a:lnTo>
                    <a:pt x="789" y="24"/>
                  </a:lnTo>
                  <a:lnTo>
                    <a:pt x="798" y="14"/>
                  </a:lnTo>
                  <a:lnTo>
                    <a:pt x="808" y="7"/>
                  </a:lnTo>
                  <a:lnTo>
                    <a:pt x="820" y="2"/>
                  </a:lnTo>
                  <a:lnTo>
                    <a:pt x="8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2" name="Group 61"/>
          <p:cNvGrpSpPr/>
          <p:nvPr/>
        </p:nvGrpSpPr>
        <p:grpSpPr>
          <a:xfrm>
            <a:off x="2744349" y="2997136"/>
            <a:ext cx="370972" cy="368521"/>
            <a:chOff x="5509038" y="2829908"/>
            <a:chExt cx="376386" cy="373901"/>
          </a:xfrm>
          <a:solidFill>
            <a:schemeClr val="tx1">
              <a:lumMod val="95000"/>
              <a:lumOff val="5000"/>
            </a:schemeClr>
          </a:solidFill>
        </p:grpSpPr>
        <p:sp>
          <p:nvSpPr>
            <p:cNvPr id="63" name="Freeform 6"/>
            <p:cNvSpPr>
              <a:spLocks/>
            </p:cNvSpPr>
            <p:nvPr/>
          </p:nvSpPr>
          <p:spPr bwMode="auto">
            <a:xfrm>
              <a:off x="5509038" y="2887049"/>
              <a:ext cx="318002" cy="316760"/>
            </a:xfrm>
            <a:custGeom>
              <a:avLst/>
              <a:gdLst>
                <a:gd name="T0" fmla="*/ 910 w 2818"/>
                <a:gd name="T1" fmla="*/ 10 h 2801"/>
                <a:gd name="T2" fmla="*/ 1156 w 2818"/>
                <a:gd name="T3" fmla="*/ 65 h 2801"/>
                <a:gd name="T4" fmla="*/ 1408 w 2818"/>
                <a:gd name="T5" fmla="*/ 164 h 2801"/>
                <a:gd name="T6" fmla="*/ 1660 w 2818"/>
                <a:gd name="T7" fmla="*/ 305 h 2801"/>
                <a:gd name="T8" fmla="*/ 1667 w 2818"/>
                <a:gd name="T9" fmla="*/ 440 h 2801"/>
                <a:gd name="T10" fmla="*/ 1530 w 2818"/>
                <a:gd name="T11" fmla="*/ 624 h 2801"/>
                <a:gd name="T12" fmla="*/ 1309 w 2818"/>
                <a:gd name="T13" fmla="*/ 493 h 2801"/>
                <a:gd name="T14" fmla="*/ 1092 w 2818"/>
                <a:gd name="T15" fmla="*/ 400 h 2801"/>
                <a:gd name="T16" fmla="*/ 884 w 2818"/>
                <a:gd name="T17" fmla="*/ 348 h 2801"/>
                <a:gd name="T18" fmla="*/ 697 w 2818"/>
                <a:gd name="T19" fmla="*/ 340 h 2801"/>
                <a:gd name="T20" fmla="*/ 554 w 2818"/>
                <a:gd name="T21" fmla="*/ 372 h 2801"/>
                <a:gd name="T22" fmla="*/ 445 w 2818"/>
                <a:gd name="T23" fmla="*/ 444 h 2801"/>
                <a:gd name="T24" fmla="*/ 377 w 2818"/>
                <a:gd name="T25" fmla="*/ 547 h 2801"/>
                <a:gd name="T26" fmla="*/ 344 w 2818"/>
                <a:gd name="T27" fmla="*/ 684 h 2801"/>
                <a:gd name="T28" fmla="*/ 348 w 2818"/>
                <a:gd name="T29" fmla="*/ 849 h 2801"/>
                <a:gd name="T30" fmla="*/ 388 w 2818"/>
                <a:gd name="T31" fmla="*/ 1035 h 2801"/>
                <a:gd name="T32" fmla="*/ 465 w 2818"/>
                <a:gd name="T33" fmla="*/ 1236 h 2801"/>
                <a:gd name="T34" fmla="*/ 580 w 2818"/>
                <a:gd name="T35" fmla="*/ 1449 h 2801"/>
                <a:gd name="T36" fmla="*/ 734 w 2818"/>
                <a:gd name="T37" fmla="*/ 1665 h 2801"/>
                <a:gd name="T38" fmla="*/ 927 w 2818"/>
                <a:gd name="T39" fmla="*/ 1879 h 2801"/>
                <a:gd name="T40" fmla="*/ 1138 w 2818"/>
                <a:gd name="T41" fmla="*/ 2066 h 2801"/>
                <a:gd name="T42" fmla="*/ 1357 w 2818"/>
                <a:gd name="T43" fmla="*/ 2222 h 2801"/>
                <a:gd name="T44" fmla="*/ 1578 w 2818"/>
                <a:gd name="T45" fmla="*/ 2342 h 2801"/>
                <a:gd name="T46" fmla="*/ 1795 w 2818"/>
                <a:gd name="T47" fmla="*/ 2422 h 2801"/>
                <a:gd name="T48" fmla="*/ 2000 w 2818"/>
                <a:gd name="T49" fmla="*/ 2461 h 2801"/>
                <a:gd name="T50" fmla="*/ 2171 w 2818"/>
                <a:gd name="T51" fmla="*/ 2454 h 2801"/>
                <a:gd name="T52" fmla="*/ 2303 w 2818"/>
                <a:gd name="T53" fmla="*/ 2409 h 2801"/>
                <a:gd name="T54" fmla="*/ 2399 w 2818"/>
                <a:gd name="T55" fmla="*/ 2326 h 2801"/>
                <a:gd name="T56" fmla="*/ 2455 w 2818"/>
                <a:gd name="T57" fmla="*/ 2214 h 2801"/>
                <a:gd name="T58" fmla="*/ 2477 w 2818"/>
                <a:gd name="T59" fmla="*/ 2073 h 2801"/>
                <a:gd name="T60" fmla="*/ 2465 w 2818"/>
                <a:gd name="T61" fmla="*/ 1906 h 2801"/>
                <a:gd name="T62" fmla="*/ 2410 w 2818"/>
                <a:gd name="T63" fmla="*/ 1701 h 2801"/>
                <a:gd name="T64" fmla="*/ 2294 w 2818"/>
                <a:gd name="T65" fmla="*/ 1449 h 2801"/>
                <a:gd name="T66" fmla="*/ 2252 w 2818"/>
                <a:gd name="T67" fmla="*/ 1241 h 2801"/>
                <a:gd name="T68" fmla="*/ 2436 w 2818"/>
                <a:gd name="T69" fmla="*/ 1087 h 2801"/>
                <a:gd name="T70" fmla="*/ 2568 w 2818"/>
                <a:gd name="T71" fmla="*/ 1244 h 2801"/>
                <a:gd name="T72" fmla="*/ 2701 w 2818"/>
                <a:gd name="T73" fmla="*/ 1513 h 2801"/>
                <a:gd name="T74" fmla="*/ 2785 w 2818"/>
                <a:gd name="T75" fmla="*/ 1772 h 2801"/>
                <a:gd name="T76" fmla="*/ 2817 w 2818"/>
                <a:gd name="T77" fmla="*/ 2001 h 2801"/>
                <a:gd name="T78" fmla="*/ 2807 w 2818"/>
                <a:gd name="T79" fmla="*/ 2209 h 2801"/>
                <a:gd name="T80" fmla="*/ 2751 w 2818"/>
                <a:gd name="T81" fmla="*/ 2393 h 2801"/>
                <a:gd name="T82" fmla="*/ 2654 w 2818"/>
                <a:gd name="T83" fmla="*/ 2550 h 2801"/>
                <a:gd name="T84" fmla="*/ 2525 w 2818"/>
                <a:gd name="T85" fmla="*/ 2669 h 2801"/>
                <a:gd name="T86" fmla="*/ 2371 w 2818"/>
                <a:gd name="T87" fmla="*/ 2749 h 2801"/>
                <a:gd name="T88" fmla="*/ 2194 w 2818"/>
                <a:gd name="T89" fmla="*/ 2792 h 2801"/>
                <a:gd name="T90" fmla="*/ 1982 w 2818"/>
                <a:gd name="T91" fmla="*/ 2799 h 2801"/>
                <a:gd name="T92" fmla="*/ 1727 w 2818"/>
                <a:gd name="T93" fmla="*/ 2755 h 2801"/>
                <a:gd name="T94" fmla="*/ 1464 w 2818"/>
                <a:gd name="T95" fmla="*/ 2661 h 2801"/>
                <a:gd name="T96" fmla="*/ 1198 w 2818"/>
                <a:gd name="T97" fmla="*/ 2522 h 2801"/>
                <a:gd name="T98" fmla="*/ 936 w 2818"/>
                <a:gd name="T99" fmla="*/ 2340 h 2801"/>
                <a:gd name="T100" fmla="*/ 686 w 2818"/>
                <a:gd name="T101" fmla="*/ 2118 h 2801"/>
                <a:gd name="T102" fmla="*/ 486 w 2818"/>
                <a:gd name="T103" fmla="*/ 1897 h 2801"/>
                <a:gd name="T104" fmla="*/ 317 w 2818"/>
                <a:gd name="T105" fmla="*/ 1669 h 2801"/>
                <a:gd name="T106" fmla="*/ 184 w 2818"/>
                <a:gd name="T107" fmla="*/ 1438 h 2801"/>
                <a:gd name="T108" fmla="*/ 86 w 2818"/>
                <a:gd name="T109" fmla="*/ 1209 h 2801"/>
                <a:gd name="T110" fmla="*/ 24 w 2818"/>
                <a:gd name="T111" fmla="*/ 987 h 2801"/>
                <a:gd name="T112" fmla="*/ 0 w 2818"/>
                <a:gd name="T113" fmla="*/ 776 h 2801"/>
                <a:gd name="T114" fmla="*/ 14 w 2818"/>
                <a:gd name="T115" fmla="*/ 579 h 2801"/>
                <a:gd name="T116" fmla="*/ 68 w 2818"/>
                <a:gd name="T117" fmla="*/ 401 h 2801"/>
                <a:gd name="T118" fmla="*/ 163 w 2818"/>
                <a:gd name="T119" fmla="*/ 249 h 2801"/>
                <a:gd name="T120" fmla="*/ 292 w 2818"/>
                <a:gd name="T121" fmla="*/ 132 h 2801"/>
                <a:gd name="T122" fmla="*/ 445 w 2818"/>
                <a:gd name="T123" fmla="*/ 52 h 2801"/>
                <a:gd name="T124" fmla="*/ 623 w 2818"/>
                <a:gd name="T125" fmla="*/ 8 h 2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18" h="2801">
                  <a:moveTo>
                    <a:pt x="753" y="0"/>
                  </a:moveTo>
                  <a:lnTo>
                    <a:pt x="830" y="2"/>
                  </a:lnTo>
                  <a:lnTo>
                    <a:pt x="910" y="10"/>
                  </a:lnTo>
                  <a:lnTo>
                    <a:pt x="991" y="24"/>
                  </a:lnTo>
                  <a:lnTo>
                    <a:pt x="1073" y="41"/>
                  </a:lnTo>
                  <a:lnTo>
                    <a:pt x="1156" y="65"/>
                  </a:lnTo>
                  <a:lnTo>
                    <a:pt x="1240" y="93"/>
                  </a:lnTo>
                  <a:lnTo>
                    <a:pt x="1323" y="127"/>
                  </a:lnTo>
                  <a:lnTo>
                    <a:pt x="1408" y="164"/>
                  </a:lnTo>
                  <a:lnTo>
                    <a:pt x="1492" y="207"/>
                  </a:lnTo>
                  <a:lnTo>
                    <a:pt x="1577" y="254"/>
                  </a:lnTo>
                  <a:lnTo>
                    <a:pt x="1660" y="305"/>
                  </a:lnTo>
                  <a:lnTo>
                    <a:pt x="1744" y="360"/>
                  </a:lnTo>
                  <a:lnTo>
                    <a:pt x="1724" y="379"/>
                  </a:lnTo>
                  <a:lnTo>
                    <a:pt x="1667" y="440"/>
                  </a:lnTo>
                  <a:lnTo>
                    <a:pt x="1615" y="500"/>
                  </a:lnTo>
                  <a:lnTo>
                    <a:pt x="1570" y="563"/>
                  </a:lnTo>
                  <a:lnTo>
                    <a:pt x="1530" y="624"/>
                  </a:lnTo>
                  <a:lnTo>
                    <a:pt x="1456" y="576"/>
                  </a:lnTo>
                  <a:lnTo>
                    <a:pt x="1383" y="532"/>
                  </a:lnTo>
                  <a:lnTo>
                    <a:pt x="1309" y="493"/>
                  </a:lnTo>
                  <a:lnTo>
                    <a:pt x="1236" y="457"/>
                  </a:lnTo>
                  <a:lnTo>
                    <a:pt x="1163" y="426"/>
                  </a:lnTo>
                  <a:lnTo>
                    <a:pt x="1092" y="400"/>
                  </a:lnTo>
                  <a:lnTo>
                    <a:pt x="1021" y="378"/>
                  </a:lnTo>
                  <a:lnTo>
                    <a:pt x="952" y="361"/>
                  </a:lnTo>
                  <a:lnTo>
                    <a:pt x="884" y="348"/>
                  </a:lnTo>
                  <a:lnTo>
                    <a:pt x="817" y="340"/>
                  </a:lnTo>
                  <a:lnTo>
                    <a:pt x="753" y="338"/>
                  </a:lnTo>
                  <a:lnTo>
                    <a:pt x="697" y="340"/>
                  </a:lnTo>
                  <a:lnTo>
                    <a:pt x="646" y="346"/>
                  </a:lnTo>
                  <a:lnTo>
                    <a:pt x="598" y="358"/>
                  </a:lnTo>
                  <a:lnTo>
                    <a:pt x="554" y="372"/>
                  </a:lnTo>
                  <a:lnTo>
                    <a:pt x="514" y="392"/>
                  </a:lnTo>
                  <a:lnTo>
                    <a:pt x="477" y="416"/>
                  </a:lnTo>
                  <a:lnTo>
                    <a:pt x="445" y="444"/>
                  </a:lnTo>
                  <a:lnTo>
                    <a:pt x="419" y="474"/>
                  </a:lnTo>
                  <a:lnTo>
                    <a:pt x="396" y="508"/>
                  </a:lnTo>
                  <a:lnTo>
                    <a:pt x="377" y="547"/>
                  </a:lnTo>
                  <a:lnTo>
                    <a:pt x="362" y="590"/>
                  </a:lnTo>
                  <a:lnTo>
                    <a:pt x="352" y="635"/>
                  </a:lnTo>
                  <a:lnTo>
                    <a:pt x="344" y="684"/>
                  </a:lnTo>
                  <a:lnTo>
                    <a:pt x="341" y="736"/>
                  </a:lnTo>
                  <a:lnTo>
                    <a:pt x="343" y="791"/>
                  </a:lnTo>
                  <a:lnTo>
                    <a:pt x="348" y="849"/>
                  </a:lnTo>
                  <a:lnTo>
                    <a:pt x="357" y="908"/>
                  </a:lnTo>
                  <a:lnTo>
                    <a:pt x="371" y="970"/>
                  </a:lnTo>
                  <a:lnTo>
                    <a:pt x="388" y="1035"/>
                  </a:lnTo>
                  <a:lnTo>
                    <a:pt x="409" y="1100"/>
                  </a:lnTo>
                  <a:lnTo>
                    <a:pt x="436" y="1168"/>
                  </a:lnTo>
                  <a:lnTo>
                    <a:pt x="465" y="1236"/>
                  </a:lnTo>
                  <a:lnTo>
                    <a:pt x="499" y="1306"/>
                  </a:lnTo>
                  <a:lnTo>
                    <a:pt x="538" y="1377"/>
                  </a:lnTo>
                  <a:lnTo>
                    <a:pt x="580" y="1449"/>
                  </a:lnTo>
                  <a:lnTo>
                    <a:pt x="627" y="1520"/>
                  </a:lnTo>
                  <a:lnTo>
                    <a:pt x="678" y="1592"/>
                  </a:lnTo>
                  <a:lnTo>
                    <a:pt x="734" y="1665"/>
                  </a:lnTo>
                  <a:lnTo>
                    <a:pt x="794" y="1737"/>
                  </a:lnTo>
                  <a:lnTo>
                    <a:pt x="859" y="1807"/>
                  </a:lnTo>
                  <a:lnTo>
                    <a:pt x="927" y="1879"/>
                  </a:lnTo>
                  <a:lnTo>
                    <a:pt x="996" y="1945"/>
                  </a:lnTo>
                  <a:lnTo>
                    <a:pt x="1066" y="2007"/>
                  </a:lnTo>
                  <a:lnTo>
                    <a:pt x="1138" y="2066"/>
                  </a:lnTo>
                  <a:lnTo>
                    <a:pt x="1210" y="2123"/>
                  </a:lnTo>
                  <a:lnTo>
                    <a:pt x="1284" y="2173"/>
                  </a:lnTo>
                  <a:lnTo>
                    <a:pt x="1357" y="2222"/>
                  </a:lnTo>
                  <a:lnTo>
                    <a:pt x="1431" y="2266"/>
                  </a:lnTo>
                  <a:lnTo>
                    <a:pt x="1504" y="2306"/>
                  </a:lnTo>
                  <a:lnTo>
                    <a:pt x="1578" y="2342"/>
                  </a:lnTo>
                  <a:lnTo>
                    <a:pt x="1651" y="2373"/>
                  </a:lnTo>
                  <a:lnTo>
                    <a:pt x="1723" y="2400"/>
                  </a:lnTo>
                  <a:lnTo>
                    <a:pt x="1795" y="2422"/>
                  </a:lnTo>
                  <a:lnTo>
                    <a:pt x="1865" y="2440"/>
                  </a:lnTo>
                  <a:lnTo>
                    <a:pt x="1933" y="2452"/>
                  </a:lnTo>
                  <a:lnTo>
                    <a:pt x="2000" y="2461"/>
                  </a:lnTo>
                  <a:lnTo>
                    <a:pt x="2065" y="2463"/>
                  </a:lnTo>
                  <a:lnTo>
                    <a:pt x="2119" y="2461"/>
                  </a:lnTo>
                  <a:lnTo>
                    <a:pt x="2171" y="2454"/>
                  </a:lnTo>
                  <a:lnTo>
                    <a:pt x="2220" y="2443"/>
                  </a:lnTo>
                  <a:lnTo>
                    <a:pt x="2264" y="2428"/>
                  </a:lnTo>
                  <a:lnTo>
                    <a:pt x="2303" y="2409"/>
                  </a:lnTo>
                  <a:lnTo>
                    <a:pt x="2340" y="2385"/>
                  </a:lnTo>
                  <a:lnTo>
                    <a:pt x="2371" y="2357"/>
                  </a:lnTo>
                  <a:lnTo>
                    <a:pt x="2399" y="2326"/>
                  </a:lnTo>
                  <a:lnTo>
                    <a:pt x="2421" y="2293"/>
                  </a:lnTo>
                  <a:lnTo>
                    <a:pt x="2439" y="2256"/>
                  </a:lnTo>
                  <a:lnTo>
                    <a:pt x="2455" y="2214"/>
                  </a:lnTo>
                  <a:lnTo>
                    <a:pt x="2467" y="2170"/>
                  </a:lnTo>
                  <a:lnTo>
                    <a:pt x="2474" y="2123"/>
                  </a:lnTo>
                  <a:lnTo>
                    <a:pt x="2477" y="2073"/>
                  </a:lnTo>
                  <a:lnTo>
                    <a:pt x="2477" y="2020"/>
                  </a:lnTo>
                  <a:lnTo>
                    <a:pt x="2473" y="1964"/>
                  </a:lnTo>
                  <a:lnTo>
                    <a:pt x="2465" y="1906"/>
                  </a:lnTo>
                  <a:lnTo>
                    <a:pt x="2453" y="1847"/>
                  </a:lnTo>
                  <a:lnTo>
                    <a:pt x="2436" y="1785"/>
                  </a:lnTo>
                  <a:lnTo>
                    <a:pt x="2410" y="1701"/>
                  </a:lnTo>
                  <a:lnTo>
                    <a:pt x="2377" y="1618"/>
                  </a:lnTo>
                  <a:lnTo>
                    <a:pt x="2338" y="1533"/>
                  </a:lnTo>
                  <a:lnTo>
                    <a:pt x="2294" y="1449"/>
                  </a:lnTo>
                  <a:lnTo>
                    <a:pt x="2245" y="1364"/>
                  </a:lnTo>
                  <a:lnTo>
                    <a:pt x="2190" y="1280"/>
                  </a:lnTo>
                  <a:lnTo>
                    <a:pt x="2252" y="1241"/>
                  </a:lnTo>
                  <a:lnTo>
                    <a:pt x="2314" y="1195"/>
                  </a:lnTo>
                  <a:lnTo>
                    <a:pt x="2376" y="1144"/>
                  </a:lnTo>
                  <a:lnTo>
                    <a:pt x="2436" y="1087"/>
                  </a:lnTo>
                  <a:lnTo>
                    <a:pt x="2455" y="1068"/>
                  </a:lnTo>
                  <a:lnTo>
                    <a:pt x="2514" y="1155"/>
                  </a:lnTo>
                  <a:lnTo>
                    <a:pt x="2568" y="1244"/>
                  </a:lnTo>
                  <a:lnTo>
                    <a:pt x="2617" y="1333"/>
                  </a:lnTo>
                  <a:lnTo>
                    <a:pt x="2662" y="1424"/>
                  </a:lnTo>
                  <a:lnTo>
                    <a:pt x="2701" y="1513"/>
                  </a:lnTo>
                  <a:lnTo>
                    <a:pt x="2736" y="1603"/>
                  </a:lnTo>
                  <a:lnTo>
                    <a:pt x="2764" y="1692"/>
                  </a:lnTo>
                  <a:lnTo>
                    <a:pt x="2785" y="1772"/>
                  </a:lnTo>
                  <a:lnTo>
                    <a:pt x="2801" y="1850"/>
                  </a:lnTo>
                  <a:lnTo>
                    <a:pt x="2812" y="1927"/>
                  </a:lnTo>
                  <a:lnTo>
                    <a:pt x="2817" y="2001"/>
                  </a:lnTo>
                  <a:lnTo>
                    <a:pt x="2818" y="2073"/>
                  </a:lnTo>
                  <a:lnTo>
                    <a:pt x="2815" y="2142"/>
                  </a:lnTo>
                  <a:lnTo>
                    <a:pt x="2807" y="2209"/>
                  </a:lnTo>
                  <a:lnTo>
                    <a:pt x="2793" y="2273"/>
                  </a:lnTo>
                  <a:lnTo>
                    <a:pt x="2774" y="2335"/>
                  </a:lnTo>
                  <a:lnTo>
                    <a:pt x="2751" y="2393"/>
                  </a:lnTo>
                  <a:lnTo>
                    <a:pt x="2724" y="2449"/>
                  </a:lnTo>
                  <a:lnTo>
                    <a:pt x="2692" y="2501"/>
                  </a:lnTo>
                  <a:lnTo>
                    <a:pt x="2654" y="2550"/>
                  </a:lnTo>
                  <a:lnTo>
                    <a:pt x="2612" y="2596"/>
                  </a:lnTo>
                  <a:lnTo>
                    <a:pt x="2570" y="2634"/>
                  </a:lnTo>
                  <a:lnTo>
                    <a:pt x="2525" y="2669"/>
                  </a:lnTo>
                  <a:lnTo>
                    <a:pt x="2477" y="2700"/>
                  </a:lnTo>
                  <a:lnTo>
                    <a:pt x="2426" y="2726"/>
                  </a:lnTo>
                  <a:lnTo>
                    <a:pt x="2371" y="2749"/>
                  </a:lnTo>
                  <a:lnTo>
                    <a:pt x="2315" y="2767"/>
                  </a:lnTo>
                  <a:lnTo>
                    <a:pt x="2256" y="2782"/>
                  </a:lnTo>
                  <a:lnTo>
                    <a:pt x="2194" y="2792"/>
                  </a:lnTo>
                  <a:lnTo>
                    <a:pt x="2131" y="2799"/>
                  </a:lnTo>
                  <a:lnTo>
                    <a:pt x="2065" y="2801"/>
                  </a:lnTo>
                  <a:lnTo>
                    <a:pt x="1982" y="2799"/>
                  </a:lnTo>
                  <a:lnTo>
                    <a:pt x="1898" y="2789"/>
                  </a:lnTo>
                  <a:lnTo>
                    <a:pt x="1813" y="2775"/>
                  </a:lnTo>
                  <a:lnTo>
                    <a:pt x="1727" y="2755"/>
                  </a:lnTo>
                  <a:lnTo>
                    <a:pt x="1640" y="2729"/>
                  </a:lnTo>
                  <a:lnTo>
                    <a:pt x="1552" y="2698"/>
                  </a:lnTo>
                  <a:lnTo>
                    <a:pt x="1464" y="2661"/>
                  </a:lnTo>
                  <a:lnTo>
                    <a:pt x="1375" y="2620"/>
                  </a:lnTo>
                  <a:lnTo>
                    <a:pt x="1286" y="2574"/>
                  </a:lnTo>
                  <a:lnTo>
                    <a:pt x="1198" y="2522"/>
                  </a:lnTo>
                  <a:lnTo>
                    <a:pt x="1110" y="2466"/>
                  </a:lnTo>
                  <a:lnTo>
                    <a:pt x="1022" y="2405"/>
                  </a:lnTo>
                  <a:lnTo>
                    <a:pt x="936" y="2340"/>
                  </a:lnTo>
                  <a:lnTo>
                    <a:pt x="851" y="2270"/>
                  </a:lnTo>
                  <a:lnTo>
                    <a:pt x="767" y="2196"/>
                  </a:lnTo>
                  <a:lnTo>
                    <a:pt x="686" y="2118"/>
                  </a:lnTo>
                  <a:lnTo>
                    <a:pt x="616" y="2046"/>
                  </a:lnTo>
                  <a:lnTo>
                    <a:pt x="549" y="1972"/>
                  </a:lnTo>
                  <a:lnTo>
                    <a:pt x="486" y="1897"/>
                  </a:lnTo>
                  <a:lnTo>
                    <a:pt x="426" y="1822"/>
                  </a:lnTo>
                  <a:lnTo>
                    <a:pt x="370" y="1746"/>
                  </a:lnTo>
                  <a:lnTo>
                    <a:pt x="317" y="1669"/>
                  </a:lnTo>
                  <a:lnTo>
                    <a:pt x="269" y="1592"/>
                  </a:lnTo>
                  <a:lnTo>
                    <a:pt x="225" y="1515"/>
                  </a:lnTo>
                  <a:lnTo>
                    <a:pt x="184" y="1438"/>
                  </a:lnTo>
                  <a:lnTo>
                    <a:pt x="148" y="1362"/>
                  </a:lnTo>
                  <a:lnTo>
                    <a:pt x="114" y="1285"/>
                  </a:lnTo>
                  <a:lnTo>
                    <a:pt x="86" y="1209"/>
                  </a:lnTo>
                  <a:lnTo>
                    <a:pt x="61" y="1135"/>
                  </a:lnTo>
                  <a:lnTo>
                    <a:pt x="41" y="1061"/>
                  </a:lnTo>
                  <a:lnTo>
                    <a:pt x="24" y="987"/>
                  </a:lnTo>
                  <a:lnTo>
                    <a:pt x="12" y="915"/>
                  </a:lnTo>
                  <a:lnTo>
                    <a:pt x="3" y="844"/>
                  </a:lnTo>
                  <a:lnTo>
                    <a:pt x="0" y="776"/>
                  </a:lnTo>
                  <a:lnTo>
                    <a:pt x="0" y="708"/>
                  </a:lnTo>
                  <a:lnTo>
                    <a:pt x="5" y="643"/>
                  </a:lnTo>
                  <a:lnTo>
                    <a:pt x="14" y="579"/>
                  </a:lnTo>
                  <a:lnTo>
                    <a:pt x="27" y="518"/>
                  </a:lnTo>
                  <a:lnTo>
                    <a:pt x="46" y="459"/>
                  </a:lnTo>
                  <a:lnTo>
                    <a:pt x="68" y="401"/>
                  </a:lnTo>
                  <a:lnTo>
                    <a:pt x="95" y="348"/>
                  </a:lnTo>
                  <a:lnTo>
                    <a:pt x="127" y="297"/>
                  </a:lnTo>
                  <a:lnTo>
                    <a:pt x="163" y="249"/>
                  </a:lnTo>
                  <a:lnTo>
                    <a:pt x="204" y="205"/>
                  </a:lnTo>
                  <a:lnTo>
                    <a:pt x="247" y="166"/>
                  </a:lnTo>
                  <a:lnTo>
                    <a:pt x="292" y="132"/>
                  </a:lnTo>
                  <a:lnTo>
                    <a:pt x="340" y="101"/>
                  </a:lnTo>
                  <a:lnTo>
                    <a:pt x="392" y="75"/>
                  </a:lnTo>
                  <a:lnTo>
                    <a:pt x="445" y="52"/>
                  </a:lnTo>
                  <a:lnTo>
                    <a:pt x="501" y="33"/>
                  </a:lnTo>
                  <a:lnTo>
                    <a:pt x="561" y="19"/>
                  </a:lnTo>
                  <a:lnTo>
                    <a:pt x="623" y="8"/>
                  </a:lnTo>
                  <a:lnTo>
                    <a:pt x="687" y="2"/>
                  </a:lnTo>
                  <a:lnTo>
                    <a:pt x="75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4" name="Freeform 7"/>
            <p:cNvSpPr>
              <a:spLocks/>
            </p:cNvSpPr>
            <p:nvPr/>
          </p:nvSpPr>
          <p:spPr bwMode="auto">
            <a:xfrm>
              <a:off x="5589781" y="2954127"/>
              <a:ext cx="170181" cy="168938"/>
            </a:xfrm>
            <a:custGeom>
              <a:avLst/>
              <a:gdLst>
                <a:gd name="T0" fmla="*/ 370 w 1504"/>
                <a:gd name="T1" fmla="*/ 2 h 1493"/>
                <a:gd name="T2" fmla="*/ 469 w 1504"/>
                <a:gd name="T3" fmla="*/ 22 h 1493"/>
                <a:gd name="T4" fmla="*/ 576 w 1504"/>
                <a:gd name="T5" fmla="*/ 60 h 1493"/>
                <a:gd name="T6" fmla="*/ 688 w 1504"/>
                <a:gd name="T7" fmla="*/ 115 h 1493"/>
                <a:gd name="T8" fmla="*/ 717 w 1504"/>
                <a:gd name="T9" fmla="*/ 206 h 1493"/>
                <a:gd name="T10" fmla="*/ 674 w 1504"/>
                <a:gd name="T11" fmla="*/ 315 h 1493"/>
                <a:gd name="T12" fmla="*/ 644 w 1504"/>
                <a:gd name="T13" fmla="*/ 413 h 1493"/>
                <a:gd name="T14" fmla="*/ 624 w 1504"/>
                <a:gd name="T15" fmla="*/ 497 h 1493"/>
                <a:gd name="T16" fmla="*/ 614 w 1504"/>
                <a:gd name="T17" fmla="*/ 562 h 1493"/>
                <a:gd name="T18" fmla="*/ 608 w 1504"/>
                <a:gd name="T19" fmla="*/ 606 h 1493"/>
                <a:gd name="T20" fmla="*/ 606 w 1504"/>
                <a:gd name="T21" fmla="*/ 626 h 1493"/>
                <a:gd name="T22" fmla="*/ 614 w 1504"/>
                <a:gd name="T23" fmla="*/ 695 h 1493"/>
                <a:gd name="T24" fmla="*/ 639 w 1504"/>
                <a:gd name="T25" fmla="*/ 761 h 1493"/>
                <a:gd name="T26" fmla="*/ 682 w 1504"/>
                <a:gd name="T27" fmla="*/ 816 h 1493"/>
                <a:gd name="T28" fmla="*/ 737 w 1504"/>
                <a:gd name="T29" fmla="*/ 859 h 1493"/>
                <a:gd name="T30" fmla="*/ 802 w 1504"/>
                <a:gd name="T31" fmla="*/ 884 h 1493"/>
                <a:gd name="T32" fmla="*/ 872 w 1504"/>
                <a:gd name="T33" fmla="*/ 890 h 1493"/>
                <a:gd name="T34" fmla="*/ 892 w 1504"/>
                <a:gd name="T35" fmla="*/ 889 h 1493"/>
                <a:gd name="T36" fmla="*/ 937 w 1504"/>
                <a:gd name="T37" fmla="*/ 884 h 1493"/>
                <a:gd name="T38" fmla="*/ 1003 w 1504"/>
                <a:gd name="T39" fmla="*/ 872 h 1493"/>
                <a:gd name="T40" fmla="*/ 1088 w 1504"/>
                <a:gd name="T41" fmla="*/ 853 h 1493"/>
                <a:gd name="T42" fmla="*/ 1186 w 1504"/>
                <a:gd name="T43" fmla="*/ 823 h 1493"/>
                <a:gd name="T44" fmla="*/ 1296 w 1504"/>
                <a:gd name="T45" fmla="*/ 780 h 1493"/>
                <a:gd name="T46" fmla="*/ 1386 w 1504"/>
                <a:gd name="T47" fmla="*/ 807 h 1493"/>
                <a:gd name="T48" fmla="*/ 1440 w 1504"/>
                <a:gd name="T49" fmla="*/ 911 h 1493"/>
                <a:gd name="T50" fmla="*/ 1477 w 1504"/>
                <a:gd name="T51" fmla="*/ 1011 h 1493"/>
                <a:gd name="T52" fmla="*/ 1497 w 1504"/>
                <a:gd name="T53" fmla="*/ 1098 h 1493"/>
                <a:gd name="T54" fmla="*/ 1504 w 1504"/>
                <a:gd name="T55" fmla="*/ 1175 h 1493"/>
                <a:gd name="T56" fmla="*/ 1497 w 1504"/>
                <a:gd name="T57" fmla="*/ 1240 h 1493"/>
                <a:gd name="T58" fmla="*/ 1483 w 1504"/>
                <a:gd name="T59" fmla="*/ 1295 h 1493"/>
                <a:gd name="T60" fmla="*/ 1463 w 1504"/>
                <a:gd name="T61" fmla="*/ 1340 h 1493"/>
                <a:gd name="T62" fmla="*/ 1439 w 1504"/>
                <a:gd name="T63" fmla="*/ 1377 h 1493"/>
                <a:gd name="T64" fmla="*/ 1414 w 1504"/>
                <a:gd name="T65" fmla="*/ 1405 h 1493"/>
                <a:gd name="T66" fmla="*/ 1382 w 1504"/>
                <a:gd name="T67" fmla="*/ 1432 h 1493"/>
                <a:gd name="T68" fmla="*/ 1339 w 1504"/>
                <a:gd name="T69" fmla="*/ 1458 h 1493"/>
                <a:gd name="T70" fmla="*/ 1285 w 1504"/>
                <a:gd name="T71" fmla="*/ 1479 h 1493"/>
                <a:gd name="T72" fmla="*/ 1219 w 1504"/>
                <a:gd name="T73" fmla="*/ 1491 h 1493"/>
                <a:gd name="T74" fmla="*/ 1134 w 1504"/>
                <a:gd name="T75" fmla="*/ 1491 h 1493"/>
                <a:gd name="T76" fmla="*/ 1036 w 1504"/>
                <a:gd name="T77" fmla="*/ 1471 h 1493"/>
                <a:gd name="T78" fmla="*/ 930 w 1504"/>
                <a:gd name="T79" fmla="*/ 1435 h 1493"/>
                <a:gd name="T80" fmla="*/ 819 w 1504"/>
                <a:gd name="T81" fmla="*/ 1381 h 1493"/>
                <a:gd name="T82" fmla="*/ 706 w 1504"/>
                <a:gd name="T83" fmla="*/ 1311 h 1493"/>
                <a:gd name="T84" fmla="*/ 591 w 1504"/>
                <a:gd name="T85" fmla="*/ 1227 h 1493"/>
                <a:gd name="T86" fmla="*/ 477 w 1504"/>
                <a:gd name="T87" fmla="*/ 1129 h 1493"/>
                <a:gd name="T88" fmla="*/ 362 w 1504"/>
                <a:gd name="T89" fmla="*/ 1015 h 1493"/>
                <a:gd name="T90" fmla="*/ 257 w 1504"/>
                <a:gd name="T91" fmla="*/ 892 h 1493"/>
                <a:gd name="T92" fmla="*/ 166 w 1504"/>
                <a:gd name="T93" fmla="*/ 766 h 1493"/>
                <a:gd name="T94" fmla="*/ 93 w 1504"/>
                <a:gd name="T95" fmla="*/ 642 h 1493"/>
                <a:gd name="T96" fmla="*/ 43 w 1504"/>
                <a:gd name="T97" fmla="*/ 531 h 1493"/>
                <a:gd name="T98" fmla="*/ 15 w 1504"/>
                <a:gd name="T99" fmla="*/ 437 h 1493"/>
                <a:gd name="T100" fmla="*/ 1 w 1504"/>
                <a:gd name="T101" fmla="*/ 355 h 1493"/>
                <a:gd name="T102" fmla="*/ 2 w 1504"/>
                <a:gd name="T103" fmla="*/ 285 h 1493"/>
                <a:gd name="T104" fmla="*/ 13 w 1504"/>
                <a:gd name="T105" fmla="*/ 224 h 1493"/>
                <a:gd name="T106" fmla="*/ 31 w 1504"/>
                <a:gd name="T107" fmla="*/ 173 h 1493"/>
                <a:gd name="T108" fmla="*/ 53 w 1504"/>
                <a:gd name="T109" fmla="*/ 133 h 1493"/>
                <a:gd name="T110" fmla="*/ 78 w 1504"/>
                <a:gd name="T111" fmla="*/ 102 h 1493"/>
                <a:gd name="T112" fmla="*/ 105 w 1504"/>
                <a:gd name="T113" fmla="*/ 75 h 1493"/>
                <a:gd name="T114" fmla="*/ 142 w 1504"/>
                <a:gd name="T115" fmla="*/ 48 h 1493"/>
                <a:gd name="T116" fmla="*/ 190 w 1504"/>
                <a:gd name="T117" fmla="*/ 24 h 1493"/>
                <a:gd name="T118" fmla="*/ 250 w 1504"/>
                <a:gd name="T119" fmla="*/ 6 h 1493"/>
                <a:gd name="T120" fmla="*/ 323 w 1504"/>
                <a:gd name="T121" fmla="*/ 0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4" h="1493">
                  <a:moveTo>
                    <a:pt x="323" y="0"/>
                  </a:moveTo>
                  <a:lnTo>
                    <a:pt x="370" y="2"/>
                  </a:lnTo>
                  <a:lnTo>
                    <a:pt x="418" y="10"/>
                  </a:lnTo>
                  <a:lnTo>
                    <a:pt x="469" y="22"/>
                  </a:lnTo>
                  <a:lnTo>
                    <a:pt x="522" y="39"/>
                  </a:lnTo>
                  <a:lnTo>
                    <a:pt x="576" y="60"/>
                  </a:lnTo>
                  <a:lnTo>
                    <a:pt x="631" y="86"/>
                  </a:lnTo>
                  <a:lnTo>
                    <a:pt x="688" y="115"/>
                  </a:lnTo>
                  <a:lnTo>
                    <a:pt x="745" y="148"/>
                  </a:lnTo>
                  <a:lnTo>
                    <a:pt x="717" y="206"/>
                  </a:lnTo>
                  <a:lnTo>
                    <a:pt x="694" y="262"/>
                  </a:lnTo>
                  <a:lnTo>
                    <a:pt x="674" y="315"/>
                  </a:lnTo>
                  <a:lnTo>
                    <a:pt x="658" y="366"/>
                  </a:lnTo>
                  <a:lnTo>
                    <a:pt x="644" y="413"/>
                  </a:lnTo>
                  <a:lnTo>
                    <a:pt x="634" y="456"/>
                  </a:lnTo>
                  <a:lnTo>
                    <a:pt x="624" y="497"/>
                  </a:lnTo>
                  <a:lnTo>
                    <a:pt x="618" y="531"/>
                  </a:lnTo>
                  <a:lnTo>
                    <a:pt x="614" y="562"/>
                  </a:lnTo>
                  <a:lnTo>
                    <a:pt x="611" y="587"/>
                  </a:lnTo>
                  <a:lnTo>
                    <a:pt x="608" y="606"/>
                  </a:lnTo>
                  <a:lnTo>
                    <a:pt x="607" y="620"/>
                  </a:lnTo>
                  <a:lnTo>
                    <a:pt x="606" y="626"/>
                  </a:lnTo>
                  <a:lnTo>
                    <a:pt x="607" y="661"/>
                  </a:lnTo>
                  <a:lnTo>
                    <a:pt x="614" y="695"/>
                  </a:lnTo>
                  <a:lnTo>
                    <a:pt x="624" y="729"/>
                  </a:lnTo>
                  <a:lnTo>
                    <a:pt x="639" y="761"/>
                  </a:lnTo>
                  <a:lnTo>
                    <a:pt x="658" y="790"/>
                  </a:lnTo>
                  <a:lnTo>
                    <a:pt x="682" y="816"/>
                  </a:lnTo>
                  <a:lnTo>
                    <a:pt x="708" y="839"/>
                  </a:lnTo>
                  <a:lnTo>
                    <a:pt x="737" y="859"/>
                  </a:lnTo>
                  <a:lnTo>
                    <a:pt x="769" y="873"/>
                  </a:lnTo>
                  <a:lnTo>
                    <a:pt x="802" y="884"/>
                  </a:lnTo>
                  <a:lnTo>
                    <a:pt x="838" y="890"/>
                  </a:lnTo>
                  <a:lnTo>
                    <a:pt x="872" y="890"/>
                  </a:lnTo>
                  <a:lnTo>
                    <a:pt x="880" y="890"/>
                  </a:lnTo>
                  <a:lnTo>
                    <a:pt x="892" y="889"/>
                  </a:lnTo>
                  <a:lnTo>
                    <a:pt x="912" y="887"/>
                  </a:lnTo>
                  <a:lnTo>
                    <a:pt x="937" y="884"/>
                  </a:lnTo>
                  <a:lnTo>
                    <a:pt x="968" y="880"/>
                  </a:lnTo>
                  <a:lnTo>
                    <a:pt x="1003" y="872"/>
                  </a:lnTo>
                  <a:lnTo>
                    <a:pt x="1044" y="864"/>
                  </a:lnTo>
                  <a:lnTo>
                    <a:pt x="1088" y="853"/>
                  </a:lnTo>
                  <a:lnTo>
                    <a:pt x="1136" y="839"/>
                  </a:lnTo>
                  <a:lnTo>
                    <a:pt x="1186" y="823"/>
                  </a:lnTo>
                  <a:lnTo>
                    <a:pt x="1241" y="804"/>
                  </a:lnTo>
                  <a:lnTo>
                    <a:pt x="1296" y="780"/>
                  </a:lnTo>
                  <a:lnTo>
                    <a:pt x="1355" y="753"/>
                  </a:lnTo>
                  <a:lnTo>
                    <a:pt x="1386" y="807"/>
                  </a:lnTo>
                  <a:lnTo>
                    <a:pt x="1415" y="859"/>
                  </a:lnTo>
                  <a:lnTo>
                    <a:pt x="1440" y="911"/>
                  </a:lnTo>
                  <a:lnTo>
                    <a:pt x="1461" y="962"/>
                  </a:lnTo>
                  <a:lnTo>
                    <a:pt x="1477" y="1011"/>
                  </a:lnTo>
                  <a:lnTo>
                    <a:pt x="1489" y="1056"/>
                  </a:lnTo>
                  <a:lnTo>
                    <a:pt x="1497" y="1098"/>
                  </a:lnTo>
                  <a:lnTo>
                    <a:pt x="1502" y="1137"/>
                  </a:lnTo>
                  <a:lnTo>
                    <a:pt x="1504" y="1175"/>
                  </a:lnTo>
                  <a:lnTo>
                    <a:pt x="1502" y="1208"/>
                  </a:lnTo>
                  <a:lnTo>
                    <a:pt x="1497" y="1240"/>
                  </a:lnTo>
                  <a:lnTo>
                    <a:pt x="1491" y="1269"/>
                  </a:lnTo>
                  <a:lnTo>
                    <a:pt x="1483" y="1295"/>
                  </a:lnTo>
                  <a:lnTo>
                    <a:pt x="1473" y="1318"/>
                  </a:lnTo>
                  <a:lnTo>
                    <a:pt x="1463" y="1340"/>
                  </a:lnTo>
                  <a:lnTo>
                    <a:pt x="1450" y="1360"/>
                  </a:lnTo>
                  <a:lnTo>
                    <a:pt x="1439" y="1377"/>
                  </a:lnTo>
                  <a:lnTo>
                    <a:pt x="1426" y="1391"/>
                  </a:lnTo>
                  <a:lnTo>
                    <a:pt x="1414" y="1405"/>
                  </a:lnTo>
                  <a:lnTo>
                    <a:pt x="1399" y="1418"/>
                  </a:lnTo>
                  <a:lnTo>
                    <a:pt x="1382" y="1432"/>
                  </a:lnTo>
                  <a:lnTo>
                    <a:pt x="1361" y="1445"/>
                  </a:lnTo>
                  <a:lnTo>
                    <a:pt x="1339" y="1458"/>
                  </a:lnTo>
                  <a:lnTo>
                    <a:pt x="1313" y="1469"/>
                  </a:lnTo>
                  <a:lnTo>
                    <a:pt x="1285" y="1479"/>
                  </a:lnTo>
                  <a:lnTo>
                    <a:pt x="1253" y="1487"/>
                  </a:lnTo>
                  <a:lnTo>
                    <a:pt x="1219" y="1491"/>
                  </a:lnTo>
                  <a:lnTo>
                    <a:pt x="1180" y="1493"/>
                  </a:lnTo>
                  <a:lnTo>
                    <a:pt x="1134" y="1491"/>
                  </a:lnTo>
                  <a:lnTo>
                    <a:pt x="1086" y="1484"/>
                  </a:lnTo>
                  <a:lnTo>
                    <a:pt x="1036" y="1471"/>
                  </a:lnTo>
                  <a:lnTo>
                    <a:pt x="983" y="1456"/>
                  </a:lnTo>
                  <a:lnTo>
                    <a:pt x="930" y="1435"/>
                  </a:lnTo>
                  <a:lnTo>
                    <a:pt x="875" y="1410"/>
                  </a:lnTo>
                  <a:lnTo>
                    <a:pt x="819" y="1381"/>
                  </a:lnTo>
                  <a:lnTo>
                    <a:pt x="762" y="1348"/>
                  </a:lnTo>
                  <a:lnTo>
                    <a:pt x="706" y="1311"/>
                  </a:lnTo>
                  <a:lnTo>
                    <a:pt x="648" y="1271"/>
                  </a:lnTo>
                  <a:lnTo>
                    <a:pt x="591" y="1227"/>
                  </a:lnTo>
                  <a:lnTo>
                    <a:pt x="533" y="1180"/>
                  </a:lnTo>
                  <a:lnTo>
                    <a:pt x="477" y="1129"/>
                  </a:lnTo>
                  <a:lnTo>
                    <a:pt x="421" y="1075"/>
                  </a:lnTo>
                  <a:lnTo>
                    <a:pt x="362" y="1015"/>
                  </a:lnTo>
                  <a:lnTo>
                    <a:pt x="308" y="954"/>
                  </a:lnTo>
                  <a:lnTo>
                    <a:pt x="257" y="892"/>
                  </a:lnTo>
                  <a:lnTo>
                    <a:pt x="210" y="830"/>
                  </a:lnTo>
                  <a:lnTo>
                    <a:pt x="166" y="766"/>
                  </a:lnTo>
                  <a:lnTo>
                    <a:pt x="127" y="705"/>
                  </a:lnTo>
                  <a:lnTo>
                    <a:pt x="93" y="642"/>
                  </a:lnTo>
                  <a:lnTo>
                    <a:pt x="64" y="582"/>
                  </a:lnTo>
                  <a:lnTo>
                    <a:pt x="43" y="531"/>
                  </a:lnTo>
                  <a:lnTo>
                    <a:pt x="26" y="482"/>
                  </a:lnTo>
                  <a:lnTo>
                    <a:pt x="15" y="437"/>
                  </a:lnTo>
                  <a:lnTo>
                    <a:pt x="6" y="395"/>
                  </a:lnTo>
                  <a:lnTo>
                    <a:pt x="1" y="355"/>
                  </a:lnTo>
                  <a:lnTo>
                    <a:pt x="0" y="318"/>
                  </a:lnTo>
                  <a:lnTo>
                    <a:pt x="2" y="285"/>
                  </a:lnTo>
                  <a:lnTo>
                    <a:pt x="6" y="252"/>
                  </a:lnTo>
                  <a:lnTo>
                    <a:pt x="13" y="224"/>
                  </a:lnTo>
                  <a:lnTo>
                    <a:pt x="21" y="197"/>
                  </a:lnTo>
                  <a:lnTo>
                    <a:pt x="31" y="173"/>
                  </a:lnTo>
                  <a:lnTo>
                    <a:pt x="41" y="153"/>
                  </a:lnTo>
                  <a:lnTo>
                    <a:pt x="53" y="133"/>
                  </a:lnTo>
                  <a:lnTo>
                    <a:pt x="65" y="116"/>
                  </a:lnTo>
                  <a:lnTo>
                    <a:pt x="78" y="102"/>
                  </a:lnTo>
                  <a:lnTo>
                    <a:pt x="89" y="88"/>
                  </a:lnTo>
                  <a:lnTo>
                    <a:pt x="105" y="75"/>
                  </a:lnTo>
                  <a:lnTo>
                    <a:pt x="122" y="61"/>
                  </a:lnTo>
                  <a:lnTo>
                    <a:pt x="142" y="48"/>
                  </a:lnTo>
                  <a:lnTo>
                    <a:pt x="165" y="35"/>
                  </a:lnTo>
                  <a:lnTo>
                    <a:pt x="190" y="24"/>
                  </a:lnTo>
                  <a:lnTo>
                    <a:pt x="219" y="14"/>
                  </a:lnTo>
                  <a:lnTo>
                    <a:pt x="250" y="6"/>
                  </a:lnTo>
                  <a:lnTo>
                    <a:pt x="285" y="2"/>
                  </a:lnTo>
                  <a:lnTo>
                    <a:pt x="3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5" name="Freeform 8"/>
            <p:cNvSpPr>
              <a:spLocks/>
            </p:cNvSpPr>
            <p:nvPr/>
          </p:nvSpPr>
          <p:spPr bwMode="auto">
            <a:xfrm>
              <a:off x="5677977" y="2829908"/>
              <a:ext cx="207447" cy="206204"/>
            </a:xfrm>
            <a:custGeom>
              <a:avLst/>
              <a:gdLst>
                <a:gd name="T0" fmla="*/ 1289 w 1835"/>
                <a:gd name="T1" fmla="*/ 2 h 1823"/>
                <a:gd name="T2" fmla="*/ 1327 w 1835"/>
                <a:gd name="T3" fmla="*/ 23 h 1823"/>
                <a:gd name="T4" fmla="*/ 1350 w 1835"/>
                <a:gd name="T5" fmla="*/ 60 h 1823"/>
                <a:gd name="T6" fmla="*/ 1776 w 1835"/>
                <a:gd name="T7" fmla="*/ 482 h 1823"/>
                <a:gd name="T8" fmla="*/ 1812 w 1835"/>
                <a:gd name="T9" fmla="*/ 505 h 1823"/>
                <a:gd name="T10" fmla="*/ 1833 w 1835"/>
                <a:gd name="T11" fmla="*/ 543 h 1823"/>
                <a:gd name="T12" fmla="*/ 1832 w 1835"/>
                <a:gd name="T13" fmla="*/ 586 h 1823"/>
                <a:gd name="T14" fmla="*/ 1810 w 1835"/>
                <a:gd name="T15" fmla="*/ 622 h 1823"/>
                <a:gd name="T16" fmla="*/ 1498 w 1835"/>
                <a:gd name="T17" fmla="*/ 929 h 1823"/>
                <a:gd name="T18" fmla="*/ 1459 w 1835"/>
                <a:gd name="T19" fmla="*/ 942 h 1823"/>
                <a:gd name="T20" fmla="*/ 1253 w 1835"/>
                <a:gd name="T21" fmla="*/ 903 h 1823"/>
                <a:gd name="T22" fmla="*/ 1194 w 1835"/>
                <a:gd name="T23" fmla="*/ 1011 h 1823"/>
                <a:gd name="T24" fmla="*/ 1118 w 1835"/>
                <a:gd name="T25" fmla="*/ 1126 h 1823"/>
                <a:gd name="T26" fmla="*/ 1030 w 1835"/>
                <a:gd name="T27" fmla="*/ 1243 h 1823"/>
                <a:gd name="T28" fmla="*/ 930 w 1835"/>
                <a:gd name="T29" fmla="*/ 1362 h 1823"/>
                <a:gd name="T30" fmla="*/ 823 w 1835"/>
                <a:gd name="T31" fmla="*/ 1475 h 1823"/>
                <a:gd name="T32" fmla="*/ 705 w 1835"/>
                <a:gd name="T33" fmla="*/ 1578 h 1823"/>
                <a:gd name="T34" fmla="*/ 585 w 1835"/>
                <a:gd name="T35" fmla="*/ 1659 h 1823"/>
                <a:gd name="T36" fmla="*/ 470 w 1835"/>
                <a:gd name="T37" fmla="*/ 1719 h 1823"/>
                <a:gd name="T38" fmla="*/ 363 w 1835"/>
                <a:gd name="T39" fmla="*/ 1763 h 1823"/>
                <a:gd name="T40" fmla="*/ 268 w 1835"/>
                <a:gd name="T41" fmla="*/ 1792 h 1823"/>
                <a:gd name="T42" fmla="*/ 187 w 1835"/>
                <a:gd name="T43" fmla="*/ 1810 h 1823"/>
                <a:gd name="T44" fmla="*/ 130 w 1835"/>
                <a:gd name="T45" fmla="*/ 1819 h 1823"/>
                <a:gd name="T46" fmla="*/ 95 w 1835"/>
                <a:gd name="T47" fmla="*/ 1823 h 1823"/>
                <a:gd name="T48" fmla="*/ 71 w 1835"/>
                <a:gd name="T49" fmla="*/ 1822 h 1823"/>
                <a:gd name="T50" fmla="*/ 39 w 1835"/>
                <a:gd name="T51" fmla="*/ 1810 h 1823"/>
                <a:gd name="T52" fmla="*/ 14 w 1835"/>
                <a:gd name="T53" fmla="*/ 1785 h 1823"/>
                <a:gd name="T54" fmla="*/ 1 w 1835"/>
                <a:gd name="T55" fmla="*/ 1753 h 1823"/>
                <a:gd name="T56" fmla="*/ 0 w 1835"/>
                <a:gd name="T57" fmla="*/ 1729 h 1823"/>
                <a:gd name="T58" fmla="*/ 3 w 1835"/>
                <a:gd name="T59" fmla="*/ 1695 h 1823"/>
                <a:gd name="T60" fmla="*/ 13 w 1835"/>
                <a:gd name="T61" fmla="*/ 1636 h 1823"/>
                <a:gd name="T62" fmla="*/ 30 w 1835"/>
                <a:gd name="T63" fmla="*/ 1557 h 1823"/>
                <a:gd name="T64" fmla="*/ 61 w 1835"/>
                <a:gd name="T65" fmla="*/ 1463 h 1823"/>
                <a:gd name="T66" fmla="*/ 105 w 1835"/>
                <a:gd name="T67" fmla="*/ 1357 h 1823"/>
                <a:gd name="T68" fmla="*/ 165 w 1835"/>
                <a:gd name="T69" fmla="*/ 1242 h 1823"/>
                <a:gd name="T70" fmla="*/ 247 w 1835"/>
                <a:gd name="T71" fmla="*/ 1124 h 1823"/>
                <a:gd name="T72" fmla="*/ 351 w 1835"/>
                <a:gd name="T73" fmla="*/ 1007 h 1823"/>
                <a:gd name="T74" fmla="*/ 465 w 1835"/>
                <a:gd name="T75" fmla="*/ 899 h 1823"/>
                <a:gd name="T76" fmla="*/ 583 w 1835"/>
                <a:gd name="T77" fmla="*/ 800 h 1823"/>
                <a:gd name="T78" fmla="*/ 703 w 1835"/>
                <a:gd name="T79" fmla="*/ 712 h 1823"/>
                <a:gd name="T80" fmla="*/ 818 w 1835"/>
                <a:gd name="T81" fmla="*/ 637 h 1823"/>
                <a:gd name="T82" fmla="*/ 927 w 1835"/>
                <a:gd name="T83" fmla="*/ 579 h 1823"/>
                <a:gd name="T84" fmla="*/ 888 w 1835"/>
                <a:gd name="T85" fmla="*/ 374 h 1823"/>
                <a:gd name="T86" fmla="*/ 900 w 1835"/>
                <a:gd name="T87" fmla="*/ 335 h 1823"/>
                <a:gd name="T88" fmla="*/ 1208 w 1835"/>
                <a:gd name="T89" fmla="*/ 25 h 1823"/>
                <a:gd name="T90" fmla="*/ 1246 w 1835"/>
                <a:gd name="T91" fmla="*/ 3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35" h="1823">
                  <a:moveTo>
                    <a:pt x="1267" y="0"/>
                  </a:moveTo>
                  <a:lnTo>
                    <a:pt x="1289" y="2"/>
                  </a:lnTo>
                  <a:lnTo>
                    <a:pt x="1310" y="11"/>
                  </a:lnTo>
                  <a:lnTo>
                    <a:pt x="1327" y="23"/>
                  </a:lnTo>
                  <a:lnTo>
                    <a:pt x="1341" y="40"/>
                  </a:lnTo>
                  <a:lnTo>
                    <a:pt x="1350" y="60"/>
                  </a:lnTo>
                  <a:lnTo>
                    <a:pt x="1451" y="381"/>
                  </a:lnTo>
                  <a:lnTo>
                    <a:pt x="1776" y="482"/>
                  </a:lnTo>
                  <a:lnTo>
                    <a:pt x="1796" y="491"/>
                  </a:lnTo>
                  <a:lnTo>
                    <a:pt x="1812" y="505"/>
                  </a:lnTo>
                  <a:lnTo>
                    <a:pt x="1825" y="522"/>
                  </a:lnTo>
                  <a:lnTo>
                    <a:pt x="1833" y="543"/>
                  </a:lnTo>
                  <a:lnTo>
                    <a:pt x="1835" y="565"/>
                  </a:lnTo>
                  <a:lnTo>
                    <a:pt x="1832" y="586"/>
                  </a:lnTo>
                  <a:lnTo>
                    <a:pt x="1824" y="606"/>
                  </a:lnTo>
                  <a:lnTo>
                    <a:pt x="1810" y="622"/>
                  </a:lnTo>
                  <a:lnTo>
                    <a:pt x="1515" y="917"/>
                  </a:lnTo>
                  <a:lnTo>
                    <a:pt x="1498" y="929"/>
                  </a:lnTo>
                  <a:lnTo>
                    <a:pt x="1479" y="937"/>
                  </a:lnTo>
                  <a:lnTo>
                    <a:pt x="1459" y="942"/>
                  </a:lnTo>
                  <a:lnTo>
                    <a:pt x="1439" y="939"/>
                  </a:lnTo>
                  <a:lnTo>
                    <a:pt x="1253" y="903"/>
                  </a:lnTo>
                  <a:lnTo>
                    <a:pt x="1226" y="956"/>
                  </a:lnTo>
                  <a:lnTo>
                    <a:pt x="1194" y="1011"/>
                  </a:lnTo>
                  <a:lnTo>
                    <a:pt x="1158" y="1067"/>
                  </a:lnTo>
                  <a:lnTo>
                    <a:pt x="1118" y="1126"/>
                  </a:lnTo>
                  <a:lnTo>
                    <a:pt x="1075" y="1184"/>
                  </a:lnTo>
                  <a:lnTo>
                    <a:pt x="1030" y="1243"/>
                  </a:lnTo>
                  <a:lnTo>
                    <a:pt x="981" y="1302"/>
                  </a:lnTo>
                  <a:lnTo>
                    <a:pt x="930" y="1362"/>
                  </a:lnTo>
                  <a:lnTo>
                    <a:pt x="877" y="1419"/>
                  </a:lnTo>
                  <a:lnTo>
                    <a:pt x="823" y="1475"/>
                  </a:lnTo>
                  <a:lnTo>
                    <a:pt x="763" y="1529"/>
                  </a:lnTo>
                  <a:lnTo>
                    <a:pt x="705" y="1578"/>
                  </a:lnTo>
                  <a:lnTo>
                    <a:pt x="645" y="1622"/>
                  </a:lnTo>
                  <a:lnTo>
                    <a:pt x="585" y="1659"/>
                  </a:lnTo>
                  <a:lnTo>
                    <a:pt x="528" y="1691"/>
                  </a:lnTo>
                  <a:lnTo>
                    <a:pt x="470" y="1719"/>
                  </a:lnTo>
                  <a:lnTo>
                    <a:pt x="416" y="1743"/>
                  </a:lnTo>
                  <a:lnTo>
                    <a:pt x="363" y="1763"/>
                  </a:lnTo>
                  <a:lnTo>
                    <a:pt x="314" y="1780"/>
                  </a:lnTo>
                  <a:lnTo>
                    <a:pt x="268" y="1792"/>
                  </a:lnTo>
                  <a:lnTo>
                    <a:pt x="226" y="1803"/>
                  </a:lnTo>
                  <a:lnTo>
                    <a:pt x="187" y="1810"/>
                  </a:lnTo>
                  <a:lnTo>
                    <a:pt x="156" y="1816"/>
                  </a:lnTo>
                  <a:lnTo>
                    <a:pt x="130" y="1819"/>
                  </a:lnTo>
                  <a:lnTo>
                    <a:pt x="109" y="1821"/>
                  </a:lnTo>
                  <a:lnTo>
                    <a:pt x="95" y="1823"/>
                  </a:lnTo>
                  <a:lnTo>
                    <a:pt x="88" y="1823"/>
                  </a:lnTo>
                  <a:lnTo>
                    <a:pt x="71" y="1822"/>
                  </a:lnTo>
                  <a:lnTo>
                    <a:pt x="54" y="1817"/>
                  </a:lnTo>
                  <a:lnTo>
                    <a:pt x="39" y="1810"/>
                  </a:lnTo>
                  <a:lnTo>
                    <a:pt x="25" y="1799"/>
                  </a:lnTo>
                  <a:lnTo>
                    <a:pt x="14" y="1785"/>
                  </a:lnTo>
                  <a:lnTo>
                    <a:pt x="5" y="1769"/>
                  </a:lnTo>
                  <a:lnTo>
                    <a:pt x="1" y="1753"/>
                  </a:lnTo>
                  <a:lnTo>
                    <a:pt x="0" y="1735"/>
                  </a:lnTo>
                  <a:lnTo>
                    <a:pt x="0" y="1729"/>
                  </a:lnTo>
                  <a:lnTo>
                    <a:pt x="1" y="1715"/>
                  </a:lnTo>
                  <a:lnTo>
                    <a:pt x="3" y="1695"/>
                  </a:lnTo>
                  <a:lnTo>
                    <a:pt x="7" y="1669"/>
                  </a:lnTo>
                  <a:lnTo>
                    <a:pt x="13" y="1636"/>
                  </a:lnTo>
                  <a:lnTo>
                    <a:pt x="21" y="1599"/>
                  </a:lnTo>
                  <a:lnTo>
                    <a:pt x="30" y="1557"/>
                  </a:lnTo>
                  <a:lnTo>
                    <a:pt x="44" y="1511"/>
                  </a:lnTo>
                  <a:lnTo>
                    <a:pt x="61" y="1463"/>
                  </a:lnTo>
                  <a:lnTo>
                    <a:pt x="81" y="1411"/>
                  </a:lnTo>
                  <a:lnTo>
                    <a:pt x="105" y="1357"/>
                  </a:lnTo>
                  <a:lnTo>
                    <a:pt x="133" y="1299"/>
                  </a:lnTo>
                  <a:lnTo>
                    <a:pt x="165" y="1242"/>
                  </a:lnTo>
                  <a:lnTo>
                    <a:pt x="203" y="1183"/>
                  </a:lnTo>
                  <a:lnTo>
                    <a:pt x="247" y="1124"/>
                  </a:lnTo>
                  <a:lnTo>
                    <a:pt x="295" y="1065"/>
                  </a:lnTo>
                  <a:lnTo>
                    <a:pt x="351" y="1007"/>
                  </a:lnTo>
                  <a:lnTo>
                    <a:pt x="407" y="952"/>
                  </a:lnTo>
                  <a:lnTo>
                    <a:pt x="465" y="899"/>
                  </a:lnTo>
                  <a:lnTo>
                    <a:pt x="525" y="849"/>
                  </a:lnTo>
                  <a:lnTo>
                    <a:pt x="583" y="800"/>
                  </a:lnTo>
                  <a:lnTo>
                    <a:pt x="643" y="754"/>
                  </a:lnTo>
                  <a:lnTo>
                    <a:pt x="703" y="712"/>
                  </a:lnTo>
                  <a:lnTo>
                    <a:pt x="761" y="673"/>
                  </a:lnTo>
                  <a:lnTo>
                    <a:pt x="818" y="637"/>
                  </a:lnTo>
                  <a:lnTo>
                    <a:pt x="873" y="606"/>
                  </a:lnTo>
                  <a:lnTo>
                    <a:pt x="927" y="579"/>
                  </a:lnTo>
                  <a:lnTo>
                    <a:pt x="890" y="395"/>
                  </a:lnTo>
                  <a:lnTo>
                    <a:pt x="888" y="374"/>
                  </a:lnTo>
                  <a:lnTo>
                    <a:pt x="892" y="354"/>
                  </a:lnTo>
                  <a:lnTo>
                    <a:pt x="900" y="335"/>
                  </a:lnTo>
                  <a:lnTo>
                    <a:pt x="913" y="319"/>
                  </a:lnTo>
                  <a:lnTo>
                    <a:pt x="1208" y="25"/>
                  </a:lnTo>
                  <a:lnTo>
                    <a:pt x="1226" y="12"/>
                  </a:lnTo>
                  <a:lnTo>
                    <a:pt x="1246" y="3"/>
                  </a:lnTo>
                  <a:lnTo>
                    <a:pt x="12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6" name="Group 65"/>
          <p:cNvGrpSpPr/>
          <p:nvPr/>
        </p:nvGrpSpPr>
        <p:grpSpPr>
          <a:xfrm>
            <a:off x="4865989" y="3009530"/>
            <a:ext cx="418272" cy="343730"/>
            <a:chOff x="7000875" y="2609851"/>
            <a:chExt cx="481013" cy="395288"/>
          </a:xfrm>
          <a:solidFill>
            <a:schemeClr val="tx1">
              <a:lumMod val="95000"/>
              <a:lumOff val="5000"/>
            </a:schemeClr>
          </a:solidFill>
        </p:grpSpPr>
        <p:sp>
          <p:nvSpPr>
            <p:cNvPr id="67" name="Freeform 39"/>
            <p:cNvSpPr>
              <a:spLocks/>
            </p:cNvSpPr>
            <p:nvPr/>
          </p:nvSpPr>
          <p:spPr bwMode="auto">
            <a:xfrm>
              <a:off x="7000875" y="2638426"/>
              <a:ext cx="419100" cy="366713"/>
            </a:xfrm>
            <a:custGeom>
              <a:avLst/>
              <a:gdLst>
                <a:gd name="T0" fmla="*/ 2249 w 2905"/>
                <a:gd name="T1" fmla="*/ 239 h 2540"/>
                <a:gd name="T2" fmla="*/ 2885 w 2905"/>
                <a:gd name="T3" fmla="*/ 968 h 2540"/>
                <a:gd name="T4" fmla="*/ 2609 w 2905"/>
                <a:gd name="T5" fmla="*/ 1645 h 2540"/>
                <a:gd name="T6" fmla="*/ 2513 w 2905"/>
                <a:gd name="T7" fmla="*/ 1837 h 2540"/>
                <a:gd name="T8" fmla="*/ 2362 w 2905"/>
                <a:gd name="T9" fmla="*/ 1977 h 2540"/>
                <a:gd name="T10" fmla="*/ 2169 w 2905"/>
                <a:gd name="T11" fmla="*/ 2102 h 2540"/>
                <a:gd name="T12" fmla="*/ 2044 w 2905"/>
                <a:gd name="T13" fmla="*/ 2294 h 2540"/>
                <a:gd name="T14" fmla="*/ 1903 w 2905"/>
                <a:gd name="T15" fmla="*/ 2444 h 2540"/>
                <a:gd name="T16" fmla="*/ 1710 w 2905"/>
                <a:gd name="T17" fmla="*/ 2540 h 2540"/>
                <a:gd name="T18" fmla="*/ 1191 w 2905"/>
                <a:gd name="T19" fmla="*/ 2359 h 2540"/>
                <a:gd name="T20" fmla="*/ 1027 w 2905"/>
                <a:gd name="T21" fmla="*/ 2380 h 2540"/>
                <a:gd name="T22" fmla="*/ 934 w 2905"/>
                <a:gd name="T23" fmla="*/ 2229 h 2540"/>
                <a:gd name="T24" fmla="*/ 907 w 2905"/>
                <a:gd name="T25" fmla="*/ 2175 h 2540"/>
                <a:gd name="T26" fmla="*/ 745 w 2905"/>
                <a:gd name="T27" fmla="*/ 2107 h 2540"/>
                <a:gd name="T28" fmla="*/ 735 w 2905"/>
                <a:gd name="T29" fmla="*/ 1941 h 2540"/>
                <a:gd name="T30" fmla="*/ 612 w 2905"/>
                <a:gd name="T31" fmla="*/ 1952 h 2540"/>
                <a:gd name="T32" fmla="*/ 495 w 2905"/>
                <a:gd name="T33" fmla="*/ 1816 h 2540"/>
                <a:gd name="T34" fmla="*/ 490 w 2905"/>
                <a:gd name="T35" fmla="*/ 1730 h 2540"/>
                <a:gd name="T36" fmla="*/ 323 w 2905"/>
                <a:gd name="T37" fmla="*/ 1690 h 2540"/>
                <a:gd name="T38" fmla="*/ 284 w 2905"/>
                <a:gd name="T39" fmla="*/ 1525 h 2540"/>
                <a:gd name="T40" fmla="*/ 0 w 2905"/>
                <a:gd name="T41" fmla="*/ 904 h 2540"/>
                <a:gd name="T42" fmla="*/ 87 w 2905"/>
                <a:gd name="T43" fmla="*/ 837 h 2540"/>
                <a:gd name="T44" fmla="*/ 629 w 2905"/>
                <a:gd name="T45" fmla="*/ 1240 h 2540"/>
                <a:gd name="T46" fmla="*/ 771 w 2905"/>
                <a:gd name="T47" fmla="*/ 1357 h 2540"/>
                <a:gd name="T48" fmla="*/ 760 w 2905"/>
                <a:gd name="T49" fmla="*/ 1479 h 2540"/>
                <a:gd name="T50" fmla="*/ 927 w 2905"/>
                <a:gd name="T51" fmla="*/ 1489 h 2540"/>
                <a:gd name="T52" fmla="*/ 996 w 2905"/>
                <a:gd name="T53" fmla="*/ 1649 h 2540"/>
                <a:gd name="T54" fmla="*/ 1050 w 2905"/>
                <a:gd name="T55" fmla="*/ 1676 h 2540"/>
                <a:gd name="T56" fmla="*/ 1201 w 2905"/>
                <a:gd name="T57" fmla="*/ 1769 h 2540"/>
                <a:gd name="T58" fmla="*/ 1181 w 2905"/>
                <a:gd name="T59" fmla="*/ 1932 h 2540"/>
                <a:gd name="T60" fmla="*/ 1344 w 2905"/>
                <a:gd name="T61" fmla="*/ 1912 h 2540"/>
                <a:gd name="T62" fmla="*/ 1438 w 2905"/>
                <a:gd name="T63" fmla="*/ 2062 h 2540"/>
                <a:gd name="T64" fmla="*/ 1716 w 2905"/>
                <a:gd name="T65" fmla="*/ 2402 h 2540"/>
                <a:gd name="T66" fmla="*/ 1809 w 2905"/>
                <a:gd name="T67" fmla="*/ 2325 h 2540"/>
                <a:gd name="T68" fmla="*/ 1567 w 2905"/>
                <a:gd name="T69" fmla="*/ 2025 h 2540"/>
                <a:gd name="T70" fmla="*/ 1633 w 2905"/>
                <a:gd name="T71" fmla="*/ 1939 h 2540"/>
                <a:gd name="T72" fmla="*/ 1936 w 2905"/>
                <a:gd name="T73" fmla="*/ 2183 h 2540"/>
                <a:gd name="T74" fmla="*/ 2029 w 2905"/>
                <a:gd name="T75" fmla="*/ 2106 h 2540"/>
                <a:gd name="T76" fmla="*/ 1786 w 2905"/>
                <a:gd name="T77" fmla="*/ 1806 h 2540"/>
                <a:gd name="T78" fmla="*/ 1853 w 2905"/>
                <a:gd name="T79" fmla="*/ 1720 h 2540"/>
                <a:gd name="T80" fmla="*/ 2156 w 2905"/>
                <a:gd name="T81" fmla="*/ 1965 h 2540"/>
                <a:gd name="T82" fmla="*/ 2249 w 2905"/>
                <a:gd name="T83" fmla="*/ 1887 h 2540"/>
                <a:gd name="T84" fmla="*/ 2006 w 2905"/>
                <a:gd name="T85" fmla="*/ 1587 h 2540"/>
                <a:gd name="T86" fmla="*/ 2074 w 2905"/>
                <a:gd name="T87" fmla="*/ 1501 h 2540"/>
                <a:gd name="T88" fmla="*/ 2377 w 2905"/>
                <a:gd name="T89" fmla="*/ 1746 h 2540"/>
                <a:gd name="T90" fmla="*/ 2469 w 2905"/>
                <a:gd name="T91" fmla="*/ 1669 h 2540"/>
                <a:gd name="T92" fmla="*/ 2438 w 2905"/>
                <a:gd name="T93" fmla="*/ 1591 h 2540"/>
                <a:gd name="T94" fmla="*/ 2295 w 2905"/>
                <a:gd name="T95" fmla="*/ 1449 h 2540"/>
                <a:gd name="T96" fmla="*/ 2062 w 2905"/>
                <a:gd name="T97" fmla="*/ 1218 h 2540"/>
                <a:gd name="T98" fmla="*/ 1813 w 2905"/>
                <a:gd name="T99" fmla="*/ 970 h 2540"/>
                <a:gd name="T100" fmla="*/ 1616 w 2905"/>
                <a:gd name="T101" fmla="*/ 775 h 2540"/>
                <a:gd name="T102" fmla="*/ 1537 w 2905"/>
                <a:gd name="T103" fmla="*/ 706 h 2540"/>
                <a:gd name="T104" fmla="*/ 1428 w 2905"/>
                <a:gd name="T105" fmla="*/ 754 h 2540"/>
                <a:gd name="T106" fmla="*/ 1226 w 2905"/>
                <a:gd name="T107" fmla="*/ 1069 h 2540"/>
                <a:gd name="T108" fmla="*/ 976 w 2905"/>
                <a:gd name="T109" fmla="*/ 1147 h 2540"/>
                <a:gd name="T110" fmla="*/ 796 w 2905"/>
                <a:gd name="T111" fmla="*/ 1004 h 2540"/>
                <a:gd name="T112" fmla="*/ 1064 w 2905"/>
                <a:gd name="T113" fmla="*/ 203 h 2540"/>
                <a:gd name="T114" fmla="*/ 1158 w 2905"/>
                <a:gd name="T115" fmla="*/ 94 h 2540"/>
                <a:gd name="T116" fmla="*/ 1338 w 2905"/>
                <a:gd name="T117" fmla="*/ 10 h 2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05" h="2540">
                  <a:moveTo>
                    <a:pt x="1451" y="0"/>
                  </a:moveTo>
                  <a:lnTo>
                    <a:pt x="1493" y="3"/>
                  </a:lnTo>
                  <a:lnTo>
                    <a:pt x="1538" y="11"/>
                  </a:lnTo>
                  <a:lnTo>
                    <a:pt x="1585" y="23"/>
                  </a:lnTo>
                  <a:lnTo>
                    <a:pt x="2221" y="222"/>
                  </a:lnTo>
                  <a:lnTo>
                    <a:pt x="2236" y="229"/>
                  </a:lnTo>
                  <a:lnTo>
                    <a:pt x="2249" y="239"/>
                  </a:lnTo>
                  <a:lnTo>
                    <a:pt x="2885" y="870"/>
                  </a:lnTo>
                  <a:lnTo>
                    <a:pt x="2896" y="886"/>
                  </a:lnTo>
                  <a:lnTo>
                    <a:pt x="2903" y="902"/>
                  </a:lnTo>
                  <a:lnTo>
                    <a:pt x="2905" y="919"/>
                  </a:lnTo>
                  <a:lnTo>
                    <a:pt x="2903" y="936"/>
                  </a:lnTo>
                  <a:lnTo>
                    <a:pt x="2896" y="954"/>
                  </a:lnTo>
                  <a:lnTo>
                    <a:pt x="2885" y="968"/>
                  </a:lnTo>
                  <a:lnTo>
                    <a:pt x="2445" y="1405"/>
                  </a:lnTo>
                  <a:lnTo>
                    <a:pt x="2552" y="1511"/>
                  </a:lnTo>
                  <a:lnTo>
                    <a:pt x="2572" y="1534"/>
                  </a:lnTo>
                  <a:lnTo>
                    <a:pt x="2588" y="1560"/>
                  </a:lnTo>
                  <a:lnTo>
                    <a:pt x="2599" y="1587"/>
                  </a:lnTo>
                  <a:lnTo>
                    <a:pt x="2606" y="1615"/>
                  </a:lnTo>
                  <a:lnTo>
                    <a:pt x="2609" y="1645"/>
                  </a:lnTo>
                  <a:lnTo>
                    <a:pt x="2608" y="1675"/>
                  </a:lnTo>
                  <a:lnTo>
                    <a:pt x="2603" y="1705"/>
                  </a:lnTo>
                  <a:lnTo>
                    <a:pt x="2594" y="1734"/>
                  </a:lnTo>
                  <a:lnTo>
                    <a:pt x="2580" y="1762"/>
                  </a:lnTo>
                  <a:lnTo>
                    <a:pt x="2562" y="1790"/>
                  </a:lnTo>
                  <a:lnTo>
                    <a:pt x="2540" y="1815"/>
                  </a:lnTo>
                  <a:lnTo>
                    <a:pt x="2513" y="1837"/>
                  </a:lnTo>
                  <a:lnTo>
                    <a:pt x="2484" y="1857"/>
                  </a:lnTo>
                  <a:lnTo>
                    <a:pt x="2453" y="1870"/>
                  </a:lnTo>
                  <a:lnTo>
                    <a:pt x="2421" y="1879"/>
                  </a:lnTo>
                  <a:lnTo>
                    <a:pt x="2389" y="1883"/>
                  </a:lnTo>
                  <a:lnTo>
                    <a:pt x="2385" y="1915"/>
                  </a:lnTo>
                  <a:lnTo>
                    <a:pt x="2376" y="1947"/>
                  </a:lnTo>
                  <a:lnTo>
                    <a:pt x="2362" y="1977"/>
                  </a:lnTo>
                  <a:lnTo>
                    <a:pt x="2343" y="2007"/>
                  </a:lnTo>
                  <a:lnTo>
                    <a:pt x="2319" y="2033"/>
                  </a:lnTo>
                  <a:lnTo>
                    <a:pt x="2293" y="2056"/>
                  </a:lnTo>
                  <a:lnTo>
                    <a:pt x="2263" y="2075"/>
                  </a:lnTo>
                  <a:lnTo>
                    <a:pt x="2233" y="2089"/>
                  </a:lnTo>
                  <a:lnTo>
                    <a:pt x="2201" y="2098"/>
                  </a:lnTo>
                  <a:lnTo>
                    <a:pt x="2169" y="2102"/>
                  </a:lnTo>
                  <a:lnTo>
                    <a:pt x="2164" y="2134"/>
                  </a:lnTo>
                  <a:lnTo>
                    <a:pt x="2155" y="2166"/>
                  </a:lnTo>
                  <a:lnTo>
                    <a:pt x="2142" y="2196"/>
                  </a:lnTo>
                  <a:lnTo>
                    <a:pt x="2123" y="2226"/>
                  </a:lnTo>
                  <a:lnTo>
                    <a:pt x="2100" y="2252"/>
                  </a:lnTo>
                  <a:lnTo>
                    <a:pt x="2073" y="2275"/>
                  </a:lnTo>
                  <a:lnTo>
                    <a:pt x="2044" y="2294"/>
                  </a:lnTo>
                  <a:lnTo>
                    <a:pt x="2012" y="2308"/>
                  </a:lnTo>
                  <a:lnTo>
                    <a:pt x="1981" y="2316"/>
                  </a:lnTo>
                  <a:lnTo>
                    <a:pt x="1948" y="2321"/>
                  </a:lnTo>
                  <a:lnTo>
                    <a:pt x="1944" y="2352"/>
                  </a:lnTo>
                  <a:lnTo>
                    <a:pt x="1935" y="2385"/>
                  </a:lnTo>
                  <a:lnTo>
                    <a:pt x="1922" y="2415"/>
                  </a:lnTo>
                  <a:lnTo>
                    <a:pt x="1903" y="2444"/>
                  </a:lnTo>
                  <a:lnTo>
                    <a:pt x="1880" y="2471"/>
                  </a:lnTo>
                  <a:lnTo>
                    <a:pt x="1854" y="2492"/>
                  </a:lnTo>
                  <a:lnTo>
                    <a:pt x="1828" y="2510"/>
                  </a:lnTo>
                  <a:lnTo>
                    <a:pt x="1799" y="2524"/>
                  </a:lnTo>
                  <a:lnTo>
                    <a:pt x="1770" y="2533"/>
                  </a:lnTo>
                  <a:lnTo>
                    <a:pt x="1739" y="2539"/>
                  </a:lnTo>
                  <a:lnTo>
                    <a:pt x="1710" y="2540"/>
                  </a:lnTo>
                  <a:lnTo>
                    <a:pt x="1680" y="2537"/>
                  </a:lnTo>
                  <a:lnTo>
                    <a:pt x="1650" y="2530"/>
                  </a:lnTo>
                  <a:lnTo>
                    <a:pt x="1623" y="2519"/>
                  </a:lnTo>
                  <a:lnTo>
                    <a:pt x="1597" y="2503"/>
                  </a:lnTo>
                  <a:lnTo>
                    <a:pt x="1574" y="2483"/>
                  </a:lnTo>
                  <a:lnTo>
                    <a:pt x="1320" y="2231"/>
                  </a:lnTo>
                  <a:lnTo>
                    <a:pt x="1191" y="2359"/>
                  </a:lnTo>
                  <a:lnTo>
                    <a:pt x="1172" y="2375"/>
                  </a:lnTo>
                  <a:lnTo>
                    <a:pt x="1150" y="2387"/>
                  </a:lnTo>
                  <a:lnTo>
                    <a:pt x="1127" y="2394"/>
                  </a:lnTo>
                  <a:lnTo>
                    <a:pt x="1102" y="2396"/>
                  </a:lnTo>
                  <a:lnTo>
                    <a:pt x="1077" y="2395"/>
                  </a:lnTo>
                  <a:lnTo>
                    <a:pt x="1052" y="2389"/>
                  </a:lnTo>
                  <a:lnTo>
                    <a:pt x="1027" y="2380"/>
                  </a:lnTo>
                  <a:lnTo>
                    <a:pt x="1005" y="2365"/>
                  </a:lnTo>
                  <a:lnTo>
                    <a:pt x="983" y="2347"/>
                  </a:lnTo>
                  <a:lnTo>
                    <a:pt x="965" y="2326"/>
                  </a:lnTo>
                  <a:lnTo>
                    <a:pt x="951" y="2303"/>
                  </a:lnTo>
                  <a:lnTo>
                    <a:pt x="941" y="2278"/>
                  </a:lnTo>
                  <a:lnTo>
                    <a:pt x="935" y="2254"/>
                  </a:lnTo>
                  <a:lnTo>
                    <a:pt x="934" y="2229"/>
                  </a:lnTo>
                  <a:lnTo>
                    <a:pt x="936" y="2204"/>
                  </a:lnTo>
                  <a:lnTo>
                    <a:pt x="944" y="2181"/>
                  </a:lnTo>
                  <a:lnTo>
                    <a:pt x="955" y="2160"/>
                  </a:lnTo>
                  <a:lnTo>
                    <a:pt x="971" y="2140"/>
                  </a:lnTo>
                  <a:lnTo>
                    <a:pt x="952" y="2157"/>
                  </a:lnTo>
                  <a:lnTo>
                    <a:pt x="930" y="2168"/>
                  </a:lnTo>
                  <a:lnTo>
                    <a:pt x="907" y="2175"/>
                  </a:lnTo>
                  <a:lnTo>
                    <a:pt x="882" y="2178"/>
                  </a:lnTo>
                  <a:lnTo>
                    <a:pt x="857" y="2176"/>
                  </a:lnTo>
                  <a:lnTo>
                    <a:pt x="832" y="2170"/>
                  </a:lnTo>
                  <a:lnTo>
                    <a:pt x="808" y="2161"/>
                  </a:lnTo>
                  <a:lnTo>
                    <a:pt x="784" y="2147"/>
                  </a:lnTo>
                  <a:lnTo>
                    <a:pt x="763" y="2128"/>
                  </a:lnTo>
                  <a:lnTo>
                    <a:pt x="745" y="2107"/>
                  </a:lnTo>
                  <a:lnTo>
                    <a:pt x="730" y="2084"/>
                  </a:lnTo>
                  <a:lnTo>
                    <a:pt x="721" y="2060"/>
                  </a:lnTo>
                  <a:lnTo>
                    <a:pt x="715" y="2035"/>
                  </a:lnTo>
                  <a:lnTo>
                    <a:pt x="714" y="2011"/>
                  </a:lnTo>
                  <a:lnTo>
                    <a:pt x="716" y="1986"/>
                  </a:lnTo>
                  <a:lnTo>
                    <a:pt x="723" y="1963"/>
                  </a:lnTo>
                  <a:lnTo>
                    <a:pt x="735" y="1941"/>
                  </a:lnTo>
                  <a:lnTo>
                    <a:pt x="751" y="1922"/>
                  </a:lnTo>
                  <a:lnTo>
                    <a:pt x="731" y="1938"/>
                  </a:lnTo>
                  <a:lnTo>
                    <a:pt x="710" y="1949"/>
                  </a:lnTo>
                  <a:lnTo>
                    <a:pt x="686" y="1956"/>
                  </a:lnTo>
                  <a:lnTo>
                    <a:pt x="662" y="1959"/>
                  </a:lnTo>
                  <a:lnTo>
                    <a:pt x="636" y="1957"/>
                  </a:lnTo>
                  <a:lnTo>
                    <a:pt x="612" y="1952"/>
                  </a:lnTo>
                  <a:lnTo>
                    <a:pt x="588" y="1942"/>
                  </a:lnTo>
                  <a:lnTo>
                    <a:pt x="564" y="1928"/>
                  </a:lnTo>
                  <a:lnTo>
                    <a:pt x="543" y="1909"/>
                  </a:lnTo>
                  <a:lnTo>
                    <a:pt x="524" y="1888"/>
                  </a:lnTo>
                  <a:lnTo>
                    <a:pt x="511" y="1866"/>
                  </a:lnTo>
                  <a:lnTo>
                    <a:pt x="501" y="1841"/>
                  </a:lnTo>
                  <a:lnTo>
                    <a:pt x="495" y="1816"/>
                  </a:lnTo>
                  <a:lnTo>
                    <a:pt x="494" y="1792"/>
                  </a:lnTo>
                  <a:lnTo>
                    <a:pt x="497" y="1767"/>
                  </a:lnTo>
                  <a:lnTo>
                    <a:pt x="504" y="1744"/>
                  </a:lnTo>
                  <a:lnTo>
                    <a:pt x="515" y="1722"/>
                  </a:lnTo>
                  <a:lnTo>
                    <a:pt x="530" y="1703"/>
                  </a:lnTo>
                  <a:lnTo>
                    <a:pt x="511" y="1719"/>
                  </a:lnTo>
                  <a:lnTo>
                    <a:pt x="490" y="1730"/>
                  </a:lnTo>
                  <a:lnTo>
                    <a:pt x="466" y="1737"/>
                  </a:lnTo>
                  <a:lnTo>
                    <a:pt x="442" y="1740"/>
                  </a:lnTo>
                  <a:lnTo>
                    <a:pt x="417" y="1738"/>
                  </a:lnTo>
                  <a:lnTo>
                    <a:pt x="392" y="1733"/>
                  </a:lnTo>
                  <a:lnTo>
                    <a:pt x="367" y="1723"/>
                  </a:lnTo>
                  <a:lnTo>
                    <a:pt x="344" y="1709"/>
                  </a:lnTo>
                  <a:lnTo>
                    <a:pt x="323" y="1690"/>
                  </a:lnTo>
                  <a:lnTo>
                    <a:pt x="305" y="1670"/>
                  </a:lnTo>
                  <a:lnTo>
                    <a:pt x="291" y="1647"/>
                  </a:lnTo>
                  <a:lnTo>
                    <a:pt x="281" y="1622"/>
                  </a:lnTo>
                  <a:lnTo>
                    <a:pt x="275" y="1597"/>
                  </a:lnTo>
                  <a:lnTo>
                    <a:pt x="273" y="1573"/>
                  </a:lnTo>
                  <a:lnTo>
                    <a:pt x="276" y="1549"/>
                  </a:lnTo>
                  <a:lnTo>
                    <a:pt x="284" y="1525"/>
                  </a:lnTo>
                  <a:lnTo>
                    <a:pt x="295" y="1504"/>
                  </a:lnTo>
                  <a:lnTo>
                    <a:pt x="311" y="1485"/>
                  </a:lnTo>
                  <a:lnTo>
                    <a:pt x="432" y="1363"/>
                  </a:lnTo>
                  <a:lnTo>
                    <a:pt x="20" y="952"/>
                  </a:lnTo>
                  <a:lnTo>
                    <a:pt x="9" y="938"/>
                  </a:lnTo>
                  <a:lnTo>
                    <a:pt x="2" y="921"/>
                  </a:lnTo>
                  <a:lnTo>
                    <a:pt x="0" y="904"/>
                  </a:lnTo>
                  <a:lnTo>
                    <a:pt x="2" y="887"/>
                  </a:lnTo>
                  <a:lnTo>
                    <a:pt x="9" y="870"/>
                  </a:lnTo>
                  <a:lnTo>
                    <a:pt x="20" y="855"/>
                  </a:lnTo>
                  <a:lnTo>
                    <a:pt x="35" y="844"/>
                  </a:lnTo>
                  <a:lnTo>
                    <a:pt x="51" y="837"/>
                  </a:lnTo>
                  <a:lnTo>
                    <a:pt x="69" y="835"/>
                  </a:lnTo>
                  <a:lnTo>
                    <a:pt x="87" y="837"/>
                  </a:lnTo>
                  <a:lnTo>
                    <a:pt x="103" y="844"/>
                  </a:lnTo>
                  <a:lnTo>
                    <a:pt x="118" y="855"/>
                  </a:lnTo>
                  <a:lnTo>
                    <a:pt x="531" y="1267"/>
                  </a:lnTo>
                  <a:lnTo>
                    <a:pt x="554" y="1253"/>
                  </a:lnTo>
                  <a:lnTo>
                    <a:pt x="577" y="1243"/>
                  </a:lnTo>
                  <a:lnTo>
                    <a:pt x="603" y="1239"/>
                  </a:lnTo>
                  <a:lnTo>
                    <a:pt x="629" y="1240"/>
                  </a:lnTo>
                  <a:lnTo>
                    <a:pt x="656" y="1245"/>
                  </a:lnTo>
                  <a:lnTo>
                    <a:pt x="681" y="1255"/>
                  </a:lnTo>
                  <a:lnTo>
                    <a:pt x="706" y="1269"/>
                  </a:lnTo>
                  <a:lnTo>
                    <a:pt x="728" y="1288"/>
                  </a:lnTo>
                  <a:lnTo>
                    <a:pt x="747" y="1309"/>
                  </a:lnTo>
                  <a:lnTo>
                    <a:pt x="761" y="1333"/>
                  </a:lnTo>
                  <a:lnTo>
                    <a:pt x="771" y="1357"/>
                  </a:lnTo>
                  <a:lnTo>
                    <a:pt x="776" y="1381"/>
                  </a:lnTo>
                  <a:lnTo>
                    <a:pt x="778" y="1407"/>
                  </a:lnTo>
                  <a:lnTo>
                    <a:pt x="775" y="1431"/>
                  </a:lnTo>
                  <a:lnTo>
                    <a:pt x="768" y="1454"/>
                  </a:lnTo>
                  <a:lnTo>
                    <a:pt x="757" y="1476"/>
                  </a:lnTo>
                  <a:lnTo>
                    <a:pt x="741" y="1495"/>
                  </a:lnTo>
                  <a:lnTo>
                    <a:pt x="760" y="1479"/>
                  </a:lnTo>
                  <a:lnTo>
                    <a:pt x="781" y="1467"/>
                  </a:lnTo>
                  <a:lnTo>
                    <a:pt x="805" y="1460"/>
                  </a:lnTo>
                  <a:lnTo>
                    <a:pt x="829" y="1457"/>
                  </a:lnTo>
                  <a:lnTo>
                    <a:pt x="855" y="1459"/>
                  </a:lnTo>
                  <a:lnTo>
                    <a:pt x="879" y="1464"/>
                  </a:lnTo>
                  <a:lnTo>
                    <a:pt x="904" y="1475"/>
                  </a:lnTo>
                  <a:lnTo>
                    <a:pt x="927" y="1489"/>
                  </a:lnTo>
                  <a:lnTo>
                    <a:pt x="949" y="1507"/>
                  </a:lnTo>
                  <a:lnTo>
                    <a:pt x="967" y="1528"/>
                  </a:lnTo>
                  <a:lnTo>
                    <a:pt x="981" y="1551"/>
                  </a:lnTo>
                  <a:lnTo>
                    <a:pt x="990" y="1575"/>
                  </a:lnTo>
                  <a:lnTo>
                    <a:pt x="997" y="1600"/>
                  </a:lnTo>
                  <a:lnTo>
                    <a:pt x="998" y="1625"/>
                  </a:lnTo>
                  <a:lnTo>
                    <a:pt x="996" y="1649"/>
                  </a:lnTo>
                  <a:lnTo>
                    <a:pt x="988" y="1672"/>
                  </a:lnTo>
                  <a:lnTo>
                    <a:pt x="977" y="1694"/>
                  </a:lnTo>
                  <a:lnTo>
                    <a:pt x="961" y="1714"/>
                  </a:lnTo>
                  <a:lnTo>
                    <a:pt x="980" y="1698"/>
                  </a:lnTo>
                  <a:lnTo>
                    <a:pt x="1002" y="1686"/>
                  </a:lnTo>
                  <a:lnTo>
                    <a:pt x="1025" y="1679"/>
                  </a:lnTo>
                  <a:lnTo>
                    <a:pt x="1050" y="1676"/>
                  </a:lnTo>
                  <a:lnTo>
                    <a:pt x="1075" y="1678"/>
                  </a:lnTo>
                  <a:lnTo>
                    <a:pt x="1100" y="1683"/>
                  </a:lnTo>
                  <a:lnTo>
                    <a:pt x="1124" y="1693"/>
                  </a:lnTo>
                  <a:lnTo>
                    <a:pt x="1148" y="1708"/>
                  </a:lnTo>
                  <a:lnTo>
                    <a:pt x="1169" y="1725"/>
                  </a:lnTo>
                  <a:lnTo>
                    <a:pt x="1187" y="1746"/>
                  </a:lnTo>
                  <a:lnTo>
                    <a:pt x="1201" y="1769"/>
                  </a:lnTo>
                  <a:lnTo>
                    <a:pt x="1211" y="1794"/>
                  </a:lnTo>
                  <a:lnTo>
                    <a:pt x="1217" y="1818"/>
                  </a:lnTo>
                  <a:lnTo>
                    <a:pt x="1218" y="1843"/>
                  </a:lnTo>
                  <a:lnTo>
                    <a:pt x="1215" y="1868"/>
                  </a:lnTo>
                  <a:lnTo>
                    <a:pt x="1208" y="1891"/>
                  </a:lnTo>
                  <a:lnTo>
                    <a:pt x="1196" y="1912"/>
                  </a:lnTo>
                  <a:lnTo>
                    <a:pt x="1181" y="1932"/>
                  </a:lnTo>
                  <a:lnTo>
                    <a:pt x="1201" y="1916"/>
                  </a:lnTo>
                  <a:lnTo>
                    <a:pt x="1222" y="1905"/>
                  </a:lnTo>
                  <a:lnTo>
                    <a:pt x="1245" y="1898"/>
                  </a:lnTo>
                  <a:lnTo>
                    <a:pt x="1270" y="1895"/>
                  </a:lnTo>
                  <a:lnTo>
                    <a:pt x="1294" y="1896"/>
                  </a:lnTo>
                  <a:lnTo>
                    <a:pt x="1320" y="1902"/>
                  </a:lnTo>
                  <a:lnTo>
                    <a:pt x="1344" y="1912"/>
                  </a:lnTo>
                  <a:lnTo>
                    <a:pt x="1367" y="1926"/>
                  </a:lnTo>
                  <a:lnTo>
                    <a:pt x="1388" y="1944"/>
                  </a:lnTo>
                  <a:lnTo>
                    <a:pt x="1407" y="1965"/>
                  </a:lnTo>
                  <a:lnTo>
                    <a:pt x="1421" y="1988"/>
                  </a:lnTo>
                  <a:lnTo>
                    <a:pt x="1431" y="2013"/>
                  </a:lnTo>
                  <a:lnTo>
                    <a:pt x="1436" y="2037"/>
                  </a:lnTo>
                  <a:lnTo>
                    <a:pt x="1438" y="2062"/>
                  </a:lnTo>
                  <a:lnTo>
                    <a:pt x="1435" y="2087"/>
                  </a:lnTo>
                  <a:lnTo>
                    <a:pt x="1428" y="2110"/>
                  </a:lnTo>
                  <a:lnTo>
                    <a:pt x="1416" y="2131"/>
                  </a:lnTo>
                  <a:lnTo>
                    <a:pt x="1672" y="2386"/>
                  </a:lnTo>
                  <a:lnTo>
                    <a:pt x="1685" y="2395"/>
                  </a:lnTo>
                  <a:lnTo>
                    <a:pt x="1699" y="2401"/>
                  </a:lnTo>
                  <a:lnTo>
                    <a:pt x="1716" y="2402"/>
                  </a:lnTo>
                  <a:lnTo>
                    <a:pt x="1733" y="2400"/>
                  </a:lnTo>
                  <a:lnTo>
                    <a:pt x="1750" y="2395"/>
                  </a:lnTo>
                  <a:lnTo>
                    <a:pt x="1767" y="2386"/>
                  </a:lnTo>
                  <a:lnTo>
                    <a:pt x="1782" y="2374"/>
                  </a:lnTo>
                  <a:lnTo>
                    <a:pt x="1794" y="2358"/>
                  </a:lnTo>
                  <a:lnTo>
                    <a:pt x="1803" y="2342"/>
                  </a:lnTo>
                  <a:lnTo>
                    <a:pt x="1809" y="2325"/>
                  </a:lnTo>
                  <a:lnTo>
                    <a:pt x="1811" y="2308"/>
                  </a:lnTo>
                  <a:lnTo>
                    <a:pt x="1809" y="2291"/>
                  </a:lnTo>
                  <a:lnTo>
                    <a:pt x="1803" y="2276"/>
                  </a:lnTo>
                  <a:lnTo>
                    <a:pt x="1794" y="2264"/>
                  </a:lnTo>
                  <a:lnTo>
                    <a:pt x="1584" y="2055"/>
                  </a:lnTo>
                  <a:lnTo>
                    <a:pt x="1573" y="2041"/>
                  </a:lnTo>
                  <a:lnTo>
                    <a:pt x="1567" y="2025"/>
                  </a:lnTo>
                  <a:lnTo>
                    <a:pt x="1564" y="2007"/>
                  </a:lnTo>
                  <a:lnTo>
                    <a:pt x="1567" y="1989"/>
                  </a:lnTo>
                  <a:lnTo>
                    <a:pt x="1573" y="1973"/>
                  </a:lnTo>
                  <a:lnTo>
                    <a:pt x="1584" y="1958"/>
                  </a:lnTo>
                  <a:lnTo>
                    <a:pt x="1599" y="1947"/>
                  </a:lnTo>
                  <a:lnTo>
                    <a:pt x="1616" y="1941"/>
                  </a:lnTo>
                  <a:lnTo>
                    <a:pt x="1633" y="1939"/>
                  </a:lnTo>
                  <a:lnTo>
                    <a:pt x="1650" y="1941"/>
                  </a:lnTo>
                  <a:lnTo>
                    <a:pt x="1668" y="1947"/>
                  </a:lnTo>
                  <a:lnTo>
                    <a:pt x="1682" y="1958"/>
                  </a:lnTo>
                  <a:lnTo>
                    <a:pt x="1892" y="2167"/>
                  </a:lnTo>
                  <a:lnTo>
                    <a:pt x="1904" y="2176"/>
                  </a:lnTo>
                  <a:lnTo>
                    <a:pt x="1920" y="2182"/>
                  </a:lnTo>
                  <a:lnTo>
                    <a:pt x="1936" y="2183"/>
                  </a:lnTo>
                  <a:lnTo>
                    <a:pt x="1953" y="2182"/>
                  </a:lnTo>
                  <a:lnTo>
                    <a:pt x="1971" y="2176"/>
                  </a:lnTo>
                  <a:lnTo>
                    <a:pt x="1987" y="2167"/>
                  </a:lnTo>
                  <a:lnTo>
                    <a:pt x="2002" y="2155"/>
                  </a:lnTo>
                  <a:lnTo>
                    <a:pt x="2015" y="2139"/>
                  </a:lnTo>
                  <a:lnTo>
                    <a:pt x="2024" y="2123"/>
                  </a:lnTo>
                  <a:lnTo>
                    <a:pt x="2029" y="2106"/>
                  </a:lnTo>
                  <a:lnTo>
                    <a:pt x="2031" y="2089"/>
                  </a:lnTo>
                  <a:lnTo>
                    <a:pt x="2029" y="2073"/>
                  </a:lnTo>
                  <a:lnTo>
                    <a:pt x="2024" y="2058"/>
                  </a:lnTo>
                  <a:lnTo>
                    <a:pt x="2015" y="2045"/>
                  </a:lnTo>
                  <a:lnTo>
                    <a:pt x="1804" y="1837"/>
                  </a:lnTo>
                  <a:lnTo>
                    <a:pt x="1793" y="1822"/>
                  </a:lnTo>
                  <a:lnTo>
                    <a:pt x="1786" y="1806"/>
                  </a:lnTo>
                  <a:lnTo>
                    <a:pt x="1784" y="1788"/>
                  </a:lnTo>
                  <a:lnTo>
                    <a:pt x="1786" y="1770"/>
                  </a:lnTo>
                  <a:lnTo>
                    <a:pt x="1793" y="1754"/>
                  </a:lnTo>
                  <a:lnTo>
                    <a:pt x="1804" y="1740"/>
                  </a:lnTo>
                  <a:lnTo>
                    <a:pt x="1820" y="1729"/>
                  </a:lnTo>
                  <a:lnTo>
                    <a:pt x="1836" y="1722"/>
                  </a:lnTo>
                  <a:lnTo>
                    <a:pt x="1853" y="1720"/>
                  </a:lnTo>
                  <a:lnTo>
                    <a:pt x="1871" y="1722"/>
                  </a:lnTo>
                  <a:lnTo>
                    <a:pt x="1887" y="1729"/>
                  </a:lnTo>
                  <a:lnTo>
                    <a:pt x="1902" y="1740"/>
                  </a:lnTo>
                  <a:lnTo>
                    <a:pt x="2112" y="1948"/>
                  </a:lnTo>
                  <a:lnTo>
                    <a:pt x="2125" y="1957"/>
                  </a:lnTo>
                  <a:lnTo>
                    <a:pt x="2140" y="1963"/>
                  </a:lnTo>
                  <a:lnTo>
                    <a:pt x="2156" y="1965"/>
                  </a:lnTo>
                  <a:lnTo>
                    <a:pt x="2174" y="1963"/>
                  </a:lnTo>
                  <a:lnTo>
                    <a:pt x="2190" y="1957"/>
                  </a:lnTo>
                  <a:lnTo>
                    <a:pt x="2207" y="1949"/>
                  </a:lnTo>
                  <a:lnTo>
                    <a:pt x="2223" y="1936"/>
                  </a:lnTo>
                  <a:lnTo>
                    <a:pt x="2235" y="1920"/>
                  </a:lnTo>
                  <a:lnTo>
                    <a:pt x="2244" y="1904"/>
                  </a:lnTo>
                  <a:lnTo>
                    <a:pt x="2249" y="1887"/>
                  </a:lnTo>
                  <a:lnTo>
                    <a:pt x="2251" y="1871"/>
                  </a:lnTo>
                  <a:lnTo>
                    <a:pt x="2249" y="1855"/>
                  </a:lnTo>
                  <a:lnTo>
                    <a:pt x="2244" y="1839"/>
                  </a:lnTo>
                  <a:lnTo>
                    <a:pt x="2234" y="1826"/>
                  </a:lnTo>
                  <a:lnTo>
                    <a:pt x="2025" y="1618"/>
                  </a:lnTo>
                  <a:lnTo>
                    <a:pt x="2013" y="1603"/>
                  </a:lnTo>
                  <a:lnTo>
                    <a:pt x="2006" y="1587"/>
                  </a:lnTo>
                  <a:lnTo>
                    <a:pt x="2004" y="1570"/>
                  </a:lnTo>
                  <a:lnTo>
                    <a:pt x="2006" y="1553"/>
                  </a:lnTo>
                  <a:lnTo>
                    <a:pt x="2013" y="1535"/>
                  </a:lnTo>
                  <a:lnTo>
                    <a:pt x="2025" y="1521"/>
                  </a:lnTo>
                  <a:lnTo>
                    <a:pt x="2039" y="1510"/>
                  </a:lnTo>
                  <a:lnTo>
                    <a:pt x="2055" y="1503"/>
                  </a:lnTo>
                  <a:lnTo>
                    <a:pt x="2074" y="1501"/>
                  </a:lnTo>
                  <a:lnTo>
                    <a:pt x="2091" y="1503"/>
                  </a:lnTo>
                  <a:lnTo>
                    <a:pt x="2107" y="1510"/>
                  </a:lnTo>
                  <a:lnTo>
                    <a:pt x="2122" y="1521"/>
                  </a:lnTo>
                  <a:lnTo>
                    <a:pt x="2332" y="1729"/>
                  </a:lnTo>
                  <a:lnTo>
                    <a:pt x="2345" y="1739"/>
                  </a:lnTo>
                  <a:lnTo>
                    <a:pt x="2359" y="1744"/>
                  </a:lnTo>
                  <a:lnTo>
                    <a:pt x="2377" y="1746"/>
                  </a:lnTo>
                  <a:lnTo>
                    <a:pt x="2393" y="1744"/>
                  </a:lnTo>
                  <a:lnTo>
                    <a:pt x="2410" y="1739"/>
                  </a:lnTo>
                  <a:lnTo>
                    <a:pt x="2427" y="1730"/>
                  </a:lnTo>
                  <a:lnTo>
                    <a:pt x="2442" y="1718"/>
                  </a:lnTo>
                  <a:lnTo>
                    <a:pt x="2455" y="1703"/>
                  </a:lnTo>
                  <a:lnTo>
                    <a:pt x="2463" y="1685"/>
                  </a:lnTo>
                  <a:lnTo>
                    <a:pt x="2469" y="1669"/>
                  </a:lnTo>
                  <a:lnTo>
                    <a:pt x="2471" y="1652"/>
                  </a:lnTo>
                  <a:lnTo>
                    <a:pt x="2469" y="1636"/>
                  </a:lnTo>
                  <a:lnTo>
                    <a:pt x="2463" y="1620"/>
                  </a:lnTo>
                  <a:lnTo>
                    <a:pt x="2454" y="1608"/>
                  </a:lnTo>
                  <a:lnTo>
                    <a:pt x="2452" y="1606"/>
                  </a:lnTo>
                  <a:lnTo>
                    <a:pt x="2447" y="1600"/>
                  </a:lnTo>
                  <a:lnTo>
                    <a:pt x="2438" y="1591"/>
                  </a:lnTo>
                  <a:lnTo>
                    <a:pt x="2426" y="1579"/>
                  </a:lnTo>
                  <a:lnTo>
                    <a:pt x="2410" y="1564"/>
                  </a:lnTo>
                  <a:lnTo>
                    <a:pt x="2392" y="1545"/>
                  </a:lnTo>
                  <a:lnTo>
                    <a:pt x="2372" y="1525"/>
                  </a:lnTo>
                  <a:lnTo>
                    <a:pt x="2348" y="1502"/>
                  </a:lnTo>
                  <a:lnTo>
                    <a:pt x="2323" y="1477"/>
                  </a:lnTo>
                  <a:lnTo>
                    <a:pt x="2295" y="1449"/>
                  </a:lnTo>
                  <a:lnTo>
                    <a:pt x="2265" y="1420"/>
                  </a:lnTo>
                  <a:lnTo>
                    <a:pt x="2235" y="1389"/>
                  </a:lnTo>
                  <a:lnTo>
                    <a:pt x="2202" y="1357"/>
                  </a:lnTo>
                  <a:lnTo>
                    <a:pt x="2169" y="1323"/>
                  </a:lnTo>
                  <a:lnTo>
                    <a:pt x="2134" y="1289"/>
                  </a:lnTo>
                  <a:lnTo>
                    <a:pt x="2099" y="1254"/>
                  </a:lnTo>
                  <a:lnTo>
                    <a:pt x="2062" y="1218"/>
                  </a:lnTo>
                  <a:lnTo>
                    <a:pt x="2027" y="1182"/>
                  </a:lnTo>
                  <a:lnTo>
                    <a:pt x="1990" y="1146"/>
                  </a:lnTo>
                  <a:lnTo>
                    <a:pt x="1954" y="1110"/>
                  </a:lnTo>
                  <a:lnTo>
                    <a:pt x="1918" y="1074"/>
                  </a:lnTo>
                  <a:lnTo>
                    <a:pt x="1882" y="1039"/>
                  </a:lnTo>
                  <a:lnTo>
                    <a:pt x="1847" y="1003"/>
                  </a:lnTo>
                  <a:lnTo>
                    <a:pt x="1813" y="970"/>
                  </a:lnTo>
                  <a:lnTo>
                    <a:pt x="1780" y="937"/>
                  </a:lnTo>
                  <a:lnTo>
                    <a:pt x="1748" y="906"/>
                  </a:lnTo>
                  <a:lnTo>
                    <a:pt x="1718" y="875"/>
                  </a:lnTo>
                  <a:lnTo>
                    <a:pt x="1689" y="847"/>
                  </a:lnTo>
                  <a:lnTo>
                    <a:pt x="1663" y="821"/>
                  </a:lnTo>
                  <a:lnTo>
                    <a:pt x="1638" y="797"/>
                  </a:lnTo>
                  <a:lnTo>
                    <a:pt x="1616" y="775"/>
                  </a:lnTo>
                  <a:lnTo>
                    <a:pt x="1596" y="756"/>
                  </a:lnTo>
                  <a:lnTo>
                    <a:pt x="1579" y="740"/>
                  </a:lnTo>
                  <a:lnTo>
                    <a:pt x="1565" y="725"/>
                  </a:lnTo>
                  <a:lnTo>
                    <a:pt x="1560" y="721"/>
                  </a:lnTo>
                  <a:lnTo>
                    <a:pt x="1553" y="715"/>
                  </a:lnTo>
                  <a:lnTo>
                    <a:pt x="1546" y="711"/>
                  </a:lnTo>
                  <a:lnTo>
                    <a:pt x="1537" y="706"/>
                  </a:lnTo>
                  <a:lnTo>
                    <a:pt x="1527" y="704"/>
                  </a:lnTo>
                  <a:lnTo>
                    <a:pt x="1515" y="703"/>
                  </a:lnTo>
                  <a:lnTo>
                    <a:pt x="1501" y="705"/>
                  </a:lnTo>
                  <a:lnTo>
                    <a:pt x="1485" y="711"/>
                  </a:lnTo>
                  <a:lnTo>
                    <a:pt x="1468" y="720"/>
                  </a:lnTo>
                  <a:lnTo>
                    <a:pt x="1449" y="735"/>
                  </a:lnTo>
                  <a:lnTo>
                    <a:pt x="1428" y="754"/>
                  </a:lnTo>
                  <a:lnTo>
                    <a:pt x="1405" y="779"/>
                  </a:lnTo>
                  <a:lnTo>
                    <a:pt x="1383" y="808"/>
                  </a:lnTo>
                  <a:lnTo>
                    <a:pt x="1366" y="837"/>
                  </a:lnTo>
                  <a:lnTo>
                    <a:pt x="1270" y="1012"/>
                  </a:lnTo>
                  <a:lnTo>
                    <a:pt x="1259" y="1031"/>
                  </a:lnTo>
                  <a:lnTo>
                    <a:pt x="1244" y="1050"/>
                  </a:lnTo>
                  <a:lnTo>
                    <a:pt x="1226" y="1069"/>
                  </a:lnTo>
                  <a:lnTo>
                    <a:pt x="1194" y="1096"/>
                  </a:lnTo>
                  <a:lnTo>
                    <a:pt x="1161" y="1119"/>
                  </a:lnTo>
                  <a:lnTo>
                    <a:pt x="1125" y="1136"/>
                  </a:lnTo>
                  <a:lnTo>
                    <a:pt x="1089" y="1147"/>
                  </a:lnTo>
                  <a:lnTo>
                    <a:pt x="1052" y="1153"/>
                  </a:lnTo>
                  <a:lnTo>
                    <a:pt x="1014" y="1153"/>
                  </a:lnTo>
                  <a:lnTo>
                    <a:pt x="976" y="1147"/>
                  </a:lnTo>
                  <a:lnTo>
                    <a:pt x="944" y="1137"/>
                  </a:lnTo>
                  <a:lnTo>
                    <a:pt x="913" y="1123"/>
                  </a:lnTo>
                  <a:lnTo>
                    <a:pt x="883" y="1106"/>
                  </a:lnTo>
                  <a:lnTo>
                    <a:pt x="858" y="1085"/>
                  </a:lnTo>
                  <a:lnTo>
                    <a:pt x="833" y="1061"/>
                  </a:lnTo>
                  <a:lnTo>
                    <a:pt x="813" y="1034"/>
                  </a:lnTo>
                  <a:lnTo>
                    <a:pt x="796" y="1004"/>
                  </a:lnTo>
                  <a:lnTo>
                    <a:pt x="784" y="980"/>
                  </a:lnTo>
                  <a:lnTo>
                    <a:pt x="777" y="955"/>
                  </a:lnTo>
                  <a:lnTo>
                    <a:pt x="772" y="930"/>
                  </a:lnTo>
                  <a:lnTo>
                    <a:pt x="772" y="908"/>
                  </a:lnTo>
                  <a:lnTo>
                    <a:pt x="774" y="886"/>
                  </a:lnTo>
                  <a:lnTo>
                    <a:pt x="781" y="866"/>
                  </a:lnTo>
                  <a:lnTo>
                    <a:pt x="1064" y="203"/>
                  </a:lnTo>
                  <a:lnTo>
                    <a:pt x="1074" y="185"/>
                  </a:lnTo>
                  <a:lnTo>
                    <a:pt x="1086" y="166"/>
                  </a:lnTo>
                  <a:lnTo>
                    <a:pt x="1102" y="147"/>
                  </a:lnTo>
                  <a:lnTo>
                    <a:pt x="1120" y="126"/>
                  </a:lnTo>
                  <a:lnTo>
                    <a:pt x="1130" y="117"/>
                  </a:lnTo>
                  <a:lnTo>
                    <a:pt x="1142" y="106"/>
                  </a:lnTo>
                  <a:lnTo>
                    <a:pt x="1158" y="94"/>
                  </a:lnTo>
                  <a:lnTo>
                    <a:pt x="1176" y="81"/>
                  </a:lnTo>
                  <a:lnTo>
                    <a:pt x="1196" y="67"/>
                  </a:lnTo>
                  <a:lnTo>
                    <a:pt x="1220" y="53"/>
                  </a:lnTo>
                  <a:lnTo>
                    <a:pt x="1245" y="40"/>
                  </a:lnTo>
                  <a:lnTo>
                    <a:pt x="1274" y="28"/>
                  </a:lnTo>
                  <a:lnTo>
                    <a:pt x="1305" y="18"/>
                  </a:lnTo>
                  <a:lnTo>
                    <a:pt x="1338" y="10"/>
                  </a:lnTo>
                  <a:lnTo>
                    <a:pt x="1373" y="3"/>
                  </a:lnTo>
                  <a:lnTo>
                    <a:pt x="1412" y="0"/>
                  </a:lnTo>
                  <a:lnTo>
                    <a:pt x="14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8" name="Freeform 40"/>
            <p:cNvSpPr>
              <a:spLocks noEditPoints="1"/>
            </p:cNvSpPr>
            <p:nvPr/>
          </p:nvSpPr>
          <p:spPr bwMode="auto">
            <a:xfrm>
              <a:off x="7332663" y="2609851"/>
              <a:ext cx="149225" cy="147638"/>
            </a:xfrm>
            <a:custGeom>
              <a:avLst/>
              <a:gdLst>
                <a:gd name="T0" fmla="*/ 671 w 1031"/>
                <a:gd name="T1" fmla="*/ 657 h 1025"/>
                <a:gd name="T2" fmla="*/ 626 w 1031"/>
                <a:gd name="T3" fmla="*/ 679 h 1025"/>
                <a:gd name="T4" fmla="*/ 595 w 1031"/>
                <a:gd name="T5" fmla="*/ 718 h 1025"/>
                <a:gd name="T6" fmla="*/ 584 w 1031"/>
                <a:gd name="T7" fmla="*/ 766 h 1025"/>
                <a:gd name="T8" fmla="*/ 595 w 1031"/>
                <a:gd name="T9" fmla="*/ 817 h 1025"/>
                <a:gd name="T10" fmla="*/ 626 w 1031"/>
                <a:gd name="T11" fmla="*/ 854 h 1025"/>
                <a:gd name="T12" fmla="*/ 671 w 1031"/>
                <a:gd name="T13" fmla="*/ 877 h 1025"/>
                <a:gd name="T14" fmla="*/ 723 w 1031"/>
                <a:gd name="T15" fmla="*/ 877 h 1025"/>
                <a:gd name="T16" fmla="*/ 768 w 1031"/>
                <a:gd name="T17" fmla="*/ 854 h 1025"/>
                <a:gd name="T18" fmla="*/ 800 w 1031"/>
                <a:gd name="T19" fmla="*/ 816 h 1025"/>
                <a:gd name="T20" fmla="*/ 811 w 1031"/>
                <a:gd name="T21" fmla="*/ 766 h 1025"/>
                <a:gd name="T22" fmla="*/ 800 w 1031"/>
                <a:gd name="T23" fmla="*/ 718 h 1025"/>
                <a:gd name="T24" fmla="*/ 768 w 1031"/>
                <a:gd name="T25" fmla="*/ 679 h 1025"/>
                <a:gd name="T26" fmla="*/ 723 w 1031"/>
                <a:gd name="T27" fmla="*/ 657 h 1025"/>
                <a:gd name="T28" fmla="*/ 345 w 1031"/>
                <a:gd name="T29" fmla="*/ 0 h 1025"/>
                <a:gd name="T30" fmla="*/ 391 w 1031"/>
                <a:gd name="T31" fmla="*/ 12 h 1025"/>
                <a:gd name="T32" fmla="*/ 432 w 1031"/>
                <a:gd name="T33" fmla="*/ 39 h 1025"/>
                <a:gd name="T34" fmla="*/ 1007 w 1031"/>
                <a:gd name="T35" fmla="*/ 615 h 1025"/>
                <a:gd name="T36" fmla="*/ 1027 w 1031"/>
                <a:gd name="T37" fmla="*/ 659 h 1025"/>
                <a:gd name="T38" fmla="*/ 1031 w 1031"/>
                <a:gd name="T39" fmla="*/ 705 h 1025"/>
                <a:gd name="T40" fmla="*/ 1019 w 1031"/>
                <a:gd name="T41" fmla="*/ 751 h 1025"/>
                <a:gd name="T42" fmla="*/ 992 w 1031"/>
                <a:gd name="T43" fmla="*/ 791 h 1025"/>
                <a:gd name="T44" fmla="*/ 776 w 1031"/>
                <a:gd name="T45" fmla="*/ 1001 h 1025"/>
                <a:gd name="T46" fmla="*/ 732 w 1031"/>
                <a:gd name="T47" fmla="*/ 1021 h 1025"/>
                <a:gd name="T48" fmla="*/ 686 w 1031"/>
                <a:gd name="T49" fmla="*/ 1025 h 1025"/>
                <a:gd name="T50" fmla="*/ 640 w 1031"/>
                <a:gd name="T51" fmla="*/ 1013 h 1025"/>
                <a:gd name="T52" fmla="*/ 600 w 1031"/>
                <a:gd name="T53" fmla="*/ 985 h 1025"/>
                <a:gd name="T54" fmla="*/ 24 w 1031"/>
                <a:gd name="T55" fmla="*/ 409 h 1025"/>
                <a:gd name="T56" fmla="*/ 4 w 1031"/>
                <a:gd name="T57" fmla="*/ 367 h 1025"/>
                <a:gd name="T58" fmla="*/ 0 w 1031"/>
                <a:gd name="T59" fmla="*/ 320 h 1025"/>
                <a:gd name="T60" fmla="*/ 11 w 1031"/>
                <a:gd name="T61" fmla="*/ 275 h 1025"/>
                <a:gd name="T62" fmla="*/ 40 w 1031"/>
                <a:gd name="T63" fmla="*/ 234 h 1025"/>
                <a:gd name="T64" fmla="*/ 255 w 1031"/>
                <a:gd name="T65" fmla="*/ 24 h 1025"/>
                <a:gd name="T66" fmla="*/ 298 w 1031"/>
                <a:gd name="T67" fmla="*/ 4 h 1025"/>
                <a:gd name="T68" fmla="*/ 345 w 1031"/>
                <a:gd name="T69" fmla="*/ 0 h 1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1" h="1025">
                  <a:moveTo>
                    <a:pt x="698" y="654"/>
                  </a:moveTo>
                  <a:lnTo>
                    <a:pt x="671" y="657"/>
                  </a:lnTo>
                  <a:lnTo>
                    <a:pt x="648" y="665"/>
                  </a:lnTo>
                  <a:lnTo>
                    <a:pt x="626" y="679"/>
                  </a:lnTo>
                  <a:lnTo>
                    <a:pt x="609" y="696"/>
                  </a:lnTo>
                  <a:lnTo>
                    <a:pt x="595" y="718"/>
                  </a:lnTo>
                  <a:lnTo>
                    <a:pt x="587" y="741"/>
                  </a:lnTo>
                  <a:lnTo>
                    <a:pt x="584" y="766"/>
                  </a:lnTo>
                  <a:lnTo>
                    <a:pt x="587" y="793"/>
                  </a:lnTo>
                  <a:lnTo>
                    <a:pt x="595" y="817"/>
                  </a:lnTo>
                  <a:lnTo>
                    <a:pt x="609" y="837"/>
                  </a:lnTo>
                  <a:lnTo>
                    <a:pt x="626" y="854"/>
                  </a:lnTo>
                  <a:lnTo>
                    <a:pt x="648" y="868"/>
                  </a:lnTo>
                  <a:lnTo>
                    <a:pt x="671" y="877"/>
                  </a:lnTo>
                  <a:lnTo>
                    <a:pt x="698" y="880"/>
                  </a:lnTo>
                  <a:lnTo>
                    <a:pt x="723" y="877"/>
                  </a:lnTo>
                  <a:lnTo>
                    <a:pt x="748" y="868"/>
                  </a:lnTo>
                  <a:lnTo>
                    <a:pt x="768" y="854"/>
                  </a:lnTo>
                  <a:lnTo>
                    <a:pt x="785" y="837"/>
                  </a:lnTo>
                  <a:lnTo>
                    <a:pt x="800" y="816"/>
                  </a:lnTo>
                  <a:lnTo>
                    <a:pt x="808" y="793"/>
                  </a:lnTo>
                  <a:lnTo>
                    <a:pt x="811" y="766"/>
                  </a:lnTo>
                  <a:lnTo>
                    <a:pt x="808" y="741"/>
                  </a:lnTo>
                  <a:lnTo>
                    <a:pt x="800" y="718"/>
                  </a:lnTo>
                  <a:lnTo>
                    <a:pt x="785" y="696"/>
                  </a:lnTo>
                  <a:lnTo>
                    <a:pt x="768" y="679"/>
                  </a:lnTo>
                  <a:lnTo>
                    <a:pt x="748" y="665"/>
                  </a:lnTo>
                  <a:lnTo>
                    <a:pt x="723" y="657"/>
                  </a:lnTo>
                  <a:lnTo>
                    <a:pt x="698" y="654"/>
                  </a:lnTo>
                  <a:close/>
                  <a:moveTo>
                    <a:pt x="345" y="0"/>
                  </a:moveTo>
                  <a:lnTo>
                    <a:pt x="368" y="4"/>
                  </a:lnTo>
                  <a:lnTo>
                    <a:pt x="391" y="12"/>
                  </a:lnTo>
                  <a:lnTo>
                    <a:pt x="412" y="24"/>
                  </a:lnTo>
                  <a:lnTo>
                    <a:pt x="432" y="39"/>
                  </a:lnTo>
                  <a:lnTo>
                    <a:pt x="992" y="596"/>
                  </a:lnTo>
                  <a:lnTo>
                    <a:pt x="1007" y="615"/>
                  </a:lnTo>
                  <a:lnTo>
                    <a:pt x="1019" y="637"/>
                  </a:lnTo>
                  <a:lnTo>
                    <a:pt x="1027" y="659"/>
                  </a:lnTo>
                  <a:lnTo>
                    <a:pt x="1031" y="682"/>
                  </a:lnTo>
                  <a:lnTo>
                    <a:pt x="1031" y="705"/>
                  </a:lnTo>
                  <a:lnTo>
                    <a:pt x="1027" y="729"/>
                  </a:lnTo>
                  <a:lnTo>
                    <a:pt x="1019" y="751"/>
                  </a:lnTo>
                  <a:lnTo>
                    <a:pt x="1007" y="771"/>
                  </a:lnTo>
                  <a:lnTo>
                    <a:pt x="992" y="791"/>
                  </a:lnTo>
                  <a:lnTo>
                    <a:pt x="796" y="985"/>
                  </a:lnTo>
                  <a:lnTo>
                    <a:pt x="776" y="1001"/>
                  </a:lnTo>
                  <a:lnTo>
                    <a:pt x="755" y="1013"/>
                  </a:lnTo>
                  <a:lnTo>
                    <a:pt x="732" y="1021"/>
                  </a:lnTo>
                  <a:lnTo>
                    <a:pt x="709" y="1025"/>
                  </a:lnTo>
                  <a:lnTo>
                    <a:pt x="686" y="1025"/>
                  </a:lnTo>
                  <a:lnTo>
                    <a:pt x="663" y="1021"/>
                  </a:lnTo>
                  <a:lnTo>
                    <a:pt x="640" y="1013"/>
                  </a:lnTo>
                  <a:lnTo>
                    <a:pt x="619" y="1001"/>
                  </a:lnTo>
                  <a:lnTo>
                    <a:pt x="600" y="985"/>
                  </a:lnTo>
                  <a:lnTo>
                    <a:pt x="40" y="429"/>
                  </a:lnTo>
                  <a:lnTo>
                    <a:pt x="24" y="409"/>
                  </a:lnTo>
                  <a:lnTo>
                    <a:pt x="11" y="389"/>
                  </a:lnTo>
                  <a:lnTo>
                    <a:pt x="4" y="367"/>
                  </a:lnTo>
                  <a:lnTo>
                    <a:pt x="0" y="344"/>
                  </a:lnTo>
                  <a:lnTo>
                    <a:pt x="0" y="320"/>
                  </a:lnTo>
                  <a:lnTo>
                    <a:pt x="4" y="297"/>
                  </a:lnTo>
                  <a:lnTo>
                    <a:pt x="11" y="275"/>
                  </a:lnTo>
                  <a:lnTo>
                    <a:pt x="24" y="253"/>
                  </a:lnTo>
                  <a:lnTo>
                    <a:pt x="40" y="234"/>
                  </a:lnTo>
                  <a:lnTo>
                    <a:pt x="236" y="39"/>
                  </a:lnTo>
                  <a:lnTo>
                    <a:pt x="255" y="24"/>
                  </a:lnTo>
                  <a:lnTo>
                    <a:pt x="275" y="12"/>
                  </a:lnTo>
                  <a:lnTo>
                    <a:pt x="298" y="4"/>
                  </a:lnTo>
                  <a:lnTo>
                    <a:pt x="321" y="0"/>
                  </a:lnTo>
                  <a:lnTo>
                    <a:pt x="34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9" name="Group 68"/>
          <p:cNvGrpSpPr/>
          <p:nvPr/>
        </p:nvGrpSpPr>
        <p:grpSpPr>
          <a:xfrm>
            <a:off x="3434825" y="2971800"/>
            <a:ext cx="416360" cy="419193"/>
            <a:chOff x="7156450" y="2708275"/>
            <a:chExt cx="233363" cy="234950"/>
          </a:xfrm>
          <a:solidFill>
            <a:schemeClr val="tx1">
              <a:lumMod val="95000"/>
              <a:lumOff val="5000"/>
            </a:schemeClr>
          </a:solidFill>
        </p:grpSpPr>
        <p:sp>
          <p:nvSpPr>
            <p:cNvPr id="70" name="Rectangle 33"/>
            <p:cNvSpPr>
              <a:spLocks noChangeArrowheads="1"/>
            </p:cNvSpPr>
            <p:nvPr/>
          </p:nvSpPr>
          <p:spPr bwMode="auto">
            <a:xfrm>
              <a:off x="7156450" y="2803525"/>
              <a:ext cx="41275" cy="12382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1" name="Freeform 34"/>
            <p:cNvSpPr>
              <a:spLocks noEditPoints="1"/>
            </p:cNvSpPr>
            <p:nvPr/>
          </p:nvSpPr>
          <p:spPr bwMode="auto">
            <a:xfrm>
              <a:off x="7215188" y="2708275"/>
              <a:ext cx="174625" cy="234950"/>
            </a:xfrm>
            <a:custGeom>
              <a:avLst/>
              <a:gdLst>
                <a:gd name="T0" fmla="*/ 790 w 2315"/>
                <a:gd name="T1" fmla="*/ 1051 h 3103"/>
                <a:gd name="T2" fmla="*/ 645 w 2315"/>
                <a:gd name="T3" fmla="*/ 1093 h 3103"/>
                <a:gd name="T4" fmla="*/ 513 w 2315"/>
                <a:gd name="T5" fmla="*/ 1176 h 3103"/>
                <a:gd name="T6" fmla="*/ 407 w 2315"/>
                <a:gd name="T7" fmla="*/ 1297 h 3103"/>
                <a:gd name="T8" fmla="*/ 338 w 2315"/>
                <a:gd name="T9" fmla="*/ 1438 h 3103"/>
                <a:gd name="T10" fmla="*/ 311 w 2315"/>
                <a:gd name="T11" fmla="*/ 1590 h 3103"/>
                <a:gd name="T12" fmla="*/ 324 w 2315"/>
                <a:gd name="T13" fmla="*/ 1743 h 3103"/>
                <a:gd name="T14" fmla="*/ 378 w 2315"/>
                <a:gd name="T15" fmla="*/ 1890 h 3103"/>
                <a:gd name="T16" fmla="*/ 473 w 2315"/>
                <a:gd name="T17" fmla="*/ 2018 h 3103"/>
                <a:gd name="T18" fmla="*/ 600 w 2315"/>
                <a:gd name="T19" fmla="*/ 2115 h 3103"/>
                <a:gd name="T20" fmla="*/ 741 w 2315"/>
                <a:gd name="T21" fmla="*/ 2170 h 3103"/>
                <a:gd name="T22" fmla="*/ 891 w 2315"/>
                <a:gd name="T23" fmla="*/ 2184 h 3103"/>
                <a:gd name="T24" fmla="*/ 1039 w 2315"/>
                <a:gd name="T25" fmla="*/ 2157 h 3103"/>
                <a:gd name="T26" fmla="*/ 1176 w 2315"/>
                <a:gd name="T27" fmla="*/ 2087 h 3103"/>
                <a:gd name="T28" fmla="*/ 1294 w 2315"/>
                <a:gd name="T29" fmla="*/ 1977 h 3103"/>
                <a:gd name="T30" fmla="*/ 1375 w 2315"/>
                <a:gd name="T31" fmla="*/ 1842 h 3103"/>
                <a:gd name="T32" fmla="*/ 1415 w 2315"/>
                <a:gd name="T33" fmla="*/ 1693 h 3103"/>
                <a:gd name="T34" fmla="*/ 1415 w 2315"/>
                <a:gd name="T35" fmla="*/ 1539 h 3103"/>
                <a:gd name="T36" fmla="*/ 1375 w 2315"/>
                <a:gd name="T37" fmla="*/ 1390 h 3103"/>
                <a:gd name="T38" fmla="*/ 1294 w 2315"/>
                <a:gd name="T39" fmla="*/ 1253 h 3103"/>
                <a:gd name="T40" fmla="*/ 1176 w 2315"/>
                <a:gd name="T41" fmla="*/ 1143 h 3103"/>
                <a:gd name="T42" fmla="*/ 1039 w 2315"/>
                <a:gd name="T43" fmla="*/ 1074 h 3103"/>
                <a:gd name="T44" fmla="*/ 891 w 2315"/>
                <a:gd name="T45" fmla="*/ 1046 h 3103"/>
                <a:gd name="T46" fmla="*/ 1320 w 2315"/>
                <a:gd name="T47" fmla="*/ 1046 h 3103"/>
                <a:gd name="T48" fmla="*/ 1417 w 2315"/>
                <a:gd name="T49" fmla="*/ 1140 h 3103"/>
                <a:gd name="T50" fmla="*/ 1515 w 2315"/>
                <a:gd name="T51" fmla="*/ 1297 h 3103"/>
                <a:gd name="T52" fmla="*/ 1571 w 2315"/>
                <a:gd name="T53" fmla="*/ 1468 h 3103"/>
                <a:gd name="T54" fmla="*/ 1584 w 2315"/>
                <a:gd name="T55" fmla="*/ 1647 h 3103"/>
                <a:gd name="T56" fmla="*/ 1555 w 2315"/>
                <a:gd name="T57" fmla="*/ 1825 h 3103"/>
                <a:gd name="T58" fmla="*/ 1484 w 2315"/>
                <a:gd name="T59" fmla="*/ 1992 h 3103"/>
                <a:gd name="T60" fmla="*/ 1664 w 2315"/>
                <a:gd name="T61" fmla="*/ 2118 h 3103"/>
                <a:gd name="T62" fmla="*/ 2315 w 2315"/>
                <a:gd name="T63" fmla="*/ 2800 h 3103"/>
                <a:gd name="T64" fmla="*/ 2307 w 2315"/>
                <a:gd name="T65" fmla="*/ 2859 h 3103"/>
                <a:gd name="T66" fmla="*/ 2276 w 2315"/>
                <a:gd name="T67" fmla="*/ 2943 h 3103"/>
                <a:gd name="T68" fmla="*/ 2209 w 2315"/>
                <a:gd name="T69" fmla="*/ 3030 h 3103"/>
                <a:gd name="T70" fmla="*/ 2128 w 2315"/>
                <a:gd name="T71" fmla="*/ 3078 h 3103"/>
                <a:gd name="T72" fmla="*/ 2053 w 2315"/>
                <a:gd name="T73" fmla="*/ 3099 h 3103"/>
                <a:gd name="T74" fmla="*/ 2010 w 2315"/>
                <a:gd name="T75" fmla="*/ 3103 h 3103"/>
                <a:gd name="T76" fmla="*/ 1403 w 2315"/>
                <a:gd name="T77" fmla="*/ 2335 h 3103"/>
                <a:gd name="T78" fmla="*/ 774 w 2315"/>
                <a:gd name="T79" fmla="*/ 2903 h 3103"/>
                <a:gd name="T80" fmla="*/ 657 w 2315"/>
                <a:gd name="T81" fmla="*/ 2320 h 3103"/>
                <a:gd name="T82" fmla="*/ 544 w 2315"/>
                <a:gd name="T83" fmla="*/ 2903 h 3103"/>
                <a:gd name="T84" fmla="*/ 545 w 2315"/>
                <a:gd name="T85" fmla="*/ 687 h 3103"/>
                <a:gd name="T86" fmla="*/ 657 w 2315"/>
                <a:gd name="T87" fmla="*/ 911 h 3103"/>
                <a:gd name="T88" fmla="*/ 774 w 2315"/>
                <a:gd name="T89" fmla="*/ 0 h 3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15" h="3103">
                  <a:moveTo>
                    <a:pt x="891" y="1046"/>
                  </a:moveTo>
                  <a:lnTo>
                    <a:pt x="841" y="1046"/>
                  </a:lnTo>
                  <a:lnTo>
                    <a:pt x="790" y="1051"/>
                  </a:lnTo>
                  <a:lnTo>
                    <a:pt x="741" y="1061"/>
                  </a:lnTo>
                  <a:lnTo>
                    <a:pt x="693" y="1074"/>
                  </a:lnTo>
                  <a:lnTo>
                    <a:pt x="645" y="1093"/>
                  </a:lnTo>
                  <a:lnTo>
                    <a:pt x="600" y="1116"/>
                  </a:lnTo>
                  <a:lnTo>
                    <a:pt x="555" y="1143"/>
                  </a:lnTo>
                  <a:lnTo>
                    <a:pt x="513" y="1176"/>
                  </a:lnTo>
                  <a:lnTo>
                    <a:pt x="474" y="1213"/>
                  </a:lnTo>
                  <a:lnTo>
                    <a:pt x="438" y="1253"/>
                  </a:lnTo>
                  <a:lnTo>
                    <a:pt x="407" y="1297"/>
                  </a:lnTo>
                  <a:lnTo>
                    <a:pt x="379" y="1342"/>
                  </a:lnTo>
                  <a:lnTo>
                    <a:pt x="356" y="1390"/>
                  </a:lnTo>
                  <a:lnTo>
                    <a:pt x="338" y="1438"/>
                  </a:lnTo>
                  <a:lnTo>
                    <a:pt x="325" y="1487"/>
                  </a:lnTo>
                  <a:lnTo>
                    <a:pt x="316" y="1539"/>
                  </a:lnTo>
                  <a:lnTo>
                    <a:pt x="311" y="1590"/>
                  </a:lnTo>
                  <a:lnTo>
                    <a:pt x="311" y="1641"/>
                  </a:lnTo>
                  <a:lnTo>
                    <a:pt x="316" y="1693"/>
                  </a:lnTo>
                  <a:lnTo>
                    <a:pt x="324" y="1743"/>
                  </a:lnTo>
                  <a:lnTo>
                    <a:pt x="338" y="1794"/>
                  </a:lnTo>
                  <a:lnTo>
                    <a:pt x="356" y="1842"/>
                  </a:lnTo>
                  <a:lnTo>
                    <a:pt x="378" y="1890"/>
                  </a:lnTo>
                  <a:lnTo>
                    <a:pt x="406" y="1935"/>
                  </a:lnTo>
                  <a:lnTo>
                    <a:pt x="437" y="1977"/>
                  </a:lnTo>
                  <a:lnTo>
                    <a:pt x="473" y="2018"/>
                  </a:lnTo>
                  <a:lnTo>
                    <a:pt x="513" y="2054"/>
                  </a:lnTo>
                  <a:lnTo>
                    <a:pt x="554" y="2087"/>
                  </a:lnTo>
                  <a:lnTo>
                    <a:pt x="600" y="2115"/>
                  </a:lnTo>
                  <a:lnTo>
                    <a:pt x="645" y="2138"/>
                  </a:lnTo>
                  <a:lnTo>
                    <a:pt x="693" y="2157"/>
                  </a:lnTo>
                  <a:lnTo>
                    <a:pt x="741" y="2170"/>
                  </a:lnTo>
                  <a:lnTo>
                    <a:pt x="790" y="2179"/>
                  </a:lnTo>
                  <a:lnTo>
                    <a:pt x="841" y="2184"/>
                  </a:lnTo>
                  <a:lnTo>
                    <a:pt x="891" y="2184"/>
                  </a:lnTo>
                  <a:lnTo>
                    <a:pt x="941" y="2179"/>
                  </a:lnTo>
                  <a:lnTo>
                    <a:pt x="990" y="2170"/>
                  </a:lnTo>
                  <a:lnTo>
                    <a:pt x="1039" y="2157"/>
                  </a:lnTo>
                  <a:lnTo>
                    <a:pt x="1087" y="2138"/>
                  </a:lnTo>
                  <a:lnTo>
                    <a:pt x="1132" y="2115"/>
                  </a:lnTo>
                  <a:lnTo>
                    <a:pt x="1176" y="2087"/>
                  </a:lnTo>
                  <a:lnTo>
                    <a:pt x="1218" y="2054"/>
                  </a:lnTo>
                  <a:lnTo>
                    <a:pt x="1258" y="2018"/>
                  </a:lnTo>
                  <a:lnTo>
                    <a:pt x="1294" y="1977"/>
                  </a:lnTo>
                  <a:lnTo>
                    <a:pt x="1326" y="1934"/>
                  </a:lnTo>
                  <a:lnTo>
                    <a:pt x="1352" y="1888"/>
                  </a:lnTo>
                  <a:lnTo>
                    <a:pt x="1375" y="1842"/>
                  </a:lnTo>
                  <a:lnTo>
                    <a:pt x="1393" y="1793"/>
                  </a:lnTo>
                  <a:lnTo>
                    <a:pt x="1406" y="1743"/>
                  </a:lnTo>
                  <a:lnTo>
                    <a:pt x="1415" y="1693"/>
                  </a:lnTo>
                  <a:lnTo>
                    <a:pt x="1419" y="1641"/>
                  </a:lnTo>
                  <a:lnTo>
                    <a:pt x="1419" y="1590"/>
                  </a:lnTo>
                  <a:lnTo>
                    <a:pt x="1415" y="1539"/>
                  </a:lnTo>
                  <a:lnTo>
                    <a:pt x="1406" y="1487"/>
                  </a:lnTo>
                  <a:lnTo>
                    <a:pt x="1393" y="1438"/>
                  </a:lnTo>
                  <a:lnTo>
                    <a:pt x="1375" y="1390"/>
                  </a:lnTo>
                  <a:lnTo>
                    <a:pt x="1352" y="1342"/>
                  </a:lnTo>
                  <a:lnTo>
                    <a:pt x="1325" y="1297"/>
                  </a:lnTo>
                  <a:lnTo>
                    <a:pt x="1294" y="1253"/>
                  </a:lnTo>
                  <a:lnTo>
                    <a:pt x="1258" y="1213"/>
                  </a:lnTo>
                  <a:lnTo>
                    <a:pt x="1218" y="1176"/>
                  </a:lnTo>
                  <a:lnTo>
                    <a:pt x="1176" y="1143"/>
                  </a:lnTo>
                  <a:lnTo>
                    <a:pt x="1132" y="1115"/>
                  </a:lnTo>
                  <a:lnTo>
                    <a:pt x="1086" y="1093"/>
                  </a:lnTo>
                  <a:lnTo>
                    <a:pt x="1039" y="1074"/>
                  </a:lnTo>
                  <a:lnTo>
                    <a:pt x="990" y="1061"/>
                  </a:lnTo>
                  <a:lnTo>
                    <a:pt x="941" y="1051"/>
                  </a:lnTo>
                  <a:lnTo>
                    <a:pt x="891" y="1046"/>
                  </a:lnTo>
                  <a:close/>
                  <a:moveTo>
                    <a:pt x="774" y="0"/>
                  </a:moveTo>
                  <a:lnTo>
                    <a:pt x="1320" y="0"/>
                  </a:lnTo>
                  <a:lnTo>
                    <a:pt x="1320" y="1046"/>
                  </a:lnTo>
                  <a:lnTo>
                    <a:pt x="1348" y="1069"/>
                  </a:lnTo>
                  <a:lnTo>
                    <a:pt x="1375" y="1094"/>
                  </a:lnTo>
                  <a:lnTo>
                    <a:pt x="1417" y="1140"/>
                  </a:lnTo>
                  <a:lnTo>
                    <a:pt x="1455" y="1191"/>
                  </a:lnTo>
                  <a:lnTo>
                    <a:pt x="1488" y="1242"/>
                  </a:lnTo>
                  <a:lnTo>
                    <a:pt x="1515" y="1297"/>
                  </a:lnTo>
                  <a:lnTo>
                    <a:pt x="1538" y="1352"/>
                  </a:lnTo>
                  <a:lnTo>
                    <a:pt x="1557" y="1410"/>
                  </a:lnTo>
                  <a:lnTo>
                    <a:pt x="1571" y="1468"/>
                  </a:lnTo>
                  <a:lnTo>
                    <a:pt x="1580" y="1528"/>
                  </a:lnTo>
                  <a:lnTo>
                    <a:pt x="1584" y="1587"/>
                  </a:lnTo>
                  <a:lnTo>
                    <a:pt x="1584" y="1647"/>
                  </a:lnTo>
                  <a:lnTo>
                    <a:pt x="1579" y="1707"/>
                  </a:lnTo>
                  <a:lnTo>
                    <a:pt x="1569" y="1766"/>
                  </a:lnTo>
                  <a:lnTo>
                    <a:pt x="1555" y="1825"/>
                  </a:lnTo>
                  <a:lnTo>
                    <a:pt x="1536" y="1881"/>
                  </a:lnTo>
                  <a:lnTo>
                    <a:pt x="1512" y="1937"/>
                  </a:lnTo>
                  <a:lnTo>
                    <a:pt x="1484" y="1992"/>
                  </a:lnTo>
                  <a:lnTo>
                    <a:pt x="1451" y="2043"/>
                  </a:lnTo>
                  <a:lnTo>
                    <a:pt x="1579" y="2171"/>
                  </a:lnTo>
                  <a:lnTo>
                    <a:pt x="1664" y="2118"/>
                  </a:lnTo>
                  <a:lnTo>
                    <a:pt x="2315" y="2786"/>
                  </a:lnTo>
                  <a:lnTo>
                    <a:pt x="2315" y="2791"/>
                  </a:lnTo>
                  <a:lnTo>
                    <a:pt x="2315" y="2800"/>
                  </a:lnTo>
                  <a:lnTo>
                    <a:pt x="2314" y="2815"/>
                  </a:lnTo>
                  <a:lnTo>
                    <a:pt x="2311" y="2835"/>
                  </a:lnTo>
                  <a:lnTo>
                    <a:pt x="2307" y="2859"/>
                  </a:lnTo>
                  <a:lnTo>
                    <a:pt x="2300" y="2884"/>
                  </a:lnTo>
                  <a:lnTo>
                    <a:pt x="2290" y="2913"/>
                  </a:lnTo>
                  <a:lnTo>
                    <a:pt x="2276" y="2943"/>
                  </a:lnTo>
                  <a:lnTo>
                    <a:pt x="2257" y="2974"/>
                  </a:lnTo>
                  <a:lnTo>
                    <a:pt x="2234" y="3005"/>
                  </a:lnTo>
                  <a:lnTo>
                    <a:pt x="2209" y="3030"/>
                  </a:lnTo>
                  <a:lnTo>
                    <a:pt x="2183" y="3050"/>
                  </a:lnTo>
                  <a:lnTo>
                    <a:pt x="2156" y="3066"/>
                  </a:lnTo>
                  <a:lnTo>
                    <a:pt x="2128" y="3078"/>
                  </a:lnTo>
                  <a:lnTo>
                    <a:pt x="2101" y="3087"/>
                  </a:lnTo>
                  <a:lnTo>
                    <a:pt x="2076" y="3095"/>
                  </a:lnTo>
                  <a:lnTo>
                    <a:pt x="2053" y="3099"/>
                  </a:lnTo>
                  <a:lnTo>
                    <a:pt x="2034" y="3102"/>
                  </a:lnTo>
                  <a:lnTo>
                    <a:pt x="2019" y="3103"/>
                  </a:lnTo>
                  <a:lnTo>
                    <a:pt x="2010" y="3103"/>
                  </a:lnTo>
                  <a:lnTo>
                    <a:pt x="2006" y="3103"/>
                  </a:lnTo>
                  <a:lnTo>
                    <a:pt x="1355" y="2435"/>
                  </a:lnTo>
                  <a:lnTo>
                    <a:pt x="1403" y="2335"/>
                  </a:lnTo>
                  <a:lnTo>
                    <a:pt x="1320" y="2252"/>
                  </a:lnTo>
                  <a:lnTo>
                    <a:pt x="1320" y="2903"/>
                  </a:lnTo>
                  <a:lnTo>
                    <a:pt x="774" y="2903"/>
                  </a:lnTo>
                  <a:lnTo>
                    <a:pt x="774" y="2345"/>
                  </a:lnTo>
                  <a:lnTo>
                    <a:pt x="715" y="2336"/>
                  </a:lnTo>
                  <a:lnTo>
                    <a:pt x="657" y="2320"/>
                  </a:lnTo>
                  <a:lnTo>
                    <a:pt x="600" y="2300"/>
                  </a:lnTo>
                  <a:lnTo>
                    <a:pt x="544" y="2274"/>
                  </a:lnTo>
                  <a:lnTo>
                    <a:pt x="544" y="2903"/>
                  </a:lnTo>
                  <a:lnTo>
                    <a:pt x="0" y="2903"/>
                  </a:lnTo>
                  <a:lnTo>
                    <a:pt x="0" y="687"/>
                  </a:lnTo>
                  <a:lnTo>
                    <a:pt x="545" y="687"/>
                  </a:lnTo>
                  <a:lnTo>
                    <a:pt x="545" y="957"/>
                  </a:lnTo>
                  <a:lnTo>
                    <a:pt x="601" y="932"/>
                  </a:lnTo>
                  <a:lnTo>
                    <a:pt x="657" y="911"/>
                  </a:lnTo>
                  <a:lnTo>
                    <a:pt x="715" y="896"/>
                  </a:lnTo>
                  <a:lnTo>
                    <a:pt x="774" y="885"/>
                  </a:lnTo>
                  <a:lnTo>
                    <a:pt x="7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73" name="Group 72"/>
          <p:cNvGrpSpPr/>
          <p:nvPr/>
        </p:nvGrpSpPr>
        <p:grpSpPr>
          <a:xfrm>
            <a:off x="2034111" y="2977633"/>
            <a:ext cx="370972" cy="407527"/>
            <a:chOff x="4776788" y="2243138"/>
            <a:chExt cx="434976" cy="477838"/>
          </a:xfrm>
          <a:solidFill>
            <a:schemeClr val="tx1">
              <a:lumMod val="95000"/>
              <a:lumOff val="5000"/>
            </a:schemeClr>
          </a:solidFill>
        </p:grpSpPr>
        <p:sp>
          <p:nvSpPr>
            <p:cNvPr id="74" name="Freeform 17"/>
            <p:cNvSpPr>
              <a:spLocks noEditPoints="1"/>
            </p:cNvSpPr>
            <p:nvPr/>
          </p:nvSpPr>
          <p:spPr bwMode="auto">
            <a:xfrm>
              <a:off x="4848226" y="2316163"/>
              <a:ext cx="292100" cy="404813"/>
            </a:xfrm>
            <a:custGeom>
              <a:avLst/>
              <a:gdLst>
                <a:gd name="T0" fmla="*/ 750 w 2029"/>
                <a:gd name="T1" fmla="*/ 299 h 2800"/>
                <a:gd name="T2" fmla="*/ 479 w 2029"/>
                <a:gd name="T3" fmla="*/ 466 h 2800"/>
                <a:gd name="T4" fmla="*/ 304 w 2029"/>
                <a:gd name="T5" fmla="*/ 723 h 2800"/>
                <a:gd name="T6" fmla="*/ 259 w 2029"/>
                <a:gd name="T7" fmla="*/ 1034 h 2800"/>
                <a:gd name="T8" fmla="*/ 314 w 2029"/>
                <a:gd name="T9" fmla="*/ 1283 h 2800"/>
                <a:gd name="T10" fmla="*/ 414 w 2029"/>
                <a:gd name="T11" fmla="*/ 1472 h 2800"/>
                <a:gd name="T12" fmla="*/ 530 w 2029"/>
                <a:gd name="T13" fmla="*/ 1646 h 2800"/>
                <a:gd name="T14" fmla="*/ 603 w 2029"/>
                <a:gd name="T15" fmla="*/ 1843 h 2800"/>
                <a:gd name="T16" fmla="*/ 647 w 2029"/>
                <a:gd name="T17" fmla="*/ 1978 h 2800"/>
                <a:gd name="T18" fmla="*/ 1346 w 2029"/>
                <a:gd name="T19" fmla="*/ 2011 h 2800"/>
                <a:gd name="T20" fmla="*/ 1421 w 2029"/>
                <a:gd name="T21" fmla="*/ 1912 h 2800"/>
                <a:gd name="T22" fmla="*/ 1460 w 2029"/>
                <a:gd name="T23" fmla="*/ 1721 h 2800"/>
                <a:gd name="T24" fmla="*/ 1570 w 2029"/>
                <a:gd name="T25" fmla="*/ 1538 h 2800"/>
                <a:gd name="T26" fmla="*/ 1678 w 2029"/>
                <a:gd name="T27" fmla="*/ 1364 h 2800"/>
                <a:gd name="T28" fmla="*/ 1756 w 2029"/>
                <a:gd name="T29" fmla="*/ 1143 h 2800"/>
                <a:gd name="T30" fmla="*/ 1760 w 2029"/>
                <a:gd name="T31" fmla="*/ 844 h 2800"/>
                <a:gd name="T32" fmla="*/ 1634 w 2029"/>
                <a:gd name="T33" fmla="*/ 559 h 2800"/>
                <a:gd name="T34" fmla="*/ 1397 w 2029"/>
                <a:gd name="T35" fmla="*/ 352 h 2800"/>
                <a:gd name="T36" fmla="*/ 1084 w 2029"/>
                <a:gd name="T37" fmla="*/ 258 h 2800"/>
                <a:gd name="T38" fmla="*/ 1258 w 2029"/>
                <a:gd name="T39" fmla="*/ 29 h 2800"/>
                <a:gd name="T40" fmla="*/ 1613 w 2029"/>
                <a:gd name="T41" fmla="*/ 188 h 2800"/>
                <a:gd name="T42" fmla="*/ 1877 w 2029"/>
                <a:gd name="T43" fmla="*/ 461 h 2800"/>
                <a:gd name="T44" fmla="*/ 2015 w 2029"/>
                <a:gd name="T45" fmla="*/ 815 h 2800"/>
                <a:gd name="T46" fmla="*/ 2013 w 2029"/>
                <a:gd name="T47" fmla="*/ 1166 h 2800"/>
                <a:gd name="T48" fmla="*/ 1934 w 2029"/>
                <a:gd name="T49" fmla="*/ 1424 h 2800"/>
                <a:gd name="T50" fmla="*/ 1825 w 2029"/>
                <a:gd name="T51" fmla="*/ 1617 h 2800"/>
                <a:gd name="T52" fmla="*/ 1714 w 2029"/>
                <a:gd name="T53" fmla="*/ 1785 h 2800"/>
                <a:gd name="T54" fmla="*/ 1677 w 2029"/>
                <a:gd name="T55" fmla="*/ 1934 h 2800"/>
                <a:gd name="T56" fmla="*/ 1572 w 2029"/>
                <a:gd name="T57" fmla="*/ 2150 h 2800"/>
                <a:gd name="T58" fmla="*/ 1487 w 2029"/>
                <a:gd name="T59" fmla="*/ 2294 h 2800"/>
                <a:gd name="T60" fmla="*/ 1480 w 2029"/>
                <a:gd name="T61" fmla="*/ 2429 h 2800"/>
                <a:gd name="T62" fmla="*/ 1476 w 2029"/>
                <a:gd name="T63" fmla="*/ 2492 h 2800"/>
                <a:gd name="T64" fmla="*/ 1446 w 2029"/>
                <a:gd name="T65" fmla="*/ 2575 h 2800"/>
                <a:gd name="T66" fmla="*/ 1340 w 2029"/>
                <a:gd name="T67" fmla="*/ 2666 h 2800"/>
                <a:gd name="T68" fmla="*/ 1184 w 2029"/>
                <a:gd name="T69" fmla="*/ 2779 h 2800"/>
                <a:gd name="T70" fmla="*/ 891 w 2029"/>
                <a:gd name="T71" fmla="*/ 2798 h 2800"/>
                <a:gd name="T72" fmla="*/ 762 w 2029"/>
                <a:gd name="T73" fmla="*/ 2698 h 2800"/>
                <a:gd name="T74" fmla="*/ 607 w 2029"/>
                <a:gd name="T75" fmla="*/ 2606 h 2800"/>
                <a:gd name="T76" fmla="*/ 556 w 2029"/>
                <a:gd name="T77" fmla="*/ 2509 h 2800"/>
                <a:gd name="T78" fmla="*/ 551 w 2029"/>
                <a:gd name="T79" fmla="*/ 2466 h 2800"/>
                <a:gd name="T80" fmla="*/ 545 w 2029"/>
                <a:gd name="T81" fmla="*/ 2350 h 2800"/>
                <a:gd name="T82" fmla="*/ 538 w 2029"/>
                <a:gd name="T83" fmla="*/ 2221 h 2800"/>
                <a:gd name="T84" fmla="*/ 376 w 2029"/>
                <a:gd name="T85" fmla="*/ 2025 h 2800"/>
                <a:gd name="T86" fmla="*/ 340 w 2029"/>
                <a:gd name="T87" fmla="*/ 1839 h 2800"/>
                <a:gd name="T88" fmla="*/ 248 w 2029"/>
                <a:gd name="T89" fmla="*/ 1682 h 2800"/>
                <a:gd name="T90" fmla="*/ 138 w 2029"/>
                <a:gd name="T91" fmla="*/ 1508 h 2800"/>
                <a:gd name="T92" fmla="*/ 41 w 2029"/>
                <a:gd name="T93" fmla="*/ 1278 h 2800"/>
                <a:gd name="T94" fmla="*/ 0 w 2029"/>
                <a:gd name="T95" fmla="*/ 973 h 2800"/>
                <a:gd name="T96" fmla="*/ 80 w 2029"/>
                <a:gd name="T97" fmla="*/ 595 h 2800"/>
                <a:gd name="T98" fmla="*/ 298 w 2029"/>
                <a:gd name="T99" fmla="*/ 286 h 2800"/>
                <a:gd name="T100" fmla="*/ 621 w 2029"/>
                <a:gd name="T101" fmla="*/ 77 h 2800"/>
                <a:gd name="T102" fmla="*/ 1014 w 2029"/>
                <a:gd name="T103" fmla="*/ 0 h 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9" h="2800">
                  <a:moveTo>
                    <a:pt x="1014" y="255"/>
                  </a:moveTo>
                  <a:lnTo>
                    <a:pt x="945" y="258"/>
                  </a:lnTo>
                  <a:lnTo>
                    <a:pt x="878" y="266"/>
                  </a:lnTo>
                  <a:lnTo>
                    <a:pt x="813" y="281"/>
                  </a:lnTo>
                  <a:lnTo>
                    <a:pt x="750" y="299"/>
                  </a:lnTo>
                  <a:lnTo>
                    <a:pt x="690" y="324"/>
                  </a:lnTo>
                  <a:lnTo>
                    <a:pt x="632" y="354"/>
                  </a:lnTo>
                  <a:lnTo>
                    <a:pt x="578" y="387"/>
                  </a:lnTo>
                  <a:lnTo>
                    <a:pt x="527" y="424"/>
                  </a:lnTo>
                  <a:lnTo>
                    <a:pt x="479" y="466"/>
                  </a:lnTo>
                  <a:lnTo>
                    <a:pt x="435" y="511"/>
                  </a:lnTo>
                  <a:lnTo>
                    <a:pt x="396" y="559"/>
                  </a:lnTo>
                  <a:lnTo>
                    <a:pt x="361" y="611"/>
                  </a:lnTo>
                  <a:lnTo>
                    <a:pt x="330" y="666"/>
                  </a:lnTo>
                  <a:lnTo>
                    <a:pt x="304" y="723"/>
                  </a:lnTo>
                  <a:lnTo>
                    <a:pt x="284" y="783"/>
                  </a:lnTo>
                  <a:lnTo>
                    <a:pt x="270" y="844"/>
                  </a:lnTo>
                  <a:lnTo>
                    <a:pt x="260" y="908"/>
                  </a:lnTo>
                  <a:lnTo>
                    <a:pt x="257" y="973"/>
                  </a:lnTo>
                  <a:lnTo>
                    <a:pt x="259" y="1034"/>
                  </a:lnTo>
                  <a:lnTo>
                    <a:pt x="264" y="1090"/>
                  </a:lnTo>
                  <a:lnTo>
                    <a:pt x="273" y="1143"/>
                  </a:lnTo>
                  <a:lnTo>
                    <a:pt x="284" y="1193"/>
                  </a:lnTo>
                  <a:lnTo>
                    <a:pt x="298" y="1240"/>
                  </a:lnTo>
                  <a:lnTo>
                    <a:pt x="314" y="1283"/>
                  </a:lnTo>
                  <a:lnTo>
                    <a:pt x="331" y="1325"/>
                  </a:lnTo>
                  <a:lnTo>
                    <a:pt x="351" y="1364"/>
                  </a:lnTo>
                  <a:lnTo>
                    <a:pt x="371" y="1402"/>
                  </a:lnTo>
                  <a:lnTo>
                    <a:pt x="393" y="1437"/>
                  </a:lnTo>
                  <a:lnTo>
                    <a:pt x="414" y="1472"/>
                  </a:lnTo>
                  <a:lnTo>
                    <a:pt x="437" y="1505"/>
                  </a:lnTo>
                  <a:lnTo>
                    <a:pt x="458" y="1537"/>
                  </a:lnTo>
                  <a:lnTo>
                    <a:pt x="483" y="1573"/>
                  </a:lnTo>
                  <a:lnTo>
                    <a:pt x="507" y="1610"/>
                  </a:lnTo>
                  <a:lnTo>
                    <a:pt x="530" y="1646"/>
                  </a:lnTo>
                  <a:lnTo>
                    <a:pt x="551" y="1683"/>
                  </a:lnTo>
                  <a:lnTo>
                    <a:pt x="569" y="1721"/>
                  </a:lnTo>
                  <a:lnTo>
                    <a:pt x="584" y="1760"/>
                  </a:lnTo>
                  <a:lnTo>
                    <a:pt x="595" y="1800"/>
                  </a:lnTo>
                  <a:lnTo>
                    <a:pt x="603" y="1843"/>
                  </a:lnTo>
                  <a:lnTo>
                    <a:pt x="605" y="1888"/>
                  </a:lnTo>
                  <a:lnTo>
                    <a:pt x="608" y="1912"/>
                  </a:lnTo>
                  <a:lnTo>
                    <a:pt x="617" y="1936"/>
                  </a:lnTo>
                  <a:lnTo>
                    <a:pt x="630" y="1958"/>
                  </a:lnTo>
                  <a:lnTo>
                    <a:pt x="647" y="1978"/>
                  </a:lnTo>
                  <a:lnTo>
                    <a:pt x="665" y="1996"/>
                  </a:lnTo>
                  <a:lnTo>
                    <a:pt x="683" y="2011"/>
                  </a:lnTo>
                  <a:lnTo>
                    <a:pt x="701" y="2025"/>
                  </a:lnTo>
                  <a:lnTo>
                    <a:pt x="1328" y="2025"/>
                  </a:lnTo>
                  <a:lnTo>
                    <a:pt x="1346" y="2011"/>
                  </a:lnTo>
                  <a:lnTo>
                    <a:pt x="1364" y="1996"/>
                  </a:lnTo>
                  <a:lnTo>
                    <a:pt x="1383" y="1978"/>
                  </a:lnTo>
                  <a:lnTo>
                    <a:pt x="1399" y="1958"/>
                  </a:lnTo>
                  <a:lnTo>
                    <a:pt x="1412" y="1936"/>
                  </a:lnTo>
                  <a:lnTo>
                    <a:pt x="1421" y="1912"/>
                  </a:lnTo>
                  <a:lnTo>
                    <a:pt x="1424" y="1888"/>
                  </a:lnTo>
                  <a:lnTo>
                    <a:pt x="1426" y="1843"/>
                  </a:lnTo>
                  <a:lnTo>
                    <a:pt x="1434" y="1800"/>
                  </a:lnTo>
                  <a:lnTo>
                    <a:pt x="1445" y="1760"/>
                  </a:lnTo>
                  <a:lnTo>
                    <a:pt x="1460" y="1721"/>
                  </a:lnTo>
                  <a:lnTo>
                    <a:pt x="1478" y="1684"/>
                  </a:lnTo>
                  <a:lnTo>
                    <a:pt x="1498" y="1646"/>
                  </a:lnTo>
                  <a:lnTo>
                    <a:pt x="1520" y="1610"/>
                  </a:lnTo>
                  <a:lnTo>
                    <a:pt x="1545" y="1574"/>
                  </a:lnTo>
                  <a:lnTo>
                    <a:pt x="1570" y="1538"/>
                  </a:lnTo>
                  <a:lnTo>
                    <a:pt x="1592" y="1506"/>
                  </a:lnTo>
                  <a:lnTo>
                    <a:pt x="1614" y="1473"/>
                  </a:lnTo>
                  <a:lnTo>
                    <a:pt x="1636" y="1438"/>
                  </a:lnTo>
                  <a:lnTo>
                    <a:pt x="1658" y="1402"/>
                  </a:lnTo>
                  <a:lnTo>
                    <a:pt x="1678" y="1364"/>
                  </a:lnTo>
                  <a:lnTo>
                    <a:pt x="1698" y="1325"/>
                  </a:lnTo>
                  <a:lnTo>
                    <a:pt x="1715" y="1283"/>
                  </a:lnTo>
                  <a:lnTo>
                    <a:pt x="1731" y="1240"/>
                  </a:lnTo>
                  <a:lnTo>
                    <a:pt x="1745" y="1193"/>
                  </a:lnTo>
                  <a:lnTo>
                    <a:pt x="1756" y="1143"/>
                  </a:lnTo>
                  <a:lnTo>
                    <a:pt x="1765" y="1090"/>
                  </a:lnTo>
                  <a:lnTo>
                    <a:pt x="1770" y="1034"/>
                  </a:lnTo>
                  <a:lnTo>
                    <a:pt x="1772" y="973"/>
                  </a:lnTo>
                  <a:lnTo>
                    <a:pt x="1769" y="908"/>
                  </a:lnTo>
                  <a:lnTo>
                    <a:pt x="1760" y="844"/>
                  </a:lnTo>
                  <a:lnTo>
                    <a:pt x="1745" y="782"/>
                  </a:lnTo>
                  <a:lnTo>
                    <a:pt x="1725" y="723"/>
                  </a:lnTo>
                  <a:lnTo>
                    <a:pt x="1700" y="666"/>
                  </a:lnTo>
                  <a:lnTo>
                    <a:pt x="1668" y="610"/>
                  </a:lnTo>
                  <a:lnTo>
                    <a:pt x="1634" y="559"/>
                  </a:lnTo>
                  <a:lnTo>
                    <a:pt x="1594" y="511"/>
                  </a:lnTo>
                  <a:lnTo>
                    <a:pt x="1550" y="466"/>
                  </a:lnTo>
                  <a:lnTo>
                    <a:pt x="1503" y="424"/>
                  </a:lnTo>
                  <a:lnTo>
                    <a:pt x="1451" y="386"/>
                  </a:lnTo>
                  <a:lnTo>
                    <a:pt x="1397" y="352"/>
                  </a:lnTo>
                  <a:lnTo>
                    <a:pt x="1339" y="324"/>
                  </a:lnTo>
                  <a:lnTo>
                    <a:pt x="1278" y="299"/>
                  </a:lnTo>
                  <a:lnTo>
                    <a:pt x="1216" y="281"/>
                  </a:lnTo>
                  <a:lnTo>
                    <a:pt x="1151" y="266"/>
                  </a:lnTo>
                  <a:lnTo>
                    <a:pt x="1084" y="258"/>
                  </a:lnTo>
                  <a:lnTo>
                    <a:pt x="1014" y="255"/>
                  </a:lnTo>
                  <a:close/>
                  <a:moveTo>
                    <a:pt x="1014" y="0"/>
                  </a:moveTo>
                  <a:lnTo>
                    <a:pt x="1097" y="3"/>
                  </a:lnTo>
                  <a:lnTo>
                    <a:pt x="1179" y="13"/>
                  </a:lnTo>
                  <a:lnTo>
                    <a:pt x="1258" y="29"/>
                  </a:lnTo>
                  <a:lnTo>
                    <a:pt x="1335" y="50"/>
                  </a:lnTo>
                  <a:lnTo>
                    <a:pt x="1408" y="77"/>
                  </a:lnTo>
                  <a:lnTo>
                    <a:pt x="1480" y="109"/>
                  </a:lnTo>
                  <a:lnTo>
                    <a:pt x="1548" y="147"/>
                  </a:lnTo>
                  <a:lnTo>
                    <a:pt x="1613" y="188"/>
                  </a:lnTo>
                  <a:lnTo>
                    <a:pt x="1673" y="235"/>
                  </a:lnTo>
                  <a:lnTo>
                    <a:pt x="1731" y="286"/>
                  </a:lnTo>
                  <a:lnTo>
                    <a:pt x="1783" y="340"/>
                  </a:lnTo>
                  <a:lnTo>
                    <a:pt x="1833" y="399"/>
                  </a:lnTo>
                  <a:lnTo>
                    <a:pt x="1877" y="461"/>
                  </a:lnTo>
                  <a:lnTo>
                    <a:pt x="1915" y="526"/>
                  </a:lnTo>
                  <a:lnTo>
                    <a:pt x="1949" y="595"/>
                  </a:lnTo>
                  <a:lnTo>
                    <a:pt x="1976" y="667"/>
                  </a:lnTo>
                  <a:lnTo>
                    <a:pt x="1999" y="739"/>
                  </a:lnTo>
                  <a:lnTo>
                    <a:pt x="2015" y="815"/>
                  </a:lnTo>
                  <a:lnTo>
                    <a:pt x="2025" y="893"/>
                  </a:lnTo>
                  <a:lnTo>
                    <a:pt x="2029" y="973"/>
                  </a:lnTo>
                  <a:lnTo>
                    <a:pt x="2026" y="1041"/>
                  </a:lnTo>
                  <a:lnTo>
                    <a:pt x="2021" y="1105"/>
                  </a:lnTo>
                  <a:lnTo>
                    <a:pt x="2013" y="1166"/>
                  </a:lnTo>
                  <a:lnTo>
                    <a:pt x="2001" y="1224"/>
                  </a:lnTo>
                  <a:lnTo>
                    <a:pt x="1988" y="1278"/>
                  </a:lnTo>
                  <a:lnTo>
                    <a:pt x="1972" y="1329"/>
                  </a:lnTo>
                  <a:lnTo>
                    <a:pt x="1953" y="1378"/>
                  </a:lnTo>
                  <a:lnTo>
                    <a:pt x="1934" y="1424"/>
                  </a:lnTo>
                  <a:lnTo>
                    <a:pt x="1913" y="1466"/>
                  </a:lnTo>
                  <a:lnTo>
                    <a:pt x="1892" y="1507"/>
                  </a:lnTo>
                  <a:lnTo>
                    <a:pt x="1869" y="1546"/>
                  </a:lnTo>
                  <a:lnTo>
                    <a:pt x="1847" y="1583"/>
                  </a:lnTo>
                  <a:lnTo>
                    <a:pt x="1825" y="1617"/>
                  </a:lnTo>
                  <a:lnTo>
                    <a:pt x="1803" y="1649"/>
                  </a:lnTo>
                  <a:lnTo>
                    <a:pt x="1781" y="1681"/>
                  </a:lnTo>
                  <a:lnTo>
                    <a:pt x="1756" y="1719"/>
                  </a:lnTo>
                  <a:lnTo>
                    <a:pt x="1733" y="1753"/>
                  </a:lnTo>
                  <a:lnTo>
                    <a:pt x="1714" y="1785"/>
                  </a:lnTo>
                  <a:lnTo>
                    <a:pt x="1700" y="1813"/>
                  </a:lnTo>
                  <a:lnTo>
                    <a:pt x="1689" y="1839"/>
                  </a:lnTo>
                  <a:lnTo>
                    <a:pt x="1682" y="1864"/>
                  </a:lnTo>
                  <a:lnTo>
                    <a:pt x="1680" y="1888"/>
                  </a:lnTo>
                  <a:lnTo>
                    <a:pt x="1677" y="1934"/>
                  </a:lnTo>
                  <a:lnTo>
                    <a:pt x="1667" y="1980"/>
                  </a:lnTo>
                  <a:lnTo>
                    <a:pt x="1652" y="2025"/>
                  </a:lnTo>
                  <a:lnTo>
                    <a:pt x="1630" y="2068"/>
                  </a:lnTo>
                  <a:lnTo>
                    <a:pt x="1604" y="2110"/>
                  </a:lnTo>
                  <a:lnTo>
                    <a:pt x="1572" y="2150"/>
                  </a:lnTo>
                  <a:lnTo>
                    <a:pt x="1534" y="2187"/>
                  </a:lnTo>
                  <a:lnTo>
                    <a:pt x="1491" y="2221"/>
                  </a:lnTo>
                  <a:lnTo>
                    <a:pt x="1490" y="2242"/>
                  </a:lnTo>
                  <a:lnTo>
                    <a:pt x="1489" y="2267"/>
                  </a:lnTo>
                  <a:lnTo>
                    <a:pt x="1487" y="2294"/>
                  </a:lnTo>
                  <a:lnTo>
                    <a:pt x="1486" y="2322"/>
                  </a:lnTo>
                  <a:lnTo>
                    <a:pt x="1484" y="2350"/>
                  </a:lnTo>
                  <a:lnTo>
                    <a:pt x="1483" y="2378"/>
                  </a:lnTo>
                  <a:lnTo>
                    <a:pt x="1481" y="2405"/>
                  </a:lnTo>
                  <a:lnTo>
                    <a:pt x="1480" y="2429"/>
                  </a:lnTo>
                  <a:lnTo>
                    <a:pt x="1479" y="2449"/>
                  </a:lnTo>
                  <a:lnTo>
                    <a:pt x="1478" y="2466"/>
                  </a:lnTo>
                  <a:lnTo>
                    <a:pt x="1478" y="2476"/>
                  </a:lnTo>
                  <a:lnTo>
                    <a:pt x="1476" y="2479"/>
                  </a:lnTo>
                  <a:lnTo>
                    <a:pt x="1476" y="2492"/>
                  </a:lnTo>
                  <a:lnTo>
                    <a:pt x="1474" y="2506"/>
                  </a:lnTo>
                  <a:lnTo>
                    <a:pt x="1470" y="2522"/>
                  </a:lnTo>
                  <a:lnTo>
                    <a:pt x="1465" y="2539"/>
                  </a:lnTo>
                  <a:lnTo>
                    <a:pt x="1457" y="2557"/>
                  </a:lnTo>
                  <a:lnTo>
                    <a:pt x="1446" y="2575"/>
                  </a:lnTo>
                  <a:lnTo>
                    <a:pt x="1432" y="2594"/>
                  </a:lnTo>
                  <a:lnTo>
                    <a:pt x="1416" y="2613"/>
                  </a:lnTo>
                  <a:lnTo>
                    <a:pt x="1395" y="2631"/>
                  </a:lnTo>
                  <a:lnTo>
                    <a:pt x="1370" y="2650"/>
                  </a:lnTo>
                  <a:lnTo>
                    <a:pt x="1340" y="2666"/>
                  </a:lnTo>
                  <a:lnTo>
                    <a:pt x="1307" y="2683"/>
                  </a:lnTo>
                  <a:lnTo>
                    <a:pt x="1267" y="2698"/>
                  </a:lnTo>
                  <a:lnTo>
                    <a:pt x="1244" y="2727"/>
                  </a:lnTo>
                  <a:lnTo>
                    <a:pt x="1216" y="2754"/>
                  </a:lnTo>
                  <a:lnTo>
                    <a:pt x="1184" y="2779"/>
                  </a:lnTo>
                  <a:lnTo>
                    <a:pt x="1162" y="2790"/>
                  </a:lnTo>
                  <a:lnTo>
                    <a:pt x="1138" y="2798"/>
                  </a:lnTo>
                  <a:lnTo>
                    <a:pt x="1113" y="2800"/>
                  </a:lnTo>
                  <a:lnTo>
                    <a:pt x="916" y="2800"/>
                  </a:lnTo>
                  <a:lnTo>
                    <a:pt x="891" y="2798"/>
                  </a:lnTo>
                  <a:lnTo>
                    <a:pt x="867" y="2790"/>
                  </a:lnTo>
                  <a:lnTo>
                    <a:pt x="845" y="2779"/>
                  </a:lnTo>
                  <a:lnTo>
                    <a:pt x="813" y="2754"/>
                  </a:lnTo>
                  <a:lnTo>
                    <a:pt x="785" y="2727"/>
                  </a:lnTo>
                  <a:lnTo>
                    <a:pt x="762" y="2698"/>
                  </a:lnTo>
                  <a:lnTo>
                    <a:pt x="720" y="2681"/>
                  </a:lnTo>
                  <a:lnTo>
                    <a:pt x="684" y="2664"/>
                  </a:lnTo>
                  <a:lnTo>
                    <a:pt x="653" y="2646"/>
                  </a:lnTo>
                  <a:lnTo>
                    <a:pt x="628" y="2626"/>
                  </a:lnTo>
                  <a:lnTo>
                    <a:pt x="607" y="2606"/>
                  </a:lnTo>
                  <a:lnTo>
                    <a:pt x="590" y="2585"/>
                  </a:lnTo>
                  <a:lnTo>
                    <a:pt x="578" y="2566"/>
                  </a:lnTo>
                  <a:lnTo>
                    <a:pt x="567" y="2546"/>
                  </a:lnTo>
                  <a:lnTo>
                    <a:pt x="561" y="2527"/>
                  </a:lnTo>
                  <a:lnTo>
                    <a:pt x="556" y="2509"/>
                  </a:lnTo>
                  <a:lnTo>
                    <a:pt x="554" y="2494"/>
                  </a:lnTo>
                  <a:lnTo>
                    <a:pt x="552" y="2479"/>
                  </a:lnTo>
                  <a:lnTo>
                    <a:pt x="552" y="2479"/>
                  </a:lnTo>
                  <a:lnTo>
                    <a:pt x="552" y="2476"/>
                  </a:lnTo>
                  <a:lnTo>
                    <a:pt x="551" y="2466"/>
                  </a:lnTo>
                  <a:lnTo>
                    <a:pt x="550" y="2449"/>
                  </a:lnTo>
                  <a:lnTo>
                    <a:pt x="549" y="2429"/>
                  </a:lnTo>
                  <a:lnTo>
                    <a:pt x="548" y="2405"/>
                  </a:lnTo>
                  <a:lnTo>
                    <a:pt x="546" y="2378"/>
                  </a:lnTo>
                  <a:lnTo>
                    <a:pt x="545" y="2350"/>
                  </a:lnTo>
                  <a:lnTo>
                    <a:pt x="543" y="2322"/>
                  </a:lnTo>
                  <a:lnTo>
                    <a:pt x="542" y="2294"/>
                  </a:lnTo>
                  <a:lnTo>
                    <a:pt x="540" y="2267"/>
                  </a:lnTo>
                  <a:lnTo>
                    <a:pt x="539" y="2242"/>
                  </a:lnTo>
                  <a:lnTo>
                    <a:pt x="538" y="2221"/>
                  </a:lnTo>
                  <a:lnTo>
                    <a:pt x="495" y="2187"/>
                  </a:lnTo>
                  <a:lnTo>
                    <a:pt x="457" y="2150"/>
                  </a:lnTo>
                  <a:lnTo>
                    <a:pt x="425" y="2110"/>
                  </a:lnTo>
                  <a:lnTo>
                    <a:pt x="398" y="2068"/>
                  </a:lnTo>
                  <a:lnTo>
                    <a:pt x="376" y="2025"/>
                  </a:lnTo>
                  <a:lnTo>
                    <a:pt x="362" y="1980"/>
                  </a:lnTo>
                  <a:lnTo>
                    <a:pt x="352" y="1934"/>
                  </a:lnTo>
                  <a:lnTo>
                    <a:pt x="349" y="1888"/>
                  </a:lnTo>
                  <a:lnTo>
                    <a:pt x="347" y="1864"/>
                  </a:lnTo>
                  <a:lnTo>
                    <a:pt x="340" y="1839"/>
                  </a:lnTo>
                  <a:lnTo>
                    <a:pt x="329" y="1813"/>
                  </a:lnTo>
                  <a:lnTo>
                    <a:pt x="315" y="1785"/>
                  </a:lnTo>
                  <a:lnTo>
                    <a:pt x="296" y="1753"/>
                  </a:lnTo>
                  <a:lnTo>
                    <a:pt x="274" y="1719"/>
                  </a:lnTo>
                  <a:lnTo>
                    <a:pt x="248" y="1682"/>
                  </a:lnTo>
                  <a:lnTo>
                    <a:pt x="227" y="1650"/>
                  </a:lnTo>
                  <a:lnTo>
                    <a:pt x="205" y="1617"/>
                  </a:lnTo>
                  <a:lnTo>
                    <a:pt x="182" y="1583"/>
                  </a:lnTo>
                  <a:lnTo>
                    <a:pt x="160" y="1546"/>
                  </a:lnTo>
                  <a:lnTo>
                    <a:pt x="138" y="1508"/>
                  </a:lnTo>
                  <a:lnTo>
                    <a:pt x="116" y="1466"/>
                  </a:lnTo>
                  <a:lnTo>
                    <a:pt x="95" y="1424"/>
                  </a:lnTo>
                  <a:lnTo>
                    <a:pt x="76" y="1378"/>
                  </a:lnTo>
                  <a:lnTo>
                    <a:pt x="57" y="1329"/>
                  </a:lnTo>
                  <a:lnTo>
                    <a:pt x="41" y="1278"/>
                  </a:lnTo>
                  <a:lnTo>
                    <a:pt x="28" y="1224"/>
                  </a:lnTo>
                  <a:lnTo>
                    <a:pt x="16" y="1166"/>
                  </a:lnTo>
                  <a:lnTo>
                    <a:pt x="8" y="1105"/>
                  </a:lnTo>
                  <a:lnTo>
                    <a:pt x="2" y="1041"/>
                  </a:lnTo>
                  <a:lnTo>
                    <a:pt x="0" y="973"/>
                  </a:lnTo>
                  <a:lnTo>
                    <a:pt x="4" y="893"/>
                  </a:lnTo>
                  <a:lnTo>
                    <a:pt x="14" y="815"/>
                  </a:lnTo>
                  <a:lnTo>
                    <a:pt x="30" y="739"/>
                  </a:lnTo>
                  <a:lnTo>
                    <a:pt x="53" y="667"/>
                  </a:lnTo>
                  <a:lnTo>
                    <a:pt x="80" y="595"/>
                  </a:lnTo>
                  <a:lnTo>
                    <a:pt x="114" y="526"/>
                  </a:lnTo>
                  <a:lnTo>
                    <a:pt x="152" y="461"/>
                  </a:lnTo>
                  <a:lnTo>
                    <a:pt x="196" y="399"/>
                  </a:lnTo>
                  <a:lnTo>
                    <a:pt x="246" y="340"/>
                  </a:lnTo>
                  <a:lnTo>
                    <a:pt x="298" y="286"/>
                  </a:lnTo>
                  <a:lnTo>
                    <a:pt x="356" y="235"/>
                  </a:lnTo>
                  <a:lnTo>
                    <a:pt x="416" y="188"/>
                  </a:lnTo>
                  <a:lnTo>
                    <a:pt x="481" y="147"/>
                  </a:lnTo>
                  <a:lnTo>
                    <a:pt x="549" y="109"/>
                  </a:lnTo>
                  <a:lnTo>
                    <a:pt x="621" y="77"/>
                  </a:lnTo>
                  <a:lnTo>
                    <a:pt x="695" y="50"/>
                  </a:lnTo>
                  <a:lnTo>
                    <a:pt x="771" y="29"/>
                  </a:lnTo>
                  <a:lnTo>
                    <a:pt x="850" y="13"/>
                  </a:lnTo>
                  <a:lnTo>
                    <a:pt x="932" y="3"/>
                  </a:lnTo>
                  <a:lnTo>
                    <a:pt x="10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5" name="Freeform 18"/>
            <p:cNvSpPr>
              <a:spLocks/>
            </p:cNvSpPr>
            <p:nvPr/>
          </p:nvSpPr>
          <p:spPr bwMode="auto">
            <a:xfrm>
              <a:off x="4984751" y="2243138"/>
              <a:ext cx="19050" cy="46038"/>
            </a:xfrm>
            <a:custGeom>
              <a:avLst/>
              <a:gdLst>
                <a:gd name="T0" fmla="*/ 63 w 127"/>
                <a:gd name="T1" fmla="*/ 0 h 318"/>
                <a:gd name="T2" fmla="*/ 63 w 127"/>
                <a:gd name="T3" fmla="*/ 0 h 318"/>
                <a:gd name="T4" fmla="*/ 80 w 127"/>
                <a:gd name="T5" fmla="*/ 2 h 318"/>
                <a:gd name="T6" fmla="*/ 96 w 127"/>
                <a:gd name="T7" fmla="*/ 9 h 318"/>
                <a:gd name="T8" fmla="*/ 109 w 127"/>
                <a:gd name="T9" fmla="*/ 19 h 318"/>
                <a:gd name="T10" fmla="*/ 119 w 127"/>
                <a:gd name="T11" fmla="*/ 32 h 318"/>
                <a:gd name="T12" fmla="*/ 125 w 127"/>
                <a:gd name="T13" fmla="*/ 47 h 318"/>
                <a:gd name="T14" fmla="*/ 127 w 127"/>
                <a:gd name="T15" fmla="*/ 64 h 318"/>
                <a:gd name="T16" fmla="*/ 127 w 127"/>
                <a:gd name="T17" fmla="*/ 254 h 318"/>
                <a:gd name="T18" fmla="*/ 125 w 127"/>
                <a:gd name="T19" fmla="*/ 272 h 318"/>
                <a:gd name="T20" fmla="*/ 119 w 127"/>
                <a:gd name="T21" fmla="*/ 286 h 318"/>
                <a:gd name="T22" fmla="*/ 109 w 127"/>
                <a:gd name="T23" fmla="*/ 300 h 318"/>
                <a:gd name="T24" fmla="*/ 96 w 127"/>
                <a:gd name="T25" fmla="*/ 309 h 318"/>
                <a:gd name="T26" fmla="*/ 80 w 127"/>
                <a:gd name="T27" fmla="*/ 315 h 318"/>
                <a:gd name="T28" fmla="*/ 63 w 127"/>
                <a:gd name="T29" fmla="*/ 318 h 318"/>
                <a:gd name="T30" fmla="*/ 47 w 127"/>
                <a:gd name="T31" fmla="*/ 315 h 318"/>
                <a:gd name="T32" fmla="*/ 31 w 127"/>
                <a:gd name="T33" fmla="*/ 309 h 318"/>
                <a:gd name="T34" fmla="*/ 18 w 127"/>
                <a:gd name="T35" fmla="*/ 300 h 318"/>
                <a:gd name="T36" fmla="*/ 8 w 127"/>
                <a:gd name="T37" fmla="*/ 286 h 318"/>
                <a:gd name="T38" fmla="*/ 2 w 127"/>
                <a:gd name="T39" fmla="*/ 272 h 318"/>
                <a:gd name="T40" fmla="*/ 0 w 127"/>
                <a:gd name="T41" fmla="*/ 254 h 318"/>
                <a:gd name="T42" fmla="*/ 0 w 127"/>
                <a:gd name="T43" fmla="*/ 64 h 318"/>
                <a:gd name="T44" fmla="*/ 2 w 127"/>
                <a:gd name="T45" fmla="*/ 47 h 318"/>
                <a:gd name="T46" fmla="*/ 8 w 127"/>
                <a:gd name="T47" fmla="*/ 32 h 318"/>
                <a:gd name="T48" fmla="*/ 18 w 127"/>
                <a:gd name="T49" fmla="*/ 19 h 318"/>
                <a:gd name="T50" fmla="*/ 31 w 127"/>
                <a:gd name="T51" fmla="*/ 9 h 318"/>
                <a:gd name="T52" fmla="*/ 47 w 127"/>
                <a:gd name="T53" fmla="*/ 2 h 318"/>
                <a:gd name="T54" fmla="*/ 63 w 127"/>
                <a:gd name="T5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7" h="318">
                  <a:moveTo>
                    <a:pt x="63" y="0"/>
                  </a:moveTo>
                  <a:lnTo>
                    <a:pt x="63" y="0"/>
                  </a:lnTo>
                  <a:lnTo>
                    <a:pt x="80" y="2"/>
                  </a:lnTo>
                  <a:lnTo>
                    <a:pt x="96" y="9"/>
                  </a:lnTo>
                  <a:lnTo>
                    <a:pt x="109" y="19"/>
                  </a:lnTo>
                  <a:lnTo>
                    <a:pt x="119" y="32"/>
                  </a:lnTo>
                  <a:lnTo>
                    <a:pt x="125" y="47"/>
                  </a:lnTo>
                  <a:lnTo>
                    <a:pt x="127" y="64"/>
                  </a:lnTo>
                  <a:lnTo>
                    <a:pt x="127" y="254"/>
                  </a:lnTo>
                  <a:lnTo>
                    <a:pt x="125" y="272"/>
                  </a:lnTo>
                  <a:lnTo>
                    <a:pt x="119" y="286"/>
                  </a:lnTo>
                  <a:lnTo>
                    <a:pt x="109" y="300"/>
                  </a:lnTo>
                  <a:lnTo>
                    <a:pt x="96" y="309"/>
                  </a:lnTo>
                  <a:lnTo>
                    <a:pt x="80" y="315"/>
                  </a:lnTo>
                  <a:lnTo>
                    <a:pt x="63" y="318"/>
                  </a:lnTo>
                  <a:lnTo>
                    <a:pt x="47" y="315"/>
                  </a:lnTo>
                  <a:lnTo>
                    <a:pt x="31" y="309"/>
                  </a:lnTo>
                  <a:lnTo>
                    <a:pt x="18" y="300"/>
                  </a:lnTo>
                  <a:lnTo>
                    <a:pt x="8" y="286"/>
                  </a:lnTo>
                  <a:lnTo>
                    <a:pt x="2" y="272"/>
                  </a:lnTo>
                  <a:lnTo>
                    <a:pt x="0" y="254"/>
                  </a:lnTo>
                  <a:lnTo>
                    <a:pt x="0" y="64"/>
                  </a:lnTo>
                  <a:lnTo>
                    <a:pt x="2" y="47"/>
                  </a:lnTo>
                  <a:lnTo>
                    <a:pt x="8" y="32"/>
                  </a:lnTo>
                  <a:lnTo>
                    <a:pt x="18" y="19"/>
                  </a:lnTo>
                  <a:lnTo>
                    <a:pt x="31" y="9"/>
                  </a:lnTo>
                  <a:lnTo>
                    <a:pt x="47" y="2"/>
                  </a:lnTo>
                  <a:lnTo>
                    <a:pt x="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6" name="Freeform 19"/>
            <p:cNvSpPr>
              <a:spLocks/>
            </p:cNvSpPr>
            <p:nvPr/>
          </p:nvSpPr>
          <p:spPr bwMode="auto">
            <a:xfrm>
              <a:off x="4881563" y="2271713"/>
              <a:ext cx="31750" cy="41275"/>
            </a:xfrm>
            <a:custGeom>
              <a:avLst/>
              <a:gdLst>
                <a:gd name="T0" fmla="*/ 64 w 224"/>
                <a:gd name="T1" fmla="*/ 0 h 293"/>
                <a:gd name="T2" fmla="*/ 80 w 224"/>
                <a:gd name="T3" fmla="*/ 2 h 293"/>
                <a:gd name="T4" fmla="*/ 95 w 224"/>
                <a:gd name="T5" fmla="*/ 8 h 293"/>
                <a:gd name="T6" fmla="*/ 109 w 224"/>
                <a:gd name="T7" fmla="*/ 18 h 293"/>
                <a:gd name="T8" fmla="*/ 119 w 224"/>
                <a:gd name="T9" fmla="*/ 32 h 293"/>
                <a:gd name="T10" fmla="*/ 216 w 224"/>
                <a:gd name="T11" fmla="*/ 197 h 293"/>
                <a:gd name="T12" fmla="*/ 222 w 224"/>
                <a:gd name="T13" fmla="*/ 213 h 293"/>
                <a:gd name="T14" fmla="*/ 224 w 224"/>
                <a:gd name="T15" fmla="*/ 230 h 293"/>
                <a:gd name="T16" fmla="*/ 222 w 224"/>
                <a:gd name="T17" fmla="*/ 245 h 293"/>
                <a:gd name="T18" fmla="*/ 216 w 224"/>
                <a:gd name="T19" fmla="*/ 261 h 293"/>
                <a:gd name="T20" fmla="*/ 206 w 224"/>
                <a:gd name="T21" fmla="*/ 274 h 293"/>
                <a:gd name="T22" fmla="*/ 193 w 224"/>
                <a:gd name="T23" fmla="*/ 285 h 293"/>
                <a:gd name="T24" fmla="*/ 177 w 224"/>
                <a:gd name="T25" fmla="*/ 291 h 293"/>
                <a:gd name="T26" fmla="*/ 160 w 224"/>
                <a:gd name="T27" fmla="*/ 293 h 293"/>
                <a:gd name="T28" fmla="*/ 143 w 224"/>
                <a:gd name="T29" fmla="*/ 291 h 293"/>
                <a:gd name="T30" fmla="*/ 129 w 224"/>
                <a:gd name="T31" fmla="*/ 285 h 293"/>
                <a:gd name="T32" fmla="*/ 115 w 224"/>
                <a:gd name="T33" fmla="*/ 274 h 293"/>
                <a:gd name="T34" fmla="*/ 105 w 224"/>
                <a:gd name="T35" fmla="*/ 261 h 293"/>
                <a:gd name="T36" fmla="*/ 8 w 224"/>
                <a:gd name="T37" fmla="*/ 95 h 293"/>
                <a:gd name="T38" fmla="*/ 2 w 224"/>
                <a:gd name="T39" fmla="*/ 80 h 293"/>
                <a:gd name="T40" fmla="*/ 0 w 224"/>
                <a:gd name="T41" fmla="*/ 63 h 293"/>
                <a:gd name="T42" fmla="*/ 2 w 224"/>
                <a:gd name="T43" fmla="*/ 48 h 293"/>
                <a:gd name="T44" fmla="*/ 8 w 224"/>
                <a:gd name="T45" fmla="*/ 32 h 293"/>
                <a:gd name="T46" fmla="*/ 19 w 224"/>
                <a:gd name="T47" fmla="*/ 19 h 293"/>
                <a:gd name="T48" fmla="*/ 31 w 224"/>
                <a:gd name="T49" fmla="*/ 9 h 293"/>
                <a:gd name="T50" fmla="*/ 48 w 224"/>
                <a:gd name="T51" fmla="*/ 2 h 293"/>
                <a:gd name="T52" fmla="*/ 64 w 224"/>
                <a:gd name="T5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3">
                  <a:moveTo>
                    <a:pt x="64" y="0"/>
                  </a:moveTo>
                  <a:lnTo>
                    <a:pt x="80" y="2"/>
                  </a:lnTo>
                  <a:lnTo>
                    <a:pt x="95" y="8"/>
                  </a:lnTo>
                  <a:lnTo>
                    <a:pt x="109" y="18"/>
                  </a:lnTo>
                  <a:lnTo>
                    <a:pt x="119" y="32"/>
                  </a:lnTo>
                  <a:lnTo>
                    <a:pt x="216" y="197"/>
                  </a:lnTo>
                  <a:lnTo>
                    <a:pt x="222" y="213"/>
                  </a:lnTo>
                  <a:lnTo>
                    <a:pt x="224" y="230"/>
                  </a:lnTo>
                  <a:lnTo>
                    <a:pt x="222" y="245"/>
                  </a:lnTo>
                  <a:lnTo>
                    <a:pt x="216" y="261"/>
                  </a:lnTo>
                  <a:lnTo>
                    <a:pt x="206" y="274"/>
                  </a:lnTo>
                  <a:lnTo>
                    <a:pt x="193" y="285"/>
                  </a:lnTo>
                  <a:lnTo>
                    <a:pt x="177" y="291"/>
                  </a:lnTo>
                  <a:lnTo>
                    <a:pt x="160" y="293"/>
                  </a:lnTo>
                  <a:lnTo>
                    <a:pt x="143" y="291"/>
                  </a:lnTo>
                  <a:lnTo>
                    <a:pt x="129" y="285"/>
                  </a:lnTo>
                  <a:lnTo>
                    <a:pt x="115" y="274"/>
                  </a:lnTo>
                  <a:lnTo>
                    <a:pt x="105" y="261"/>
                  </a:lnTo>
                  <a:lnTo>
                    <a:pt x="8" y="95"/>
                  </a:lnTo>
                  <a:lnTo>
                    <a:pt x="2" y="80"/>
                  </a:lnTo>
                  <a:lnTo>
                    <a:pt x="0" y="63"/>
                  </a:lnTo>
                  <a:lnTo>
                    <a:pt x="2" y="48"/>
                  </a:lnTo>
                  <a:lnTo>
                    <a:pt x="8" y="32"/>
                  </a:lnTo>
                  <a:lnTo>
                    <a:pt x="19" y="19"/>
                  </a:lnTo>
                  <a:lnTo>
                    <a:pt x="31" y="9"/>
                  </a:lnTo>
                  <a:lnTo>
                    <a:pt x="48"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7" name="Freeform 20"/>
            <p:cNvSpPr>
              <a:spLocks/>
            </p:cNvSpPr>
            <p:nvPr/>
          </p:nvSpPr>
          <p:spPr bwMode="auto">
            <a:xfrm>
              <a:off x="4805363" y="2346325"/>
              <a:ext cx="41275" cy="33338"/>
            </a:xfrm>
            <a:custGeom>
              <a:avLst/>
              <a:gdLst>
                <a:gd name="T0" fmla="*/ 64 w 294"/>
                <a:gd name="T1" fmla="*/ 0 h 222"/>
                <a:gd name="T2" fmla="*/ 79 w 294"/>
                <a:gd name="T3" fmla="*/ 2 h 222"/>
                <a:gd name="T4" fmla="*/ 96 w 294"/>
                <a:gd name="T5" fmla="*/ 8 h 222"/>
                <a:gd name="T6" fmla="*/ 263 w 294"/>
                <a:gd name="T7" fmla="*/ 103 h 222"/>
                <a:gd name="T8" fmla="*/ 276 w 294"/>
                <a:gd name="T9" fmla="*/ 114 h 222"/>
                <a:gd name="T10" fmla="*/ 286 w 294"/>
                <a:gd name="T11" fmla="*/ 127 h 222"/>
                <a:gd name="T12" fmla="*/ 292 w 294"/>
                <a:gd name="T13" fmla="*/ 142 h 222"/>
                <a:gd name="T14" fmla="*/ 294 w 294"/>
                <a:gd name="T15" fmla="*/ 158 h 222"/>
                <a:gd name="T16" fmla="*/ 292 w 294"/>
                <a:gd name="T17" fmla="*/ 175 h 222"/>
                <a:gd name="T18" fmla="*/ 286 w 294"/>
                <a:gd name="T19" fmla="*/ 190 h 222"/>
                <a:gd name="T20" fmla="*/ 275 w 294"/>
                <a:gd name="T21" fmla="*/ 204 h 222"/>
                <a:gd name="T22" fmla="*/ 262 w 294"/>
                <a:gd name="T23" fmla="*/ 214 h 222"/>
                <a:gd name="T24" fmla="*/ 246 w 294"/>
                <a:gd name="T25" fmla="*/ 220 h 222"/>
                <a:gd name="T26" fmla="*/ 230 w 294"/>
                <a:gd name="T27" fmla="*/ 222 h 222"/>
                <a:gd name="T28" fmla="*/ 213 w 294"/>
                <a:gd name="T29" fmla="*/ 220 h 222"/>
                <a:gd name="T30" fmla="*/ 198 w 294"/>
                <a:gd name="T31" fmla="*/ 213 h 222"/>
                <a:gd name="T32" fmla="*/ 31 w 294"/>
                <a:gd name="T33" fmla="*/ 118 h 222"/>
                <a:gd name="T34" fmla="*/ 18 w 294"/>
                <a:gd name="T35" fmla="*/ 108 h 222"/>
                <a:gd name="T36" fmla="*/ 8 w 294"/>
                <a:gd name="T37" fmla="*/ 95 h 222"/>
                <a:gd name="T38" fmla="*/ 2 w 294"/>
                <a:gd name="T39" fmla="*/ 80 h 222"/>
                <a:gd name="T40" fmla="*/ 0 w 294"/>
                <a:gd name="T41" fmla="*/ 63 h 222"/>
                <a:gd name="T42" fmla="*/ 2 w 294"/>
                <a:gd name="T43" fmla="*/ 47 h 222"/>
                <a:gd name="T44" fmla="*/ 8 w 294"/>
                <a:gd name="T45" fmla="*/ 31 h 222"/>
                <a:gd name="T46" fmla="*/ 19 w 294"/>
                <a:gd name="T47" fmla="*/ 18 h 222"/>
                <a:gd name="T48" fmla="*/ 32 w 294"/>
                <a:gd name="T49" fmla="*/ 8 h 222"/>
                <a:gd name="T50" fmla="*/ 47 w 294"/>
                <a:gd name="T51" fmla="*/ 2 h 222"/>
                <a:gd name="T52" fmla="*/ 64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64" y="0"/>
                  </a:moveTo>
                  <a:lnTo>
                    <a:pt x="79" y="2"/>
                  </a:lnTo>
                  <a:lnTo>
                    <a:pt x="96" y="8"/>
                  </a:lnTo>
                  <a:lnTo>
                    <a:pt x="263" y="103"/>
                  </a:lnTo>
                  <a:lnTo>
                    <a:pt x="276" y="114"/>
                  </a:lnTo>
                  <a:lnTo>
                    <a:pt x="286" y="127"/>
                  </a:lnTo>
                  <a:lnTo>
                    <a:pt x="292" y="142"/>
                  </a:lnTo>
                  <a:lnTo>
                    <a:pt x="294" y="158"/>
                  </a:lnTo>
                  <a:lnTo>
                    <a:pt x="292" y="175"/>
                  </a:lnTo>
                  <a:lnTo>
                    <a:pt x="286" y="190"/>
                  </a:lnTo>
                  <a:lnTo>
                    <a:pt x="275" y="204"/>
                  </a:lnTo>
                  <a:lnTo>
                    <a:pt x="262" y="214"/>
                  </a:lnTo>
                  <a:lnTo>
                    <a:pt x="246" y="220"/>
                  </a:lnTo>
                  <a:lnTo>
                    <a:pt x="230" y="222"/>
                  </a:lnTo>
                  <a:lnTo>
                    <a:pt x="213" y="220"/>
                  </a:lnTo>
                  <a:lnTo>
                    <a:pt x="198" y="213"/>
                  </a:lnTo>
                  <a:lnTo>
                    <a:pt x="31" y="118"/>
                  </a:lnTo>
                  <a:lnTo>
                    <a:pt x="18" y="108"/>
                  </a:lnTo>
                  <a:lnTo>
                    <a:pt x="8" y="95"/>
                  </a:lnTo>
                  <a:lnTo>
                    <a:pt x="2" y="80"/>
                  </a:lnTo>
                  <a:lnTo>
                    <a:pt x="0" y="63"/>
                  </a:lnTo>
                  <a:lnTo>
                    <a:pt x="2" y="47"/>
                  </a:lnTo>
                  <a:lnTo>
                    <a:pt x="8" y="31"/>
                  </a:lnTo>
                  <a:lnTo>
                    <a:pt x="19" y="18"/>
                  </a:lnTo>
                  <a:lnTo>
                    <a:pt x="32" y="8"/>
                  </a:lnTo>
                  <a:lnTo>
                    <a:pt x="47"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8" name="Freeform 21"/>
            <p:cNvSpPr>
              <a:spLocks/>
            </p:cNvSpPr>
            <p:nvPr/>
          </p:nvSpPr>
          <p:spPr bwMode="auto">
            <a:xfrm>
              <a:off x="4776788" y="2449513"/>
              <a:ext cx="46038" cy="19050"/>
            </a:xfrm>
            <a:custGeom>
              <a:avLst/>
              <a:gdLst>
                <a:gd name="T0" fmla="*/ 64 w 321"/>
                <a:gd name="T1" fmla="*/ 0 h 128"/>
                <a:gd name="T2" fmla="*/ 257 w 321"/>
                <a:gd name="T3" fmla="*/ 0 h 128"/>
                <a:gd name="T4" fmla="*/ 273 w 321"/>
                <a:gd name="T5" fmla="*/ 4 h 128"/>
                <a:gd name="T6" fmla="*/ 289 w 321"/>
                <a:gd name="T7" fmla="*/ 10 h 128"/>
                <a:gd name="T8" fmla="*/ 302 w 321"/>
                <a:gd name="T9" fmla="*/ 19 h 128"/>
                <a:gd name="T10" fmla="*/ 312 w 321"/>
                <a:gd name="T11" fmla="*/ 33 h 128"/>
                <a:gd name="T12" fmla="*/ 318 w 321"/>
                <a:gd name="T13" fmla="*/ 47 h 128"/>
                <a:gd name="T14" fmla="*/ 321 w 321"/>
                <a:gd name="T15" fmla="*/ 65 h 128"/>
                <a:gd name="T16" fmla="*/ 318 w 321"/>
                <a:gd name="T17" fmla="*/ 82 h 128"/>
                <a:gd name="T18" fmla="*/ 312 w 321"/>
                <a:gd name="T19" fmla="*/ 96 h 128"/>
                <a:gd name="T20" fmla="*/ 302 w 321"/>
                <a:gd name="T21" fmla="*/ 110 h 128"/>
                <a:gd name="T22" fmla="*/ 289 w 321"/>
                <a:gd name="T23" fmla="*/ 119 h 128"/>
                <a:gd name="T24" fmla="*/ 273 w 321"/>
                <a:gd name="T25" fmla="*/ 126 h 128"/>
                <a:gd name="T26" fmla="*/ 257 w 321"/>
                <a:gd name="T27" fmla="*/ 128 h 128"/>
                <a:gd name="T28" fmla="*/ 64 w 321"/>
                <a:gd name="T29" fmla="*/ 128 h 128"/>
                <a:gd name="T30" fmla="*/ 47 w 321"/>
                <a:gd name="T31" fmla="*/ 126 h 128"/>
                <a:gd name="T32" fmla="*/ 32 w 321"/>
                <a:gd name="T33" fmla="*/ 119 h 128"/>
                <a:gd name="T34" fmla="*/ 19 w 321"/>
                <a:gd name="T35" fmla="*/ 110 h 128"/>
                <a:gd name="T36" fmla="*/ 9 w 321"/>
                <a:gd name="T37" fmla="*/ 96 h 128"/>
                <a:gd name="T38" fmla="*/ 2 w 321"/>
                <a:gd name="T39" fmla="*/ 82 h 128"/>
                <a:gd name="T40" fmla="*/ 0 w 321"/>
                <a:gd name="T41" fmla="*/ 65 h 128"/>
                <a:gd name="T42" fmla="*/ 2 w 321"/>
                <a:gd name="T43" fmla="*/ 47 h 128"/>
                <a:gd name="T44" fmla="*/ 9 w 321"/>
                <a:gd name="T45" fmla="*/ 33 h 128"/>
                <a:gd name="T46" fmla="*/ 19 w 321"/>
                <a:gd name="T47" fmla="*/ 19 h 128"/>
                <a:gd name="T48" fmla="*/ 32 w 321"/>
                <a:gd name="T49" fmla="*/ 10 h 128"/>
                <a:gd name="T50" fmla="*/ 47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3" y="4"/>
                  </a:lnTo>
                  <a:lnTo>
                    <a:pt x="289" y="10"/>
                  </a:lnTo>
                  <a:lnTo>
                    <a:pt x="302" y="19"/>
                  </a:lnTo>
                  <a:lnTo>
                    <a:pt x="312" y="33"/>
                  </a:lnTo>
                  <a:lnTo>
                    <a:pt x="318" y="47"/>
                  </a:lnTo>
                  <a:lnTo>
                    <a:pt x="321" y="65"/>
                  </a:lnTo>
                  <a:lnTo>
                    <a:pt x="318" y="82"/>
                  </a:lnTo>
                  <a:lnTo>
                    <a:pt x="312" y="96"/>
                  </a:lnTo>
                  <a:lnTo>
                    <a:pt x="302" y="110"/>
                  </a:lnTo>
                  <a:lnTo>
                    <a:pt x="289" y="119"/>
                  </a:lnTo>
                  <a:lnTo>
                    <a:pt x="273" y="126"/>
                  </a:lnTo>
                  <a:lnTo>
                    <a:pt x="257" y="128"/>
                  </a:lnTo>
                  <a:lnTo>
                    <a:pt x="64" y="128"/>
                  </a:lnTo>
                  <a:lnTo>
                    <a:pt x="47" y="126"/>
                  </a:lnTo>
                  <a:lnTo>
                    <a:pt x="32" y="119"/>
                  </a:lnTo>
                  <a:lnTo>
                    <a:pt x="19" y="110"/>
                  </a:lnTo>
                  <a:lnTo>
                    <a:pt x="9" y="96"/>
                  </a:lnTo>
                  <a:lnTo>
                    <a:pt x="2" y="82"/>
                  </a:lnTo>
                  <a:lnTo>
                    <a:pt x="0" y="65"/>
                  </a:lnTo>
                  <a:lnTo>
                    <a:pt x="2" y="47"/>
                  </a:lnTo>
                  <a:lnTo>
                    <a:pt x="9" y="33"/>
                  </a:lnTo>
                  <a:lnTo>
                    <a:pt x="19" y="19"/>
                  </a:lnTo>
                  <a:lnTo>
                    <a:pt x="32" y="10"/>
                  </a:lnTo>
                  <a:lnTo>
                    <a:pt x="47"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9" name="Freeform 22"/>
            <p:cNvSpPr>
              <a:spLocks/>
            </p:cNvSpPr>
            <p:nvPr/>
          </p:nvSpPr>
          <p:spPr bwMode="auto">
            <a:xfrm>
              <a:off x="4805363" y="2540000"/>
              <a:ext cx="41275" cy="31750"/>
            </a:xfrm>
            <a:custGeom>
              <a:avLst/>
              <a:gdLst>
                <a:gd name="T0" fmla="*/ 230 w 294"/>
                <a:gd name="T1" fmla="*/ 0 h 224"/>
                <a:gd name="T2" fmla="*/ 247 w 294"/>
                <a:gd name="T3" fmla="*/ 3 h 224"/>
                <a:gd name="T4" fmla="*/ 262 w 294"/>
                <a:gd name="T5" fmla="*/ 9 h 224"/>
                <a:gd name="T6" fmla="*/ 275 w 294"/>
                <a:gd name="T7" fmla="*/ 19 h 224"/>
                <a:gd name="T8" fmla="*/ 286 w 294"/>
                <a:gd name="T9" fmla="*/ 33 h 224"/>
                <a:gd name="T10" fmla="*/ 292 w 294"/>
                <a:gd name="T11" fmla="*/ 48 h 224"/>
                <a:gd name="T12" fmla="*/ 294 w 294"/>
                <a:gd name="T13" fmla="*/ 65 h 224"/>
                <a:gd name="T14" fmla="*/ 292 w 294"/>
                <a:gd name="T15" fmla="*/ 80 h 224"/>
                <a:gd name="T16" fmla="*/ 286 w 294"/>
                <a:gd name="T17" fmla="*/ 96 h 224"/>
                <a:gd name="T18" fmla="*/ 275 w 294"/>
                <a:gd name="T19" fmla="*/ 110 h 224"/>
                <a:gd name="T20" fmla="*/ 263 w 294"/>
                <a:gd name="T21" fmla="*/ 120 h 224"/>
                <a:gd name="T22" fmla="*/ 96 w 294"/>
                <a:gd name="T23" fmla="*/ 215 h 224"/>
                <a:gd name="T24" fmla="*/ 80 w 294"/>
                <a:gd name="T25" fmla="*/ 221 h 224"/>
                <a:gd name="T26" fmla="*/ 64 w 294"/>
                <a:gd name="T27" fmla="*/ 224 h 224"/>
                <a:gd name="T28" fmla="*/ 47 w 294"/>
                <a:gd name="T29" fmla="*/ 221 h 224"/>
                <a:gd name="T30" fmla="*/ 32 w 294"/>
                <a:gd name="T31" fmla="*/ 216 h 224"/>
                <a:gd name="T32" fmla="*/ 19 w 294"/>
                <a:gd name="T33" fmla="*/ 205 h 224"/>
                <a:gd name="T34" fmla="*/ 8 w 294"/>
                <a:gd name="T35" fmla="*/ 192 h 224"/>
                <a:gd name="T36" fmla="*/ 2 w 294"/>
                <a:gd name="T37" fmla="*/ 176 h 224"/>
                <a:gd name="T38" fmla="*/ 0 w 294"/>
                <a:gd name="T39" fmla="*/ 159 h 224"/>
                <a:gd name="T40" fmla="*/ 2 w 294"/>
                <a:gd name="T41" fmla="*/ 144 h 224"/>
                <a:gd name="T42" fmla="*/ 8 w 294"/>
                <a:gd name="T43" fmla="*/ 128 h 224"/>
                <a:gd name="T44" fmla="*/ 18 w 294"/>
                <a:gd name="T45" fmla="*/ 116 h 224"/>
                <a:gd name="T46" fmla="*/ 31 w 294"/>
                <a:gd name="T47" fmla="*/ 105 h 224"/>
                <a:gd name="T48" fmla="*/ 198 w 294"/>
                <a:gd name="T49" fmla="*/ 10 h 224"/>
                <a:gd name="T50" fmla="*/ 215 w 294"/>
                <a:gd name="T51" fmla="*/ 2 h 224"/>
                <a:gd name="T52" fmla="*/ 230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230" y="0"/>
                  </a:moveTo>
                  <a:lnTo>
                    <a:pt x="247" y="3"/>
                  </a:lnTo>
                  <a:lnTo>
                    <a:pt x="262" y="9"/>
                  </a:lnTo>
                  <a:lnTo>
                    <a:pt x="275" y="19"/>
                  </a:lnTo>
                  <a:lnTo>
                    <a:pt x="286" y="33"/>
                  </a:lnTo>
                  <a:lnTo>
                    <a:pt x="292" y="48"/>
                  </a:lnTo>
                  <a:lnTo>
                    <a:pt x="294" y="65"/>
                  </a:lnTo>
                  <a:lnTo>
                    <a:pt x="292" y="80"/>
                  </a:lnTo>
                  <a:lnTo>
                    <a:pt x="286" y="96"/>
                  </a:lnTo>
                  <a:lnTo>
                    <a:pt x="275" y="110"/>
                  </a:lnTo>
                  <a:lnTo>
                    <a:pt x="263" y="120"/>
                  </a:lnTo>
                  <a:lnTo>
                    <a:pt x="96" y="215"/>
                  </a:lnTo>
                  <a:lnTo>
                    <a:pt x="80" y="221"/>
                  </a:lnTo>
                  <a:lnTo>
                    <a:pt x="64" y="224"/>
                  </a:lnTo>
                  <a:lnTo>
                    <a:pt x="47" y="221"/>
                  </a:lnTo>
                  <a:lnTo>
                    <a:pt x="32" y="216"/>
                  </a:lnTo>
                  <a:lnTo>
                    <a:pt x="19" y="205"/>
                  </a:lnTo>
                  <a:lnTo>
                    <a:pt x="8" y="192"/>
                  </a:lnTo>
                  <a:lnTo>
                    <a:pt x="2" y="176"/>
                  </a:lnTo>
                  <a:lnTo>
                    <a:pt x="0" y="159"/>
                  </a:lnTo>
                  <a:lnTo>
                    <a:pt x="2" y="144"/>
                  </a:lnTo>
                  <a:lnTo>
                    <a:pt x="8" y="128"/>
                  </a:lnTo>
                  <a:lnTo>
                    <a:pt x="18" y="116"/>
                  </a:lnTo>
                  <a:lnTo>
                    <a:pt x="31" y="105"/>
                  </a:lnTo>
                  <a:lnTo>
                    <a:pt x="198" y="10"/>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0" name="Freeform 23"/>
            <p:cNvSpPr>
              <a:spLocks/>
            </p:cNvSpPr>
            <p:nvPr/>
          </p:nvSpPr>
          <p:spPr bwMode="auto">
            <a:xfrm>
              <a:off x="5141913" y="2540000"/>
              <a:ext cx="41275" cy="31750"/>
            </a:xfrm>
            <a:custGeom>
              <a:avLst/>
              <a:gdLst>
                <a:gd name="T0" fmla="*/ 64 w 294"/>
                <a:gd name="T1" fmla="*/ 0 h 224"/>
                <a:gd name="T2" fmla="*/ 80 w 294"/>
                <a:gd name="T3" fmla="*/ 2 h 224"/>
                <a:gd name="T4" fmla="*/ 96 w 294"/>
                <a:gd name="T5" fmla="*/ 10 h 224"/>
                <a:gd name="T6" fmla="*/ 263 w 294"/>
                <a:gd name="T7" fmla="*/ 105 h 224"/>
                <a:gd name="T8" fmla="*/ 276 w 294"/>
                <a:gd name="T9" fmla="*/ 116 h 224"/>
                <a:gd name="T10" fmla="*/ 286 w 294"/>
                <a:gd name="T11" fmla="*/ 128 h 224"/>
                <a:gd name="T12" fmla="*/ 292 w 294"/>
                <a:gd name="T13" fmla="*/ 144 h 224"/>
                <a:gd name="T14" fmla="*/ 294 w 294"/>
                <a:gd name="T15" fmla="*/ 159 h 224"/>
                <a:gd name="T16" fmla="*/ 292 w 294"/>
                <a:gd name="T17" fmla="*/ 176 h 224"/>
                <a:gd name="T18" fmla="*/ 286 w 294"/>
                <a:gd name="T19" fmla="*/ 192 h 224"/>
                <a:gd name="T20" fmla="*/ 275 w 294"/>
                <a:gd name="T21" fmla="*/ 205 h 224"/>
                <a:gd name="T22" fmla="*/ 262 w 294"/>
                <a:gd name="T23" fmla="*/ 216 h 224"/>
                <a:gd name="T24" fmla="*/ 247 w 294"/>
                <a:gd name="T25" fmla="*/ 221 h 224"/>
                <a:gd name="T26" fmla="*/ 230 w 294"/>
                <a:gd name="T27" fmla="*/ 224 h 224"/>
                <a:gd name="T28" fmla="*/ 214 w 294"/>
                <a:gd name="T29" fmla="*/ 221 h 224"/>
                <a:gd name="T30" fmla="*/ 198 w 294"/>
                <a:gd name="T31" fmla="*/ 215 h 224"/>
                <a:gd name="T32" fmla="*/ 31 w 294"/>
                <a:gd name="T33" fmla="*/ 120 h 224"/>
                <a:gd name="T34" fmla="*/ 19 w 294"/>
                <a:gd name="T35" fmla="*/ 110 h 224"/>
                <a:gd name="T36" fmla="*/ 8 w 294"/>
                <a:gd name="T37" fmla="*/ 96 h 224"/>
                <a:gd name="T38" fmla="*/ 2 w 294"/>
                <a:gd name="T39" fmla="*/ 80 h 224"/>
                <a:gd name="T40" fmla="*/ 0 w 294"/>
                <a:gd name="T41" fmla="*/ 65 h 224"/>
                <a:gd name="T42" fmla="*/ 2 w 294"/>
                <a:gd name="T43" fmla="*/ 48 h 224"/>
                <a:gd name="T44" fmla="*/ 8 w 294"/>
                <a:gd name="T45" fmla="*/ 33 h 224"/>
                <a:gd name="T46" fmla="*/ 19 w 294"/>
                <a:gd name="T47" fmla="*/ 19 h 224"/>
                <a:gd name="T48" fmla="*/ 32 w 294"/>
                <a:gd name="T49" fmla="*/ 9 h 224"/>
                <a:gd name="T50" fmla="*/ 47 w 294"/>
                <a:gd name="T51" fmla="*/ 3 h 224"/>
                <a:gd name="T52" fmla="*/ 64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64" y="0"/>
                  </a:moveTo>
                  <a:lnTo>
                    <a:pt x="80" y="2"/>
                  </a:lnTo>
                  <a:lnTo>
                    <a:pt x="96" y="10"/>
                  </a:lnTo>
                  <a:lnTo>
                    <a:pt x="263" y="105"/>
                  </a:lnTo>
                  <a:lnTo>
                    <a:pt x="276" y="116"/>
                  </a:lnTo>
                  <a:lnTo>
                    <a:pt x="286" y="128"/>
                  </a:lnTo>
                  <a:lnTo>
                    <a:pt x="292" y="144"/>
                  </a:lnTo>
                  <a:lnTo>
                    <a:pt x="294" y="159"/>
                  </a:lnTo>
                  <a:lnTo>
                    <a:pt x="292" y="176"/>
                  </a:lnTo>
                  <a:lnTo>
                    <a:pt x="286" y="192"/>
                  </a:lnTo>
                  <a:lnTo>
                    <a:pt x="275" y="205"/>
                  </a:lnTo>
                  <a:lnTo>
                    <a:pt x="262" y="216"/>
                  </a:lnTo>
                  <a:lnTo>
                    <a:pt x="247" y="221"/>
                  </a:lnTo>
                  <a:lnTo>
                    <a:pt x="230" y="224"/>
                  </a:lnTo>
                  <a:lnTo>
                    <a:pt x="214" y="221"/>
                  </a:lnTo>
                  <a:lnTo>
                    <a:pt x="198" y="215"/>
                  </a:lnTo>
                  <a:lnTo>
                    <a:pt x="31" y="120"/>
                  </a:lnTo>
                  <a:lnTo>
                    <a:pt x="19" y="110"/>
                  </a:lnTo>
                  <a:lnTo>
                    <a:pt x="8" y="96"/>
                  </a:lnTo>
                  <a:lnTo>
                    <a:pt x="2" y="80"/>
                  </a:lnTo>
                  <a:lnTo>
                    <a:pt x="0" y="65"/>
                  </a:lnTo>
                  <a:lnTo>
                    <a:pt x="2" y="48"/>
                  </a:lnTo>
                  <a:lnTo>
                    <a:pt x="8" y="33"/>
                  </a:lnTo>
                  <a:lnTo>
                    <a:pt x="19" y="19"/>
                  </a:lnTo>
                  <a:lnTo>
                    <a:pt x="32" y="9"/>
                  </a:lnTo>
                  <a:lnTo>
                    <a:pt x="47" y="3"/>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1" name="Freeform 24"/>
            <p:cNvSpPr>
              <a:spLocks/>
            </p:cNvSpPr>
            <p:nvPr/>
          </p:nvSpPr>
          <p:spPr bwMode="auto">
            <a:xfrm>
              <a:off x="5165726" y="2449513"/>
              <a:ext cx="46038" cy="19050"/>
            </a:xfrm>
            <a:custGeom>
              <a:avLst/>
              <a:gdLst>
                <a:gd name="T0" fmla="*/ 64 w 321"/>
                <a:gd name="T1" fmla="*/ 0 h 128"/>
                <a:gd name="T2" fmla="*/ 257 w 321"/>
                <a:gd name="T3" fmla="*/ 0 h 128"/>
                <a:gd name="T4" fmla="*/ 274 w 321"/>
                <a:gd name="T5" fmla="*/ 4 h 128"/>
                <a:gd name="T6" fmla="*/ 290 w 321"/>
                <a:gd name="T7" fmla="*/ 10 h 128"/>
                <a:gd name="T8" fmla="*/ 302 w 321"/>
                <a:gd name="T9" fmla="*/ 19 h 128"/>
                <a:gd name="T10" fmla="*/ 312 w 321"/>
                <a:gd name="T11" fmla="*/ 33 h 128"/>
                <a:gd name="T12" fmla="*/ 319 w 321"/>
                <a:gd name="T13" fmla="*/ 47 h 128"/>
                <a:gd name="T14" fmla="*/ 321 w 321"/>
                <a:gd name="T15" fmla="*/ 65 h 128"/>
                <a:gd name="T16" fmla="*/ 319 w 321"/>
                <a:gd name="T17" fmla="*/ 82 h 128"/>
                <a:gd name="T18" fmla="*/ 312 w 321"/>
                <a:gd name="T19" fmla="*/ 96 h 128"/>
                <a:gd name="T20" fmla="*/ 302 w 321"/>
                <a:gd name="T21" fmla="*/ 110 h 128"/>
                <a:gd name="T22" fmla="*/ 290 w 321"/>
                <a:gd name="T23" fmla="*/ 119 h 128"/>
                <a:gd name="T24" fmla="*/ 274 w 321"/>
                <a:gd name="T25" fmla="*/ 126 h 128"/>
                <a:gd name="T26" fmla="*/ 257 w 321"/>
                <a:gd name="T27" fmla="*/ 128 h 128"/>
                <a:gd name="T28" fmla="*/ 64 w 321"/>
                <a:gd name="T29" fmla="*/ 128 h 128"/>
                <a:gd name="T30" fmla="*/ 48 w 321"/>
                <a:gd name="T31" fmla="*/ 126 h 128"/>
                <a:gd name="T32" fmla="*/ 32 w 321"/>
                <a:gd name="T33" fmla="*/ 119 h 128"/>
                <a:gd name="T34" fmla="*/ 19 w 321"/>
                <a:gd name="T35" fmla="*/ 110 h 128"/>
                <a:gd name="T36" fmla="*/ 9 w 321"/>
                <a:gd name="T37" fmla="*/ 96 h 128"/>
                <a:gd name="T38" fmla="*/ 3 w 321"/>
                <a:gd name="T39" fmla="*/ 82 h 128"/>
                <a:gd name="T40" fmla="*/ 0 w 321"/>
                <a:gd name="T41" fmla="*/ 65 h 128"/>
                <a:gd name="T42" fmla="*/ 3 w 321"/>
                <a:gd name="T43" fmla="*/ 47 h 128"/>
                <a:gd name="T44" fmla="*/ 9 w 321"/>
                <a:gd name="T45" fmla="*/ 33 h 128"/>
                <a:gd name="T46" fmla="*/ 19 w 321"/>
                <a:gd name="T47" fmla="*/ 19 h 128"/>
                <a:gd name="T48" fmla="*/ 32 w 321"/>
                <a:gd name="T49" fmla="*/ 10 h 128"/>
                <a:gd name="T50" fmla="*/ 48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4" y="4"/>
                  </a:lnTo>
                  <a:lnTo>
                    <a:pt x="290" y="10"/>
                  </a:lnTo>
                  <a:lnTo>
                    <a:pt x="302" y="19"/>
                  </a:lnTo>
                  <a:lnTo>
                    <a:pt x="312" y="33"/>
                  </a:lnTo>
                  <a:lnTo>
                    <a:pt x="319" y="47"/>
                  </a:lnTo>
                  <a:lnTo>
                    <a:pt x="321" y="65"/>
                  </a:lnTo>
                  <a:lnTo>
                    <a:pt x="319" y="82"/>
                  </a:lnTo>
                  <a:lnTo>
                    <a:pt x="312" y="96"/>
                  </a:lnTo>
                  <a:lnTo>
                    <a:pt x="302" y="110"/>
                  </a:lnTo>
                  <a:lnTo>
                    <a:pt x="290" y="119"/>
                  </a:lnTo>
                  <a:lnTo>
                    <a:pt x="274" y="126"/>
                  </a:lnTo>
                  <a:lnTo>
                    <a:pt x="257" y="128"/>
                  </a:lnTo>
                  <a:lnTo>
                    <a:pt x="64" y="128"/>
                  </a:lnTo>
                  <a:lnTo>
                    <a:pt x="48" y="126"/>
                  </a:lnTo>
                  <a:lnTo>
                    <a:pt x="32" y="119"/>
                  </a:lnTo>
                  <a:lnTo>
                    <a:pt x="19" y="110"/>
                  </a:lnTo>
                  <a:lnTo>
                    <a:pt x="9" y="96"/>
                  </a:lnTo>
                  <a:lnTo>
                    <a:pt x="3" y="82"/>
                  </a:lnTo>
                  <a:lnTo>
                    <a:pt x="0" y="65"/>
                  </a:lnTo>
                  <a:lnTo>
                    <a:pt x="3" y="47"/>
                  </a:lnTo>
                  <a:lnTo>
                    <a:pt x="9" y="33"/>
                  </a:lnTo>
                  <a:lnTo>
                    <a:pt x="19" y="19"/>
                  </a:lnTo>
                  <a:lnTo>
                    <a:pt x="32" y="10"/>
                  </a:lnTo>
                  <a:lnTo>
                    <a:pt x="48"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2" name="Freeform 25"/>
            <p:cNvSpPr>
              <a:spLocks/>
            </p:cNvSpPr>
            <p:nvPr/>
          </p:nvSpPr>
          <p:spPr bwMode="auto">
            <a:xfrm>
              <a:off x="5141913" y="2346325"/>
              <a:ext cx="41275" cy="33338"/>
            </a:xfrm>
            <a:custGeom>
              <a:avLst/>
              <a:gdLst>
                <a:gd name="T0" fmla="*/ 230 w 294"/>
                <a:gd name="T1" fmla="*/ 0 h 222"/>
                <a:gd name="T2" fmla="*/ 247 w 294"/>
                <a:gd name="T3" fmla="*/ 2 h 222"/>
                <a:gd name="T4" fmla="*/ 262 w 294"/>
                <a:gd name="T5" fmla="*/ 8 h 222"/>
                <a:gd name="T6" fmla="*/ 275 w 294"/>
                <a:gd name="T7" fmla="*/ 18 h 222"/>
                <a:gd name="T8" fmla="*/ 286 w 294"/>
                <a:gd name="T9" fmla="*/ 31 h 222"/>
                <a:gd name="T10" fmla="*/ 292 w 294"/>
                <a:gd name="T11" fmla="*/ 47 h 222"/>
                <a:gd name="T12" fmla="*/ 294 w 294"/>
                <a:gd name="T13" fmla="*/ 63 h 222"/>
                <a:gd name="T14" fmla="*/ 292 w 294"/>
                <a:gd name="T15" fmla="*/ 80 h 222"/>
                <a:gd name="T16" fmla="*/ 286 w 294"/>
                <a:gd name="T17" fmla="*/ 95 h 222"/>
                <a:gd name="T18" fmla="*/ 276 w 294"/>
                <a:gd name="T19" fmla="*/ 108 h 222"/>
                <a:gd name="T20" fmla="*/ 263 w 294"/>
                <a:gd name="T21" fmla="*/ 118 h 222"/>
                <a:gd name="T22" fmla="*/ 96 w 294"/>
                <a:gd name="T23" fmla="*/ 213 h 222"/>
                <a:gd name="T24" fmla="*/ 80 w 294"/>
                <a:gd name="T25" fmla="*/ 220 h 222"/>
                <a:gd name="T26" fmla="*/ 64 w 294"/>
                <a:gd name="T27" fmla="*/ 222 h 222"/>
                <a:gd name="T28" fmla="*/ 48 w 294"/>
                <a:gd name="T29" fmla="*/ 220 h 222"/>
                <a:gd name="T30" fmla="*/ 32 w 294"/>
                <a:gd name="T31" fmla="*/ 214 h 222"/>
                <a:gd name="T32" fmla="*/ 19 w 294"/>
                <a:gd name="T33" fmla="*/ 204 h 222"/>
                <a:gd name="T34" fmla="*/ 8 w 294"/>
                <a:gd name="T35" fmla="*/ 190 h 222"/>
                <a:gd name="T36" fmla="*/ 2 w 294"/>
                <a:gd name="T37" fmla="*/ 175 h 222"/>
                <a:gd name="T38" fmla="*/ 0 w 294"/>
                <a:gd name="T39" fmla="*/ 158 h 222"/>
                <a:gd name="T40" fmla="*/ 2 w 294"/>
                <a:gd name="T41" fmla="*/ 142 h 222"/>
                <a:gd name="T42" fmla="*/ 8 w 294"/>
                <a:gd name="T43" fmla="*/ 127 h 222"/>
                <a:gd name="T44" fmla="*/ 19 w 294"/>
                <a:gd name="T45" fmla="*/ 114 h 222"/>
                <a:gd name="T46" fmla="*/ 31 w 294"/>
                <a:gd name="T47" fmla="*/ 103 h 222"/>
                <a:gd name="T48" fmla="*/ 198 w 294"/>
                <a:gd name="T49" fmla="*/ 8 h 222"/>
                <a:gd name="T50" fmla="*/ 215 w 294"/>
                <a:gd name="T51" fmla="*/ 2 h 222"/>
                <a:gd name="T52" fmla="*/ 230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230" y="0"/>
                  </a:moveTo>
                  <a:lnTo>
                    <a:pt x="247" y="2"/>
                  </a:lnTo>
                  <a:lnTo>
                    <a:pt x="262" y="8"/>
                  </a:lnTo>
                  <a:lnTo>
                    <a:pt x="275" y="18"/>
                  </a:lnTo>
                  <a:lnTo>
                    <a:pt x="286" y="31"/>
                  </a:lnTo>
                  <a:lnTo>
                    <a:pt x="292" y="47"/>
                  </a:lnTo>
                  <a:lnTo>
                    <a:pt x="294" y="63"/>
                  </a:lnTo>
                  <a:lnTo>
                    <a:pt x="292" y="80"/>
                  </a:lnTo>
                  <a:lnTo>
                    <a:pt x="286" y="95"/>
                  </a:lnTo>
                  <a:lnTo>
                    <a:pt x="276" y="108"/>
                  </a:lnTo>
                  <a:lnTo>
                    <a:pt x="263" y="118"/>
                  </a:lnTo>
                  <a:lnTo>
                    <a:pt x="96" y="213"/>
                  </a:lnTo>
                  <a:lnTo>
                    <a:pt x="80" y="220"/>
                  </a:lnTo>
                  <a:lnTo>
                    <a:pt x="64" y="222"/>
                  </a:lnTo>
                  <a:lnTo>
                    <a:pt x="48" y="220"/>
                  </a:lnTo>
                  <a:lnTo>
                    <a:pt x="32" y="214"/>
                  </a:lnTo>
                  <a:lnTo>
                    <a:pt x="19" y="204"/>
                  </a:lnTo>
                  <a:lnTo>
                    <a:pt x="8" y="190"/>
                  </a:lnTo>
                  <a:lnTo>
                    <a:pt x="2" y="175"/>
                  </a:lnTo>
                  <a:lnTo>
                    <a:pt x="0" y="158"/>
                  </a:lnTo>
                  <a:lnTo>
                    <a:pt x="2" y="142"/>
                  </a:lnTo>
                  <a:lnTo>
                    <a:pt x="8" y="127"/>
                  </a:lnTo>
                  <a:lnTo>
                    <a:pt x="19" y="114"/>
                  </a:lnTo>
                  <a:lnTo>
                    <a:pt x="31" y="103"/>
                  </a:lnTo>
                  <a:lnTo>
                    <a:pt x="198" y="8"/>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3" name="Freeform 26"/>
            <p:cNvSpPr>
              <a:spLocks/>
            </p:cNvSpPr>
            <p:nvPr/>
          </p:nvSpPr>
          <p:spPr bwMode="auto">
            <a:xfrm>
              <a:off x="5075238" y="2271713"/>
              <a:ext cx="31750" cy="41275"/>
            </a:xfrm>
            <a:custGeom>
              <a:avLst/>
              <a:gdLst>
                <a:gd name="T0" fmla="*/ 159 w 224"/>
                <a:gd name="T1" fmla="*/ 0 h 292"/>
                <a:gd name="T2" fmla="*/ 176 w 224"/>
                <a:gd name="T3" fmla="*/ 2 h 292"/>
                <a:gd name="T4" fmla="*/ 192 w 224"/>
                <a:gd name="T5" fmla="*/ 9 h 292"/>
                <a:gd name="T6" fmla="*/ 205 w 224"/>
                <a:gd name="T7" fmla="*/ 19 h 292"/>
                <a:gd name="T8" fmla="*/ 216 w 224"/>
                <a:gd name="T9" fmla="*/ 32 h 292"/>
                <a:gd name="T10" fmla="*/ 222 w 224"/>
                <a:gd name="T11" fmla="*/ 48 h 292"/>
                <a:gd name="T12" fmla="*/ 224 w 224"/>
                <a:gd name="T13" fmla="*/ 63 h 292"/>
                <a:gd name="T14" fmla="*/ 222 w 224"/>
                <a:gd name="T15" fmla="*/ 80 h 292"/>
                <a:gd name="T16" fmla="*/ 216 w 224"/>
                <a:gd name="T17" fmla="*/ 95 h 292"/>
                <a:gd name="T18" fmla="*/ 119 w 224"/>
                <a:gd name="T19" fmla="*/ 261 h 292"/>
                <a:gd name="T20" fmla="*/ 109 w 224"/>
                <a:gd name="T21" fmla="*/ 274 h 292"/>
                <a:gd name="T22" fmla="*/ 95 w 224"/>
                <a:gd name="T23" fmla="*/ 285 h 292"/>
                <a:gd name="T24" fmla="*/ 81 w 224"/>
                <a:gd name="T25" fmla="*/ 290 h 292"/>
                <a:gd name="T26" fmla="*/ 64 w 224"/>
                <a:gd name="T27" fmla="*/ 292 h 292"/>
                <a:gd name="T28" fmla="*/ 48 w 224"/>
                <a:gd name="T29" fmla="*/ 290 h 292"/>
                <a:gd name="T30" fmla="*/ 32 w 224"/>
                <a:gd name="T31" fmla="*/ 284 h 292"/>
                <a:gd name="T32" fmla="*/ 18 w 224"/>
                <a:gd name="T33" fmla="*/ 273 h 292"/>
                <a:gd name="T34" fmla="*/ 8 w 224"/>
                <a:gd name="T35" fmla="*/ 261 h 292"/>
                <a:gd name="T36" fmla="*/ 2 w 224"/>
                <a:gd name="T37" fmla="*/ 245 h 292"/>
                <a:gd name="T38" fmla="*/ 0 w 224"/>
                <a:gd name="T39" fmla="*/ 230 h 292"/>
                <a:gd name="T40" fmla="*/ 2 w 224"/>
                <a:gd name="T41" fmla="*/ 213 h 292"/>
                <a:gd name="T42" fmla="*/ 8 w 224"/>
                <a:gd name="T43" fmla="*/ 197 h 292"/>
                <a:gd name="T44" fmla="*/ 105 w 224"/>
                <a:gd name="T45" fmla="*/ 32 h 292"/>
                <a:gd name="T46" fmla="*/ 115 w 224"/>
                <a:gd name="T47" fmla="*/ 18 h 292"/>
                <a:gd name="T48" fmla="*/ 129 w 224"/>
                <a:gd name="T49" fmla="*/ 8 h 292"/>
                <a:gd name="T50" fmla="*/ 144 w 224"/>
                <a:gd name="T51" fmla="*/ 2 h 292"/>
                <a:gd name="T52" fmla="*/ 159 w 224"/>
                <a:gd name="T53"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2">
                  <a:moveTo>
                    <a:pt x="159" y="0"/>
                  </a:moveTo>
                  <a:lnTo>
                    <a:pt x="176" y="2"/>
                  </a:lnTo>
                  <a:lnTo>
                    <a:pt x="192" y="9"/>
                  </a:lnTo>
                  <a:lnTo>
                    <a:pt x="205" y="19"/>
                  </a:lnTo>
                  <a:lnTo>
                    <a:pt x="216" y="32"/>
                  </a:lnTo>
                  <a:lnTo>
                    <a:pt x="222" y="48"/>
                  </a:lnTo>
                  <a:lnTo>
                    <a:pt x="224" y="63"/>
                  </a:lnTo>
                  <a:lnTo>
                    <a:pt x="222" y="80"/>
                  </a:lnTo>
                  <a:lnTo>
                    <a:pt x="216" y="95"/>
                  </a:lnTo>
                  <a:lnTo>
                    <a:pt x="119" y="261"/>
                  </a:lnTo>
                  <a:lnTo>
                    <a:pt x="109" y="274"/>
                  </a:lnTo>
                  <a:lnTo>
                    <a:pt x="95" y="285"/>
                  </a:lnTo>
                  <a:lnTo>
                    <a:pt x="81" y="290"/>
                  </a:lnTo>
                  <a:lnTo>
                    <a:pt x="64" y="292"/>
                  </a:lnTo>
                  <a:lnTo>
                    <a:pt x="48" y="290"/>
                  </a:lnTo>
                  <a:lnTo>
                    <a:pt x="32" y="284"/>
                  </a:lnTo>
                  <a:lnTo>
                    <a:pt x="18" y="273"/>
                  </a:lnTo>
                  <a:lnTo>
                    <a:pt x="8" y="261"/>
                  </a:lnTo>
                  <a:lnTo>
                    <a:pt x="2" y="245"/>
                  </a:lnTo>
                  <a:lnTo>
                    <a:pt x="0" y="230"/>
                  </a:lnTo>
                  <a:lnTo>
                    <a:pt x="2" y="213"/>
                  </a:lnTo>
                  <a:lnTo>
                    <a:pt x="8" y="197"/>
                  </a:lnTo>
                  <a:lnTo>
                    <a:pt x="105" y="32"/>
                  </a:lnTo>
                  <a:lnTo>
                    <a:pt x="115" y="18"/>
                  </a:lnTo>
                  <a:lnTo>
                    <a:pt x="129" y="8"/>
                  </a:lnTo>
                  <a:lnTo>
                    <a:pt x="144" y="2"/>
                  </a:lnTo>
                  <a:lnTo>
                    <a:pt x="1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4" name="Freeform 27"/>
            <p:cNvSpPr>
              <a:spLocks/>
            </p:cNvSpPr>
            <p:nvPr/>
          </p:nvSpPr>
          <p:spPr bwMode="auto">
            <a:xfrm>
              <a:off x="4972051" y="2382838"/>
              <a:ext cx="44450" cy="142875"/>
            </a:xfrm>
            <a:custGeom>
              <a:avLst/>
              <a:gdLst>
                <a:gd name="T0" fmla="*/ 154 w 308"/>
                <a:gd name="T1" fmla="*/ 0 h 991"/>
                <a:gd name="T2" fmla="*/ 186 w 308"/>
                <a:gd name="T3" fmla="*/ 2 h 991"/>
                <a:gd name="T4" fmla="*/ 213 w 308"/>
                <a:gd name="T5" fmla="*/ 8 h 991"/>
                <a:gd name="T6" fmla="*/ 238 w 308"/>
                <a:gd name="T7" fmla="*/ 17 h 991"/>
                <a:gd name="T8" fmla="*/ 259 w 308"/>
                <a:gd name="T9" fmla="*/ 30 h 991"/>
                <a:gd name="T10" fmla="*/ 277 w 308"/>
                <a:gd name="T11" fmla="*/ 47 h 991"/>
                <a:gd name="T12" fmla="*/ 291 w 308"/>
                <a:gd name="T13" fmla="*/ 67 h 991"/>
                <a:gd name="T14" fmla="*/ 301 w 308"/>
                <a:gd name="T15" fmla="*/ 91 h 991"/>
                <a:gd name="T16" fmla="*/ 306 w 308"/>
                <a:gd name="T17" fmla="*/ 119 h 991"/>
                <a:gd name="T18" fmla="*/ 308 w 308"/>
                <a:gd name="T19" fmla="*/ 150 h 991"/>
                <a:gd name="T20" fmla="*/ 308 w 308"/>
                <a:gd name="T21" fmla="*/ 375 h 991"/>
                <a:gd name="T22" fmla="*/ 307 w 308"/>
                <a:gd name="T23" fmla="*/ 405 h 991"/>
                <a:gd name="T24" fmla="*/ 304 w 308"/>
                <a:gd name="T25" fmla="*/ 435 h 991"/>
                <a:gd name="T26" fmla="*/ 301 w 308"/>
                <a:gd name="T27" fmla="*/ 466 h 991"/>
                <a:gd name="T28" fmla="*/ 240 w 308"/>
                <a:gd name="T29" fmla="*/ 920 h 991"/>
                <a:gd name="T30" fmla="*/ 236 w 308"/>
                <a:gd name="T31" fmla="*/ 942 h 991"/>
                <a:gd name="T32" fmla="*/ 229 w 308"/>
                <a:gd name="T33" fmla="*/ 959 h 991"/>
                <a:gd name="T34" fmla="*/ 219 w 308"/>
                <a:gd name="T35" fmla="*/ 972 h 991"/>
                <a:gd name="T36" fmla="*/ 207 w 308"/>
                <a:gd name="T37" fmla="*/ 981 h 991"/>
                <a:gd name="T38" fmla="*/ 192 w 308"/>
                <a:gd name="T39" fmla="*/ 987 h 991"/>
                <a:gd name="T40" fmla="*/ 174 w 308"/>
                <a:gd name="T41" fmla="*/ 990 h 991"/>
                <a:gd name="T42" fmla="*/ 154 w 308"/>
                <a:gd name="T43" fmla="*/ 991 h 991"/>
                <a:gd name="T44" fmla="*/ 135 w 308"/>
                <a:gd name="T45" fmla="*/ 990 h 991"/>
                <a:gd name="T46" fmla="*/ 117 w 308"/>
                <a:gd name="T47" fmla="*/ 987 h 991"/>
                <a:gd name="T48" fmla="*/ 102 w 308"/>
                <a:gd name="T49" fmla="*/ 981 h 991"/>
                <a:gd name="T50" fmla="*/ 90 w 308"/>
                <a:gd name="T51" fmla="*/ 972 h 991"/>
                <a:gd name="T52" fmla="*/ 80 w 308"/>
                <a:gd name="T53" fmla="*/ 959 h 991"/>
                <a:gd name="T54" fmla="*/ 73 w 308"/>
                <a:gd name="T55" fmla="*/ 942 h 991"/>
                <a:gd name="T56" fmla="*/ 69 w 308"/>
                <a:gd name="T57" fmla="*/ 920 h 991"/>
                <a:gd name="T58" fmla="*/ 8 w 308"/>
                <a:gd name="T59" fmla="*/ 466 h 991"/>
                <a:gd name="T60" fmla="*/ 5 w 308"/>
                <a:gd name="T61" fmla="*/ 435 h 991"/>
                <a:gd name="T62" fmla="*/ 2 w 308"/>
                <a:gd name="T63" fmla="*/ 405 h 991"/>
                <a:gd name="T64" fmla="*/ 0 w 308"/>
                <a:gd name="T65" fmla="*/ 375 h 991"/>
                <a:gd name="T66" fmla="*/ 0 w 308"/>
                <a:gd name="T67" fmla="*/ 150 h 991"/>
                <a:gd name="T68" fmla="*/ 3 w 308"/>
                <a:gd name="T69" fmla="*/ 119 h 991"/>
                <a:gd name="T70" fmla="*/ 8 w 308"/>
                <a:gd name="T71" fmla="*/ 91 h 991"/>
                <a:gd name="T72" fmla="*/ 18 w 308"/>
                <a:gd name="T73" fmla="*/ 67 h 991"/>
                <a:gd name="T74" fmla="*/ 32 w 308"/>
                <a:gd name="T75" fmla="*/ 47 h 991"/>
                <a:gd name="T76" fmla="*/ 50 w 308"/>
                <a:gd name="T77" fmla="*/ 30 h 991"/>
                <a:gd name="T78" fmla="*/ 71 w 308"/>
                <a:gd name="T79" fmla="*/ 17 h 991"/>
                <a:gd name="T80" fmla="*/ 96 w 308"/>
                <a:gd name="T81" fmla="*/ 8 h 991"/>
                <a:gd name="T82" fmla="*/ 123 w 308"/>
                <a:gd name="T83" fmla="*/ 2 h 991"/>
                <a:gd name="T84" fmla="*/ 154 w 308"/>
                <a:gd name="T85" fmla="*/ 0 h 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8" h="991">
                  <a:moveTo>
                    <a:pt x="154" y="0"/>
                  </a:moveTo>
                  <a:lnTo>
                    <a:pt x="186" y="2"/>
                  </a:lnTo>
                  <a:lnTo>
                    <a:pt x="213" y="8"/>
                  </a:lnTo>
                  <a:lnTo>
                    <a:pt x="238" y="17"/>
                  </a:lnTo>
                  <a:lnTo>
                    <a:pt x="259" y="30"/>
                  </a:lnTo>
                  <a:lnTo>
                    <a:pt x="277" y="47"/>
                  </a:lnTo>
                  <a:lnTo>
                    <a:pt x="291" y="67"/>
                  </a:lnTo>
                  <a:lnTo>
                    <a:pt x="301" y="91"/>
                  </a:lnTo>
                  <a:lnTo>
                    <a:pt x="306" y="119"/>
                  </a:lnTo>
                  <a:lnTo>
                    <a:pt x="308" y="150"/>
                  </a:lnTo>
                  <a:lnTo>
                    <a:pt x="308" y="375"/>
                  </a:lnTo>
                  <a:lnTo>
                    <a:pt x="307" y="405"/>
                  </a:lnTo>
                  <a:lnTo>
                    <a:pt x="304" y="435"/>
                  </a:lnTo>
                  <a:lnTo>
                    <a:pt x="301" y="466"/>
                  </a:lnTo>
                  <a:lnTo>
                    <a:pt x="240" y="920"/>
                  </a:lnTo>
                  <a:lnTo>
                    <a:pt x="236" y="942"/>
                  </a:lnTo>
                  <a:lnTo>
                    <a:pt x="229" y="959"/>
                  </a:lnTo>
                  <a:lnTo>
                    <a:pt x="219" y="972"/>
                  </a:lnTo>
                  <a:lnTo>
                    <a:pt x="207" y="981"/>
                  </a:lnTo>
                  <a:lnTo>
                    <a:pt x="192" y="987"/>
                  </a:lnTo>
                  <a:lnTo>
                    <a:pt x="174" y="990"/>
                  </a:lnTo>
                  <a:lnTo>
                    <a:pt x="154" y="991"/>
                  </a:lnTo>
                  <a:lnTo>
                    <a:pt x="135" y="990"/>
                  </a:lnTo>
                  <a:lnTo>
                    <a:pt x="117" y="987"/>
                  </a:lnTo>
                  <a:lnTo>
                    <a:pt x="102" y="981"/>
                  </a:lnTo>
                  <a:lnTo>
                    <a:pt x="90" y="972"/>
                  </a:lnTo>
                  <a:lnTo>
                    <a:pt x="80" y="959"/>
                  </a:lnTo>
                  <a:lnTo>
                    <a:pt x="73" y="942"/>
                  </a:lnTo>
                  <a:lnTo>
                    <a:pt x="69" y="920"/>
                  </a:lnTo>
                  <a:lnTo>
                    <a:pt x="8" y="466"/>
                  </a:lnTo>
                  <a:lnTo>
                    <a:pt x="5" y="435"/>
                  </a:lnTo>
                  <a:lnTo>
                    <a:pt x="2" y="405"/>
                  </a:lnTo>
                  <a:lnTo>
                    <a:pt x="0" y="375"/>
                  </a:lnTo>
                  <a:lnTo>
                    <a:pt x="0" y="150"/>
                  </a:lnTo>
                  <a:lnTo>
                    <a:pt x="3" y="119"/>
                  </a:lnTo>
                  <a:lnTo>
                    <a:pt x="8" y="91"/>
                  </a:lnTo>
                  <a:lnTo>
                    <a:pt x="18" y="67"/>
                  </a:lnTo>
                  <a:lnTo>
                    <a:pt x="32" y="47"/>
                  </a:lnTo>
                  <a:lnTo>
                    <a:pt x="50" y="30"/>
                  </a:lnTo>
                  <a:lnTo>
                    <a:pt x="71" y="17"/>
                  </a:lnTo>
                  <a:lnTo>
                    <a:pt x="96" y="8"/>
                  </a:lnTo>
                  <a:lnTo>
                    <a:pt x="123" y="2"/>
                  </a:lnTo>
                  <a:lnTo>
                    <a:pt x="1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5" name="Freeform 28"/>
            <p:cNvSpPr>
              <a:spLocks/>
            </p:cNvSpPr>
            <p:nvPr/>
          </p:nvSpPr>
          <p:spPr bwMode="auto">
            <a:xfrm>
              <a:off x="4970463" y="2543175"/>
              <a:ext cx="47625" cy="46038"/>
            </a:xfrm>
            <a:custGeom>
              <a:avLst/>
              <a:gdLst>
                <a:gd name="T0" fmla="*/ 160 w 321"/>
                <a:gd name="T1" fmla="*/ 0 h 319"/>
                <a:gd name="T2" fmla="*/ 193 w 321"/>
                <a:gd name="T3" fmla="*/ 4 h 319"/>
                <a:gd name="T4" fmla="*/ 222 w 321"/>
                <a:gd name="T5" fmla="*/ 14 h 319"/>
                <a:gd name="T6" fmla="*/ 250 w 321"/>
                <a:gd name="T7" fmla="*/ 28 h 319"/>
                <a:gd name="T8" fmla="*/ 274 w 321"/>
                <a:gd name="T9" fmla="*/ 47 h 319"/>
                <a:gd name="T10" fmla="*/ 294 w 321"/>
                <a:gd name="T11" fmla="*/ 71 h 319"/>
                <a:gd name="T12" fmla="*/ 308 w 321"/>
                <a:gd name="T13" fmla="*/ 98 h 319"/>
                <a:gd name="T14" fmla="*/ 318 w 321"/>
                <a:gd name="T15" fmla="*/ 128 h 319"/>
                <a:gd name="T16" fmla="*/ 321 w 321"/>
                <a:gd name="T17" fmla="*/ 159 h 319"/>
                <a:gd name="T18" fmla="*/ 318 w 321"/>
                <a:gd name="T19" fmla="*/ 192 h 319"/>
                <a:gd name="T20" fmla="*/ 308 w 321"/>
                <a:gd name="T21" fmla="*/ 222 h 319"/>
                <a:gd name="T22" fmla="*/ 294 w 321"/>
                <a:gd name="T23" fmla="*/ 249 h 319"/>
                <a:gd name="T24" fmla="*/ 274 w 321"/>
                <a:gd name="T25" fmla="*/ 272 h 319"/>
                <a:gd name="T26" fmla="*/ 250 w 321"/>
                <a:gd name="T27" fmla="*/ 291 h 319"/>
                <a:gd name="T28" fmla="*/ 222 w 321"/>
                <a:gd name="T29" fmla="*/ 306 h 319"/>
                <a:gd name="T30" fmla="*/ 193 w 321"/>
                <a:gd name="T31" fmla="*/ 315 h 319"/>
                <a:gd name="T32" fmla="*/ 160 w 321"/>
                <a:gd name="T33" fmla="*/ 319 h 319"/>
                <a:gd name="T34" fmla="*/ 128 w 321"/>
                <a:gd name="T35" fmla="*/ 315 h 319"/>
                <a:gd name="T36" fmla="*/ 99 w 321"/>
                <a:gd name="T37" fmla="*/ 306 h 319"/>
                <a:gd name="T38" fmla="*/ 71 w 321"/>
                <a:gd name="T39" fmla="*/ 291 h 319"/>
                <a:gd name="T40" fmla="*/ 47 w 321"/>
                <a:gd name="T41" fmla="*/ 272 h 319"/>
                <a:gd name="T42" fmla="*/ 27 w 321"/>
                <a:gd name="T43" fmla="*/ 249 h 319"/>
                <a:gd name="T44" fmla="*/ 13 w 321"/>
                <a:gd name="T45" fmla="*/ 222 h 319"/>
                <a:gd name="T46" fmla="*/ 3 w 321"/>
                <a:gd name="T47" fmla="*/ 192 h 319"/>
                <a:gd name="T48" fmla="*/ 0 w 321"/>
                <a:gd name="T49" fmla="*/ 159 h 319"/>
                <a:gd name="T50" fmla="*/ 3 w 321"/>
                <a:gd name="T51" fmla="*/ 128 h 319"/>
                <a:gd name="T52" fmla="*/ 13 w 321"/>
                <a:gd name="T53" fmla="*/ 98 h 319"/>
                <a:gd name="T54" fmla="*/ 27 w 321"/>
                <a:gd name="T55" fmla="*/ 71 h 319"/>
                <a:gd name="T56" fmla="*/ 47 w 321"/>
                <a:gd name="T57" fmla="*/ 47 h 319"/>
                <a:gd name="T58" fmla="*/ 71 w 321"/>
                <a:gd name="T59" fmla="*/ 28 h 319"/>
                <a:gd name="T60" fmla="*/ 99 w 321"/>
                <a:gd name="T61" fmla="*/ 14 h 319"/>
                <a:gd name="T62" fmla="*/ 128 w 321"/>
                <a:gd name="T63" fmla="*/ 4 h 319"/>
                <a:gd name="T64" fmla="*/ 160 w 321"/>
                <a:gd name="T6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1" h="319">
                  <a:moveTo>
                    <a:pt x="160" y="0"/>
                  </a:moveTo>
                  <a:lnTo>
                    <a:pt x="193" y="4"/>
                  </a:lnTo>
                  <a:lnTo>
                    <a:pt x="222" y="14"/>
                  </a:lnTo>
                  <a:lnTo>
                    <a:pt x="250" y="28"/>
                  </a:lnTo>
                  <a:lnTo>
                    <a:pt x="274" y="47"/>
                  </a:lnTo>
                  <a:lnTo>
                    <a:pt x="294" y="71"/>
                  </a:lnTo>
                  <a:lnTo>
                    <a:pt x="308" y="98"/>
                  </a:lnTo>
                  <a:lnTo>
                    <a:pt x="318" y="128"/>
                  </a:lnTo>
                  <a:lnTo>
                    <a:pt x="321" y="159"/>
                  </a:lnTo>
                  <a:lnTo>
                    <a:pt x="318" y="192"/>
                  </a:lnTo>
                  <a:lnTo>
                    <a:pt x="308" y="222"/>
                  </a:lnTo>
                  <a:lnTo>
                    <a:pt x="294" y="249"/>
                  </a:lnTo>
                  <a:lnTo>
                    <a:pt x="274" y="272"/>
                  </a:lnTo>
                  <a:lnTo>
                    <a:pt x="250" y="291"/>
                  </a:lnTo>
                  <a:lnTo>
                    <a:pt x="222" y="306"/>
                  </a:lnTo>
                  <a:lnTo>
                    <a:pt x="193" y="315"/>
                  </a:lnTo>
                  <a:lnTo>
                    <a:pt x="160" y="319"/>
                  </a:lnTo>
                  <a:lnTo>
                    <a:pt x="128" y="315"/>
                  </a:lnTo>
                  <a:lnTo>
                    <a:pt x="99" y="306"/>
                  </a:lnTo>
                  <a:lnTo>
                    <a:pt x="71" y="291"/>
                  </a:lnTo>
                  <a:lnTo>
                    <a:pt x="47" y="272"/>
                  </a:lnTo>
                  <a:lnTo>
                    <a:pt x="27" y="249"/>
                  </a:lnTo>
                  <a:lnTo>
                    <a:pt x="13" y="222"/>
                  </a:lnTo>
                  <a:lnTo>
                    <a:pt x="3" y="192"/>
                  </a:lnTo>
                  <a:lnTo>
                    <a:pt x="0" y="159"/>
                  </a:lnTo>
                  <a:lnTo>
                    <a:pt x="3" y="128"/>
                  </a:lnTo>
                  <a:lnTo>
                    <a:pt x="13" y="98"/>
                  </a:lnTo>
                  <a:lnTo>
                    <a:pt x="27" y="71"/>
                  </a:lnTo>
                  <a:lnTo>
                    <a:pt x="47" y="47"/>
                  </a:lnTo>
                  <a:lnTo>
                    <a:pt x="71" y="28"/>
                  </a:lnTo>
                  <a:lnTo>
                    <a:pt x="99" y="14"/>
                  </a:lnTo>
                  <a:lnTo>
                    <a:pt x="128" y="4"/>
                  </a:lnTo>
                  <a:lnTo>
                    <a:pt x="16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sp>
        <p:nvSpPr>
          <p:cNvPr id="86" name="TextBox 85"/>
          <p:cNvSpPr txBox="1"/>
          <p:nvPr/>
        </p:nvSpPr>
        <p:spPr>
          <a:xfrm rot="16200000" flipH="1">
            <a:off x="565528" y="4257154"/>
            <a:ext cx="1875361" cy="307777"/>
          </a:xfrm>
          <a:prstGeom prst="rect">
            <a:avLst/>
          </a:prstGeom>
          <a:noFill/>
        </p:spPr>
        <p:txBody>
          <a:bodyPr wrap="square" rtlCol="0">
            <a:spAutoFit/>
          </a:bodyPr>
          <a:lstStyle/>
          <a:p>
            <a:pPr algn="r"/>
            <a:r>
              <a:rPr lang="en-US" sz="1400" b="1" dirty="0">
                <a:solidFill>
                  <a:schemeClr val="bg1"/>
                </a:solidFill>
                <a:latin typeface="Arial" panose="020B0604020202020204" pitchFamily="34" charset="0"/>
                <a:ea typeface="Calibri Light" charset="0"/>
                <a:cs typeface="Arial" panose="020B0604020202020204" pitchFamily="34" charset="0"/>
              </a:rPr>
              <a:t>Accuracy</a:t>
            </a:r>
          </a:p>
        </p:txBody>
      </p:sp>
      <p:sp>
        <p:nvSpPr>
          <p:cNvPr id="87" name="TextBox 86"/>
          <p:cNvSpPr txBox="1"/>
          <p:nvPr/>
        </p:nvSpPr>
        <p:spPr>
          <a:xfrm rot="16200000" flipH="1">
            <a:off x="1404925" y="4135788"/>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Precision</a:t>
            </a:r>
          </a:p>
        </p:txBody>
      </p:sp>
      <p:sp>
        <p:nvSpPr>
          <p:cNvPr id="88" name="TextBox 87"/>
          <p:cNvSpPr txBox="1"/>
          <p:nvPr/>
        </p:nvSpPr>
        <p:spPr>
          <a:xfrm rot="16200000" flipH="1">
            <a:off x="2115163" y="4028067"/>
            <a:ext cx="1632631" cy="523220"/>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Recall (Sensitivity)</a:t>
            </a:r>
          </a:p>
        </p:txBody>
      </p:sp>
      <p:sp>
        <p:nvSpPr>
          <p:cNvPr id="89" name="TextBox 88"/>
          <p:cNvSpPr txBox="1"/>
          <p:nvPr/>
        </p:nvSpPr>
        <p:spPr>
          <a:xfrm rot="16200000" flipH="1">
            <a:off x="2828333" y="4135788"/>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F1 Score</a:t>
            </a:r>
          </a:p>
        </p:txBody>
      </p:sp>
      <p:sp>
        <p:nvSpPr>
          <p:cNvPr id="91" name="TextBox 90"/>
          <p:cNvSpPr txBox="1"/>
          <p:nvPr/>
        </p:nvSpPr>
        <p:spPr>
          <a:xfrm rot="16200000" flipH="1">
            <a:off x="4260453" y="4135787"/>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Confusion Matrix</a:t>
            </a:r>
          </a:p>
        </p:txBody>
      </p:sp>
      <p:sp>
        <p:nvSpPr>
          <p:cNvPr id="93" name="TextBox 92"/>
          <p:cNvSpPr txBox="1"/>
          <p:nvPr/>
        </p:nvSpPr>
        <p:spPr>
          <a:xfrm rot="16200000" flipH="1">
            <a:off x="3705748" y="3961977"/>
            <a:ext cx="1237663"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ROC-AUC</a:t>
            </a:r>
          </a:p>
        </p:txBody>
      </p:sp>
      <p:sp>
        <p:nvSpPr>
          <p:cNvPr id="104" name="Rectangle 13"/>
          <p:cNvSpPr>
            <a:spLocks noChangeArrowheads="1"/>
          </p:cNvSpPr>
          <p:nvPr/>
        </p:nvSpPr>
        <p:spPr bwMode="auto">
          <a:xfrm rot="16200000" flipH="1">
            <a:off x="7156404" y="1579699"/>
            <a:ext cx="4571999" cy="4460606"/>
          </a:xfrm>
          <a:prstGeom prst="rect">
            <a:avLst/>
          </a:prstGeom>
          <a:solidFill>
            <a:schemeClr val="accent1">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07" name="TextBox 106"/>
          <p:cNvSpPr txBox="1"/>
          <p:nvPr/>
        </p:nvSpPr>
        <p:spPr>
          <a:xfrm>
            <a:off x="7219268" y="2016263"/>
            <a:ext cx="2309778" cy="400110"/>
          </a:xfrm>
          <a:prstGeom prst="rect">
            <a:avLst/>
          </a:prstGeom>
          <a:noFill/>
        </p:spPr>
        <p:txBody>
          <a:bodyPr wrap="square" rtlCol="0">
            <a:spAutoFit/>
          </a:bodyPr>
          <a:lstStyle/>
          <a:p>
            <a:pPr algn="ctr"/>
            <a:r>
              <a:rPr lang="en-US" sz="2000" dirty="0">
                <a:solidFill>
                  <a:schemeClr val="bg1"/>
                </a:solidFill>
                <a:latin typeface="Arial" panose="020B0604020202020204" pitchFamily="34" charset="0"/>
                <a:ea typeface="Calibri" charset="0"/>
                <a:cs typeface="Arial" panose="020B0604020202020204" pitchFamily="34" charset="0"/>
              </a:rPr>
              <a:t>Accuracy</a:t>
            </a:r>
          </a:p>
        </p:txBody>
      </p:sp>
      <p:cxnSp>
        <p:nvCxnSpPr>
          <p:cNvPr id="34" name="Straight Connector 33"/>
          <p:cNvCxnSpPr/>
          <p:nvPr/>
        </p:nvCxnSpPr>
        <p:spPr>
          <a:xfrm>
            <a:off x="7402599" y="2472263"/>
            <a:ext cx="304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ACF58A1C-56E8-4477-8DEE-6B858F9FA206}"/>
              </a:ext>
            </a:extLst>
          </p:cNvPr>
          <p:cNvSpPr/>
          <p:nvPr/>
        </p:nvSpPr>
        <p:spPr>
          <a:xfrm>
            <a:off x="2476919" y="817570"/>
            <a:ext cx="2992596" cy="369332"/>
          </a:xfrm>
          <a:prstGeom prst="rect">
            <a:avLst/>
          </a:prstGeom>
        </p:spPr>
        <p:txBody>
          <a:bodyPr wrap="square">
            <a:spAutoFit/>
          </a:bodyPr>
          <a:lstStyle/>
          <a:p>
            <a:r>
              <a:rPr lang="en-US" b="1" dirty="0">
                <a:solidFill>
                  <a:srgbClr val="003366"/>
                </a:solidFill>
                <a:latin typeface="Arial" panose="020B0604020202020204" pitchFamily="34" charset="0"/>
                <a:cs typeface="Arial" panose="020B0604020202020204" pitchFamily="34" charset="0"/>
              </a:rPr>
              <a:t>Evaluation Parameters</a:t>
            </a:r>
            <a:endParaRPr lang="en-PK" dirty="0">
              <a:solidFill>
                <a:srgbClr val="003366"/>
              </a:solidFill>
              <a:latin typeface="Arial" panose="020B0604020202020204" pitchFamily="34" charset="0"/>
              <a:cs typeface="Arial" panose="020B0604020202020204" pitchFamily="34" charset="0"/>
            </a:endParaRPr>
          </a:p>
        </p:txBody>
      </p:sp>
      <p:grpSp>
        <p:nvGrpSpPr>
          <p:cNvPr id="95" name="Group 94">
            <a:extLst>
              <a:ext uri="{FF2B5EF4-FFF2-40B4-BE49-F238E27FC236}">
                <a16:creationId xmlns:a16="http://schemas.microsoft.com/office/drawing/2014/main" id="{EECA07D4-AF94-4DE3-A350-F0EF3516667D}"/>
              </a:ext>
            </a:extLst>
          </p:cNvPr>
          <p:cNvGrpSpPr/>
          <p:nvPr/>
        </p:nvGrpSpPr>
        <p:grpSpPr>
          <a:xfrm>
            <a:off x="1289872" y="2979025"/>
            <a:ext cx="368137" cy="353484"/>
            <a:chOff x="4616450" y="4732338"/>
            <a:chExt cx="638175" cy="612774"/>
          </a:xfrm>
          <a:solidFill>
            <a:schemeClr val="bg1"/>
          </a:solidFill>
        </p:grpSpPr>
        <p:sp>
          <p:nvSpPr>
            <p:cNvPr id="96" name="Freeform 50">
              <a:extLst>
                <a:ext uri="{FF2B5EF4-FFF2-40B4-BE49-F238E27FC236}">
                  <a16:creationId xmlns:a16="http://schemas.microsoft.com/office/drawing/2014/main" id="{351E1825-047E-4361-870A-A80221EB65E0}"/>
                </a:ext>
              </a:extLst>
            </p:cNvPr>
            <p:cNvSpPr>
              <a:spLocks noEditPoints="1"/>
            </p:cNvSpPr>
            <p:nvPr/>
          </p:nvSpPr>
          <p:spPr bwMode="auto">
            <a:xfrm>
              <a:off x="4616450" y="4883150"/>
              <a:ext cx="638175" cy="461962"/>
            </a:xfrm>
            <a:custGeom>
              <a:avLst/>
              <a:gdLst>
                <a:gd name="T0" fmla="*/ 1731 w 3614"/>
                <a:gd name="T1" fmla="*/ 469 h 2623"/>
                <a:gd name="T2" fmla="*/ 1630 w 3614"/>
                <a:gd name="T3" fmla="*/ 601 h 2623"/>
                <a:gd name="T4" fmla="*/ 1456 w 3614"/>
                <a:gd name="T5" fmla="*/ 738 h 2623"/>
                <a:gd name="T6" fmla="*/ 1390 w 3614"/>
                <a:gd name="T7" fmla="*/ 965 h 2623"/>
                <a:gd name="T8" fmla="*/ 1454 w 3614"/>
                <a:gd name="T9" fmla="*/ 1181 h 2623"/>
                <a:gd name="T10" fmla="*/ 1614 w 3614"/>
                <a:gd name="T11" fmla="*/ 1306 h 2623"/>
                <a:gd name="T12" fmla="*/ 1862 w 3614"/>
                <a:gd name="T13" fmla="*/ 1379 h 2623"/>
                <a:gd name="T14" fmla="*/ 2016 w 3614"/>
                <a:gd name="T15" fmla="*/ 1451 h 2623"/>
                <a:gd name="T16" fmla="*/ 2079 w 3614"/>
                <a:gd name="T17" fmla="*/ 1577 h 2623"/>
                <a:gd name="T18" fmla="*/ 2044 w 3614"/>
                <a:gd name="T19" fmla="*/ 1747 h 2623"/>
                <a:gd name="T20" fmla="*/ 1909 w 3614"/>
                <a:gd name="T21" fmla="*/ 1846 h 2623"/>
                <a:gd name="T22" fmla="*/ 1763 w 3614"/>
                <a:gd name="T23" fmla="*/ 1848 h 2623"/>
                <a:gd name="T24" fmla="*/ 1626 w 3614"/>
                <a:gd name="T25" fmla="*/ 1760 h 2623"/>
                <a:gd name="T26" fmla="*/ 1568 w 3614"/>
                <a:gd name="T27" fmla="*/ 1627 h 2623"/>
                <a:gd name="T28" fmla="*/ 1483 w 3614"/>
                <a:gd name="T29" fmla="*/ 1587 h 2623"/>
                <a:gd name="T30" fmla="*/ 1376 w 3614"/>
                <a:gd name="T31" fmla="*/ 1648 h 2623"/>
                <a:gd name="T32" fmla="*/ 1411 w 3614"/>
                <a:gd name="T33" fmla="*/ 1802 h 2623"/>
                <a:gd name="T34" fmla="*/ 1538 w 3614"/>
                <a:gd name="T35" fmla="*/ 1950 h 2623"/>
                <a:gd name="T36" fmla="*/ 1720 w 3614"/>
                <a:gd name="T37" fmla="*/ 2071 h 2623"/>
                <a:gd name="T38" fmla="*/ 1780 w 3614"/>
                <a:gd name="T39" fmla="*/ 2149 h 2623"/>
                <a:gd name="T40" fmla="*/ 1903 w 3614"/>
                <a:gd name="T41" fmla="*/ 2128 h 2623"/>
                <a:gd name="T42" fmla="*/ 1975 w 3614"/>
                <a:gd name="T43" fmla="*/ 2011 h 2623"/>
                <a:gd name="T44" fmla="*/ 2170 w 3614"/>
                <a:gd name="T45" fmla="*/ 1896 h 2623"/>
                <a:gd name="T46" fmla="*/ 2275 w 3614"/>
                <a:gd name="T47" fmla="*/ 1695 h 2623"/>
                <a:gd name="T48" fmla="*/ 2256 w 3614"/>
                <a:gd name="T49" fmla="*/ 1446 h 2623"/>
                <a:gd name="T50" fmla="*/ 2150 w 3614"/>
                <a:gd name="T51" fmla="*/ 1301 h 2623"/>
                <a:gd name="T52" fmla="*/ 1968 w 3614"/>
                <a:gd name="T53" fmla="*/ 1212 h 2623"/>
                <a:gd name="T54" fmla="*/ 1778 w 3614"/>
                <a:gd name="T55" fmla="*/ 1169 h 2623"/>
                <a:gd name="T56" fmla="*/ 1631 w 3614"/>
                <a:gd name="T57" fmla="*/ 1083 h 2623"/>
                <a:gd name="T58" fmla="*/ 1588 w 3614"/>
                <a:gd name="T59" fmla="*/ 953 h 2623"/>
                <a:gd name="T60" fmla="*/ 1639 w 3614"/>
                <a:gd name="T61" fmla="*/ 816 h 2623"/>
                <a:gd name="T62" fmla="*/ 1786 w 3614"/>
                <a:gd name="T63" fmla="*/ 743 h 2623"/>
                <a:gd name="T64" fmla="*/ 1944 w 3614"/>
                <a:gd name="T65" fmla="*/ 772 h 2623"/>
                <a:gd name="T66" fmla="*/ 2030 w 3614"/>
                <a:gd name="T67" fmla="*/ 884 h 2623"/>
                <a:gd name="T68" fmla="*/ 2101 w 3614"/>
                <a:gd name="T69" fmla="*/ 939 h 2623"/>
                <a:gd name="T70" fmla="*/ 2215 w 3614"/>
                <a:gd name="T71" fmla="*/ 901 h 2623"/>
                <a:gd name="T72" fmla="*/ 2212 w 3614"/>
                <a:gd name="T73" fmla="*/ 786 h 2623"/>
                <a:gd name="T74" fmla="*/ 2083 w 3614"/>
                <a:gd name="T75" fmla="*/ 638 h 2623"/>
                <a:gd name="T76" fmla="*/ 1927 w 3614"/>
                <a:gd name="T77" fmla="*/ 509 h 2623"/>
                <a:gd name="T78" fmla="*/ 1867 w 3614"/>
                <a:gd name="T79" fmla="*/ 431 h 2623"/>
                <a:gd name="T80" fmla="*/ 2380 w 3614"/>
                <a:gd name="T81" fmla="*/ 59 h 2623"/>
                <a:gd name="T82" fmla="*/ 2801 w 3614"/>
                <a:gd name="T83" fmla="*/ 452 h 2623"/>
                <a:gd name="T84" fmla="*/ 3171 w 3614"/>
                <a:gd name="T85" fmla="*/ 952 h 2623"/>
                <a:gd name="T86" fmla="*/ 3455 w 3614"/>
                <a:gd name="T87" fmla="*/ 1490 h 2623"/>
                <a:gd name="T88" fmla="*/ 3589 w 3614"/>
                <a:gd name="T89" fmla="*/ 1965 h 2623"/>
                <a:gd name="T90" fmla="*/ 3611 w 3614"/>
                <a:gd name="T91" fmla="*/ 2335 h 2623"/>
                <a:gd name="T92" fmla="*/ 3517 w 3614"/>
                <a:gd name="T93" fmla="*/ 2525 h 2623"/>
                <a:gd name="T94" fmla="*/ 3326 w 3614"/>
                <a:gd name="T95" fmla="*/ 2619 h 2623"/>
                <a:gd name="T96" fmla="*/ 204 w 3614"/>
                <a:gd name="T97" fmla="*/ 2596 h 2623"/>
                <a:gd name="T98" fmla="*/ 45 w 3614"/>
                <a:gd name="T99" fmla="*/ 2458 h 2623"/>
                <a:gd name="T100" fmla="*/ 1 w 3614"/>
                <a:gd name="T101" fmla="*/ 2215 h 2623"/>
                <a:gd name="T102" fmla="*/ 61 w 3614"/>
                <a:gd name="T103" fmla="*/ 1780 h 2623"/>
                <a:gd name="T104" fmla="*/ 261 w 3614"/>
                <a:gd name="T105" fmla="*/ 1275 h 2623"/>
                <a:gd name="T106" fmla="*/ 583 w 3614"/>
                <a:gd name="T107" fmla="*/ 744 h 2623"/>
                <a:gd name="T108" fmla="*/ 977 w 3614"/>
                <a:gd name="T109" fmla="*/ 279 h 2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14" h="2623">
                  <a:moveTo>
                    <a:pt x="1801" y="428"/>
                  </a:moveTo>
                  <a:lnTo>
                    <a:pt x="1780" y="431"/>
                  </a:lnTo>
                  <a:lnTo>
                    <a:pt x="1761" y="439"/>
                  </a:lnTo>
                  <a:lnTo>
                    <a:pt x="1744" y="452"/>
                  </a:lnTo>
                  <a:lnTo>
                    <a:pt x="1731" y="469"/>
                  </a:lnTo>
                  <a:lnTo>
                    <a:pt x="1723" y="487"/>
                  </a:lnTo>
                  <a:lnTo>
                    <a:pt x="1720" y="509"/>
                  </a:lnTo>
                  <a:lnTo>
                    <a:pt x="1720" y="576"/>
                  </a:lnTo>
                  <a:lnTo>
                    <a:pt x="1674" y="587"/>
                  </a:lnTo>
                  <a:lnTo>
                    <a:pt x="1630" y="601"/>
                  </a:lnTo>
                  <a:lnTo>
                    <a:pt x="1590" y="619"/>
                  </a:lnTo>
                  <a:lnTo>
                    <a:pt x="1552" y="641"/>
                  </a:lnTo>
                  <a:lnTo>
                    <a:pt x="1520" y="666"/>
                  </a:lnTo>
                  <a:lnTo>
                    <a:pt x="1486" y="700"/>
                  </a:lnTo>
                  <a:lnTo>
                    <a:pt x="1456" y="738"/>
                  </a:lnTo>
                  <a:lnTo>
                    <a:pt x="1433" y="777"/>
                  </a:lnTo>
                  <a:lnTo>
                    <a:pt x="1413" y="820"/>
                  </a:lnTo>
                  <a:lnTo>
                    <a:pt x="1400" y="866"/>
                  </a:lnTo>
                  <a:lnTo>
                    <a:pt x="1392" y="915"/>
                  </a:lnTo>
                  <a:lnTo>
                    <a:pt x="1390" y="965"/>
                  </a:lnTo>
                  <a:lnTo>
                    <a:pt x="1392" y="1016"/>
                  </a:lnTo>
                  <a:lnTo>
                    <a:pt x="1401" y="1063"/>
                  </a:lnTo>
                  <a:lnTo>
                    <a:pt x="1414" y="1108"/>
                  </a:lnTo>
                  <a:lnTo>
                    <a:pt x="1434" y="1151"/>
                  </a:lnTo>
                  <a:lnTo>
                    <a:pt x="1454" y="1181"/>
                  </a:lnTo>
                  <a:lnTo>
                    <a:pt x="1477" y="1210"/>
                  </a:lnTo>
                  <a:lnTo>
                    <a:pt x="1502" y="1236"/>
                  </a:lnTo>
                  <a:lnTo>
                    <a:pt x="1531" y="1259"/>
                  </a:lnTo>
                  <a:lnTo>
                    <a:pt x="1562" y="1279"/>
                  </a:lnTo>
                  <a:lnTo>
                    <a:pt x="1614" y="1306"/>
                  </a:lnTo>
                  <a:lnTo>
                    <a:pt x="1666" y="1325"/>
                  </a:lnTo>
                  <a:lnTo>
                    <a:pt x="1719" y="1343"/>
                  </a:lnTo>
                  <a:lnTo>
                    <a:pt x="1773" y="1357"/>
                  </a:lnTo>
                  <a:lnTo>
                    <a:pt x="1829" y="1370"/>
                  </a:lnTo>
                  <a:lnTo>
                    <a:pt x="1862" y="1379"/>
                  </a:lnTo>
                  <a:lnTo>
                    <a:pt x="1896" y="1388"/>
                  </a:lnTo>
                  <a:lnTo>
                    <a:pt x="1929" y="1400"/>
                  </a:lnTo>
                  <a:lnTo>
                    <a:pt x="1960" y="1414"/>
                  </a:lnTo>
                  <a:lnTo>
                    <a:pt x="1990" y="1431"/>
                  </a:lnTo>
                  <a:lnTo>
                    <a:pt x="2016" y="1451"/>
                  </a:lnTo>
                  <a:lnTo>
                    <a:pt x="2040" y="1475"/>
                  </a:lnTo>
                  <a:lnTo>
                    <a:pt x="2055" y="1496"/>
                  </a:lnTo>
                  <a:lnTo>
                    <a:pt x="2066" y="1520"/>
                  </a:lnTo>
                  <a:lnTo>
                    <a:pt x="2074" y="1547"/>
                  </a:lnTo>
                  <a:lnTo>
                    <a:pt x="2079" y="1577"/>
                  </a:lnTo>
                  <a:lnTo>
                    <a:pt x="2081" y="1609"/>
                  </a:lnTo>
                  <a:lnTo>
                    <a:pt x="2079" y="1647"/>
                  </a:lnTo>
                  <a:lnTo>
                    <a:pt x="2071" y="1683"/>
                  </a:lnTo>
                  <a:lnTo>
                    <a:pt x="2060" y="1716"/>
                  </a:lnTo>
                  <a:lnTo>
                    <a:pt x="2044" y="1747"/>
                  </a:lnTo>
                  <a:lnTo>
                    <a:pt x="2023" y="1775"/>
                  </a:lnTo>
                  <a:lnTo>
                    <a:pt x="1999" y="1799"/>
                  </a:lnTo>
                  <a:lnTo>
                    <a:pt x="1971" y="1818"/>
                  </a:lnTo>
                  <a:lnTo>
                    <a:pt x="1941" y="1834"/>
                  </a:lnTo>
                  <a:lnTo>
                    <a:pt x="1909" y="1846"/>
                  </a:lnTo>
                  <a:lnTo>
                    <a:pt x="1874" y="1854"/>
                  </a:lnTo>
                  <a:lnTo>
                    <a:pt x="1853" y="1856"/>
                  </a:lnTo>
                  <a:lnTo>
                    <a:pt x="1832" y="1857"/>
                  </a:lnTo>
                  <a:lnTo>
                    <a:pt x="1797" y="1855"/>
                  </a:lnTo>
                  <a:lnTo>
                    <a:pt x="1763" y="1848"/>
                  </a:lnTo>
                  <a:lnTo>
                    <a:pt x="1731" y="1838"/>
                  </a:lnTo>
                  <a:lnTo>
                    <a:pt x="1700" y="1824"/>
                  </a:lnTo>
                  <a:lnTo>
                    <a:pt x="1673" y="1806"/>
                  </a:lnTo>
                  <a:lnTo>
                    <a:pt x="1648" y="1784"/>
                  </a:lnTo>
                  <a:lnTo>
                    <a:pt x="1626" y="1760"/>
                  </a:lnTo>
                  <a:lnTo>
                    <a:pt x="1611" y="1738"/>
                  </a:lnTo>
                  <a:lnTo>
                    <a:pt x="1597" y="1712"/>
                  </a:lnTo>
                  <a:lnTo>
                    <a:pt x="1586" y="1682"/>
                  </a:lnTo>
                  <a:lnTo>
                    <a:pt x="1575" y="1647"/>
                  </a:lnTo>
                  <a:lnTo>
                    <a:pt x="1568" y="1627"/>
                  </a:lnTo>
                  <a:lnTo>
                    <a:pt x="1557" y="1612"/>
                  </a:lnTo>
                  <a:lnTo>
                    <a:pt x="1541" y="1599"/>
                  </a:lnTo>
                  <a:lnTo>
                    <a:pt x="1524" y="1590"/>
                  </a:lnTo>
                  <a:lnTo>
                    <a:pt x="1504" y="1586"/>
                  </a:lnTo>
                  <a:lnTo>
                    <a:pt x="1483" y="1587"/>
                  </a:lnTo>
                  <a:lnTo>
                    <a:pt x="1438" y="1594"/>
                  </a:lnTo>
                  <a:lnTo>
                    <a:pt x="1418" y="1601"/>
                  </a:lnTo>
                  <a:lnTo>
                    <a:pt x="1399" y="1613"/>
                  </a:lnTo>
                  <a:lnTo>
                    <a:pt x="1386" y="1630"/>
                  </a:lnTo>
                  <a:lnTo>
                    <a:pt x="1376" y="1648"/>
                  </a:lnTo>
                  <a:lnTo>
                    <a:pt x="1372" y="1669"/>
                  </a:lnTo>
                  <a:lnTo>
                    <a:pt x="1373" y="1691"/>
                  </a:lnTo>
                  <a:lnTo>
                    <a:pt x="1384" y="1731"/>
                  </a:lnTo>
                  <a:lnTo>
                    <a:pt x="1396" y="1767"/>
                  </a:lnTo>
                  <a:lnTo>
                    <a:pt x="1411" y="1802"/>
                  </a:lnTo>
                  <a:lnTo>
                    <a:pt x="1430" y="1834"/>
                  </a:lnTo>
                  <a:lnTo>
                    <a:pt x="1454" y="1869"/>
                  </a:lnTo>
                  <a:lnTo>
                    <a:pt x="1480" y="1900"/>
                  </a:lnTo>
                  <a:lnTo>
                    <a:pt x="1509" y="1927"/>
                  </a:lnTo>
                  <a:lnTo>
                    <a:pt x="1538" y="1950"/>
                  </a:lnTo>
                  <a:lnTo>
                    <a:pt x="1570" y="1969"/>
                  </a:lnTo>
                  <a:lnTo>
                    <a:pt x="1617" y="1990"/>
                  </a:lnTo>
                  <a:lnTo>
                    <a:pt x="1668" y="2007"/>
                  </a:lnTo>
                  <a:lnTo>
                    <a:pt x="1720" y="2019"/>
                  </a:lnTo>
                  <a:lnTo>
                    <a:pt x="1720" y="2071"/>
                  </a:lnTo>
                  <a:lnTo>
                    <a:pt x="1723" y="2093"/>
                  </a:lnTo>
                  <a:lnTo>
                    <a:pt x="1731" y="2112"/>
                  </a:lnTo>
                  <a:lnTo>
                    <a:pt x="1744" y="2128"/>
                  </a:lnTo>
                  <a:lnTo>
                    <a:pt x="1761" y="2141"/>
                  </a:lnTo>
                  <a:lnTo>
                    <a:pt x="1780" y="2149"/>
                  </a:lnTo>
                  <a:lnTo>
                    <a:pt x="1801" y="2152"/>
                  </a:lnTo>
                  <a:lnTo>
                    <a:pt x="1846" y="2152"/>
                  </a:lnTo>
                  <a:lnTo>
                    <a:pt x="1867" y="2149"/>
                  </a:lnTo>
                  <a:lnTo>
                    <a:pt x="1887" y="2141"/>
                  </a:lnTo>
                  <a:lnTo>
                    <a:pt x="1903" y="2128"/>
                  </a:lnTo>
                  <a:lnTo>
                    <a:pt x="1915" y="2112"/>
                  </a:lnTo>
                  <a:lnTo>
                    <a:pt x="1924" y="2093"/>
                  </a:lnTo>
                  <a:lnTo>
                    <a:pt x="1927" y="2071"/>
                  </a:lnTo>
                  <a:lnTo>
                    <a:pt x="1927" y="2022"/>
                  </a:lnTo>
                  <a:lnTo>
                    <a:pt x="1975" y="2011"/>
                  </a:lnTo>
                  <a:lnTo>
                    <a:pt x="2020" y="1996"/>
                  </a:lnTo>
                  <a:lnTo>
                    <a:pt x="2061" y="1977"/>
                  </a:lnTo>
                  <a:lnTo>
                    <a:pt x="2101" y="1954"/>
                  </a:lnTo>
                  <a:lnTo>
                    <a:pt x="2137" y="1927"/>
                  </a:lnTo>
                  <a:lnTo>
                    <a:pt x="2170" y="1896"/>
                  </a:lnTo>
                  <a:lnTo>
                    <a:pt x="2200" y="1861"/>
                  </a:lnTo>
                  <a:lnTo>
                    <a:pt x="2226" y="1823"/>
                  </a:lnTo>
                  <a:lnTo>
                    <a:pt x="2246" y="1782"/>
                  </a:lnTo>
                  <a:lnTo>
                    <a:pt x="2263" y="1740"/>
                  </a:lnTo>
                  <a:lnTo>
                    <a:pt x="2275" y="1695"/>
                  </a:lnTo>
                  <a:lnTo>
                    <a:pt x="2282" y="1647"/>
                  </a:lnTo>
                  <a:lnTo>
                    <a:pt x="2284" y="1598"/>
                  </a:lnTo>
                  <a:lnTo>
                    <a:pt x="2280" y="1545"/>
                  </a:lnTo>
                  <a:lnTo>
                    <a:pt x="2272" y="1494"/>
                  </a:lnTo>
                  <a:lnTo>
                    <a:pt x="2256" y="1446"/>
                  </a:lnTo>
                  <a:lnTo>
                    <a:pt x="2241" y="1412"/>
                  </a:lnTo>
                  <a:lnTo>
                    <a:pt x="2222" y="1381"/>
                  </a:lnTo>
                  <a:lnTo>
                    <a:pt x="2201" y="1352"/>
                  </a:lnTo>
                  <a:lnTo>
                    <a:pt x="2177" y="1325"/>
                  </a:lnTo>
                  <a:lnTo>
                    <a:pt x="2150" y="1301"/>
                  </a:lnTo>
                  <a:lnTo>
                    <a:pt x="2119" y="1278"/>
                  </a:lnTo>
                  <a:lnTo>
                    <a:pt x="2085" y="1257"/>
                  </a:lnTo>
                  <a:lnTo>
                    <a:pt x="2047" y="1239"/>
                  </a:lnTo>
                  <a:lnTo>
                    <a:pt x="2009" y="1224"/>
                  </a:lnTo>
                  <a:lnTo>
                    <a:pt x="1968" y="1212"/>
                  </a:lnTo>
                  <a:lnTo>
                    <a:pt x="1926" y="1202"/>
                  </a:lnTo>
                  <a:lnTo>
                    <a:pt x="1885" y="1195"/>
                  </a:lnTo>
                  <a:lnTo>
                    <a:pt x="1848" y="1187"/>
                  </a:lnTo>
                  <a:lnTo>
                    <a:pt x="1813" y="1179"/>
                  </a:lnTo>
                  <a:lnTo>
                    <a:pt x="1778" y="1169"/>
                  </a:lnTo>
                  <a:lnTo>
                    <a:pt x="1744" y="1158"/>
                  </a:lnTo>
                  <a:lnTo>
                    <a:pt x="1713" y="1144"/>
                  </a:lnTo>
                  <a:lnTo>
                    <a:pt x="1683" y="1128"/>
                  </a:lnTo>
                  <a:lnTo>
                    <a:pt x="1656" y="1108"/>
                  </a:lnTo>
                  <a:lnTo>
                    <a:pt x="1631" y="1083"/>
                  </a:lnTo>
                  <a:lnTo>
                    <a:pt x="1616" y="1061"/>
                  </a:lnTo>
                  <a:lnTo>
                    <a:pt x="1604" y="1036"/>
                  </a:lnTo>
                  <a:lnTo>
                    <a:pt x="1595" y="1011"/>
                  </a:lnTo>
                  <a:lnTo>
                    <a:pt x="1590" y="983"/>
                  </a:lnTo>
                  <a:lnTo>
                    <a:pt x="1588" y="953"/>
                  </a:lnTo>
                  <a:lnTo>
                    <a:pt x="1590" y="922"/>
                  </a:lnTo>
                  <a:lnTo>
                    <a:pt x="1596" y="893"/>
                  </a:lnTo>
                  <a:lnTo>
                    <a:pt x="1606" y="865"/>
                  </a:lnTo>
                  <a:lnTo>
                    <a:pt x="1620" y="840"/>
                  </a:lnTo>
                  <a:lnTo>
                    <a:pt x="1639" y="816"/>
                  </a:lnTo>
                  <a:lnTo>
                    <a:pt x="1662" y="794"/>
                  </a:lnTo>
                  <a:lnTo>
                    <a:pt x="1689" y="775"/>
                  </a:lnTo>
                  <a:lnTo>
                    <a:pt x="1719" y="761"/>
                  </a:lnTo>
                  <a:lnTo>
                    <a:pt x="1752" y="750"/>
                  </a:lnTo>
                  <a:lnTo>
                    <a:pt x="1786" y="743"/>
                  </a:lnTo>
                  <a:lnTo>
                    <a:pt x="1822" y="741"/>
                  </a:lnTo>
                  <a:lnTo>
                    <a:pt x="1855" y="742"/>
                  </a:lnTo>
                  <a:lnTo>
                    <a:pt x="1887" y="749"/>
                  </a:lnTo>
                  <a:lnTo>
                    <a:pt x="1916" y="759"/>
                  </a:lnTo>
                  <a:lnTo>
                    <a:pt x="1944" y="772"/>
                  </a:lnTo>
                  <a:lnTo>
                    <a:pt x="1968" y="788"/>
                  </a:lnTo>
                  <a:lnTo>
                    <a:pt x="1990" y="809"/>
                  </a:lnTo>
                  <a:lnTo>
                    <a:pt x="2005" y="830"/>
                  </a:lnTo>
                  <a:lnTo>
                    <a:pt x="2020" y="855"/>
                  </a:lnTo>
                  <a:lnTo>
                    <a:pt x="2030" y="884"/>
                  </a:lnTo>
                  <a:lnTo>
                    <a:pt x="2039" y="901"/>
                  </a:lnTo>
                  <a:lnTo>
                    <a:pt x="2050" y="916"/>
                  </a:lnTo>
                  <a:lnTo>
                    <a:pt x="2066" y="927"/>
                  </a:lnTo>
                  <a:lnTo>
                    <a:pt x="2082" y="934"/>
                  </a:lnTo>
                  <a:lnTo>
                    <a:pt x="2101" y="939"/>
                  </a:lnTo>
                  <a:lnTo>
                    <a:pt x="2119" y="938"/>
                  </a:lnTo>
                  <a:lnTo>
                    <a:pt x="2163" y="932"/>
                  </a:lnTo>
                  <a:lnTo>
                    <a:pt x="2183" y="925"/>
                  </a:lnTo>
                  <a:lnTo>
                    <a:pt x="2200" y="916"/>
                  </a:lnTo>
                  <a:lnTo>
                    <a:pt x="2215" y="901"/>
                  </a:lnTo>
                  <a:lnTo>
                    <a:pt x="2226" y="884"/>
                  </a:lnTo>
                  <a:lnTo>
                    <a:pt x="2231" y="865"/>
                  </a:lnTo>
                  <a:lnTo>
                    <a:pt x="2232" y="844"/>
                  </a:lnTo>
                  <a:lnTo>
                    <a:pt x="2228" y="824"/>
                  </a:lnTo>
                  <a:lnTo>
                    <a:pt x="2212" y="786"/>
                  </a:lnTo>
                  <a:lnTo>
                    <a:pt x="2193" y="751"/>
                  </a:lnTo>
                  <a:lnTo>
                    <a:pt x="2170" y="718"/>
                  </a:lnTo>
                  <a:lnTo>
                    <a:pt x="2143" y="688"/>
                  </a:lnTo>
                  <a:lnTo>
                    <a:pt x="2115" y="661"/>
                  </a:lnTo>
                  <a:lnTo>
                    <a:pt x="2083" y="638"/>
                  </a:lnTo>
                  <a:lnTo>
                    <a:pt x="2048" y="618"/>
                  </a:lnTo>
                  <a:lnTo>
                    <a:pt x="2011" y="600"/>
                  </a:lnTo>
                  <a:lnTo>
                    <a:pt x="1970" y="587"/>
                  </a:lnTo>
                  <a:lnTo>
                    <a:pt x="1927" y="577"/>
                  </a:lnTo>
                  <a:lnTo>
                    <a:pt x="1927" y="509"/>
                  </a:lnTo>
                  <a:lnTo>
                    <a:pt x="1924" y="488"/>
                  </a:lnTo>
                  <a:lnTo>
                    <a:pt x="1916" y="469"/>
                  </a:lnTo>
                  <a:lnTo>
                    <a:pt x="1903" y="452"/>
                  </a:lnTo>
                  <a:lnTo>
                    <a:pt x="1887" y="439"/>
                  </a:lnTo>
                  <a:lnTo>
                    <a:pt x="1867" y="431"/>
                  </a:lnTo>
                  <a:lnTo>
                    <a:pt x="1846" y="428"/>
                  </a:lnTo>
                  <a:lnTo>
                    <a:pt x="1801" y="428"/>
                  </a:lnTo>
                  <a:close/>
                  <a:moveTo>
                    <a:pt x="1321" y="0"/>
                  </a:moveTo>
                  <a:lnTo>
                    <a:pt x="2292" y="0"/>
                  </a:lnTo>
                  <a:lnTo>
                    <a:pt x="2380" y="59"/>
                  </a:lnTo>
                  <a:lnTo>
                    <a:pt x="2467" y="126"/>
                  </a:lnTo>
                  <a:lnTo>
                    <a:pt x="2553" y="199"/>
                  </a:lnTo>
                  <a:lnTo>
                    <a:pt x="2638" y="279"/>
                  </a:lnTo>
                  <a:lnTo>
                    <a:pt x="2720" y="363"/>
                  </a:lnTo>
                  <a:lnTo>
                    <a:pt x="2801" y="452"/>
                  </a:lnTo>
                  <a:lnTo>
                    <a:pt x="2880" y="547"/>
                  </a:lnTo>
                  <a:lnTo>
                    <a:pt x="2957" y="643"/>
                  </a:lnTo>
                  <a:lnTo>
                    <a:pt x="3031" y="744"/>
                  </a:lnTo>
                  <a:lnTo>
                    <a:pt x="3103" y="848"/>
                  </a:lnTo>
                  <a:lnTo>
                    <a:pt x="3171" y="952"/>
                  </a:lnTo>
                  <a:lnTo>
                    <a:pt x="3235" y="1059"/>
                  </a:lnTo>
                  <a:lnTo>
                    <a:pt x="3296" y="1167"/>
                  </a:lnTo>
                  <a:lnTo>
                    <a:pt x="3354" y="1275"/>
                  </a:lnTo>
                  <a:lnTo>
                    <a:pt x="3406" y="1382"/>
                  </a:lnTo>
                  <a:lnTo>
                    <a:pt x="3455" y="1490"/>
                  </a:lnTo>
                  <a:lnTo>
                    <a:pt x="3494" y="1588"/>
                  </a:lnTo>
                  <a:lnTo>
                    <a:pt x="3526" y="1684"/>
                  </a:lnTo>
                  <a:lnTo>
                    <a:pt x="3552" y="1780"/>
                  </a:lnTo>
                  <a:lnTo>
                    <a:pt x="3573" y="1873"/>
                  </a:lnTo>
                  <a:lnTo>
                    <a:pt x="3589" y="1965"/>
                  </a:lnTo>
                  <a:lnTo>
                    <a:pt x="3600" y="2052"/>
                  </a:lnTo>
                  <a:lnTo>
                    <a:pt x="3608" y="2136"/>
                  </a:lnTo>
                  <a:lnTo>
                    <a:pt x="3613" y="2215"/>
                  </a:lnTo>
                  <a:lnTo>
                    <a:pt x="3614" y="2289"/>
                  </a:lnTo>
                  <a:lnTo>
                    <a:pt x="3611" y="2335"/>
                  </a:lnTo>
                  <a:lnTo>
                    <a:pt x="3603" y="2378"/>
                  </a:lnTo>
                  <a:lnTo>
                    <a:pt x="3588" y="2419"/>
                  </a:lnTo>
                  <a:lnTo>
                    <a:pt x="3569" y="2458"/>
                  </a:lnTo>
                  <a:lnTo>
                    <a:pt x="3545" y="2493"/>
                  </a:lnTo>
                  <a:lnTo>
                    <a:pt x="3517" y="2525"/>
                  </a:lnTo>
                  <a:lnTo>
                    <a:pt x="3484" y="2553"/>
                  </a:lnTo>
                  <a:lnTo>
                    <a:pt x="3449" y="2577"/>
                  </a:lnTo>
                  <a:lnTo>
                    <a:pt x="3411" y="2596"/>
                  </a:lnTo>
                  <a:lnTo>
                    <a:pt x="3369" y="2610"/>
                  </a:lnTo>
                  <a:lnTo>
                    <a:pt x="3326" y="2619"/>
                  </a:lnTo>
                  <a:lnTo>
                    <a:pt x="3280" y="2623"/>
                  </a:lnTo>
                  <a:lnTo>
                    <a:pt x="333" y="2623"/>
                  </a:lnTo>
                  <a:lnTo>
                    <a:pt x="288" y="2619"/>
                  </a:lnTo>
                  <a:lnTo>
                    <a:pt x="244" y="2610"/>
                  </a:lnTo>
                  <a:lnTo>
                    <a:pt x="204" y="2596"/>
                  </a:lnTo>
                  <a:lnTo>
                    <a:pt x="164" y="2577"/>
                  </a:lnTo>
                  <a:lnTo>
                    <a:pt x="129" y="2553"/>
                  </a:lnTo>
                  <a:lnTo>
                    <a:pt x="98" y="2525"/>
                  </a:lnTo>
                  <a:lnTo>
                    <a:pt x="69" y="2493"/>
                  </a:lnTo>
                  <a:lnTo>
                    <a:pt x="45" y="2458"/>
                  </a:lnTo>
                  <a:lnTo>
                    <a:pt x="26" y="2419"/>
                  </a:lnTo>
                  <a:lnTo>
                    <a:pt x="12" y="2378"/>
                  </a:lnTo>
                  <a:lnTo>
                    <a:pt x="3" y="2335"/>
                  </a:lnTo>
                  <a:lnTo>
                    <a:pt x="0" y="2289"/>
                  </a:lnTo>
                  <a:lnTo>
                    <a:pt x="1" y="2215"/>
                  </a:lnTo>
                  <a:lnTo>
                    <a:pt x="5" y="2136"/>
                  </a:lnTo>
                  <a:lnTo>
                    <a:pt x="13" y="2052"/>
                  </a:lnTo>
                  <a:lnTo>
                    <a:pt x="25" y="1965"/>
                  </a:lnTo>
                  <a:lnTo>
                    <a:pt x="41" y="1873"/>
                  </a:lnTo>
                  <a:lnTo>
                    <a:pt x="61" y="1780"/>
                  </a:lnTo>
                  <a:lnTo>
                    <a:pt x="88" y="1684"/>
                  </a:lnTo>
                  <a:lnTo>
                    <a:pt x="121" y="1588"/>
                  </a:lnTo>
                  <a:lnTo>
                    <a:pt x="159" y="1490"/>
                  </a:lnTo>
                  <a:lnTo>
                    <a:pt x="208" y="1382"/>
                  </a:lnTo>
                  <a:lnTo>
                    <a:pt x="261" y="1275"/>
                  </a:lnTo>
                  <a:lnTo>
                    <a:pt x="318" y="1167"/>
                  </a:lnTo>
                  <a:lnTo>
                    <a:pt x="379" y="1059"/>
                  </a:lnTo>
                  <a:lnTo>
                    <a:pt x="444" y="952"/>
                  </a:lnTo>
                  <a:lnTo>
                    <a:pt x="512" y="848"/>
                  </a:lnTo>
                  <a:lnTo>
                    <a:pt x="583" y="744"/>
                  </a:lnTo>
                  <a:lnTo>
                    <a:pt x="657" y="643"/>
                  </a:lnTo>
                  <a:lnTo>
                    <a:pt x="733" y="547"/>
                  </a:lnTo>
                  <a:lnTo>
                    <a:pt x="812" y="452"/>
                  </a:lnTo>
                  <a:lnTo>
                    <a:pt x="894" y="363"/>
                  </a:lnTo>
                  <a:lnTo>
                    <a:pt x="977" y="279"/>
                  </a:lnTo>
                  <a:lnTo>
                    <a:pt x="1061" y="199"/>
                  </a:lnTo>
                  <a:lnTo>
                    <a:pt x="1147" y="126"/>
                  </a:lnTo>
                  <a:lnTo>
                    <a:pt x="1233" y="59"/>
                  </a:lnTo>
                  <a:lnTo>
                    <a:pt x="1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97" name="Freeform 51">
              <a:extLst>
                <a:ext uri="{FF2B5EF4-FFF2-40B4-BE49-F238E27FC236}">
                  <a16:creationId xmlns:a16="http://schemas.microsoft.com/office/drawing/2014/main" id="{4ACD8BCF-D3D3-4565-B4F0-2EEE08EA9E9F}"/>
                </a:ext>
              </a:extLst>
            </p:cNvPr>
            <p:cNvSpPr>
              <a:spLocks/>
            </p:cNvSpPr>
            <p:nvPr/>
          </p:nvSpPr>
          <p:spPr bwMode="auto">
            <a:xfrm>
              <a:off x="4800600" y="4732338"/>
              <a:ext cx="276225" cy="115887"/>
            </a:xfrm>
            <a:custGeom>
              <a:avLst/>
              <a:gdLst>
                <a:gd name="T0" fmla="*/ 780 w 1563"/>
                <a:gd name="T1" fmla="*/ 0 h 657"/>
                <a:gd name="T2" fmla="*/ 782 w 1563"/>
                <a:gd name="T3" fmla="*/ 0 h 657"/>
                <a:gd name="T4" fmla="*/ 1417 w 1563"/>
                <a:gd name="T5" fmla="*/ 2 h 657"/>
                <a:gd name="T6" fmla="*/ 1448 w 1563"/>
                <a:gd name="T7" fmla="*/ 6 h 657"/>
                <a:gd name="T8" fmla="*/ 1475 w 1563"/>
                <a:gd name="T9" fmla="*/ 15 h 657"/>
                <a:gd name="T10" fmla="*/ 1501 w 1563"/>
                <a:gd name="T11" fmla="*/ 28 h 657"/>
                <a:gd name="T12" fmla="*/ 1521 w 1563"/>
                <a:gd name="T13" fmla="*/ 46 h 657"/>
                <a:gd name="T14" fmla="*/ 1539 w 1563"/>
                <a:gd name="T15" fmla="*/ 67 h 657"/>
                <a:gd name="T16" fmla="*/ 1551 w 1563"/>
                <a:gd name="T17" fmla="*/ 91 h 657"/>
                <a:gd name="T18" fmla="*/ 1560 w 1563"/>
                <a:gd name="T19" fmla="*/ 118 h 657"/>
                <a:gd name="T20" fmla="*/ 1563 w 1563"/>
                <a:gd name="T21" fmla="*/ 145 h 657"/>
                <a:gd name="T22" fmla="*/ 1561 w 1563"/>
                <a:gd name="T23" fmla="*/ 174 h 657"/>
                <a:gd name="T24" fmla="*/ 1552 w 1563"/>
                <a:gd name="T25" fmla="*/ 202 h 657"/>
                <a:gd name="T26" fmla="*/ 1538 w 1563"/>
                <a:gd name="T27" fmla="*/ 229 h 657"/>
                <a:gd name="T28" fmla="*/ 1254 w 1563"/>
                <a:gd name="T29" fmla="*/ 657 h 657"/>
                <a:gd name="T30" fmla="*/ 310 w 1563"/>
                <a:gd name="T31" fmla="*/ 657 h 657"/>
                <a:gd name="T32" fmla="*/ 25 w 1563"/>
                <a:gd name="T33" fmla="*/ 229 h 657"/>
                <a:gd name="T34" fmla="*/ 11 w 1563"/>
                <a:gd name="T35" fmla="*/ 202 h 657"/>
                <a:gd name="T36" fmla="*/ 2 w 1563"/>
                <a:gd name="T37" fmla="*/ 174 h 657"/>
                <a:gd name="T38" fmla="*/ 0 w 1563"/>
                <a:gd name="T39" fmla="*/ 145 h 657"/>
                <a:gd name="T40" fmla="*/ 3 w 1563"/>
                <a:gd name="T41" fmla="*/ 118 h 657"/>
                <a:gd name="T42" fmla="*/ 12 w 1563"/>
                <a:gd name="T43" fmla="*/ 91 h 657"/>
                <a:gd name="T44" fmla="*/ 25 w 1563"/>
                <a:gd name="T45" fmla="*/ 67 h 657"/>
                <a:gd name="T46" fmla="*/ 41 w 1563"/>
                <a:gd name="T47" fmla="*/ 46 h 657"/>
                <a:gd name="T48" fmla="*/ 63 w 1563"/>
                <a:gd name="T49" fmla="*/ 28 h 657"/>
                <a:gd name="T50" fmla="*/ 87 w 1563"/>
                <a:gd name="T51" fmla="*/ 15 h 657"/>
                <a:gd name="T52" fmla="*/ 115 w 1563"/>
                <a:gd name="T53" fmla="*/ 6 h 657"/>
                <a:gd name="T54" fmla="*/ 145 w 1563"/>
                <a:gd name="T55" fmla="*/ 2 h 657"/>
                <a:gd name="T56" fmla="*/ 780 w 1563"/>
                <a:gd name="T57"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3" h="657">
                  <a:moveTo>
                    <a:pt x="780" y="0"/>
                  </a:moveTo>
                  <a:lnTo>
                    <a:pt x="782" y="0"/>
                  </a:lnTo>
                  <a:lnTo>
                    <a:pt x="1417" y="2"/>
                  </a:lnTo>
                  <a:lnTo>
                    <a:pt x="1448" y="6"/>
                  </a:lnTo>
                  <a:lnTo>
                    <a:pt x="1475" y="15"/>
                  </a:lnTo>
                  <a:lnTo>
                    <a:pt x="1501" y="28"/>
                  </a:lnTo>
                  <a:lnTo>
                    <a:pt x="1521" y="46"/>
                  </a:lnTo>
                  <a:lnTo>
                    <a:pt x="1539" y="67"/>
                  </a:lnTo>
                  <a:lnTo>
                    <a:pt x="1551" y="91"/>
                  </a:lnTo>
                  <a:lnTo>
                    <a:pt x="1560" y="118"/>
                  </a:lnTo>
                  <a:lnTo>
                    <a:pt x="1563" y="145"/>
                  </a:lnTo>
                  <a:lnTo>
                    <a:pt x="1561" y="174"/>
                  </a:lnTo>
                  <a:lnTo>
                    <a:pt x="1552" y="202"/>
                  </a:lnTo>
                  <a:lnTo>
                    <a:pt x="1538" y="229"/>
                  </a:lnTo>
                  <a:lnTo>
                    <a:pt x="1254" y="657"/>
                  </a:lnTo>
                  <a:lnTo>
                    <a:pt x="310" y="657"/>
                  </a:lnTo>
                  <a:lnTo>
                    <a:pt x="25" y="229"/>
                  </a:lnTo>
                  <a:lnTo>
                    <a:pt x="11" y="202"/>
                  </a:lnTo>
                  <a:lnTo>
                    <a:pt x="2" y="174"/>
                  </a:lnTo>
                  <a:lnTo>
                    <a:pt x="0" y="145"/>
                  </a:lnTo>
                  <a:lnTo>
                    <a:pt x="3" y="118"/>
                  </a:lnTo>
                  <a:lnTo>
                    <a:pt x="12" y="91"/>
                  </a:lnTo>
                  <a:lnTo>
                    <a:pt x="25" y="67"/>
                  </a:lnTo>
                  <a:lnTo>
                    <a:pt x="41" y="46"/>
                  </a:lnTo>
                  <a:lnTo>
                    <a:pt x="63" y="28"/>
                  </a:lnTo>
                  <a:lnTo>
                    <a:pt x="87" y="15"/>
                  </a:lnTo>
                  <a:lnTo>
                    <a:pt x="115" y="6"/>
                  </a:lnTo>
                  <a:lnTo>
                    <a:pt x="145" y="2"/>
                  </a:lnTo>
                  <a:lnTo>
                    <a:pt x="7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grpSp>
        <p:nvGrpSpPr>
          <p:cNvPr id="98" name="Group 97">
            <a:extLst>
              <a:ext uri="{FF2B5EF4-FFF2-40B4-BE49-F238E27FC236}">
                <a16:creationId xmlns:a16="http://schemas.microsoft.com/office/drawing/2014/main" id="{3210D815-D3E2-461E-B186-08930EB2B703}"/>
              </a:ext>
            </a:extLst>
          </p:cNvPr>
          <p:cNvGrpSpPr/>
          <p:nvPr/>
        </p:nvGrpSpPr>
        <p:grpSpPr>
          <a:xfrm>
            <a:off x="9737119" y="1797322"/>
            <a:ext cx="713480" cy="607201"/>
            <a:chOff x="4616450" y="4732338"/>
            <a:chExt cx="638175" cy="612774"/>
          </a:xfrm>
          <a:solidFill>
            <a:schemeClr val="bg1"/>
          </a:solidFill>
        </p:grpSpPr>
        <p:sp>
          <p:nvSpPr>
            <p:cNvPr id="99" name="Freeform 50">
              <a:extLst>
                <a:ext uri="{FF2B5EF4-FFF2-40B4-BE49-F238E27FC236}">
                  <a16:creationId xmlns:a16="http://schemas.microsoft.com/office/drawing/2014/main" id="{51495E90-3174-4C6F-BDF2-FFDD62F5B39A}"/>
                </a:ext>
              </a:extLst>
            </p:cNvPr>
            <p:cNvSpPr>
              <a:spLocks noEditPoints="1"/>
            </p:cNvSpPr>
            <p:nvPr/>
          </p:nvSpPr>
          <p:spPr bwMode="auto">
            <a:xfrm>
              <a:off x="4616450" y="4883150"/>
              <a:ext cx="638175" cy="461962"/>
            </a:xfrm>
            <a:custGeom>
              <a:avLst/>
              <a:gdLst>
                <a:gd name="T0" fmla="*/ 1731 w 3614"/>
                <a:gd name="T1" fmla="*/ 469 h 2623"/>
                <a:gd name="T2" fmla="*/ 1630 w 3614"/>
                <a:gd name="T3" fmla="*/ 601 h 2623"/>
                <a:gd name="T4" fmla="*/ 1456 w 3614"/>
                <a:gd name="T5" fmla="*/ 738 h 2623"/>
                <a:gd name="T6" fmla="*/ 1390 w 3614"/>
                <a:gd name="T7" fmla="*/ 965 h 2623"/>
                <a:gd name="T8" fmla="*/ 1454 w 3614"/>
                <a:gd name="T9" fmla="*/ 1181 h 2623"/>
                <a:gd name="T10" fmla="*/ 1614 w 3614"/>
                <a:gd name="T11" fmla="*/ 1306 h 2623"/>
                <a:gd name="T12" fmla="*/ 1862 w 3614"/>
                <a:gd name="T13" fmla="*/ 1379 h 2623"/>
                <a:gd name="T14" fmla="*/ 2016 w 3614"/>
                <a:gd name="T15" fmla="*/ 1451 h 2623"/>
                <a:gd name="T16" fmla="*/ 2079 w 3614"/>
                <a:gd name="T17" fmla="*/ 1577 h 2623"/>
                <a:gd name="T18" fmla="*/ 2044 w 3614"/>
                <a:gd name="T19" fmla="*/ 1747 h 2623"/>
                <a:gd name="T20" fmla="*/ 1909 w 3614"/>
                <a:gd name="T21" fmla="*/ 1846 h 2623"/>
                <a:gd name="T22" fmla="*/ 1763 w 3614"/>
                <a:gd name="T23" fmla="*/ 1848 h 2623"/>
                <a:gd name="T24" fmla="*/ 1626 w 3614"/>
                <a:gd name="T25" fmla="*/ 1760 h 2623"/>
                <a:gd name="T26" fmla="*/ 1568 w 3614"/>
                <a:gd name="T27" fmla="*/ 1627 h 2623"/>
                <a:gd name="T28" fmla="*/ 1483 w 3614"/>
                <a:gd name="T29" fmla="*/ 1587 h 2623"/>
                <a:gd name="T30" fmla="*/ 1376 w 3614"/>
                <a:gd name="T31" fmla="*/ 1648 h 2623"/>
                <a:gd name="T32" fmla="*/ 1411 w 3614"/>
                <a:gd name="T33" fmla="*/ 1802 h 2623"/>
                <a:gd name="T34" fmla="*/ 1538 w 3614"/>
                <a:gd name="T35" fmla="*/ 1950 h 2623"/>
                <a:gd name="T36" fmla="*/ 1720 w 3614"/>
                <a:gd name="T37" fmla="*/ 2071 h 2623"/>
                <a:gd name="T38" fmla="*/ 1780 w 3614"/>
                <a:gd name="T39" fmla="*/ 2149 h 2623"/>
                <a:gd name="T40" fmla="*/ 1903 w 3614"/>
                <a:gd name="T41" fmla="*/ 2128 h 2623"/>
                <a:gd name="T42" fmla="*/ 1975 w 3614"/>
                <a:gd name="T43" fmla="*/ 2011 h 2623"/>
                <a:gd name="T44" fmla="*/ 2170 w 3614"/>
                <a:gd name="T45" fmla="*/ 1896 h 2623"/>
                <a:gd name="T46" fmla="*/ 2275 w 3614"/>
                <a:gd name="T47" fmla="*/ 1695 h 2623"/>
                <a:gd name="T48" fmla="*/ 2256 w 3614"/>
                <a:gd name="T49" fmla="*/ 1446 h 2623"/>
                <a:gd name="T50" fmla="*/ 2150 w 3614"/>
                <a:gd name="T51" fmla="*/ 1301 h 2623"/>
                <a:gd name="T52" fmla="*/ 1968 w 3614"/>
                <a:gd name="T53" fmla="*/ 1212 h 2623"/>
                <a:gd name="T54" fmla="*/ 1778 w 3614"/>
                <a:gd name="T55" fmla="*/ 1169 h 2623"/>
                <a:gd name="T56" fmla="*/ 1631 w 3614"/>
                <a:gd name="T57" fmla="*/ 1083 h 2623"/>
                <a:gd name="T58" fmla="*/ 1588 w 3614"/>
                <a:gd name="T59" fmla="*/ 953 h 2623"/>
                <a:gd name="T60" fmla="*/ 1639 w 3614"/>
                <a:gd name="T61" fmla="*/ 816 h 2623"/>
                <a:gd name="T62" fmla="*/ 1786 w 3614"/>
                <a:gd name="T63" fmla="*/ 743 h 2623"/>
                <a:gd name="T64" fmla="*/ 1944 w 3614"/>
                <a:gd name="T65" fmla="*/ 772 h 2623"/>
                <a:gd name="T66" fmla="*/ 2030 w 3614"/>
                <a:gd name="T67" fmla="*/ 884 h 2623"/>
                <a:gd name="T68" fmla="*/ 2101 w 3614"/>
                <a:gd name="T69" fmla="*/ 939 h 2623"/>
                <a:gd name="T70" fmla="*/ 2215 w 3614"/>
                <a:gd name="T71" fmla="*/ 901 h 2623"/>
                <a:gd name="T72" fmla="*/ 2212 w 3614"/>
                <a:gd name="T73" fmla="*/ 786 h 2623"/>
                <a:gd name="T74" fmla="*/ 2083 w 3614"/>
                <a:gd name="T75" fmla="*/ 638 h 2623"/>
                <a:gd name="T76" fmla="*/ 1927 w 3614"/>
                <a:gd name="T77" fmla="*/ 509 h 2623"/>
                <a:gd name="T78" fmla="*/ 1867 w 3614"/>
                <a:gd name="T79" fmla="*/ 431 h 2623"/>
                <a:gd name="T80" fmla="*/ 2380 w 3614"/>
                <a:gd name="T81" fmla="*/ 59 h 2623"/>
                <a:gd name="T82" fmla="*/ 2801 w 3614"/>
                <a:gd name="T83" fmla="*/ 452 h 2623"/>
                <a:gd name="T84" fmla="*/ 3171 w 3614"/>
                <a:gd name="T85" fmla="*/ 952 h 2623"/>
                <a:gd name="T86" fmla="*/ 3455 w 3614"/>
                <a:gd name="T87" fmla="*/ 1490 h 2623"/>
                <a:gd name="T88" fmla="*/ 3589 w 3614"/>
                <a:gd name="T89" fmla="*/ 1965 h 2623"/>
                <a:gd name="T90" fmla="*/ 3611 w 3614"/>
                <a:gd name="T91" fmla="*/ 2335 h 2623"/>
                <a:gd name="T92" fmla="*/ 3517 w 3614"/>
                <a:gd name="T93" fmla="*/ 2525 h 2623"/>
                <a:gd name="T94" fmla="*/ 3326 w 3614"/>
                <a:gd name="T95" fmla="*/ 2619 h 2623"/>
                <a:gd name="T96" fmla="*/ 204 w 3614"/>
                <a:gd name="T97" fmla="*/ 2596 h 2623"/>
                <a:gd name="T98" fmla="*/ 45 w 3614"/>
                <a:gd name="T99" fmla="*/ 2458 h 2623"/>
                <a:gd name="T100" fmla="*/ 1 w 3614"/>
                <a:gd name="T101" fmla="*/ 2215 h 2623"/>
                <a:gd name="T102" fmla="*/ 61 w 3614"/>
                <a:gd name="T103" fmla="*/ 1780 h 2623"/>
                <a:gd name="T104" fmla="*/ 261 w 3614"/>
                <a:gd name="T105" fmla="*/ 1275 h 2623"/>
                <a:gd name="T106" fmla="*/ 583 w 3614"/>
                <a:gd name="T107" fmla="*/ 744 h 2623"/>
                <a:gd name="T108" fmla="*/ 977 w 3614"/>
                <a:gd name="T109" fmla="*/ 279 h 2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14" h="2623">
                  <a:moveTo>
                    <a:pt x="1801" y="428"/>
                  </a:moveTo>
                  <a:lnTo>
                    <a:pt x="1780" y="431"/>
                  </a:lnTo>
                  <a:lnTo>
                    <a:pt x="1761" y="439"/>
                  </a:lnTo>
                  <a:lnTo>
                    <a:pt x="1744" y="452"/>
                  </a:lnTo>
                  <a:lnTo>
                    <a:pt x="1731" y="469"/>
                  </a:lnTo>
                  <a:lnTo>
                    <a:pt x="1723" y="487"/>
                  </a:lnTo>
                  <a:lnTo>
                    <a:pt x="1720" y="509"/>
                  </a:lnTo>
                  <a:lnTo>
                    <a:pt x="1720" y="576"/>
                  </a:lnTo>
                  <a:lnTo>
                    <a:pt x="1674" y="587"/>
                  </a:lnTo>
                  <a:lnTo>
                    <a:pt x="1630" y="601"/>
                  </a:lnTo>
                  <a:lnTo>
                    <a:pt x="1590" y="619"/>
                  </a:lnTo>
                  <a:lnTo>
                    <a:pt x="1552" y="641"/>
                  </a:lnTo>
                  <a:lnTo>
                    <a:pt x="1520" y="666"/>
                  </a:lnTo>
                  <a:lnTo>
                    <a:pt x="1486" y="700"/>
                  </a:lnTo>
                  <a:lnTo>
                    <a:pt x="1456" y="738"/>
                  </a:lnTo>
                  <a:lnTo>
                    <a:pt x="1433" y="777"/>
                  </a:lnTo>
                  <a:lnTo>
                    <a:pt x="1413" y="820"/>
                  </a:lnTo>
                  <a:lnTo>
                    <a:pt x="1400" y="866"/>
                  </a:lnTo>
                  <a:lnTo>
                    <a:pt x="1392" y="915"/>
                  </a:lnTo>
                  <a:lnTo>
                    <a:pt x="1390" y="965"/>
                  </a:lnTo>
                  <a:lnTo>
                    <a:pt x="1392" y="1016"/>
                  </a:lnTo>
                  <a:lnTo>
                    <a:pt x="1401" y="1063"/>
                  </a:lnTo>
                  <a:lnTo>
                    <a:pt x="1414" y="1108"/>
                  </a:lnTo>
                  <a:lnTo>
                    <a:pt x="1434" y="1151"/>
                  </a:lnTo>
                  <a:lnTo>
                    <a:pt x="1454" y="1181"/>
                  </a:lnTo>
                  <a:lnTo>
                    <a:pt x="1477" y="1210"/>
                  </a:lnTo>
                  <a:lnTo>
                    <a:pt x="1502" y="1236"/>
                  </a:lnTo>
                  <a:lnTo>
                    <a:pt x="1531" y="1259"/>
                  </a:lnTo>
                  <a:lnTo>
                    <a:pt x="1562" y="1279"/>
                  </a:lnTo>
                  <a:lnTo>
                    <a:pt x="1614" y="1306"/>
                  </a:lnTo>
                  <a:lnTo>
                    <a:pt x="1666" y="1325"/>
                  </a:lnTo>
                  <a:lnTo>
                    <a:pt x="1719" y="1343"/>
                  </a:lnTo>
                  <a:lnTo>
                    <a:pt x="1773" y="1357"/>
                  </a:lnTo>
                  <a:lnTo>
                    <a:pt x="1829" y="1370"/>
                  </a:lnTo>
                  <a:lnTo>
                    <a:pt x="1862" y="1379"/>
                  </a:lnTo>
                  <a:lnTo>
                    <a:pt x="1896" y="1388"/>
                  </a:lnTo>
                  <a:lnTo>
                    <a:pt x="1929" y="1400"/>
                  </a:lnTo>
                  <a:lnTo>
                    <a:pt x="1960" y="1414"/>
                  </a:lnTo>
                  <a:lnTo>
                    <a:pt x="1990" y="1431"/>
                  </a:lnTo>
                  <a:lnTo>
                    <a:pt x="2016" y="1451"/>
                  </a:lnTo>
                  <a:lnTo>
                    <a:pt x="2040" y="1475"/>
                  </a:lnTo>
                  <a:lnTo>
                    <a:pt x="2055" y="1496"/>
                  </a:lnTo>
                  <a:lnTo>
                    <a:pt x="2066" y="1520"/>
                  </a:lnTo>
                  <a:lnTo>
                    <a:pt x="2074" y="1547"/>
                  </a:lnTo>
                  <a:lnTo>
                    <a:pt x="2079" y="1577"/>
                  </a:lnTo>
                  <a:lnTo>
                    <a:pt x="2081" y="1609"/>
                  </a:lnTo>
                  <a:lnTo>
                    <a:pt x="2079" y="1647"/>
                  </a:lnTo>
                  <a:lnTo>
                    <a:pt x="2071" y="1683"/>
                  </a:lnTo>
                  <a:lnTo>
                    <a:pt x="2060" y="1716"/>
                  </a:lnTo>
                  <a:lnTo>
                    <a:pt x="2044" y="1747"/>
                  </a:lnTo>
                  <a:lnTo>
                    <a:pt x="2023" y="1775"/>
                  </a:lnTo>
                  <a:lnTo>
                    <a:pt x="1999" y="1799"/>
                  </a:lnTo>
                  <a:lnTo>
                    <a:pt x="1971" y="1818"/>
                  </a:lnTo>
                  <a:lnTo>
                    <a:pt x="1941" y="1834"/>
                  </a:lnTo>
                  <a:lnTo>
                    <a:pt x="1909" y="1846"/>
                  </a:lnTo>
                  <a:lnTo>
                    <a:pt x="1874" y="1854"/>
                  </a:lnTo>
                  <a:lnTo>
                    <a:pt x="1853" y="1856"/>
                  </a:lnTo>
                  <a:lnTo>
                    <a:pt x="1832" y="1857"/>
                  </a:lnTo>
                  <a:lnTo>
                    <a:pt x="1797" y="1855"/>
                  </a:lnTo>
                  <a:lnTo>
                    <a:pt x="1763" y="1848"/>
                  </a:lnTo>
                  <a:lnTo>
                    <a:pt x="1731" y="1838"/>
                  </a:lnTo>
                  <a:lnTo>
                    <a:pt x="1700" y="1824"/>
                  </a:lnTo>
                  <a:lnTo>
                    <a:pt x="1673" y="1806"/>
                  </a:lnTo>
                  <a:lnTo>
                    <a:pt x="1648" y="1784"/>
                  </a:lnTo>
                  <a:lnTo>
                    <a:pt x="1626" y="1760"/>
                  </a:lnTo>
                  <a:lnTo>
                    <a:pt x="1611" y="1738"/>
                  </a:lnTo>
                  <a:lnTo>
                    <a:pt x="1597" y="1712"/>
                  </a:lnTo>
                  <a:lnTo>
                    <a:pt x="1586" y="1682"/>
                  </a:lnTo>
                  <a:lnTo>
                    <a:pt x="1575" y="1647"/>
                  </a:lnTo>
                  <a:lnTo>
                    <a:pt x="1568" y="1627"/>
                  </a:lnTo>
                  <a:lnTo>
                    <a:pt x="1557" y="1612"/>
                  </a:lnTo>
                  <a:lnTo>
                    <a:pt x="1541" y="1599"/>
                  </a:lnTo>
                  <a:lnTo>
                    <a:pt x="1524" y="1590"/>
                  </a:lnTo>
                  <a:lnTo>
                    <a:pt x="1504" y="1586"/>
                  </a:lnTo>
                  <a:lnTo>
                    <a:pt x="1483" y="1587"/>
                  </a:lnTo>
                  <a:lnTo>
                    <a:pt x="1438" y="1594"/>
                  </a:lnTo>
                  <a:lnTo>
                    <a:pt x="1418" y="1601"/>
                  </a:lnTo>
                  <a:lnTo>
                    <a:pt x="1399" y="1613"/>
                  </a:lnTo>
                  <a:lnTo>
                    <a:pt x="1386" y="1630"/>
                  </a:lnTo>
                  <a:lnTo>
                    <a:pt x="1376" y="1648"/>
                  </a:lnTo>
                  <a:lnTo>
                    <a:pt x="1372" y="1669"/>
                  </a:lnTo>
                  <a:lnTo>
                    <a:pt x="1373" y="1691"/>
                  </a:lnTo>
                  <a:lnTo>
                    <a:pt x="1384" y="1731"/>
                  </a:lnTo>
                  <a:lnTo>
                    <a:pt x="1396" y="1767"/>
                  </a:lnTo>
                  <a:lnTo>
                    <a:pt x="1411" y="1802"/>
                  </a:lnTo>
                  <a:lnTo>
                    <a:pt x="1430" y="1834"/>
                  </a:lnTo>
                  <a:lnTo>
                    <a:pt x="1454" y="1869"/>
                  </a:lnTo>
                  <a:lnTo>
                    <a:pt x="1480" y="1900"/>
                  </a:lnTo>
                  <a:lnTo>
                    <a:pt x="1509" y="1927"/>
                  </a:lnTo>
                  <a:lnTo>
                    <a:pt x="1538" y="1950"/>
                  </a:lnTo>
                  <a:lnTo>
                    <a:pt x="1570" y="1969"/>
                  </a:lnTo>
                  <a:lnTo>
                    <a:pt x="1617" y="1990"/>
                  </a:lnTo>
                  <a:lnTo>
                    <a:pt x="1668" y="2007"/>
                  </a:lnTo>
                  <a:lnTo>
                    <a:pt x="1720" y="2019"/>
                  </a:lnTo>
                  <a:lnTo>
                    <a:pt x="1720" y="2071"/>
                  </a:lnTo>
                  <a:lnTo>
                    <a:pt x="1723" y="2093"/>
                  </a:lnTo>
                  <a:lnTo>
                    <a:pt x="1731" y="2112"/>
                  </a:lnTo>
                  <a:lnTo>
                    <a:pt x="1744" y="2128"/>
                  </a:lnTo>
                  <a:lnTo>
                    <a:pt x="1761" y="2141"/>
                  </a:lnTo>
                  <a:lnTo>
                    <a:pt x="1780" y="2149"/>
                  </a:lnTo>
                  <a:lnTo>
                    <a:pt x="1801" y="2152"/>
                  </a:lnTo>
                  <a:lnTo>
                    <a:pt x="1846" y="2152"/>
                  </a:lnTo>
                  <a:lnTo>
                    <a:pt x="1867" y="2149"/>
                  </a:lnTo>
                  <a:lnTo>
                    <a:pt x="1887" y="2141"/>
                  </a:lnTo>
                  <a:lnTo>
                    <a:pt x="1903" y="2128"/>
                  </a:lnTo>
                  <a:lnTo>
                    <a:pt x="1915" y="2112"/>
                  </a:lnTo>
                  <a:lnTo>
                    <a:pt x="1924" y="2093"/>
                  </a:lnTo>
                  <a:lnTo>
                    <a:pt x="1927" y="2071"/>
                  </a:lnTo>
                  <a:lnTo>
                    <a:pt x="1927" y="2022"/>
                  </a:lnTo>
                  <a:lnTo>
                    <a:pt x="1975" y="2011"/>
                  </a:lnTo>
                  <a:lnTo>
                    <a:pt x="2020" y="1996"/>
                  </a:lnTo>
                  <a:lnTo>
                    <a:pt x="2061" y="1977"/>
                  </a:lnTo>
                  <a:lnTo>
                    <a:pt x="2101" y="1954"/>
                  </a:lnTo>
                  <a:lnTo>
                    <a:pt x="2137" y="1927"/>
                  </a:lnTo>
                  <a:lnTo>
                    <a:pt x="2170" y="1896"/>
                  </a:lnTo>
                  <a:lnTo>
                    <a:pt x="2200" y="1861"/>
                  </a:lnTo>
                  <a:lnTo>
                    <a:pt x="2226" y="1823"/>
                  </a:lnTo>
                  <a:lnTo>
                    <a:pt x="2246" y="1782"/>
                  </a:lnTo>
                  <a:lnTo>
                    <a:pt x="2263" y="1740"/>
                  </a:lnTo>
                  <a:lnTo>
                    <a:pt x="2275" y="1695"/>
                  </a:lnTo>
                  <a:lnTo>
                    <a:pt x="2282" y="1647"/>
                  </a:lnTo>
                  <a:lnTo>
                    <a:pt x="2284" y="1598"/>
                  </a:lnTo>
                  <a:lnTo>
                    <a:pt x="2280" y="1545"/>
                  </a:lnTo>
                  <a:lnTo>
                    <a:pt x="2272" y="1494"/>
                  </a:lnTo>
                  <a:lnTo>
                    <a:pt x="2256" y="1446"/>
                  </a:lnTo>
                  <a:lnTo>
                    <a:pt x="2241" y="1412"/>
                  </a:lnTo>
                  <a:lnTo>
                    <a:pt x="2222" y="1381"/>
                  </a:lnTo>
                  <a:lnTo>
                    <a:pt x="2201" y="1352"/>
                  </a:lnTo>
                  <a:lnTo>
                    <a:pt x="2177" y="1325"/>
                  </a:lnTo>
                  <a:lnTo>
                    <a:pt x="2150" y="1301"/>
                  </a:lnTo>
                  <a:lnTo>
                    <a:pt x="2119" y="1278"/>
                  </a:lnTo>
                  <a:lnTo>
                    <a:pt x="2085" y="1257"/>
                  </a:lnTo>
                  <a:lnTo>
                    <a:pt x="2047" y="1239"/>
                  </a:lnTo>
                  <a:lnTo>
                    <a:pt x="2009" y="1224"/>
                  </a:lnTo>
                  <a:lnTo>
                    <a:pt x="1968" y="1212"/>
                  </a:lnTo>
                  <a:lnTo>
                    <a:pt x="1926" y="1202"/>
                  </a:lnTo>
                  <a:lnTo>
                    <a:pt x="1885" y="1195"/>
                  </a:lnTo>
                  <a:lnTo>
                    <a:pt x="1848" y="1187"/>
                  </a:lnTo>
                  <a:lnTo>
                    <a:pt x="1813" y="1179"/>
                  </a:lnTo>
                  <a:lnTo>
                    <a:pt x="1778" y="1169"/>
                  </a:lnTo>
                  <a:lnTo>
                    <a:pt x="1744" y="1158"/>
                  </a:lnTo>
                  <a:lnTo>
                    <a:pt x="1713" y="1144"/>
                  </a:lnTo>
                  <a:lnTo>
                    <a:pt x="1683" y="1128"/>
                  </a:lnTo>
                  <a:lnTo>
                    <a:pt x="1656" y="1108"/>
                  </a:lnTo>
                  <a:lnTo>
                    <a:pt x="1631" y="1083"/>
                  </a:lnTo>
                  <a:lnTo>
                    <a:pt x="1616" y="1061"/>
                  </a:lnTo>
                  <a:lnTo>
                    <a:pt x="1604" y="1036"/>
                  </a:lnTo>
                  <a:lnTo>
                    <a:pt x="1595" y="1011"/>
                  </a:lnTo>
                  <a:lnTo>
                    <a:pt x="1590" y="983"/>
                  </a:lnTo>
                  <a:lnTo>
                    <a:pt x="1588" y="953"/>
                  </a:lnTo>
                  <a:lnTo>
                    <a:pt x="1590" y="922"/>
                  </a:lnTo>
                  <a:lnTo>
                    <a:pt x="1596" y="893"/>
                  </a:lnTo>
                  <a:lnTo>
                    <a:pt x="1606" y="865"/>
                  </a:lnTo>
                  <a:lnTo>
                    <a:pt x="1620" y="840"/>
                  </a:lnTo>
                  <a:lnTo>
                    <a:pt x="1639" y="816"/>
                  </a:lnTo>
                  <a:lnTo>
                    <a:pt x="1662" y="794"/>
                  </a:lnTo>
                  <a:lnTo>
                    <a:pt x="1689" y="775"/>
                  </a:lnTo>
                  <a:lnTo>
                    <a:pt x="1719" y="761"/>
                  </a:lnTo>
                  <a:lnTo>
                    <a:pt x="1752" y="750"/>
                  </a:lnTo>
                  <a:lnTo>
                    <a:pt x="1786" y="743"/>
                  </a:lnTo>
                  <a:lnTo>
                    <a:pt x="1822" y="741"/>
                  </a:lnTo>
                  <a:lnTo>
                    <a:pt x="1855" y="742"/>
                  </a:lnTo>
                  <a:lnTo>
                    <a:pt x="1887" y="749"/>
                  </a:lnTo>
                  <a:lnTo>
                    <a:pt x="1916" y="759"/>
                  </a:lnTo>
                  <a:lnTo>
                    <a:pt x="1944" y="772"/>
                  </a:lnTo>
                  <a:lnTo>
                    <a:pt x="1968" y="788"/>
                  </a:lnTo>
                  <a:lnTo>
                    <a:pt x="1990" y="809"/>
                  </a:lnTo>
                  <a:lnTo>
                    <a:pt x="2005" y="830"/>
                  </a:lnTo>
                  <a:lnTo>
                    <a:pt x="2020" y="855"/>
                  </a:lnTo>
                  <a:lnTo>
                    <a:pt x="2030" y="884"/>
                  </a:lnTo>
                  <a:lnTo>
                    <a:pt x="2039" y="901"/>
                  </a:lnTo>
                  <a:lnTo>
                    <a:pt x="2050" y="916"/>
                  </a:lnTo>
                  <a:lnTo>
                    <a:pt x="2066" y="927"/>
                  </a:lnTo>
                  <a:lnTo>
                    <a:pt x="2082" y="934"/>
                  </a:lnTo>
                  <a:lnTo>
                    <a:pt x="2101" y="939"/>
                  </a:lnTo>
                  <a:lnTo>
                    <a:pt x="2119" y="938"/>
                  </a:lnTo>
                  <a:lnTo>
                    <a:pt x="2163" y="932"/>
                  </a:lnTo>
                  <a:lnTo>
                    <a:pt x="2183" y="925"/>
                  </a:lnTo>
                  <a:lnTo>
                    <a:pt x="2200" y="916"/>
                  </a:lnTo>
                  <a:lnTo>
                    <a:pt x="2215" y="901"/>
                  </a:lnTo>
                  <a:lnTo>
                    <a:pt x="2226" y="884"/>
                  </a:lnTo>
                  <a:lnTo>
                    <a:pt x="2231" y="865"/>
                  </a:lnTo>
                  <a:lnTo>
                    <a:pt x="2232" y="844"/>
                  </a:lnTo>
                  <a:lnTo>
                    <a:pt x="2228" y="824"/>
                  </a:lnTo>
                  <a:lnTo>
                    <a:pt x="2212" y="786"/>
                  </a:lnTo>
                  <a:lnTo>
                    <a:pt x="2193" y="751"/>
                  </a:lnTo>
                  <a:lnTo>
                    <a:pt x="2170" y="718"/>
                  </a:lnTo>
                  <a:lnTo>
                    <a:pt x="2143" y="688"/>
                  </a:lnTo>
                  <a:lnTo>
                    <a:pt x="2115" y="661"/>
                  </a:lnTo>
                  <a:lnTo>
                    <a:pt x="2083" y="638"/>
                  </a:lnTo>
                  <a:lnTo>
                    <a:pt x="2048" y="618"/>
                  </a:lnTo>
                  <a:lnTo>
                    <a:pt x="2011" y="600"/>
                  </a:lnTo>
                  <a:lnTo>
                    <a:pt x="1970" y="587"/>
                  </a:lnTo>
                  <a:lnTo>
                    <a:pt x="1927" y="577"/>
                  </a:lnTo>
                  <a:lnTo>
                    <a:pt x="1927" y="509"/>
                  </a:lnTo>
                  <a:lnTo>
                    <a:pt x="1924" y="488"/>
                  </a:lnTo>
                  <a:lnTo>
                    <a:pt x="1916" y="469"/>
                  </a:lnTo>
                  <a:lnTo>
                    <a:pt x="1903" y="452"/>
                  </a:lnTo>
                  <a:lnTo>
                    <a:pt x="1887" y="439"/>
                  </a:lnTo>
                  <a:lnTo>
                    <a:pt x="1867" y="431"/>
                  </a:lnTo>
                  <a:lnTo>
                    <a:pt x="1846" y="428"/>
                  </a:lnTo>
                  <a:lnTo>
                    <a:pt x="1801" y="428"/>
                  </a:lnTo>
                  <a:close/>
                  <a:moveTo>
                    <a:pt x="1321" y="0"/>
                  </a:moveTo>
                  <a:lnTo>
                    <a:pt x="2292" y="0"/>
                  </a:lnTo>
                  <a:lnTo>
                    <a:pt x="2380" y="59"/>
                  </a:lnTo>
                  <a:lnTo>
                    <a:pt x="2467" y="126"/>
                  </a:lnTo>
                  <a:lnTo>
                    <a:pt x="2553" y="199"/>
                  </a:lnTo>
                  <a:lnTo>
                    <a:pt x="2638" y="279"/>
                  </a:lnTo>
                  <a:lnTo>
                    <a:pt x="2720" y="363"/>
                  </a:lnTo>
                  <a:lnTo>
                    <a:pt x="2801" y="452"/>
                  </a:lnTo>
                  <a:lnTo>
                    <a:pt x="2880" y="547"/>
                  </a:lnTo>
                  <a:lnTo>
                    <a:pt x="2957" y="643"/>
                  </a:lnTo>
                  <a:lnTo>
                    <a:pt x="3031" y="744"/>
                  </a:lnTo>
                  <a:lnTo>
                    <a:pt x="3103" y="848"/>
                  </a:lnTo>
                  <a:lnTo>
                    <a:pt x="3171" y="952"/>
                  </a:lnTo>
                  <a:lnTo>
                    <a:pt x="3235" y="1059"/>
                  </a:lnTo>
                  <a:lnTo>
                    <a:pt x="3296" y="1167"/>
                  </a:lnTo>
                  <a:lnTo>
                    <a:pt x="3354" y="1275"/>
                  </a:lnTo>
                  <a:lnTo>
                    <a:pt x="3406" y="1382"/>
                  </a:lnTo>
                  <a:lnTo>
                    <a:pt x="3455" y="1490"/>
                  </a:lnTo>
                  <a:lnTo>
                    <a:pt x="3494" y="1588"/>
                  </a:lnTo>
                  <a:lnTo>
                    <a:pt x="3526" y="1684"/>
                  </a:lnTo>
                  <a:lnTo>
                    <a:pt x="3552" y="1780"/>
                  </a:lnTo>
                  <a:lnTo>
                    <a:pt x="3573" y="1873"/>
                  </a:lnTo>
                  <a:lnTo>
                    <a:pt x="3589" y="1965"/>
                  </a:lnTo>
                  <a:lnTo>
                    <a:pt x="3600" y="2052"/>
                  </a:lnTo>
                  <a:lnTo>
                    <a:pt x="3608" y="2136"/>
                  </a:lnTo>
                  <a:lnTo>
                    <a:pt x="3613" y="2215"/>
                  </a:lnTo>
                  <a:lnTo>
                    <a:pt x="3614" y="2289"/>
                  </a:lnTo>
                  <a:lnTo>
                    <a:pt x="3611" y="2335"/>
                  </a:lnTo>
                  <a:lnTo>
                    <a:pt x="3603" y="2378"/>
                  </a:lnTo>
                  <a:lnTo>
                    <a:pt x="3588" y="2419"/>
                  </a:lnTo>
                  <a:lnTo>
                    <a:pt x="3569" y="2458"/>
                  </a:lnTo>
                  <a:lnTo>
                    <a:pt x="3545" y="2493"/>
                  </a:lnTo>
                  <a:lnTo>
                    <a:pt x="3517" y="2525"/>
                  </a:lnTo>
                  <a:lnTo>
                    <a:pt x="3484" y="2553"/>
                  </a:lnTo>
                  <a:lnTo>
                    <a:pt x="3449" y="2577"/>
                  </a:lnTo>
                  <a:lnTo>
                    <a:pt x="3411" y="2596"/>
                  </a:lnTo>
                  <a:lnTo>
                    <a:pt x="3369" y="2610"/>
                  </a:lnTo>
                  <a:lnTo>
                    <a:pt x="3326" y="2619"/>
                  </a:lnTo>
                  <a:lnTo>
                    <a:pt x="3280" y="2623"/>
                  </a:lnTo>
                  <a:lnTo>
                    <a:pt x="333" y="2623"/>
                  </a:lnTo>
                  <a:lnTo>
                    <a:pt x="288" y="2619"/>
                  </a:lnTo>
                  <a:lnTo>
                    <a:pt x="244" y="2610"/>
                  </a:lnTo>
                  <a:lnTo>
                    <a:pt x="204" y="2596"/>
                  </a:lnTo>
                  <a:lnTo>
                    <a:pt x="164" y="2577"/>
                  </a:lnTo>
                  <a:lnTo>
                    <a:pt x="129" y="2553"/>
                  </a:lnTo>
                  <a:lnTo>
                    <a:pt x="98" y="2525"/>
                  </a:lnTo>
                  <a:lnTo>
                    <a:pt x="69" y="2493"/>
                  </a:lnTo>
                  <a:lnTo>
                    <a:pt x="45" y="2458"/>
                  </a:lnTo>
                  <a:lnTo>
                    <a:pt x="26" y="2419"/>
                  </a:lnTo>
                  <a:lnTo>
                    <a:pt x="12" y="2378"/>
                  </a:lnTo>
                  <a:lnTo>
                    <a:pt x="3" y="2335"/>
                  </a:lnTo>
                  <a:lnTo>
                    <a:pt x="0" y="2289"/>
                  </a:lnTo>
                  <a:lnTo>
                    <a:pt x="1" y="2215"/>
                  </a:lnTo>
                  <a:lnTo>
                    <a:pt x="5" y="2136"/>
                  </a:lnTo>
                  <a:lnTo>
                    <a:pt x="13" y="2052"/>
                  </a:lnTo>
                  <a:lnTo>
                    <a:pt x="25" y="1965"/>
                  </a:lnTo>
                  <a:lnTo>
                    <a:pt x="41" y="1873"/>
                  </a:lnTo>
                  <a:lnTo>
                    <a:pt x="61" y="1780"/>
                  </a:lnTo>
                  <a:lnTo>
                    <a:pt x="88" y="1684"/>
                  </a:lnTo>
                  <a:lnTo>
                    <a:pt x="121" y="1588"/>
                  </a:lnTo>
                  <a:lnTo>
                    <a:pt x="159" y="1490"/>
                  </a:lnTo>
                  <a:lnTo>
                    <a:pt x="208" y="1382"/>
                  </a:lnTo>
                  <a:lnTo>
                    <a:pt x="261" y="1275"/>
                  </a:lnTo>
                  <a:lnTo>
                    <a:pt x="318" y="1167"/>
                  </a:lnTo>
                  <a:lnTo>
                    <a:pt x="379" y="1059"/>
                  </a:lnTo>
                  <a:lnTo>
                    <a:pt x="444" y="952"/>
                  </a:lnTo>
                  <a:lnTo>
                    <a:pt x="512" y="848"/>
                  </a:lnTo>
                  <a:lnTo>
                    <a:pt x="583" y="744"/>
                  </a:lnTo>
                  <a:lnTo>
                    <a:pt x="657" y="643"/>
                  </a:lnTo>
                  <a:lnTo>
                    <a:pt x="733" y="547"/>
                  </a:lnTo>
                  <a:lnTo>
                    <a:pt x="812" y="452"/>
                  </a:lnTo>
                  <a:lnTo>
                    <a:pt x="894" y="363"/>
                  </a:lnTo>
                  <a:lnTo>
                    <a:pt x="977" y="279"/>
                  </a:lnTo>
                  <a:lnTo>
                    <a:pt x="1061" y="199"/>
                  </a:lnTo>
                  <a:lnTo>
                    <a:pt x="1147" y="126"/>
                  </a:lnTo>
                  <a:lnTo>
                    <a:pt x="1233" y="59"/>
                  </a:lnTo>
                  <a:lnTo>
                    <a:pt x="1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00" name="Freeform 51">
              <a:extLst>
                <a:ext uri="{FF2B5EF4-FFF2-40B4-BE49-F238E27FC236}">
                  <a16:creationId xmlns:a16="http://schemas.microsoft.com/office/drawing/2014/main" id="{0E97AC2D-46FB-4318-82FA-AA19CB567281}"/>
                </a:ext>
              </a:extLst>
            </p:cNvPr>
            <p:cNvSpPr>
              <a:spLocks/>
            </p:cNvSpPr>
            <p:nvPr/>
          </p:nvSpPr>
          <p:spPr bwMode="auto">
            <a:xfrm>
              <a:off x="4800600" y="4732338"/>
              <a:ext cx="276225" cy="115887"/>
            </a:xfrm>
            <a:custGeom>
              <a:avLst/>
              <a:gdLst>
                <a:gd name="T0" fmla="*/ 780 w 1563"/>
                <a:gd name="T1" fmla="*/ 0 h 657"/>
                <a:gd name="T2" fmla="*/ 782 w 1563"/>
                <a:gd name="T3" fmla="*/ 0 h 657"/>
                <a:gd name="T4" fmla="*/ 1417 w 1563"/>
                <a:gd name="T5" fmla="*/ 2 h 657"/>
                <a:gd name="T6" fmla="*/ 1448 w 1563"/>
                <a:gd name="T7" fmla="*/ 6 h 657"/>
                <a:gd name="T8" fmla="*/ 1475 w 1563"/>
                <a:gd name="T9" fmla="*/ 15 h 657"/>
                <a:gd name="T10" fmla="*/ 1501 w 1563"/>
                <a:gd name="T11" fmla="*/ 28 h 657"/>
                <a:gd name="T12" fmla="*/ 1521 w 1563"/>
                <a:gd name="T13" fmla="*/ 46 h 657"/>
                <a:gd name="T14" fmla="*/ 1539 w 1563"/>
                <a:gd name="T15" fmla="*/ 67 h 657"/>
                <a:gd name="T16" fmla="*/ 1551 w 1563"/>
                <a:gd name="T17" fmla="*/ 91 h 657"/>
                <a:gd name="T18" fmla="*/ 1560 w 1563"/>
                <a:gd name="T19" fmla="*/ 118 h 657"/>
                <a:gd name="T20" fmla="*/ 1563 w 1563"/>
                <a:gd name="T21" fmla="*/ 145 h 657"/>
                <a:gd name="T22" fmla="*/ 1561 w 1563"/>
                <a:gd name="T23" fmla="*/ 174 h 657"/>
                <a:gd name="T24" fmla="*/ 1552 w 1563"/>
                <a:gd name="T25" fmla="*/ 202 h 657"/>
                <a:gd name="T26" fmla="*/ 1538 w 1563"/>
                <a:gd name="T27" fmla="*/ 229 h 657"/>
                <a:gd name="T28" fmla="*/ 1254 w 1563"/>
                <a:gd name="T29" fmla="*/ 657 h 657"/>
                <a:gd name="T30" fmla="*/ 310 w 1563"/>
                <a:gd name="T31" fmla="*/ 657 h 657"/>
                <a:gd name="T32" fmla="*/ 25 w 1563"/>
                <a:gd name="T33" fmla="*/ 229 h 657"/>
                <a:gd name="T34" fmla="*/ 11 w 1563"/>
                <a:gd name="T35" fmla="*/ 202 h 657"/>
                <a:gd name="T36" fmla="*/ 2 w 1563"/>
                <a:gd name="T37" fmla="*/ 174 h 657"/>
                <a:gd name="T38" fmla="*/ 0 w 1563"/>
                <a:gd name="T39" fmla="*/ 145 h 657"/>
                <a:gd name="T40" fmla="*/ 3 w 1563"/>
                <a:gd name="T41" fmla="*/ 118 h 657"/>
                <a:gd name="T42" fmla="*/ 12 w 1563"/>
                <a:gd name="T43" fmla="*/ 91 h 657"/>
                <a:gd name="T44" fmla="*/ 25 w 1563"/>
                <a:gd name="T45" fmla="*/ 67 h 657"/>
                <a:gd name="T46" fmla="*/ 41 w 1563"/>
                <a:gd name="T47" fmla="*/ 46 h 657"/>
                <a:gd name="T48" fmla="*/ 63 w 1563"/>
                <a:gd name="T49" fmla="*/ 28 h 657"/>
                <a:gd name="T50" fmla="*/ 87 w 1563"/>
                <a:gd name="T51" fmla="*/ 15 h 657"/>
                <a:gd name="T52" fmla="*/ 115 w 1563"/>
                <a:gd name="T53" fmla="*/ 6 h 657"/>
                <a:gd name="T54" fmla="*/ 145 w 1563"/>
                <a:gd name="T55" fmla="*/ 2 h 657"/>
                <a:gd name="T56" fmla="*/ 780 w 1563"/>
                <a:gd name="T57"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3" h="657">
                  <a:moveTo>
                    <a:pt x="780" y="0"/>
                  </a:moveTo>
                  <a:lnTo>
                    <a:pt x="782" y="0"/>
                  </a:lnTo>
                  <a:lnTo>
                    <a:pt x="1417" y="2"/>
                  </a:lnTo>
                  <a:lnTo>
                    <a:pt x="1448" y="6"/>
                  </a:lnTo>
                  <a:lnTo>
                    <a:pt x="1475" y="15"/>
                  </a:lnTo>
                  <a:lnTo>
                    <a:pt x="1501" y="28"/>
                  </a:lnTo>
                  <a:lnTo>
                    <a:pt x="1521" y="46"/>
                  </a:lnTo>
                  <a:lnTo>
                    <a:pt x="1539" y="67"/>
                  </a:lnTo>
                  <a:lnTo>
                    <a:pt x="1551" y="91"/>
                  </a:lnTo>
                  <a:lnTo>
                    <a:pt x="1560" y="118"/>
                  </a:lnTo>
                  <a:lnTo>
                    <a:pt x="1563" y="145"/>
                  </a:lnTo>
                  <a:lnTo>
                    <a:pt x="1561" y="174"/>
                  </a:lnTo>
                  <a:lnTo>
                    <a:pt x="1552" y="202"/>
                  </a:lnTo>
                  <a:lnTo>
                    <a:pt x="1538" y="229"/>
                  </a:lnTo>
                  <a:lnTo>
                    <a:pt x="1254" y="657"/>
                  </a:lnTo>
                  <a:lnTo>
                    <a:pt x="310" y="657"/>
                  </a:lnTo>
                  <a:lnTo>
                    <a:pt x="25" y="229"/>
                  </a:lnTo>
                  <a:lnTo>
                    <a:pt x="11" y="202"/>
                  </a:lnTo>
                  <a:lnTo>
                    <a:pt x="2" y="174"/>
                  </a:lnTo>
                  <a:lnTo>
                    <a:pt x="0" y="145"/>
                  </a:lnTo>
                  <a:lnTo>
                    <a:pt x="3" y="118"/>
                  </a:lnTo>
                  <a:lnTo>
                    <a:pt x="12" y="91"/>
                  </a:lnTo>
                  <a:lnTo>
                    <a:pt x="25" y="67"/>
                  </a:lnTo>
                  <a:lnTo>
                    <a:pt x="41" y="46"/>
                  </a:lnTo>
                  <a:lnTo>
                    <a:pt x="63" y="28"/>
                  </a:lnTo>
                  <a:lnTo>
                    <a:pt x="87" y="15"/>
                  </a:lnTo>
                  <a:lnTo>
                    <a:pt x="115" y="6"/>
                  </a:lnTo>
                  <a:lnTo>
                    <a:pt x="145" y="2"/>
                  </a:lnTo>
                  <a:lnTo>
                    <a:pt x="7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sp>
        <p:nvSpPr>
          <p:cNvPr id="92" name="TextBox 91">
            <a:extLst>
              <a:ext uri="{FF2B5EF4-FFF2-40B4-BE49-F238E27FC236}">
                <a16:creationId xmlns:a16="http://schemas.microsoft.com/office/drawing/2014/main" id="{BDD6BAAA-A649-4CFA-A2E7-4D11A5BD6FF7}"/>
              </a:ext>
            </a:extLst>
          </p:cNvPr>
          <p:cNvSpPr txBox="1"/>
          <p:nvPr/>
        </p:nvSpPr>
        <p:spPr>
          <a:xfrm>
            <a:off x="7380259" y="2737800"/>
            <a:ext cx="3667244" cy="2554545"/>
          </a:xfrm>
          <a:prstGeom prst="rect">
            <a:avLst/>
          </a:prstGeom>
          <a:noFill/>
        </p:spPr>
        <p:txBody>
          <a:bodyPr wrap="square" rtlCol="0">
            <a:spAutoFit/>
          </a:bodyPr>
          <a:lstStyle/>
          <a:p>
            <a:pPr algn="just"/>
            <a:r>
              <a:rPr lang="en-US" sz="2000" dirty="0">
                <a:solidFill>
                  <a:schemeClr val="bg1"/>
                </a:solidFill>
                <a:latin typeface="Arial" panose="020B0604020202020204" pitchFamily="34" charset="0"/>
                <a:ea typeface="Calibri" charset="0"/>
                <a:cs typeface="Arial" panose="020B0604020202020204" pitchFamily="34" charset="0"/>
              </a:rPr>
              <a:t>The proportion of true results (both true positives and true negatives) among the total number of cases examined.</a:t>
            </a:r>
          </a:p>
          <a:p>
            <a:pPr algn="just"/>
            <a:endParaRPr lang="en-US" sz="2000" dirty="0">
              <a:solidFill>
                <a:schemeClr val="bg1"/>
              </a:solidFill>
              <a:latin typeface="Arial" panose="020B0604020202020204" pitchFamily="34" charset="0"/>
              <a:ea typeface="Calibri" charset="0"/>
              <a:cs typeface="Arial" panose="020B0604020202020204" pitchFamily="34" charset="0"/>
            </a:endParaRPr>
          </a:p>
          <a:p>
            <a:pPr algn="just"/>
            <a:r>
              <a:rPr lang="en-US" sz="2000" dirty="0">
                <a:solidFill>
                  <a:schemeClr val="bg1"/>
                </a:solidFill>
                <a:latin typeface="Arial" panose="020B0604020202020204" pitchFamily="34" charset="0"/>
                <a:ea typeface="Calibri" charset="0"/>
                <a:cs typeface="Arial" panose="020B0604020202020204" pitchFamily="34" charset="0"/>
              </a:rPr>
              <a:t>Take it as a percentage number for both true and negative</a:t>
            </a:r>
          </a:p>
        </p:txBody>
      </p:sp>
      <p:pic>
        <p:nvPicPr>
          <p:cNvPr id="90" name="Picture 89">
            <a:extLst>
              <a:ext uri="{FF2B5EF4-FFF2-40B4-BE49-F238E27FC236}">
                <a16:creationId xmlns:a16="http://schemas.microsoft.com/office/drawing/2014/main" id="{D0106DBB-A8E5-4778-8967-931B0A5F66B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24655"/>
            <a:ext cx="1606471" cy="1606471"/>
          </a:xfrm>
          <a:prstGeom prst="rect">
            <a:avLst/>
          </a:prstGeom>
        </p:spPr>
      </p:pic>
    </p:spTree>
    <p:extLst>
      <p:ext uri="{BB962C8B-B14F-4D97-AF65-F5344CB8AC3E}">
        <p14:creationId xmlns:p14="http://schemas.microsoft.com/office/powerpoint/2010/main" val="1204785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 name="Freeform 7">
            <a:extLst>
              <a:ext uri="{FF2B5EF4-FFF2-40B4-BE49-F238E27FC236}">
                <a16:creationId xmlns:a16="http://schemas.microsoft.com/office/drawing/2014/main" id="{5423A0AD-9A7C-43C8-8496-7FDAD6AEFE37}"/>
              </a:ext>
            </a:extLst>
          </p:cNvPr>
          <p:cNvSpPr>
            <a:spLocks/>
          </p:cNvSpPr>
          <p:nvPr/>
        </p:nvSpPr>
        <p:spPr bwMode="auto">
          <a:xfrm rot="16200000" flipH="1">
            <a:off x="3400538" y="3925149"/>
            <a:ext cx="3349175" cy="717388"/>
          </a:xfrm>
          <a:custGeom>
            <a:avLst/>
            <a:gdLst>
              <a:gd name="T0" fmla="*/ 1972 w 1972"/>
              <a:gd name="T1" fmla="*/ 185 h 369"/>
              <a:gd name="T2" fmla="*/ 1778 w 1972"/>
              <a:gd name="T3" fmla="*/ 0 h 369"/>
              <a:gd name="T4" fmla="*/ 1778 w 1972"/>
              <a:gd name="T5" fmla="*/ 0 h 369"/>
              <a:gd name="T6" fmla="*/ 0 w 1972"/>
              <a:gd name="T7" fmla="*/ 0 h 369"/>
              <a:gd name="T8" fmla="*/ 0 w 1972"/>
              <a:gd name="T9" fmla="*/ 369 h 369"/>
              <a:gd name="T10" fmla="*/ 1778 w 1972"/>
              <a:gd name="T11" fmla="*/ 369 h 369"/>
              <a:gd name="T12" fmla="*/ 1778 w 1972"/>
              <a:gd name="T13" fmla="*/ 369 h 369"/>
              <a:gd name="T14" fmla="*/ 1972 w 1972"/>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72" h="369">
                <a:moveTo>
                  <a:pt x="1972" y="185"/>
                </a:moveTo>
                <a:lnTo>
                  <a:pt x="1778" y="0"/>
                </a:lnTo>
                <a:lnTo>
                  <a:pt x="1778" y="0"/>
                </a:lnTo>
                <a:lnTo>
                  <a:pt x="0" y="0"/>
                </a:lnTo>
                <a:lnTo>
                  <a:pt x="0" y="369"/>
                </a:lnTo>
                <a:lnTo>
                  <a:pt x="1778" y="369"/>
                </a:lnTo>
                <a:lnTo>
                  <a:pt x="1778" y="369"/>
                </a:lnTo>
                <a:lnTo>
                  <a:pt x="1972" y="18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3" name="Freeform 8">
            <a:extLst>
              <a:ext uri="{FF2B5EF4-FFF2-40B4-BE49-F238E27FC236}">
                <a16:creationId xmlns:a16="http://schemas.microsoft.com/office/drawing/2014/main" id="{DD69FB82-B1E5-4C13-AEA4-7BA1FF9826A1}"/>
              </a:ext>
            </a:extLst>
          </p:cNvPr>
          <p:cNvSpPr>
            <a:spLocks/>
          </p:cNvSpPr>
          <p:nvPr/>
        </p:nvSpPr>
        <p:spPr bwMode="auto">
          <a:xfrm rot="16200000" flipH="1">
            <a:off x="3074251" y="3536040"/>
            <a:ext cx="2569626" cy="716059"/>
          </a:xfrm>
          <a:custGeom>
            <a:avLst/>
            <a:gdLst>
              <a:gd name="T0" fmla="*/ 1513 w 1513"/>
              <a:gd name="T1" fmla="*/ 185 h 372"/>
              <a:gd name="T2" fmla="*/ 1319 w 1513"/>
              <a:gd name="T3" fmla="*/ 0 h 372"/>
              <a:gd name="T4" fmla="*/ 1319 w 1513"/>
              <a:gd name="T5" fmla="*/ 0 h 372"/>
              <a:gd name="T6" fmla="*/ 0 w 1513"/>
              <a:gd name="T7" fmla="*/ 0 h 372"/>
              <a:gd name="T8" fmla="*/ 0 w 1513"/>
              <a:gd name="T9" fmla="*/ 372 h 372"/>
              <a:gd name="T10" fmla="*/ 1319 w 1513"/>
              <a:gd name="T11" fmla="*/ 372 h 372"/>
              <a:gd name="T12" fmla="*/ 1319 w 1513"/>
              <a:gd name="T13" fmla="*/ 369 h 372"/>
              <a:gd name="T14" fmla="*/ 1513 w 1513"/>
              <a:gd name="T15" fmla="*/ 185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3" h="372">
                <a:moveTo>
                  <a:pt x="1513" y="185"/>
                </a:moveTo>
                <a:lnTo>
                  <a:pt x="1319" y="0"/>
                </a:lnTo>
                <a:lnTo>
                  <a:pt x="1319" y="0"/>
                </a:lnTo>
                <a:lnTo>
                  <a:pt x="0" y="0"/>
                </a:lnTo>
                <a:lnTo>
                  <a:pt x="0" y="372"/>
                </a:lnTo>
                <a:lnTo>
                  <a:pt x="1319" y="372"/>
                </a:lnTo>
                <a:lnTo>
                  <a:pt x="1319" y="369"/>
                </a:lnTo>
                <a:lnTo>
                  <a:pt x="1513" y="185"/>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4" name="Freeform 9">
            <a:extLst>
              <a:ext uri="{FF2B5EF4-FFF2-40B4-BE49-F238E27FC236}">
                <a16:creationId xmlns:a16="http://schemas.microsoft.com/office/drawing/2014/main" id="{8BA8427A-192D-4960-A9CB-1748DA1C3A55}"/>
              </a:ext>
            </a:extLst>
          </p:cNvPr>
          <p:cNvSpPr>
            <a:spLocks/>
          </p:cNvSpPr>
          <p:nvPr/>
        </p:nvSpPr>
        <p:spPr bwMode="auto">
          <a:xfrm rot="16200000" flipH="1">
            <a:off x="753908" y="3715278"/>
            <a:ext cx="2931378" cy="719332"/>
          </a:xfrm>
          <a:custGeom>
            <a:avLst/>
            <a:gdLst>
              <a:gd name="T0" fmla="*/ 1726 w 1726"/>
              <a:gd name="T1" fmla="*/ 185 h 370"/>
              <a:gd name="T2" fmla="*/ 1530 w 1726"/>
              <a:gd name="T3" fmla="*/ 0 h 370"/>
              <a:gd name="T4" fmla="*/ 1530 w 1726"/>
              <a:gd name="T5" fmla="*/ 0 h 370"/>
              <a:gd name="T6" fmla="*/ 0 w 1726"/>
              <a:gd name="T7" fmla="*/ 0 h 370"/>
              <a:gd name="T8" fmla="*/ 0 w 1726"/>
              <a:gd name="T9" fmla="*/ 370 h 370"/>
              <a:gd name="T10" fmla="*/ 1530 w 1726"/>
              <a:gd name="T11" fmla="*/ 370 h 370"/>
              <a:gd name="T12" fmla="*/ 1530 w 1726"/>
              <a:gd name="T13" fmla="*/ 370 h 370"/>
              <a:gd name="T14" fmla="*/ 1726 w 1726"/>
              <a:gd name="T15" fmla="*/ 185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6" h="370">
                <a:moveTo>
                  <a:pt x="1726" y="185"/>
                </a:moveTo>
                <a:lnTo>
                  <a:pt x="1530" y="0"/>
                </a:lnTo>
                <a:lnTo>
                  <a:pt x="1530" y="0"/>
                </a:lnTo>
                <a:lnTo>
                  <a:pt x="0" y="0"/>
                </a:lnTo>
                <a:lnTo>
                  <a:pt x="0" y="370"/>
                </a:lnTo>
                <a:lnTo>
                  <a:pt x="1530" y="370"/>
                </a:lnTo>
                <a:lnTo>
                  <a:pt x="1530" y="370"/>
                </a:lnTo>
                <a:lnTo>
                  <a:pt x="1726" y="185"/>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5" name="Freeform 10">
            <a:extLst>
              <a:ext uri="{FF2B5EF4-FFF2-40B4-BE49-F238E27FC236}">
                <a16:creationId xmlns:a16="http://schemas.microsoft.com/office/drawing/2014/main" id="{62CAE9B6-58BB-4D52-800E-056F79D2A88B}"/>
              </a:ext>
            </a:extLst>
          </p:cNvPr>
          <p:cNvSpPr>
            <a:spLocks/>
          </p:cNvSpPr>
          <p:nvPr/>
        </p:nvSpPr>
        <p:spPr bwMode="auto">
          <a:xfrm rot="16200000" flipH="1">
            <a:off x="-241808" y="3995560"/>
            <a:ext cx="3486745" cy="714134"/>
          </a:xfrm>
          <a:custGeom>
            <a:avLst/>
            <a:gdLst>
              <a:gd name="T0" fmla="*/ 2053 w 2053"/>
              <a:gd name="T1" fmla="*/ 187 h 371"/>
              <a:gd name="T2" fmla="*/ 1859 w 2053"/>
              <a:gd name="T3" fmla="*/ 2 h 371"/>
              <a:gd name="T4" fmla="*/ 1859 w 2053"/>
              <a:gd name="T5" fmla="*/ 0 h 371"/>
              <a:gd name="T6" fmla="*/ 0 w 2053"/>
              <a:gd name="T7" fmla="*/ 0 h 371"/>
              <a:gd name="T8" fmla="*/ 0 w 2053"/>
              <a:gd name="T9" fmla="*/ 371 h 371"/>
              <a:gd name="T10" fmla="*/ 1859 w 2053"/>
              <a:gd name="T11" fmla="*/ 371 h 371"/>
              <a:gd name="T12" fmla="*/ 1859 w 2053"/>
              <a:gd name="T13" fmla="*/ 371 h 371"/>
              <a:gd name="T14" fmla="*/ 2053 w 2053"/>
              <a:gd name="T15" fmla="*/ 187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3" h="371">
                <a:moveTo>
                  <a:pt x="2053" y="187"/>
                </a:moveTo>
                <a:lnTo>
                  <a:pt x="1859" y="2"/>
                </a:lnTo>
                <a:lnTo>
                  <a:pt x="1859" y="0"/>
                </a:lnTo>
                <a:lnTo>
                  <a:pt x="0" y="0"/>
                </a:lnTo>
                <a:lnTo>
                  <a:pt x="0" y="371"/>
                </a:lnTo>
                <a:lnTo>
                  <a:pt x="1859" y="371"/>
                </a:lnTo>
                <a:lnTo>
                  <a:pt x="1859" y="371"/>
                </a:lnTo>
                <a:lnTo>
                  <a:pt x="2053" y="187"/>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6" name="Freeform 11">
            <a:extLst>
              <a:ext uri="{FF2B5EF4-FFF2-40B4-BE49-F238E27FC236}">
                <a16:creationId xmlns:a16="http://schemas.microsoft.com/office/drawing/2014/main" id="{54F545C4-536D-436D-ADF5-C81F0B624608}"/>
              </a:ext>
            </a:extLst>
          </p:cNvPr>
          <p:cNvSpPr>
            <a:spLocks/>
          </p:cNvSpPr>
          <p:nvPr/>
        </p:nvSpPr>
        <p:spPr bwMode="auto">
          <a:xfrm rot="16200000" flipH="1">
            <a:off x="1375831" y="3808117"/>
            <a:ext cx="3108008" cy="710285"/>
          </a:xfrm>
          <a:custGeom>
            <a:avLst/>
            <a:gdLst>
              <a:gd name="T0" fmla="*/ 1830 w 1830"/>
              <a:gd name="T1" fmla="*/ 185 h 369"/>
              <a:gd name="T2" fmla="*/ 1636 w 1830"/>
              <a:gd name="T3" fmla="*/ 0 h 369"/>
              <a:gd name="T4" fmla="*/ 1636 w 1830"/>
              <a:gd name="T5" fmla="*/ 0 h 369"/>
              <a:gd name="T6" fmla="*/ 0 w 1830"/>
              <a:gd name="T7" fmla="*/ 0 h 369"/>
              <a:gd name="T8" fmla="*/ 0 w 1830"/>
              <a:gd name="T9" fmla="*/ 369 h 369"/>
              <a:gd name="T10" fmla="*/ 1636 w 1830"/>
              <a:gd name="T11" fmla="*/ 369 h 369"/>
              <a:gd name="T12" fmla="*/ 1636 w 1830"/>
              <a:gd name="T13" fmla="*/ 369 h 369"/>
              <a:gd name="T14" fmla="*/ 1830 w 1830"/>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0" h="369">
                <a:moveTo>
                  <a:pt x="1830" y="185"/>
                </a:moveTo>
                <a:lnTo>
                  <a:pt x="1636" y="0"/>
                </a:lnTo>
                <a:lnTo>
                  <a:pt x="1636" y="0"/>
                </a:lnTo>
                <a:lnTo>
                  <a:pt x="0" y="0"/>
                </a:lnTo>
                <a:lnTo>
                  <a:pt x="0" y="369"/>
                </a:lnTo>
                <a:lnTo>
                  <a:pt x="1636" y="369"/>
                </a:lnTo>
                <a:lnTo>
                  <a:pt x="1636" y="369"/>
                </a:lnTo>
                <a:lnTo>
                  <a:pt x="1830" y="185"/>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7" name="Freeform 12">
            <a:extLst>
              <a:ext uri="{FF2B5EF4-FFF2-40B4-BE49-F238E27FC236}">
                <a16:creationId xmlns:a16="http://schemas.microsoft.com/office/drawing/2014/main" id="{432EE451-D393-4A68-9248-383B682D8B32}"/>
              </a:ext>
            </a:extLst>
          </p:cNvPr>
          <p:cNvSpPr>
            <a:spLocks/>
          </p:cNvSpPr>
          <p:nvPr/>
        </p:nvSpPr>
        <p:spPr bwMode="auto">
          <a:xfrm rot="16200000" flipH="1">
            <a:off x="2273274" y="3620959"/>
            <a:ext cx="2739464" cy="716059"/>
          </a:xfrm>
          <a:custGeom>
            <a:avLst/>
            <a:gdLst>
              <a:gd name="T0" fmla="*/ 1613 w 1613"/>
              <a:gd name="T1" fmla="*/ 187 h 372"/>
              <a:gd name="T2" fmla="*/ 1418 w 1613"/>
              <a:gd name="T3" fmla="*/ 3 h 372"/>
              <a:gd name="T4" fmla="*/ 1418 w 1613"/>
              <a:gd name="T5" fmla="*/ 0 h 372"/>
              <a:gd name="T6" fmla="*/ 0 w 1613"/>
              <a:gd name="T7" fmla="*/ 0 h 372"/>
              <a:gd name="T8" fmla="*/ 0 w 1613"/>
              <a:gd name="T9" fmla="*/ 372 h 372"/>
              <a:gd name="T10" fmla="*/ 1418 w 1613"/>
              <a:gd name="T11" fmla="*/ 372 h 372"/>
              <a:gd name="T12" fmla="*/ 1418 w 1613"/>
              <a:gd name="T13" fmla="*/ 372 h 372"/>
              <a:gd name="T14" fmla="*/ 1613 w 1613"/>
              <a:gd name="T15" fmla="*/ 187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3" h="372">
                <a:moveTo>
                  <a:pt x="1613" y="187"/>
                </a:moveTo>
                <a:lnTo>
                  <a:pt x="1418" y="3"/>
                </a:lnTo>
                <a:lnTo>
                  <a:pt x="1418" y="0"/>
                </a:lnTo>
                <a:lnTo>
                  <a:pt x="0" y="0"/>
                </a:lnTo>
                <a:lnTo>
                  <a:pt x="0" y="372"/>
                </a:lnTo>
                <a:lnTo>
                  <a:pt x="1418" y="372"/>
                </a:lnTo>
                <a:lnTo>
                  <a:pt x="1418" y="372"/>
                </a:lnTo>
                <a:lnTo>
                  <a:pt x="1613" y="187"/>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8" name="Rectangle 13">
            <a:extLst>
              <a:ext uri="{FF2B5EF4-FFF2-40B4-BE49-F238E27FC236}">
                <a16:creationId xmlns:a16="http://schemas.microsoft.com/office/drawing/2014/main" id="{8199F5C3-2FB8-40B7-98D0-BBE66177747D}"/>
              </a:ext>
            </a:extLst>
          </p:cNvPr>
          <p:cNvSpPr>
            <a:spLocks noChangeArrowheads="1"/>
          </p:cNvSpPr>
          <p:nvPr/>
        </p:nvSpPr>
        <p:spPr bwMode="auto">
          <a:xfrm rot="16200000" flipH="1">
            <a:off x="3586778" y="1218355"/>
            <a:ext cx="450067" cy="1061363"/>
          </a:xfrm>
          <a:prstGeom prst="rect">
            <a:avLst/>
          </a:prstGeom>
          <a:solidFill>
            <a:schemeClr val="accent1">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9" name="Freeform 14">
            <a:extLst>
              <a:ext uri="{FF2B5EF4-FFF2-40B4-BE49-F238E27FC236}">
                <a16:creationId xmlns:a16="http://schemas.microsoft.com/office/drawing/2014/main" id="{B0E2591B-B2A9-49F9-BA66-1C2AFF003F75}"/>
              </a:ext>
            </a:extLst>
          </p:cNvPr>
          <p:cNvSpPr>
            <a:spLocks/>
          </p:cNvSpPr>
          <p:nvPr/>
        </p:nvSpPr>
        <p:spPr bwMode="auto">
          <a:xfrm rot="16200000" flipH="1">
            <a:off x="1986027" y="1136386"/>
            <a:ext cx="640284" cy="2315644"/>
          </a:xfrm>
          <a:custGeom>
            <a:avLst/>
            <a:gdLst>
              <a:gd name="T0" fmla="*/ 0 w 377"/>
              <a:gd name="T1" fmla="*/ 1203 h 1203"/>
              <a:gd name="T2" fmla="*/ 377 w 377"/>
              <a:gd name="T3" fmla="*/ 369 h 1203"/>
              <a:gd name="T4" fmla="*/ 377 w 377"/>
              <a:gd name="T5" fmla="*/ 0 h 1203"/>
              <a:gd name="T6" fmla="*/ 0 w 377"/>
              <a:gd name="T7" fmla="*/ 1108 h 1203"/>
              <a:gd name="T8" fmla="*/ 0 w 377"/>
              <a:gd name="T9" fmla="*/ 1203 h 1203"/>
            </a:gdLst>
            <a:ahLst/>
            <a:cxnLst>
              <a:cxn ang="0">
                <a:pos x="T0" y="T1"/>
              </a:cxn>
              <a:cxn ang="0">
                <a:pos x="T2" y="T3"/>
              </a:cxn>
              <a:cxn ang="0">
                <a:pos x="T4" y="T5"/>
              </a:cxn>
              <a:cxn ang="0">
                <a:pos x="T6" y="T7"/>
              </a:cxn>
              <a:cxn ang="0">
                <a:pos x="T8" y="T9"/>
              </a:cxn>
            </a:cxnLst>
            <a:rect l="0" t="0" r="r" b="b"/>
            <a:pathLst>
              <a:path w="377" h="1203">
                <a:moveTo>
                  <a:pt x="0" y="1203"/>
                </a:moveTo>
                <a:lnTo>
                  <a:pt x="377" y="369"/>
                </a:lnTo>
                <a:lnTo>
                  <a:pt x="377" y="0"/>
                </a:lnTo>
                <a:lnTo>
                  <a:pt x="0" y="1108"/>
                </a:lnTo>
                <a:lnTo>
                  <a:pt x="0" y="1203"/>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0" name="Freeform 16">
            <a:extLst>
              <a:ext uri="{FF2B5EF4-FFF2-40B4-BE49-F238E27FC236}">
                <a16:creationId xmlns:a16="http://schemas.microsoft.com/office/drawing/2014/main" id="{2ECC49C2-79C8-4F6E-8F0C-40788F93CC00}"/>
              </a:ext>
            </a:extLst>
          </p:cNvPr>
          <p:cNvSpPr>
            <a:spLocks/>
          </p:cNvSpPr>
          <p:nvPr/>
        </p:nvSpPr>
        <p:spPr bwMode="auto">
          <a:xfrm rot="16200000" flipH="1">
            <a:off x="2435151" y="1403324"/>
            <a:ext cx="635189" cy="1776675"/>
          </a:xfrm>
          <a:custGeom>
            <a:avLst/>
            <a:gdLst>
              <a:gd name="T0" fmla="*/ 0 w 374"/>
              <a:gd name="T1" fmla="*/ 923 h 923"/>
              <a:gd name="T2" fmla="*/ 374 w 374"/>
              <a:gd name="T3" fmla="*/ 369 h 923"/>
              <a:gd name="T4" fmla="*/ 374 w 374"/>
              <a:gd name="T5" fmla="*/ 0 h 923"/>
              <a:gd name="T6" fmla="*/ 0 w 374"/>
              <a:gd name="T7" fmla="*/ 831 h 923"/>
              <a:gd name="T8" fmla="*/ 0 w 374"/>
              <a:gd name="T9" fmla="*/ 923 h 923"/>
            </a:gdLst>
            <a:ahLst/>
            <a:cxnLst>
              <a:cxn ang="0">
                <a:pos x="T0" y="T1"/>
              </a:cxn>
              <a:cxn ang="0">
                <a:pos x="T2" y="T3"/>
              </a:cxn>
              <a:cxn ang="0">
                <a:pos x="T4" y="T5"/>
              </a:cxn>
              <a:cxn ang="0">
                <a:pos x="T6" y="T7"/>
              </a:cxn>
              <a:cxn ang="0">
                <a:pos x="T8" y="T9"/>
              </a:cxn>
            </a:cxnLst>
            <a:rect l="0" t="0" r="r" b="b"/>
            <a:pathLst>
              <a:path w="374" h="923">
                <a:moveTo>
                  <a:pt x="0" y="923"/>
                </a:moveTo>
                <a:lnTo>
                  <a:pt x="374" y="369"/>
                </a:lnTo>
                <a:lnTo>
                  <a:pt x="374" y="0"/>
                </a:lnTo>
                <a:lnTo>
                  <a:pt x="0" y="831"/>
                </a:lnTo>
                <a:lnTo>
                  <a:pt x="0" y="923"/>
                </a:lnTo>
                <a:close/>
              </a:path>
            </a:pathLst>
          </a:custGeom>
          <a:gradFill>
            <a:gsLst>
              <a:gs pos="0">
                <a:schemeClr val="accent1">
                  <a:lumMod val="75000"/>
                </a:schemeClr>
              </a:gs>
              <a:gs pos="100000">
                <a:schemeClr val="accent3">
                  <a:lumMod val="50000"/>
                </a:schemeClr>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1" name="Freeform 18">
            <a:extLst>
              <a:ext uri="{FF2B5EF4-FFF2-40B4-BE49-F238E27FC236}">
                <a16:creationId xmlns:a16="http://schemas.microsoft.com/office/drawing/2014/main" id="{59B036E4-9EA0-4CD1-9C06-29E99B6DAB16}"/>
              </a:ext>
            </a:extLst>
          </p:cNvPr>
          <p:cNvSpPr>
            <a:spLocks/>
          </p:cNvSpPr>
          <p:nvPr/>
        </p:nvSpPr>
        <p:spPr bwMode="auto">
          <a:xfrm rot="16200000" flipH="1">
            <a:off x="2881726" y="1667034"/>
            <a:ext cx="635189" cy="1249254"/>
          </a:xfrm>
          <a:custGeom>
            <a:avLst/>
            <a:gdLst>
              <a:gd name="T0" fmla="*/ 0 w 374"/>
              <a:gd name="T1" fmla="*/ 649 h 649"/>
              <a:gd name="T2" fmla="*/ 374 w 374"/>
              <a:gd name="T3" fmla="*/ 369 h 649"/>
              <a:gd name="T4" fmla="*/ 374 w 374"/>
              <a:gd name="T5" fmla="*/ 0 h 649"/>
              <a:gd name="T6" fmla="*/ 0 w 374"/>
              <a:gd name="T7" fmla="*/ 554 h 649"/>
              <a:gd name="T8" fmla="*/ 0 w 374"/>
              <a:gd name="T9" fmla="*/ 649 h 649"/>
            </a:gdLst>
            <a:ahLst/>
            <a:cxnLst>
              <a:cxn ang="0">
                <a:pos x="T0" y="T1"/>
              </a:cxn>
              <a:cxn ang="0">
                <a:pos x="T2" y="T3"/>
              </a:cxn>
              <a:cxn ang="0">
                <a:pos x="T4" y="T5"/>
              </a:cxn>
              <a:cxn ang="0">
                <a:pos x="T6" y="T7"/>
              </a:cxn>
              <a:cxn ang="0">
                <a:pos x="T8" y="T9"/>
              </a:cxn>
            </a:cxnLst>
            <a:rect l="0" t="0" r="r" b="b"/>
            <a:pathLst>
              <a:path w="374" h="649">
                <a:moveTo>
                  <a:pt x="0" y="649"/>
                </a:moveTo>
                <a:lnTo>
                  <a:pt x="374" y="369"/>
                </a:lnTo>
                <a:lnTo>
                  <a:pt x="374" y="0"/>
                </a:lnTo>
                <a:lnTo>
                  <a:pt x="0" y="554"/>
                </a:lnTo>
                <a:lnTo>
                  <a:pt x="0" y="649"/>
                </a:ln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2" name="Freeform 20">
            <a:extLst>
              <a:ext uri="{FF2B5EF4-FFF2-40B4-BE49-F238E27FC236}">
                <a16:creationId xmlns:a16="http://schemas.microsoft.com/office/drawing/2014/main" id="{1017D8F5-400D-4F7B-9A28-9C6035D26E54}"/>
              </a:ext>
            </a:extLst>
          </p:cNvPr>
          <p:cNvSpPr>
            <a:spLocks/>
          </p:cNvSpPr>
          <p:nvPr/>
        </p:nvSpPr>
        <p:spPr bwMode="auto">
          <a:xfrm rot="16200000" flipH="1">
            <a:off x="3325412" y="1933632"/>
            <a:ext cx="635189" cy="716059"/>
          </a:xfrm>
          <a:custGeom>
            <a:avLst/>
            <a:gdLst>
              <a:gd name="T0" fmla="*/ 0 w 374"/>
              <a:gd name="T1" fmla="*/ 372 h 372"/>
              <a:gd name="T2" fmla="*/ 374 w 374"/>
              <a:gd name="T3" fmla="*/ 372 h 372"/>
              <a:gd name="T4" fmla="*/ 374 w 374"/>
              <a:gd name="T5" fmla="*/ 0 h 372"/>
              <a:gd name="T6" fmla="*/ 0 w 374"/>
              <a:gd name="T7" fmla="*/ 280 h 372"/>
              <a:gd name="T8" fmla="*/ 0 w 374"/>
              <a:gd name="T9" fmla="*/ 372 h 372"/>
            </a:gdLst>
            <a:ahLst/>
            <a:cxnLst>
              <a:cxn ang="0">
                <a:pos x="T0" y="T1"/>
              </a:cxn>
              <a:cxn ang="0">
                <a:pos x="T2" y="T3"/>
              </a:cxn>
              <a:cxn ang="0">
                <a:pos x="T4" y="T5"/>
              </a:cxn>
              <a:cxn ang="0">
                <a:pos x="T6" y="T7"/>
              </a:cxn>
              <a:cxn ang="0">
                <a:pos x="T8" y="T9"/>
              </a:cxn>
            </a:cxnLst>
            <a:rect l="0" t="0" r="r" b="b"/>
            <a:pathLst>
              <a:path w="374" h="372">
                <a:moveTo>
                  <a:pt x="0" y="372"/>
                </a:moveTo>
                <a:lnTo>
                  <a:pt x="374" y="372"/>
                </a:lnTo>
                <a:lnTo>
                  <a:pt x="374" y="0"/>
                </a:lnTo>
                <a:lnTo>
                  <a:pt x="0" y="280"/>
                </a:lnTo>
                <a:lnTo>
                  <a:pt x="0" y="372"/>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3" name="Freeform 22">
            <a:extLst>
              <a:ext uri="{FF2B5EF4-FFF2-40B4-BE49-F238E27FC236}">
                <a16:creationId xmlns:a16="http://schemas.microsoft.com/office/drawing/2014/main" id="{C280BD14-9604-41B6-8925-261E184B538A}"/>
              </a:ext>
            </a:extLst>
          </p:cNvPr>
          <p:cNvSpPr>
            <a:spLocks/>
          </p:cNvSpPr>
          <p:nvPr/>
        </p:nvSpPr>
        <p:spPr bwMode="auto">
          <a:xfrm rot="16200000" flipH="1">
            <a:off x="4044696" y="1932598"/>
            <a:ext cx="640284" cy="723220"/>
          </a:xfrm>
          <a:custGeom>
            <a:avLst/>
            <a:gdLst>
              <a:gd name="T0" fmla="*/ 0 w 377"/>
              <a:gd name="T1" fmla="*/ 95 h 372"/>
              <a:gd name="T2" fmla="*/ 377 w 377"/>
              <a:gd name="T3" fmla="*/ 372 h 372"/>
              <a:gd name="T4" fmla="*/ 377 w 377"/>
              <a:gd name="T5" fmla="*/ 0 h 372"/>
              <a:gd name="T6" fmla="*/ 0 w 377"/>
              <a:gd name="T7" fmla="*/ 0 h 372"/>
              <a:gd name="T8" fmla="*/ 0 w 377"/>
              <a:gd name="T9" fmla="*/ 95 h 372"/>
            </a:gdLst>
            <a:ahLst/>
            <a:cxnLst>
              <a:cxn ang="0">
                <a:pos x="T0" y="T1"/>
              </a:cxn>
              <a:cxn ang="0">
                <a:pos x="T2" y="T3"/>
              </a:cxn>
              <a:cxn ang="0">
                <a:pos x="T4" y="T5"/>
              </a:cxn>
              <a:cxn ang="0">
                <a:pos x="T6" y="T7"/>
              </a:cxn>
              <a:cxn ang="0">
                <a:pos x="T8" y="T9"/>
              </a:cxn>
            </a:cxnLst>
            <a:rect l="0" t="0" r="r" b="b"/>
            <a:pathLst>
              <a:path w="377" h="372">
                <a:moveTo>
                  <a:pt x="0" y="95"/>
                </a:moveTo>
                <a:lnTo>
                  <a:pt x="377" y="372"/>
                </a:lnTo>
                <a:lnTo>
                  <a:pt x="377" y="0"/>
                </a:lnTo>
                <a:lnTo>
                  <a:pt x="0" y="0"/>
                </a:lnTo>
                <a:lnTo>
                  <a:pt x="0" y="95"/>
                </a:ln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4" name="Freeform 24">
            <a:extLst>
              <a:ext uri="{FF2B5EF4-FFF2-40B4-BE49-F238E27FC236}">
                <a16:creationId xmlns:a16="http://schemas.microsoft.com/office/drawing/2014/main" id="{071259E3-6C8A-46FA-925D-D8F9852F7B24}"/>
              </a:ext>
            </a:extLst>
          </p:cNvPr>
          <p:cNvSpPr>
            <a:spLocks/>
          </p:cNvSpPr>
          <p:nvPr/>
        </p:nvSpPr>
        <p:spPr bwMode="auto">
          <a:xfrm rot="16200000" flipH="1">
            <a:off x="4493820" y="1657425"/>
            <a:ext cx="635189" cy="1268473"/>
          </a:xfrm>
          <a:custGeom>
            <a:avLst/>
            <a:gdLst>
              <a:gd name="T0" fmla="*/ 0 w 374"/>
              <a:gd name="T1" fmla="*/ 92 h 646"/>
              <a:gd name="T2" fmla="*/ 374 w 374"/>
              <a:gd name="T3" fmla="*/ 646 h 646"/>
              <a:gd name="T4" fmla="*/ 374 w 374"/>
              <a:gd name="T5" fmla="*/ 277 h 646"/>
              <a:gd name="T6" fmla="*/ 0 w 374"/>
              <a:gd name="T7" fmla="*/ 0 h 646"/>
              <a:gd name="T8" fmla="*/ 0 w 374"/>
              <a:gd name="T9" fmla="*/ 92 h 646"/>
            </a:gdLst>
            <a:ahLst/>
            <a:cxnLst>
              <a:cxn ang="0">
                <a:pos x="T0" y="T1"/>
              </a:cxn>
              <a:cxn ang="0">
                <a:pos x="T2" y="T3"/>
              </a:cxn>
              <a:cxn ang="0">
                <a:pos x="T4" y="T5"/>
              </a:cxn>
              <a:cxn ang="0">
                <a:pos x="T6" y="T7"/>
              </a:cxn>
              <a:cxn ang="0">
                <a:pos x="T8" y="T9"/>
              </a:cxn>
            </a:cxnLst>
            <a:rect l="0" t="0" r="r" b="b"/>
            <a:pathLst>
              <a:path w="374" h="646">
                <a:moveTo>
                  <a:pt x="0" y="92"/>
                </a:moveTo>
                <a:lnTo>
                  <a:pt x="374" y="646"/>
                </a:lnTo>
                <a:lnTo>
                  <a:pt x="374" y="277"/>
                </a:lnTo>
                <a:lnTo>
                  <a:pt x="0" y="0"/>
                </a:lnTo>
                <a:lnTo>
                  <a:pt x="0" y="92"/>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46" name="TextBox 45"/>
          <p:cNvSpPr txBox="1"/>
          <p:nvPr/>
        </p:nvSpPr>
        <p:spPr>
          <a:xfrm flipH="1">
            <a:off x="1243628"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01</a:t>
            </a:r>
          </a:p>
        </p:txBody>
      </p:sp>
      <p:sp>
        <p:nvSpPr>
          <p:cNvPr id="47" name="TextBox 46"/>
          <p:cNvSpPr txBox="1"/>
          <p:nvPr/>
        </p:nvSpPr>
        <p:spPr>
          <a:xfrm flipH="1">
            <a:off x="1954992" y="2668357"/>
            <a:ext cx="515871"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ea typeface="Calibri" charset="0"/>
                <a:cs typeface="Arial" panose="020B0604020202020204" pitchFamily="34" charset="0"/>
              </a:rPr>
              <a:t>02</a:t>
            </a:r>
          </a:p>
        </p:txBody>
      </p:sp>
      <p:sp>
        <p:nvSpPr>
          <p:cNvPr id="48" name="TextBox 47"/>
          <p:cNvSpPr txBox="1"/>
          <p:nvPr/>
        </p:nvSpPr>
        <p:spPr>
          <a:xfrm flipH="1">
            <a:off x="2674217"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03</a:t>
            </a:r>
          </a:p>
        </p:txBody>
      </p:sp>
      <p:sp>
        <p:nvSpPr>
          <p:cNvPr id="49" name="TextBox 48"/>
          <p:cNvSpPr txBox="1"/>
          <p:nvPr/>
        </p:nvSpPr>
        <p:spPr>
          <a:xfrm flipH="1">
            <a:off x="3383143"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04</a:t>
            </a:r>
          </a:p>
        </p:txBody>
      </p:sp>
      <p:sp>
        <p:nvSpPr>
          <p:cNvPr id="50" name="TextBox 49"/>
          <p:cNvSpPr txBox="1"/>
          <p:nvPr/>
        </p:nvSpPr>
        <p:spPr>
          <a:xfrm flipH="1">
            <a:off x="4102172"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05</a:t>
            </a:r>
          </a:p>
        </p:txBody>
      </p:sp>
      <p:sp>
        <p:nvSpPr>
          <p:cNvPr id="51" name="TextBox 50"/>
          <p:cNvSpPr txBox="1"/>
          <p:nvPr/>
        </p:nvSpPr>
        <p:spPr>
          <a:xfrm flipH="1">
            <a:off x="4826215"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06</a:t>
            </a:r>
          </a:p>
        </p:txBody>
      </p:sp>
      <p:grpSp>
        <p:nvGrpSpPr>
          <p:cNvPr id="58" name="Group 57"/>
          <p:cNvGrpSpPr/>
          <p:nvPr/>
        </p:nvGrpSpPr>
        <p:grpSpPr>
          <a:xfrm>
            <a:off x="4186224" y="3012874"/>
            <a:ext cx="345681" cy="337045"/>
            <a:chOff x="4276725" y="4691063"/>
            <a:chExt cx="347663" cy="349250"/>
          </a:xfrm>
          <a:solidFill>
            <a:schemeClr val="tx1">
              <a:lumMod val="95000"/>
              <a:lumOff val="5000"/>
            </a:schemeClr>
          </a:solidFill>
        </p:grpSpPr>
        <p:sp>
          <p:nvSpPr>
            <p:cNvPr id="59" name="Freeform 56"/>
            <p:cNvSpPr>
              <a:spLocks noEditPoints="1"/>
            </p:cNvSpPr>
            <p:nvPr/>
          </p:nvSpPr>
          <p:spPr bwMode="auto">
            <a:xfrm>
              <a:off x="4340225" y="4691063"/>
              <a:ext cx="284163" cy="161925"/>
            </a:xfrm>
            <a:custGeom>
              <a:avLst/>
              <a:gdLst>
                <a:gd name="T0" fmla="*/ 2252 w 2690"/>
                <a:gd name="T1" fmla="*/ 1266 h 1529"/>
                <a:gd name="T2" fmla="*/ 2362 w 2690"/>
                <a:gd name="T3" fmla="*/ 1202 h 1529"/>
                <a:gd name="T4" fmla="*/ 2182 w 2690"/>
                <a:gd name="T5" fmla="*/ 848 h 1529"/>
                <a:gd name="T6" fmla="*/ 2007 w 2690"/>
                <a:gd name="T7" fmla="*/ 1266 h 1529"/>
                <a:gd name="T8" fmla="*/ 2210 w 2690"/>
                <a:gd name="T9" fmla="*/ 889 h 1529"/>
                <a:gd name="T10" fmla="*/ 1945 w 2690"/>
                <a:gd name="T11" fmla="*/ 591 h 1529"/>
                <a:gd name="T12" fmla="*/ 1661 w 2690"/>
                <a:gd name="T13" fmla="*/ 1266 h 1529"/>
                <a:gd name="T14" fmla="*/ 1986 w 2690"/>
                <a:gd name="T15" fmla="*/ 628 h 1529"/>
                <a:gd name="T16" fmla="*/ 1657 w 2690"/>
                <a:gd name="T17" fmla="*/ 403 h 1529"/>
                <a:gd name="T18" fmla="*/ 1210 w 2690"/>
                <a:gd name="T19" fmla="*/ 1266 h 1529"/>
                <a:gd name="T20" fmla="*/ 1782 w 2690"/>
                <a:gd name="T21" fmla="*/ 471 h 1529"/>
                <a:gd name="T22" fmla="*/ 1657 w 2690"/>
                <a:gd name="T23" fmla="*/ 403 h 1529"/>
                <a:gd name="T24" fmla="*/ 574 w 2690"/>
                <a:gd name="T25" fmla="*/ 348 h 1529"/>
                <a:gd name="T26" fmla="*/ 445 w 2690"/>
                <a:gd name="T27" fmla="*/ 403 h 1529"/>
                <a:gd name="T28" fmla="*/ 478 w 2690"/>
                <a:gd name="T29" fmla="*/ 530 h 1529"/>
                <a:gd name="T30" fmla="*/ 1318 w 2690"/>
                <a:gd name="T31" fmla="*/ 289 h 1529"/>
                <a:gd name="T32" fmla="*/ 990 w 2690"/>
                <a:gd name="T33" fmla="*/ 1045 h 1529"/>
                <a:gd name="T34" fmla="*/ 1392 w 2690"/>
                <a:gd name="T35" fmla="*/ 305 h 1529"/>
                <a:gd name="T36" fmla="*/ 1052 w 2690"/>
                <a:gd name="T37" fmla="*/ 263 h 1529"/>
                <a:gd name="T38" fmla="*/ 906 w 2690"/>
                <a:gd name="T39" fmla="*/ 271 h 1529"/>
                <a:gd name="T40" fmla="*/ 737 w 2690"/>
                <a:gd name="T41" fmla="*/ 792 h 1529"/>
                <a:gd name="T42" fmla="*/ 1052 w 2690"/>
                <a:gd name="T43" fmla="*/ 263 h 1529"/>
                <a:gd name="T44" fmla="*/ 1146 w 2690"/>
                <a:gd name="T45" fmla="*/ 2 h 1529"/>
                <a:gd name="T46" fmla="*/ 1332 w 2690"/>
                <a:gd name="T47" fmla="*/ 23 h 1529"/>
                <a:gd name="T48" fmla="*/ 1512 w 2690"/>
                <a:gd name="T49" fmla="*/ 64 h 1529"/>
                <a:gd name="T50" fmla="*/ 1687 w 2690"/>
                <a:gd name="T51" fmla="*/ 126 h 1529"/>
                <a:gd name="T52" fmla="*/ 1853 w 2690"/>
                <a:gd name="T53" fmla="*/ 206 h 1529"/>
                <a:gd name="T54" fmla="*/ 2009 w 2690"/>
                <a:gd name="T55" fmla="*/ 304 h 1529"/>
                <a:gd name="T56" fmla="*/ 2155 w 2690"/>
                <a:gd name="T57" fmla="*/ 421 h 1529"/>
                <a:gd name="T58" fmla="*/ 2286 w 2690"/>
                <a:gd name="T59" fmla="*/ 554 h 1529"/>
                <a:gd name="T60" fmla="*/ 2400 w 2690"/>
                <a:gd name="T61" fmla="*/ 698 h 1529"/>
                <a:gd name="T62" fmla="*/ 2498 w 2690"/>
                <a:gd name="T63" fmla="*/ 855 h 1529"/>
                <a:gd name="T64" fmla="*/ 2577 w 2690"/>
                <a:gd name="T65" fmla="*/ 1023 h 1529"/>
                <a:gd name="T66" fmla="*/ 2637 w 2690"/>
                <a:gd name="T67" fmla="*/ 1197 h 1529"/>
                <a:gd name="T68" fmla="*/ 2677 w 2690"/>
                <a:gd name="T69" fmla="*/ 1380 h 1529"/>
                <a:gd name="T70" fmla="*/ 2689 w 2690"/>
                <a:gd name="T71" fmla="*/ 1488 h 1529"/>
                <a:gd name="T72" fmla="*/ 2677 w 2690"/>
                <a:gd name="T73" fmla="*/ 1513 h 1529"/>
                <a:gd name="T74" fmla="*/ 2653 w 2690"/>
                <a:gd name="T75" fmla="*/ 1527 h 1529"/>
                <a:gd name="T76" fmla="*/ 1123 w 2690"/>
                <a:gd name="T77" fmla="*/ 1529 h 1529"/>
                <a:gd name="T78" fmla="*/ 1097 w 2690"/>
                <a:gd name="T79" fmla="*/ 1523 h 1529"/>
                <a:gd name="T80" fmla="*/ 14 w 2690"/>
                <a:gd name="T81" fmla="*/ 440 h 1529"/>
                <a:gd name="T82" fmla="*/ 1 w 2690"/>
                <a:gd name="T83" fmla="*/ 416 h 1529"/>
                <a:gd name="T84" fmla="*/ 2 w 2690"/>
                <a:gd name="T85" fmla="*/ 388 h 1529"/>
                <a:gd name="T86" fmla="*/ 18 w 2690"/>
                <a:gd name="T87" fmla="*/ 365 h 1529"/>
                <a:gd name="T88" fmla="*/ 171 w 2690"/>
                <a:gd name="T89" fmla="*/ 256 h 1529"/>
                <a:gd name="T90" fmla="*/ 333 w 2690"/>
                <a:gd name="T91" fmla="*/ 166 h 1529"/>
                <a:gd name="T92" fmla="*/ 504 w 2690"/>
                <a:gd name="T93" fmla="*/ 94 h 1529"/>
                <a:gd name="T94" fmla="*/ 682 w 2690"/>
                <a:gd name="T95" fmla="*/ 42 h 1529"/>
                <a:gd name="T96" fmla="*/ 866 w 2690"/>
                <a:gd name="T97" fmla="*/ 10 h 1529"/>
                <a:gd name="T98" fmla="*/ 1052 w 2690"/>
                <a:gd name="T99" fmla="*/ 0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90" h="1529">
                  <a:moveTo>
                    <a:pt x="2339" y="1139"/>
                  </a:moveTo>
                  <a:lnTo>
                    <a:pt x="2252" y="1266"/>
                  </a:lnTo>
                  <a:lnTo>
                    <a:pt x="2382" y="1266"/>
                  </a:lnTo>
                  <a:lnTo>
                    <a:pt x="2362" y="1202"/>
                  </a:lnTo>
                  <a:lnTo>
                    <a:pt x="2339" y="1139"/>
                  </a:lnTo>
                  <a:close/>
                  <a:moveTo>
                    <a:pt x="2182" y="848"/>
                  </a:moveTo>
                  <a:lnTo>
                    <a:pt x="1904" y="1266"/>
                  </a:lnTo>
                  <a:lnTo>
                    <a:pt x="2007" y="1266"/>
                  </a:lnTo>
                  <a:lnTo>
                    <a:pt x="2236" y="931"/>
                  </a:lnTo>
                  <a:lnTo>
                    <a:pt x="2210" y="889"/>
                  </a:lnTo>
                  <a:lnTo>
                    <a:pt x="2182" y="848"/>
                  </a:lnTo>
                  <a:close/>
                  <a:moveTo>
                    <a:pt x="1945" y="591"/>
                  </a:moveTo>
                  <a:lnTo>
                    <a:pt x="1497" y="1266"/>
                  </a:lnTo>
                  <a:lnTo>
                    <a:pt x="1661" y="1266"/>
                  </a:lnTo>
                  <a:lnTo>
                    <a:pt x="2046" y="686"/>
                  </a:lnTo>
                  <a:lnTo>
                    <a:pt x="1986" y="628"/>
                  </a:lnTo>
                  <a:lnTo>
                    <a:pt x="1945" y="591"/>
                  </a:lnTo>
                  <a:close/>
                  <a:moveTo>
                    <a:pt x="1657" y="403"/>
                  </a:moveTo>
                  <a:lnTo>
                    <a:pt x="1135" y="1190"/>
                  </a:lnTo>
                  <a:lnTo>
                    <a:pt x="1210" y="1266"/>
                  </a:lnTo>
                  <a:lnTo>
                    <a:pt x="1255" y="1266"/>
                  </a:lnTo>
                  <a:lnTo>
                    <a:pt x="1782" y="471"/>
                  </a:lnTo>
                  <a:lnTo>
                    <a:pt x="1721" y="436"/>
                  </a:lnTo>
                  <a:lnTo>
                    <a:pt x="1657" y="403"/>
                  </a:lnTo>
                  <a:close/>
                  <a:moveTo>
                    <a:pt x="615" y="334"/>
                  </a:moveTo>
                  <a:lnTo>
                    <a:pt x="574" y="348"/>
                  </a:lnTo>
                  <a:lnTo>
                    <a:pt x="509" y="374"/>
                  </a:lnTo>
                  <a:lnTo>
                    <a:pt x="445" y="403"/>
                  </a:lnTo>
                  <a:lnTo>
                    <a:pt x="382" y="436"/>
                  </a:lnTo>
                  <a:lnTo>
                    <a:pt x="478" y="530"/>
                  </a:lnTo>
                  <a:lnTo>
                    <a:pt x="615" y="334"/>
                  </a:lnTo>
                  <a:close/>
                  <a:moveTo>
                    <a:pt x="1318" y="289"/>
                  </a:moveTo>
                  <a:lnTo>
                    <a:pt x="883" y="937"/>
                  </a:lnTo>
                  <a:lnTo>
                    <a:pt x="990" y="1045"/>
                  </a:lnTo>
                  <a:lnTo>
                    <a:pt x="1466" y="326"/>
                  </a:lnTo>
                  <a:lnTo>
                    <a:pt x="1392" y="305"/>
                  </a:lnTo>
                  <a:lnTo>
                    <a:pt x="1318" y="289"/>
                  </a:lnTo>
                  <a:close/>
                  <a:moveTo>
                    <a:pt x="1052" y="263"/>
                  </a:moveTo>
                  <a:lnTo>
                    <a:pt x="979" y="265"/>
                  </a:lnTo>
                  <a:lnTo>
                    <a:pt x="906" y="271"/>
                  </a:lnTo>
                  <a:lnTo>
                    <a:pt x="622" y="676"/>
                  </a:lnTo>
                  <a:lnTo>
                    <a:pt x="737" y="792"/>
                  </a:lnTo>
                  <a:lnTo>
                    <a:pt x="1091" y="264"/>
                  </a:lnTo>
                  <a:lnTo>
                    <a:pt x="1052" y="263"/>
                  </a:lnTo>
                  <a:close/>
                  <a:moveTo>
                    <a:pt x="1052" y="0"/>
                  </a:moveTo>
                  <a:lnTo>
                    <a:pt x="1146" y="2"/>
                  </a:lnTo>
                  <a:lnTo>
                    <a:pt x="1239" y="10"/>
                  </a:lnTo>
                  <a:lnTo>
                    <a:pt x="1332" y="23"/>
                  </a:lnTo>
                  <a:lnTo>
                    <a:pt x="1423" y="41"/>
                  </a:lnTo>
                  <a:lnTo>
                    <a:pt x="1512" y="64"/>
                  </a:lnTo>
                  <a:lnTo>
                    <a:pt x="1600" y="92"/>
                  </a:lnTo>
                  <a:lnTo>
                    <a:pt x="1687" y="126"/>
                  </a:lnTo>
                  <a:lnTo>
                    <a:pt x="1771" y="164"/>
                  </a:lnTo>
                  <a:lnTo>
                    <a:pt x="1853" y="206"/>
                  </a:lnTo>
                  <a:lnTo>
                    <a:pt x="1933" y="253"/>
                  </a:lnTo>
                  <a:lnTo>
                    <a:pt x="2009" y="304"/>
                  </a:lnTo>
                  <a:lnTo>
                    <a:pt x="2084" y="361"/>
                  </a:lnTo>
                  <a:lnTo>
                    <a:pt x="2155" y="421"/>
                  </a:lnTo>
                  <a:lnTo>
                    <a:pt x="2223" y="485"/>
                  </a:lnTo>
                  <a:lnTo>
                    <a:pt x="2286" y="554"/>
                  </a:lnTo>
                  <a:lnTo>
                    <a:pt x="2345" y="625"/>
                  </a:lnTo>
                  <a:lnTo>
                    <a:pt x="2400" y="698"/>
                  </a:lnTo>
                  <a:lnTo>
                    <a:pt x="2451" y="776"/>
                  </a:lnTo>
                  <a:lnTo>
                    <a:pt x="2498" y="855"/>
                  </a:lnTo>
                  <a:lnTo>
                    <a:pt x="2540" y="937"/>
                  </a:lnTo>
                  <a:lnTo>
                    <a:pt x="2577" y="1023"/>
                  </a:lnTo>
                  <a:lnTo>
                    <a:pt x="2609" y="1109"/>
                  </a:lnTo>
                  <a:lnTo>
                    <a:pt x="2637" y="1197"/>
                  </a:lnTo>
                  <a:lnTo>
                    <a:pt x="2659" y="1288"/>
                  </a:lnTo>
                  <a:lnTo>
                    <a:pt x="2677" y="1380"/>
                  </a:lnTo>
                  <a:lnTo>
                    <a:pt x="2690" y="1474"/>
                  </a:lnTo>
                  <a:lnTo>
                    <a:pt x="2689" y="1488"/>
                  </a:lnTo>
                  <a:lnTo>
                    <a:pt x="2685" y="1501"/>
                  </a:lnTo>
                  <a:lnTo>
                    <a:pt x="2677" y="1513"/>
                  </a:lnTo>
                  <a:lnTo>
                    <a:pt x="2666" y="1522"/>
                  </a:lnTo>
                  <a:lnTo>
                    <a:pt x="2653" y="1527"/>
                  </a:lnTo>
                  <a:lnTo>
                    <a:pt x="2640" y="1529"/>
                  </a:lnTo>
                  <a:lnTo>
                    <a:pt x="1123" y="1529"/>
                  </a:lnTo>
                  <a:lnTo>
                    <a:pt x="1110" y="1528"/>
                  </a:lnTo>
                  <a:lnTo>
                    <a:pt x="1097" y="1523"/>
                  </a:lnTo>
                  <a:lnTo>
                    <a:pt x="1087" y="1515"/>
                  </a:lnTo>
                  <a:lnTo>
                    <a:pt x="14" y="440"/>
                  </a:lnTo>
                  <a:lnTo>
                    <a:pt x="6" y="429"/>
                  </a:lnTo>
                  <a:lnTo>
                    <a:pt x="1" y="416"/>
                  </a:lnTo>
                  <a:lnTo>
                    <a:pt x="0" y="402"/>
                  </a:lnTo>
                  <a:lnTo>
                    <a:pt x="2" y="388"/>
                  </a:lnTo>
                  <a:lnTo>
                    <a:pt x="9" y="375"/>
                  </a:lnTo>
                  <a:lnTo>
                    <a:pt x="18" y="365"/>
                  </a:lnTo>
                  <a:lnTo>
                    <a:pt x="93" y="308"/>
                  </a:lnTo>
                  <a:lnTo>
                    <a:pt x="171" y="256"/>
                  </a:lnTo>
                  <a:lnTo>
                    <a:pt x="250" y="208"/>
                  </a:lnTo>
                  <a:lnTo>
                    <a:pt x="333" y="166"/>
                  </a:lnTo>
                  <a:lnTo>
                    <a:pt x="417" y="128"/>
                  </a:lnTo>
                  <a:lnTo>
                    <a:pt x="504" y="94"/>
                  </a:lnTo>
                  <a:lnTo>
                    <a:pt x="592" y="65"/>
                  </a:lnTo>
                  <a:lnTo>
                    <a:pt x="682" y="42"/>
                  </a:lnTo>
                  <a:lnTo>
                    <a:pt x="773" y="24"/>
                  </a:lnTo>
                  <a:lnTo>
                    <a:pt x="866" y="10"/>
                  </a:lnTo>
                  <a:lnTo>
                    <a:pt x="958" y="3"/>
                  </a:lnTo>
                  <a:lnTo>
                    <a:pt x="105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0" name="Freeform 57"/>
            <p:cNvSpPr>
              <a:spLocks noEditPoints="1"/>
            </p:cNvSpPr>
            <p:nvPr/>
          </p:nvSpPr>
          <p:spPr bwMode="auto">
            <a:xfrm>
              <a:off x="4276725" y="4754563"/>
              <a:ext cx="157163" cy="250825"/>
            </a:xfrm>
            <a:custGeom>
              <a:avLst/>
              <a:gdLst>
                <a:gd name="T0" fmla="*/ 403 w 1481"/>
                <a:gd name="T1" fmla="*/ 446 h 2369"/>
                <a:gd name="T2" fmla="*/ 348 w 1481"/>
                <a:gd name="T3" fmla="*/ 575 h 2369"/>
                <a:gd name="T4" fmla="*/ 301 w 1481"/>
                <a:gd name="T5" fmla="*/ 731 h 2369"/>
                <a:gd name="T6" fmla="*/ 273 w 1481"/>
                <a:gd name="T7" fmla="*/ 891 h 2369"/>
                <a:gd name="T8" fmla="*/ 263 w 1481"/>
                <a:gd name="T9" fmla="*/ 1053 h 2369"/>
                <a:gd name="T10" fmla="*/ 276 w 1481"/>
                <a:gd name="T11" fmla="*/ 1241 h 2369"/>
                <a:gd name="T12" fmla="*/ 312 w 1481"/>
                <a:gd name="T13" fmla="*/ 1423 h 2369"/>
                <a:gd name="T14" fmla="*/ 373 w 1481"/>
                <a:gd name="T15" fmla="*/ 1598 h 2369"/>
                <a:gd name="T16" fmla="*/ 448 w 1481"/>
                <a:gd name="T17" fmla="*/ 1748 h 2369"/>
                <a:gd name="T18" fmla="*/ 529 w 1481"/>
                <a:gd name="T19" fmla="*/ 1872 h 2369"/>
                <a:gd name="T20" fmla="*/ 624 w 1481"/>
                <a:gd name="T21" fmla="*/ 1988 h 2369"/>
                <a:gd name="T22" fmla="*/ 435 w 1481"/>
                <a:gd name="T23" fmla="*/ 383 h 2369"/>
                <a:gd name="T24" fmla="*/ 415 w 1481"/>
                <a:gd name="T25" fmla="*/ 1 h 2369"/>
                <a:gd name="T26" fmla="*/ 439 w 1481"/>
                <a:gd name="T27" fmla="*/ 15 h 2369"/>
                <a:gd name="T28" fmla="*/ 1475 w 1481"/>
                <a:gd name="T29" fmla="*/ 1054 h 2369"/>
                <a:gd name="T30" fmla="*/ 1481 w 1481"/>
                <a:gd name="T31" fmla="*/ 1081 h 2369"/>
                <a:gd name="T32" fmla="*/ 1474 w 1481"/>
                <a:gd name="T33" fmla="*/ 1106 h 2369"/>
                <a:gd name="T34" fmla="*/ 704 w 1481"/>
                <a:gd name="T35" fmla="*/ 2356 h 2369"/>
                <a:gd name="T36" fmla="*/ 679 w 1481"/>
                <a:gd name="T37" fmla="*/ 2368 h 2369"/>
                <a:gd name="T38" fmla="*/ 654 w 1481"/>
                <a:gd name="T39" fmla="*/ 2366 h 2369"/>
                <a:gd name="T40" fmla="*/ 564 w 1481"/>
                <a:gd name="T41" fmla="*/ 2298 h 2369"/>
                <a:gd name="T42" fmla="*/ 429 w 1481"/>
                <a:gd name="T43" fmla="*/ 2166 h 2369"/>
                <a:gd name="T44" fmla="*/ 311 w 1481"/>
                <a:gd name="T45" fmla="*/ 2020 h 2369"/>
                <a:gd name="T46" fmla="*/ 211 w 1481"/>
                <a:gd name="T47" fmla="*/ 1863 h 2369"/>
                <a:gd name="T48" fmla="*/ 128 w 1481"/>
                <a:gd name="T49" fmla="*/ 1696 h 2369"/>
                <a:gd name="T50" fmla="*/ 66 w 1481"/>
                <a:gd name="T51" fmla="*/ 1521 h 2369"/>
                <a:gd name="T52" fmla="*/ 24 w 1481"/>
                <a:gd name="T53" fmla="*/ 1338 h 2369"/>
                <a:gd name="T54" fmla="*/ 3 w 1481"/>
                <a:gd name="T55" fmla="*/ 1150 h 2369"/>
                <a:gd name="T56" fmla="*/ 3 w 1481"/>
                <a:gd name="T57" fmla="*/ 960 h 2369"/>
                <a:gd name="T58" fmla="*/ 24 w 1481"/>
                <a:gd name="T59" fmla="*/ 775 h 2369"/>
                <a:gd name="T60" fmla="*/ 66 w 1481"/>
                <a:gd name="T61" fmla="*/ 593 h 2369"/>
                <a:gd name="T62" fmla="*/ 127 w 1481"/>
                <a:gd name="T63" fmla="*/ 419 h 2369"/>
                <a:gd name="T64" fmla="*/ 209 w 1481"/>
                <a:gd name="T65" fmla="*/ 251 h 2369"/>
                <a:gd name="T66" fmla="*/ 308 w 1481"/>
                <a:gd name="T67" fmla="*/ 93 h 2369"/>
                <a:gd name="T68" fmla="*/ 374 w 1481"/>
                <a:gd name="T69" fmla="*/ 9 h 2369"/>
                <a:gd name="T70" fmla="*/ 401 w 1481"/>
                <a:gd name="T71" fmla="*/ 0 h 2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1" h="2369">
                  <a:moveTo>
                    <a:pt x="435" y="383"/>
                  </a:moveTo>
                  <a:lnTo>
                    <a:pt x="403" y="446"/>
                  </a:lnTo>
                  <a:lnTo>
                    <a:pt x="373" y="510"/>
                  </a:lnTo>
                  <a:lnTo>
                    <a:pt x="348" y="575"/>
                  </a:lnTo>
                  <a:lnTo>
                    <a:pt x="322" y="653"/>
                  </a:lnTo>
                  <a:lnTo>
                    <a:pt x="301" y="731"/>
                  </a:lnTo>
                  <a:lnTo>
                    <a:pt x="284" y="810"/>
                  </a:lnTo>
                  <a:lnTo>
                    <a:pt x="273" y="891"/>
                  </a:lnTo>
                  <a:lnTo>
                    <a:pt x="266" y="972"/>
                  </a:lnTo>
                  <a:lnTo>
                    <a:pt x="263" y="1053"/>
                  </a:lnTo>
                  <a:lnTo>
                    <a:pt x="266" y="1148"/>
                  </a:lnTo>
                  <a:lnTo>
                    <a:pt x="276" y="1241"/>
                  </a:lnTo>
                  <a:lnTo>
                    <a:pt x="291" y="1333"/>
                  </a:lnTo>
                  <a:lnTo>
                    <a:pt x="312" y="1423"/>
                  </a:lnTo>
                  <a:lnTo>
                    <a:pt x="340" y="1512"/>
                  </a:lnTo>
                  <a:lnTo>
                    <a:pt x="373" y="1598"/>
                  </a:lnTo>
                  <a:lnTo>
                    <a:pt x="413" y="1683"/>
                  </a:lnTo>
                  <a:lnTo>
                    <a:pt x="448" y="1748"/>
                  </a:lnTo>
                  <a:lnTo>
                    <a:pt x="487" y="1811"/>
                  </a:lnTo>
                  <a:lnTo>
                    <a:pt x="529" y="1872"/>
                  </a:lnTo>
                  <a:lnTo>
                    <a:pt x="574" y="1931"/>
                  </a:lnTo>
                  <a:lnTo>
                    <a:pt x="624" y="1988"/>
                  </a:lnTo>
                  <a:lnTo>
                    <a:pt x="1162" y="1111"/>
                  </a:lnTo>
                  <a:lnTo>
                    <a:pt x="435" y="383"/>
                  </a:lnTo>
                  <a:close/>
                  <a:moveTo>
                    <a:pt x="401" y="0"/>
                  </a:moveTo>
                  <a:lnTo>
                    <a:pt x="415" y="1"/>
                  </a:lnTo>
                  <a:lnTo>
                    <a:pt x="428" y="6"/>
                  </a:lnTo>
                  <a:lnTo>
                    <a:pt x="439" y="15"/>
                  </a:lnTo>
                  <a:lnTo>
                    <a:pt x="1466" y="1043"/>
                  </a:lnTo>
                  <a:lnTo>
                    <a:pt x="1475" y="1054"/>
                  </a:lnTo>
                  <a:lnTo>
                    <a:pt x="1480" y="1067"/>
                  </a:lnTo>
                  <a:lnTo>
                    <a:pt x="1481" y="1081"/>
                  </a:lnTo>
                  <a:lnTo>
                    <a:pt x="1479" y="1094"/>
                  </a:lnTo>
                  <a:lnTo>
                    <a:pt x="1474" y="1106"/>
                  </a:lnTo>
                  <a:lnTo>
                    <a:pt x="713" y="2345"/>
                  </a:lnTo>
                  <a:lnTo>
                    <a:pt x="704" y="2356"/>
                  </a:lnTo>
                  <a:lnTo>
                    <a:pt x="692" y="2364"/>
                  </a:lnTo>
                  <a:lnTo>
                    <a:pt x="679" y="2368"/>
                  </a:lnTo>
                  <a:lnTo>
                    <a:pt x="670" y="2369"/>
                  </a:lnTo>
                  <a:lnTo>
                    <a:pt x="654" y="2366"/>
                  </a:lnTo>
                  <a:lnTo>
                    <a:pt x="639" y="2359"/>
                  </a:lnTo>
                  <a:lnTo>
                    <a:pt x="564" y="2298"/>
                  </a:lnTo>
                  <a:lnTo>
                    <a:pt x="494" y="2234"/>
                  </a:lnTo>
                  <a:lnTo>
                    <a:pt x="429" y="2166"/>
                  </a:lnTo>
                  <a:lnTo>
                    <a:pt x="368" y="2094"/>
                  </a:lnTo>
                  <a:lnTo>
                    <a:pt x="311" y="2020"/>
                  </a:lnTo>
                  <a:lnTo>
                    <a:pt x="259" y="1944"/>
                  </a:lnTo>
                  <a:lnTo>
                    <a:pt x="211" y="1863"/>
                  </a:lnTo>
                  <a:lnTo>
                    <a:pt x="167" y="1781"/>
                  </a:lnTo>
                  <a:lnTo>
                    <a:pt x="128" y="1696"/>
                  </a:lnTo>
                  <a:lnTo>
                    <a:pt x="95" y="1610"/>
                  </a:lnTo>
                  <a:lnTo>
                    <a:pt x="66" y="1521"/>
                  </a:lnTo>
                  <a:lnTo>
                    <a:pt x="43" y="1430"/>
                  </a:lnTo>
                  <a:lnTo>
                    <a:pt x="24" y="1338"/>
                  </a:lnTo>
                  <a:lnTo>
                    <a:pt x="11" y="1244"/>
                  </a:lnTo>
                  <a:lnTo>
                    <a:pt x="3" y="1150"/>
                  </a:lnTo>
                  <a:lnTo>
                    <a:pt x="0" y="1053"/>
                  </a:lnTo>
                  <a:lnTo>
                    <a:pt x="3" y="960"/>
                  </a:lnTo>
                  <a:lnTo>
                    <a:pt x="11" y="867"/>
                  </a:lnTo>
                  <a:lnTo>
                    <a:pt x="24" y="775"/>
                  </a:lnTo>
                  <a:lnTo>
                    <a:pt x="42" y="684"/>
                  </a:lnTo>
                  <a:lnTo>
                    <a:pt x="66" y="593"/>
                  </a:lnTo>
                  <a:lnTo>
                    <a:pt x="94" y="505"/>
                  </a:lnTo>
                  <a:lnTo>
                    <a:pt x="127" y="419"/>
                  </a:lnTo>
                  <a:lnTo>
                    <a:pt x="165" y="333"/>
                  </a:lnTo>
                  <a:lnTo>
                    <a:pt x="209" y="251"/>
                  </a:lnTo>
                  <a:lnTo>
                    <a:pt x="256" y="170"/>
                  </a:lnTo>
                  <a:lnTo>
                    <a:pt x="308" y="93"/>
                  </a:lnTo>
                  <a:lnTo>
                    <a:pt x="364" y="19"/>
                  </a:lnTo>
                  <a:lnTo>
                    <a:pt x="374" y="9"/>
                  </a:lnTo>
                  <a:lnTo>
                    <a:pt x="387" y="3"/>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1" name="Freeform 58"/>
            <p:cNvSpPr>
              <a:spLocks/>
            </p:cNvSpPr>
            <p:nvPr/>
          </p:nvSpPr>
          <p:spPr bwMode="auto">
            <a:xfrm>
              <a:off x="4373563" y="4878388"/>
              <a:ext cx="250825" cy="161925"/>
            </a:xfrm>
            <a:custGeom>
              <a:avLst/>
              <a:gdLst>
                <a:gd name="T0" fmla="*/ 832 w 2375"/>
                <a:gd name="T1" fmla="*/ 0 h 1530"/>
                <a:gd name="T2" fmla="*/ 2325 w 2375"/>
                <a:gd name="T3" fmla="*/ 0 h 1530"/>
                <a:gd name="T4" fmla="*/ 2338 w 2375"/>
                <a:gd name="T5" fmla="*/ 2 h 1530"/>
                <a:gd name="T6" fmla="*/ 2351 w 2375"/>
                <a:gd name="T7" fmla="*/ 8 h 1530"/>
                <a:gd name="T8" fmla="*/ 2362 w 2375"/>
                <a:gd name="T9" fmla="*/ 17 h 1530"/>
                <a:gd name="T10" fmla="*/ 2370 w 2375"/>
                <a:gd name="T11" fmla="*/ 29 h 1530"/>
                <a:gd name="T12" fmla="*/ 2374 w 2375"/>
                <a:gd name="T13" fmla="*/ 42 h 1530"/>
                <a:gd name="T14" fmla="*/ 2375 w 2375"/>
                <a:gd name="T15" fmla="*/ 56 h 1530"/>
                <a:gd name="T16" fmla="*/ 2362 w 2375"/>
                <a:gd name="T17" fmla="*/ 150 h 1530"/>
                <a:gd name="T18" fmla="*/ 2344 w 2375"/>
                <a:gd name="T19" fmla="*/ 242 h 1530"/>
                <a:gd name="T20" fmla="*/ 2322 w 2375"/>
                <a:gd name="T21" fmla="*/ 333 h 1530"/>
                <a:gd name="T22" fmla="*/ 2294 w 2375"/>
                <a:gd name="T23" fmla="*/ 421 h 1530"/>
                <a:gd name="T24" fmla="*/ 2262 w 2375"/>
                <a:gd name="T25" fmla="*/ 507 h 1530"/>
                <a:gd name="T26" fmla="*/ 2225 w 2375"/>
                <a:gd name="T27" fmla="*/ 592 h 1530"/>
                <a:gd name="T28" fmla="*/ 2183 w 2375"/>
                <a:gd name="T29" fmla="*/ 674 h 1530"/>
                <a:gd name="T30" fmla="*/ 2136 w 2375"/>
                <a:gd name="T31" fmla="*/ 754 h 1530"/>
                <a:gd name="T32" fmla="*/ 2085 w 2375"/>
                <a:gd name="T33" fmla="*/ 831 h 1530"/>
                <a:gd name="T34" fmla="*/ 2030 w 2375"/>
                <a:gd name="T35" fmla="*/ 905 h 1530"/>
                <a:gd name="T36" fmla="*/ 1971 w 2375"/>
                <a:gd name="T37" fmla="*/ 976 h 1530"/>
                <a:gd name="T38" fmla="*/ 1908 w 2375"/>
                <a:gd name="T39" fmla="*/ 1045 h 1530"/>
                <a:gd name="T40" fmla="*/ 1840 w 2375"/>
                <a:gd name="T41" fmla="*/ 1109 h 1530"/>
                <a:gd name="T42" fmla="*/ 1769 w 2375"/>
                <a:gd name="T43" fmla="*/ 1169 h 1530"/>
                <a:gd name="T44" fmla="*/ 1694 w 2375"/>
                <a:gd name="T45" fmla="*/ 1226 h 1530"/>
                <a:gd name="T46" fmla="*/ 1618 w 2375"/>
                <a:gd name="T47" fmla="*/ 1277 h 1530"/>
                <a:gd name="T48" fmla="*/ 1538 w 2375"/>
                <a:gd name="T49" fmla="*/ 1324 h 1530"/>
                <a:gd name="T50" fmla="*/ 1456 w 2375"/>
                <a:gd name="T51" fmla="*/ 1366 h 1530"/>
                <a:gd name="T52" fmla="*/ 1372 w 2375"/>
                <a:gd name="T53" fmla="*/ 1404 h 1530"/>
                <a:gd name="T54" fmla="*/ 1285 w 2375"/>
                <a:gd name="T55" fmla="*/ 1437 h 1530"/>
                <a:gd name="T56" fmla="*/ 1197 w 2375"/>
                <a:gd name="T57" fmla="*/ 1465 h 1530"/>
                <a:gd name="T58" fmla="*/ 1108 w 2375"/>
                <a:gd name="T59" fmla="*/ 1488 h 1530"/>
                <a:gd name="T60" fmla="*/ 1017 w 2375"/>
                <a:gd name="T61" fmla="*/ 1506 h 1530"/>
                <a:gd name="T62" fmla="*/ 924 w 2375"/>
                <a:gd name="T63" fmla="*/ 1519 h 1530"/>
                <a:gd name="T64" fmla="*/ 831 w 2375"/>
                <a:gd name="T65" fmla="*/ 1527 h 1530"/>
                <a:gd name="T66" fmla="*/ 737 w 2375"/>
                <a:gd name="T67" fmla="*/ 1530 h 1530"/>
                <a:gd name="T68" fmla="*/ 644 w 2375"/>
                <a:gd name="T69" fmla="*/ 1527 h 1530"/>
                <a:gd name="T70" fmla="*/ 553 w 2375"/>
                <a:gd name="T71" fmla="*/ 1520 h 1530"/>
                <a:gd name="T72" fmla="*/ 462 w 2375"/>
                <a:gd name="T73" fmla="*/ 1507 h 1530"/>
                <a:gd name="T74" fmla="*/ 373 w 2375"/>
                <a:gd name="T75" fmla="*/ 1490 h 1530"/>
                <a:gd name="T76" fmla="*/ 285 w 2375"/>
                <a:gd name="T77" fmla="*/ 1468 h 1530"/>
                <a:gd name="T78" fmla="*/ 199 w 2375"/>
                <a:gd name="T79" fmla="*/ 1440 h 1530"/>
                <a:gd name="T80" fmla="*/ 113 w 2375"/>
                <a:gd name="T81" fmla="*/ 1407 h 1530"/>
                <a:gd name="T82" fmla="*/ 29 w 2375"/>
                <a:gd name="T83" fmla="*/ 1370 h 1530"/>
                <a:gd name="T84" fmla="*/ 17 w 2375"/>
                <a:gd name="T85" fmla="*/ 1362 h 1530"/>
                <a:gd name="T86" fmla="*/ 8 w 2375"/>
                <a:gd name="T87" fmla="*/ 1352 h 1530"/>
                <a:gd name="T88" fmla="*/ 2 w 2375"/>
                <a:gd name="T89" fmla="*/ 1339 h 1530"/>
                <a:gd name="T90" fmla="*/ 0 w 2375"/>
                <a:gd name="T91" fmla="*/ 1325 h 1530"/>
                <a:gd name="T92" fmla="*/ 2 w 2375"/>
                <a:gd name="T93" fmla="*/ 1311 h 1530"/>
                <a:gd name="T94" fmla="*/ 8 w 2375"/>
                <a:gd name="T95" fmla="*/ 1298 h 1530"/>
                <a:gd name="T96" fmla="*/ 789 w 2375"/>
                <a:gd name="T97" fmla="*/ 24 h 1530"/>
                <a:gd name="T98" fmla="*/ 798 w 2375"/>
                <a:gd name="T99" fmla="*/ 14 h 1530"/>
                <a:gd name="T100" fmla="*/ 808 w 2375"/>
                <a:gd name="T101" fmla="*/ 7 h 1530"/>
                <a:gd name="T102" fmla="*/ 820 w 2375"/>
                <a:gd name="T103" fmla="*/ 2 h 1530"/>
                <a:gd name="T104" fmla="*/ 832 w 2375"/>
                <a:gd name="T105" fmla="*/ 0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75" h="1530">
                  <a:moveTo>
                    <a:pt x="832" y="0"/>
                  </a:moveTo>
                  <a:lnTo>
                    <a:pt x="2325" y="0"/>
                  </a:lnTo>
                  <a:lnTo>
                    <a:pt x="2338" y="2"/>
                  </a:lnTo>
                  <a:lnTo>
                    <a:pt x="2351" y="8"/>
                  </a:lnTo>
                  <a:lnTo>
                    <a:pt x="2362" y="17"/>
                  </a:lnTo>
                  <a:lnTo>
                    <a:pt x="2370" y="29"/>
                  </a:lnTo>
                  <a:lnTo>
                    <a:pt x="2374" y="42"/>
                  </a:lnTo>
                  <a:lnTo>
                    <a:pt x="2375" y="56"/>
                  </a:lnTo>
                  <a:lnTo>
                    <a:pt x="2362" y="150"/>
                  </a:lnTo>
                  <a:lnTo>
                    <a:pt x="2344" y="242"/>
                  </a:lnTo>
                  <a:lnTo>
                    <a:pt x="2322" y="333"/>
                  </a:lnTo>
                  <a:lnTo>
                    <a:pt x="2294" y="421"/>
                  </a:lnTo>
                  <a:lnTo>
                    <a:pt x="2262" y="507"/>
                  </a:lnTo>
                  <a:lnTo>
                    <a:pt x="2225" y="592"/>
                  </a:lnTo>
                  <a:lnTo>
                    <a:pt x="2183" y="674"/>
                  </a:lnTo>
                  <a:lnTo>
                    <a:pt x="2136" y="754"/>
                  </a:lnTo>
                  <a:lnTo>
                    <a:pt x="2085" y="831"/>
                  </a:lnTo>
                  <a:lnTo>
                    <a:pt x="2030" y="905"/>
                  </a:lnTo>
                  <a:lnTo>
                    <a:pt x="1971" y="976"/>
                  </a:lnTo>
                  <a:lnTo>
                    <a:pt x="1908" y="1045"/>
                  </a:lnTo>
                  <a:lnTo>
                    <a:pt x="1840" y="1109"/>
                  </a:lnTo>
                  <a:lnTo>
                    <a:pt x="1769" y="1169"/>
                  </a:lnTo>
                  <a:lnTo>
                    <a:pt x="1694" y="1226"/>
                  </a:lnTo>
                  <a:lnTo>
                    <a:pt x="1618" y="1277"/>
                  </a:lnTo>
                  <a:lnTo>
                    <a:pt x="1538" y="1324"/>
                  </a:lnTo>
                  <a:lnTo>
                    <a:pt x="1456" y="1366"/>
                  </a:lnTo>
                  <a:lnTo>
                    <a:pt x="1372" y="1404"/>
                  </a:lnTo>
                  <a:lnTo>
                    <a:pt x="1285" y="1437"/>
                  </a:lnTo>
                  <a:lnTo>
                    <a:pt x="1197" y="1465"/>
                  </a:lnTo>
                  <a:lnTo>
                    <a:pt x="1108" y="1488"/>
                  </a:lnTo>
                  <a:lnTo>
                    <a:pt x="1017" y="1506"/>
                  </a:lnTo>
                  <a:lnTo>
                    <a:pt x="924" y="1519"/>
                  </a:lnTo>
                  <a:lnTo>
                    <a:pt x="831" y="1527"/>
                  </a:lnTo>
                  <a:lnTo>
                    <a:pt x="737" y="1530"/>
                  </a:lnTo>
                  <a:lnTo>
                    <a:pt x="644" y="1527"/>
                  </a:lnTo>
                  <a:lnTo>
                    <a:pt x="553" y="1520"/>
                  </a:lnTo>
                  <a:lnTo>
                    <a:pt x="462" y="1507"/>
                  </a:lnTo>
                  <a:lnTo>
                    <a:pt x="373" y="1490"/>
                  </a:lnTo>
                  <a:lnTo>
                    <a:pt x="285" y="1468"/>
                  </a:lnTo>
                  <a:lnTo>
                    <a:pt x="199" y="1440"/>
                  </a:lnTo>
                  <a:lnTo>
                    <a:pt x="113" y="1407"/>
                  </a:lnTo>
                  <a:lnTo>
                    <a:pt x="29" y="1370"/>
                  </a:lnTo>
                  <a:lnTo>
                    <a:pt x="17" y="1362"/>
                  </a:lnTo>
                  <a:lnTo>
                    <a:pt x="8" y="1352"/>
                  </a:lnTo>
                  <a:lnTo>
                    <a:pt x="2" y="1339"/>
                  </a:lnTo>
                  <a:lnTo>
                    <a:pt x="0" y="1325"/>
                  </a:lnTo>
                  <a:lnTo>
                    <a:pt x="2" y="1311"/>
                  </a:lnTo>
                  <a:lnTo>
                    <a:pt x="8" y="1298"/>
                  </a:lnTo>
                  <a:lnTo>
                    <a:pt x="789" y="24"/>
                  </a:lnTo>
                  <a:lnTo>
                    <a:pt x="798" y="14"/>
                  </a:lnTo>
                  <a:lnTo>
                    <a:pt x="808" y="7"/>
                  </a:lnTo>
                  <a:lnTo>
                    <a:pt x="820" y="2"/>
                  </a:lnTo>
                  <a:lnTo>
                    <a:pt x="8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2" name="Group 61"/>
          <p:cNvGrpSpPr/>
          <p:nvPr/>
        </p:nvGrpSpPr>
        <p:grpSpPr>
          <a:xfrm>
            <a:off x="2744349" y="2997136"/>
            <a:ext cx="370972" cy="368521"/>
            <a:chOff x="5509038" y="2829908"/>
            <a:chExt cx="376386" cy="373901"/>
          </a:xfrm>
          <a:solidFill>
            <a:schemeClr val="tx1">
              <a:lumMod val="95000"/>
              <a:lumOff val="5000"/>
            </a:schemeClr>
          </a:solidFill>
        </p:grpSpPr>
        <p:sp>
          <p:nvSpPr>
            <p:cNvPr id="63" name="Freeform 6"/>
            <p:cNvSpPr>
              <a:spLocks/>
            </p:cNvSpPr>
            <p:nvPr/>
          </p:nvSpPr>
          <p:spPr bwMode="auto">
            <a:xfrm>
              <a:off x="5509038" y="2887049"/>
              <a:ext cx="318002" cy="316760"/>
            </a:xfrm>
            <a:custGeom>
              <a:avLst/>
              <a:gdLst>
                <a:gd name="T0" fmla="*/ 910 w 2818"/>
                <a:gd name="T1" fmla="*/ 10 h 2801"/>
                <a:gd name="T2" fmla="*/ 1156 w 2818"/>
                <a:gd name="T3" fmla="*/ 65 h 2801"/>
                <a:gd name="T4" fmla="*/ 1408 w 2818"/>
                <a:gd name="T5" fmla="*/ 164 h 2801"/>
                <a:gd name="T6" fmla="*/ 1660 w 2818"/>
                <a:gd name="T7" fmla="*/ 305 h 2801"/>
                <a:gd name="T8" fmla="*/ 1667 w 2818"/>
                <a:gd name="T9" fmla="*/ 440 h 2801"/>
                <a:gd name="T10" fmla="*/ 1530 w 2818"/>
                <a:gd name="T11" fmla="*/ 624 h 2801"/>
                <a:gd name="T12" fmla="*/ 1309 w 2818"/>
                <a:gd name="T13" fmla="*/ 493 h 2801"/>
                <a:gd name="T14" fmla="*/ 1092 w 2818"/>
                <a:gd name="T15" fmla="*/ 400 h 2801"/>
                <a:gd name="T16" fmla="*/ 884 w 2818"/>
                <a:gd name="T17" fmla="*/ 348 h 2801"/>
                <a:gd name="T18" fmla="*/ 697 w 2818"/>
                <a:gd name="T19" fmla="*/ 340 h 2801"/>
                <a:gd name="T20" fmla="*/ 554 w 2818"/>
                <a:gd name="T21" fmla="*/ 372 h 2801"/>
                <a:gd name="T22" fmla="*/ 445 w 2818"/>
                <a:gd name="T23" fmla="*/ 444 h 2801"/>
                <a:gd name="T24" fmla="*/ 377 w 2818"/>
                <a:gd name="T25" fmla="*/ 547 h 2801"/>
                <a:gd name="T26" fmla="*/ 344 w 2818"/>
                <a:gd name="T27" fmla="*/ 684 h 2801"/>
                <a:gd name="T28" fmla="*/ 348 w 2818"/>
                <a:gd name="T29" fmla="*/ 849 h 2801"/>
                <a:gd name="T30" fmla="*/ 388 w 2818"/>
                <a:gd name="T31" fmla="*/ 1035 h 2801"/>
                <a:gd name="T32" fmla="*/ 465 w 2818"/>
                <a:gd name="T33" fmla="*/ 1236 h 2801"/>
                <a:gd name="T34" fmla="*/ 580 w 2818"/>
                <a:gd name="T35" fmla="*/ 1449 h 2801"/>
                <a:gd name="T36" fmla="*/ 734 w 2818"/>
                <a:gd name="T37" fmla="*/ 1665 h 2801"/>
                <a:gd name="T38" fmla="*/ 927 w 2818"/>
                <a:gd name="T39" fmla="*/ 1879 h 2801"/>
                <a:gd name="T40" fmla="*/ 1138 w 2818"/>
                <a:gd name="T41" fmla="*/ 2066 h 2801"/>
                <a:gd name="T42" fmla="*/ 1357 w 2818"/>
                <a:gd name="T43" fmla="*/ 2222 h 2801"/>
                <a:gd name="T44" fmla="*/ 1578 w 2818"/>
                <a:gd name="T45" fmla="*/ 2342 h 2801"/>
                <a:gd name="T46" fmla="*/ 1795 w 2818"/>
                <a:gd name="T47" fmla="*/ 2422 h 2801"/>
                <a:gd name="T48" fmla="*/ 2000 w 2818"/>
                <a:gd name="T49" fmla="*/ 2461 h 2801"/>
                <a:gd name="T50" fmla="*/ 2171 w 2818"/>
                <a:gd name="T51" fmla="*/ 2454 h 2801"/>
                <a:gd name="T52" fmla="*/ 2303 w 2818"/>
                <a:gd name="T53" fmla="*/ 2409 h 2801"/>
                <a:gd name="T54" fmla="*/ 2399 w 2818"/>
                <a:gd name="T55" fmla="*/ 2326 h 2801"/>
                <a:gd name="T56" fmla="*/ 2455 w 2818"/>
                <a:gd name="T57" fmla="*/ 2214 h 2801"/>
                <a:gd name="T58" fmla="*/ 2477 w 2818"/>
                <a:gd name="T59" fmla="*/ 2073 h 2801"/>
                <a:gd name="T60" fmla="*/ 2465 w 2818"/>
                <a:gd name="T61" fmla="*/ 1906 h 2801"/>
                <a:gd name="T62" fmla="*/ 2410 w 2818"/>
                <a:gd name="T63" fmla="*/ 1701 h 2801"/>
                <a:gd name="T64" fmla="*/ 2294 w 2818"/>
                <a:gd name="T65" fmla="*/ 1449 h 2801"/>
                <a:gd name="T66" fmla="*/ 2252 w 2818"/>
                <a:gd name="T67" fmla="*/ 1241 h 2801"/>
                <a:gd name="T68" fmla="*/ 2436 w 2818"/>
                <a:gd name="T69" fmla="*/ 1087 h 2801"/>
                <a:gd name="T70" fmla="*/ 2568 w 2818"/>
                <a:gd name="T71" fmla="*/ 1244 h 2801"/>
                <a:gd name="T72" fmla="*/ 2701 w 2818"/>
                <a:gd name="T73" fmla="*/ 1513 h 2801"/>
                <a:gd name="T74" fmla="*/ 2785 w 2818"/>
                <a:gd name="T75" fmla="*/ 1772 h 2801"/>
                <a:gd name="T76" fmla="*/ 2817 w 2818"/>
                <a:gd name="T77" fmla="*/ 2001 h 2801"/>
                <a:gd name="T78" fmla="*/ 2807 w 2818"/>
                <a:gd name="T79" fmla="*/ 2209 h 2801"/>
                <a:gd name="T80" fmla="*/ 2751 w 2818"/>
                <a:gd name="T81" fmla="*/ 2393 h 2801"/>
                <a:gd name="T82" fmla="*/ 2654 w 2818"/>
                <a:gd name="T83" fmla="*/ 2550 h 2801"/>
                <a:gd name="T84" fmla="*/ 2525 w 2818"/>
                <a:gd name="T85" fmla="*/ 2669 h 2801"/>
                <a:gd name="T86" fmla="*/ 2371 w 2818"/>
                <a:gd name="T87" fmla="*/ 2749 h 2801"/>
                <a:gd name="T88" fmla="*/ 2194 w 2818"/>
                <a:gd name="T89" fmla="*/ 2792 h 2801"/>
                <a:gd name="T90" fmla="*/ 1982 w 2818"/>
                <a:gd name="T91" fmla="*/ 2799 h 2801"/>
                <a:gd name="T92" fmla="*/ 1727 w 2818"/>
                <a:gd name="T93" fmla="*/ 2755 h 2801"/>
                <a:gd name="T94" fmla="*/ 1464 w 2818"/>
                <a:gd name="T95" fmla="*/ 2661 h 2801"/>
                <a:gd name="T96" fmla="*/ 1198 w 2818"/>
                <a:gd name="T97" fmla="*/ 2522 h 2801"/>
                <a:gd name="T98" fmla="*/ 936 w 2818"/>
                <a:gd name="T99" fmla="*/ 2340 h 2801"/>
                <a:gd name="T100" fmla="*/ 686 w 2818"/>
                <a:gd name="T101" fmla="*/ 2118 h 2801"/>
                <a:gd name="T102" fmla="*/ 486 w 2818"/>
                <a:gd name="T103" fmla="*/ 1897 h 2801"/>
                <a:gd name="T104" fmla="*/ 317 w 2818"/>
                <a:gd name="T105" fmla="*/ 1669 h 2801"/>
                <a:gd name="T106" fmla="*/ 184 w 2818"/>
                <a:gd name="T107" fmla="*/ 1438 h 2801"/>
                <a:gd name="T108" fmla="*/ 86 w 2818"/>
                <a:gd name="T109" fmla="*/ 1209 h 2801"/>
                <a:gd name="T110" fmla="*/ 24 w 2818"/>
                <a:gd name="T111" fmla="*/ 987 h 2801"/>
                <a:gd name="T112" fmla="*/ 0 w 2818"/>
                <a:gd name="T113" fmla="*/ 776 h 2801"/>
                <a:gd name="T114" fmla="*/ 14 w 2818"/>
                <a:gd name="T115" fmla="*/ 579 h 2801"/>
                <a:gd name="T116" fmla="*/ 68 w 2818"/>
                <a:gd name="T117" fmla="*/ 401 h 2801"/>
                <a:gd name="T118" fmla="*/ 163 w 2818"/>
                <a:gd name="T119" fmla="*/ 249 h 2801"/>
                <a:gd name="T120" fmla="*/ 292 w 2818"/>
                <a:gd name="T121" fmla="*/ 132 h 2801"/>
                <a:gd name="T122" fmla="*/ 445 w 2818"/>
                <a:gd name="T123" fmla="*/ 52 h 2801"/>
                <a:gd name="T124" fmla="*/ 623 w 2818"/>
                <a:gd name="T125" fmla="*/ 8 h 2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18" h="2801">
                  <a:moveTo>
                    <a:pt x="753" y="0"/>
                  </a:moveTo>
                  <a:lnTo>
                    <a:pt x="830" y="2"/>
                  </a:lnTo>
                  <a:lnTo>
                    <a:pt x="910" y="10"/>
                  </a:lnTo>
                  <a:lnTo>
                    <a:pt x="991" y="24"/>
                  </a:lnTo>
                  <a:lnTo>
                    <a:pt x="1073" y="41"/>
                  </a:lnTo>
                  <a:lnTo>
                    <a:pt x="1156" y="65"/>
                  </a:lnTo>
                  <a:lnTo>
                    <a:pt x="1240" y="93"/>
                  </a:lnTo>
                  <a:lnTo>
                    <a:pt x="1323" y="127"/>
                  </a:lnTo>
                  <a:lnTo>
                    <a:pt x="1408" y="164"/>
                  </a:lnTo>
                  <a:lnTo>
                    <a:pt x="1492" y="207"/>
                  </a:lnTo>
                  <a:lnTo>
                    <a:pt x="1577" y="254"/>
                  </a:lnTo>
                  <a:lnTo>
                    <a:pt x="1660" y="305"/>
                  </a:lnTo>
                  <a:lnTo>
                    <a:pt x="1744" y="360"/>
                  </a:lnTo>
                  <a:lnTo>
                    <a:pt x="1724" y="379"/>
                  </a:lnTo>
                  <a:lnTo>
                    <a:pt x="1667" y="440"/>
                  </a:lnTo>
                  <a:lnTo>
                    <a:pt x="1615" y="500"/>
                  </a:lnTo>
                  <a:lnTo>
                    <a:pt x="1570" y="563"/>
                  </a:lnTo>
                  <a:lnTo>
                    <a:pt x="1530" y="624"/>
                  </a:lnTo>
                  <a:lnTo>
                    <a:pt x="1456" y="576"/>
                  </a:lnTo>
                  <a:lnTo>
                    <a:pt x="1383" y="532"/>
                  </a:lnTo>
                  <a:lnTo>
                    <a:pt x="1309" y="493"/>
                  </a:lnTo>
                  <a:lnTo>
                    <a:pt x="1236" y="457"/>
                  </a:lnTo>
                  <a:lnTo>
                    <a:pt x="1163" y="426"/>
                  </a:lnTo>
                  <a:lnTo>
                    <a:pt x="1092" y="400"/>
                  </a:lnTo>
                  <a:lnTo>
                    <a:pt x="1021" y="378"/>
                  </a:lnTo>
                  <a:lnTo>
                    <a:pt x="952" y="361"/>
                  </a:lnTo>
                  <a:lnTo>
                    <a:pt x="884" y="348"/>
                  </a:lnTo>
                  <a:lnTo>
                    <a:pt x="817" y="340"/>
                  </a:lnTo>
                  <a:lnTo>
                    <a:pt x="753" y="338"/>
                  </a:lnTo>
                  <a:lnTo>
                    <a:pt x="697" y="340"/>
                  </a:lnTo>
                  <a:lnTo>
                    <a:pt x="646" y="346"/>
                  </a:lnTo>
                  <a:lnTo>
                    <a:pt x="598" y="358"/>
                  </a:lnTo>
                  <a:lnTo>
                    <a:pt x="554" y="372"/>
                  </a:lnTo>
                  <a:lnTo>
                    <a:pt x="514" y="392"/>
                  </a:lnTo>
                  <a:lnTo>
                    <a:pt x="477" y="416"/>
                  </a:lnTo>
                  <a:lnTo>
                    <a:pt x="445" y="444"/>
                  </a:lnTo>
                  <a:lnTo>
                    <a:pt x="419" y="474"/>
                  </a:lnTo>
                  <a:lnTo>
                    <a:pt x="396" y="508"/>
                  </a:lnTo>
                  <a:lnTo>
                    <a:pt x="377" y="547"/>
                  </a:lnTo>
                  <a:lnTo>
                    <a:pt x="362" y="590"/>
                  </a:lnTo>
                  <a:lnTo>
                    <a:pt x="352" y="635"/>
                  </a:lnTo>
                  <a:lnTo>
                    <a:pt x="344" y="684"/>
                  </a:lnTo>
                  <a:lnTo>
                    <a:pt x="341" y="736"/>
                  </a:lnTo>
                  <a:lnTo>
                    <a:pt x="343" y="791"/>
                  </a:lnTo>
                  <a:lnTo>
                    <a:pt x="348" y="849"/>
                  </a:lnTo>
                  <a:lnTo>
                    <a:pt x="357" y="908"/>
                  </a:lnTo>
                  <a:lnTo>
                    <a:pt x="371" y="970"/>
                  </a:lnTo>
                  <a:lnTo>
                    <a:pt x="388" y="1035"/>
                  </a:lnTo>
                  <a:lnTo>
                    <a:pt x="409" y="1100"/>
                  </a:lnTo>
                  <a:lnTo>
                    <a:pt x="436" y="1168"/>
                  </a:lnTo>
                  <a:lnTo>
                    <a:pt x="465" y="1236"/>
                  </a:lnTo>
                  <a:lnTo>
                    <a:pt x="499" y="1306"/>
                  </a:lnTo>
                  <a:lnTo>
                    <a:pt x="538" y="1377"/>
                  </a:lnTo>
                  <a:lnTo>
                    <a:pt x="580" y="1449"/>
                  </a:lnTo>
                  <a:lnTo>
                    <a:pt x="627" y="1520"/>
                  </a:lnTo>
                  <a:lnTo>
                    <a:pt x="678" y="1592"/>
                  </a:lnTo>
                  <a:lnTo>
                    <a:pt x="734" y="1665"/>
                  </a:lnTo>
                  <a:lnTo>
                    <a:pt x="794" y="1737"/>
                  </a:lnTo>
                  <a:lnTo>
                    <a:pt x="859" y="1807"/>
                  </a:lnTo>
                  <a:lnTo>
                    <a:pt x="927" y="1879"/>
                  </a:lnTo>
                  <a:lnTo>
                    <a:pt x="996" y="1945"/>
                  </a:lnTo>
                  <a:lnTo>
                    <a:pt x="1066" y="2007"/>
                  </a:lnTo>
                  <a:lnTo>
                    <a:pt x="1138" y="2066"/>
                  </a:lnTo>
                  <a:lnTo>
                    <a:pt x="1210" y="2123"/>
                  </a:lnTo>
                  <a:lnTo>
                    <a:pt x="1284" y="2173"/>
                  </a:lnTo>
                  <a:lnTo>
                    <a:pt x="1357" y="2222"/>
                  </a:lnTo>
                  <a:lnTo>
                    <a:pt x="1431" y="2266"/>
                  </a:lnTo>
                  <a:lnTo>
                    <a:pt x="1504" y="2306"/>
                  </a:lnTo>
                  <a:lnTo>
                    <a:pt x="1578" y="2342"/>
                  </a:lnTo>
                  <a:lnTo>
                    <a:pt x="1651" y="2373"/>
                  </a:lnTo>
                  <a:lnTo>
                    <a:pt x="1723" y="2400"/>
                  </a:lnTo>
                  <a:lnTo>
                    <a:pt x="1795" y="2422"/>
                  </a:lnTo>
                  <a:lnTo>
                    <a:pt x="1865" y="2440"/>
                  </a:lnTo>
                  <a:lnTo>
                    <a:pt x="1933" y="2452"/>
                  </a:lnTo>
                  <a:lnTo>
                    <a:pt x="2000" y="2461"/>
                  </a:lnTo>
                  <a:lnTo>
                    <a:pt x="2065" y="2463"/>
                  </a:lnTo>
                  <a:lnTo>
                    <a:pt x="2119" y="2461"/>
                  </a:lnTo>
                  <a:lnTo>
                    <a:pt x="2171" y="2454"/>
                  </a:lnTo>
                  <a:lnTo>
                    <a:pt x="2220" y="2443"/>
                  </a:lnTo>
                  <a:lnTo>
                    <a:pt x="2264" y="2428"/>
                  </a:lnTo>
                  <a:lnTo>
                    <a:pt x="2303" y="2409"/>
                  </a:lnTo>
                  <a:lnTo>
                    <a:pt x="2340" y="2385"/>
                  </a:lnTo>
                  <a:lnTo>
                    <a:pt x="2371" y="2357"/>
                  </a:lnTo>
                  <a:lnTo>
                    <a:pt x="2399" y="2326"/>
                  </a:lnTo>
                  <a:lnTo>
                    <a:pt x="2421" y="2293"/>
                  </a:lnTo>
                  <a:lnTo>
                    <a:pt x="2439" y="2256"/>
                  </a:lnTo>
                  <a:lnTo>
                    <a:pt x="2455" y="2214"/>
                  </a:lnTo>
                  <a:lnTo>
                    <a:pt x="2467" y="2170"/>
                  </a:lnTo>
                  <a:lnTo>
                    <a:pt x="2474" y="2123"/>
                  </a:lnTo>
                  <a:lnTo>
                    <a:pt x="2477" y="2073"/>
                  </a:lnTo>
                  <a:lnTo>
                    <a:pt x="2477" y="2020"/>
                  </a:lnTo>
                  <a:lnTo>
                    <a:pt x="2473" y="1964"/>
                  </a:lnTo>
                  <a:lnTo>
                    <a:pt x="2465" y="1906"/>
                  </a:lnTo>
                  <a:lnTo>
                    <a:pt x="2453" y="1847"/>
                  </a:lnTo>
                  <a:lnTo>
                    <a:pt x="2436" y="1785"/>
                  </a:lnTo>
                  <a:lnTo>
                    <a:pt x="2410" y="1701"/>
                  </a:lnTo>
                  <a:lnTo>
                    <a:pt x="2377" y="1618"/>
                  </a:lnTo>
                  <a:lnTo>
                    <a:pt x="2338" y="1533"/>
                  </a:lnTo>
                  <a:lnTo>
                    <a:pt x="2294" y="1449"/>
                  </a:lnTo>
                  <a:lnTo>
                    <a:pt x="2245" y="1364"/>
                  </a:lnTo>
                  <a:lnTo>
                    <a:pt x="2190" y="1280"/>
                  </a:lnTo>
                  <a:lnTo>
                    <a:pt x="2252" y="1241"/>
                  </a:lnTo>
                  <a:lnTo>
                    <a:pt x="2314" y="1195"/>
                  </a:lnTo>
                  <a:lnTo>
                    <a:pt x="2376" y="1144"/>
                  </a:lnTo>
                  <a:lnTo>
                    <a:pt x="2436" y="1087"/>
                  </a:lnTo>
                  <a:lnTo>
                    <a:pt x="2455" y="1068"/>
                  </a:lnTo>
                  <a:lnTo>
                    <a:pt x="2514" y="1155"/>
                  </a:lnTo>
                  <a:lnTo>
                    <a:pt x="2568" y="1244"/>
                  </a:lnTo>
                  <a:lnTo>
                    <a:pt x="2617" y="1333"/>
                  </a:lnTo>
                  <a:lnTo>
                    <a:pt x="2662" y="1424"/>
                  </a:lnTo>
                  <a:lnTo>
                    <a:pt x="2701" y="1513"/>
                  </a:lnTo>
                  <a:lnTo>
                    <a:pt x="2736" y="1603"/>
                  </a:lnTo>
                  <a:lnTo>
                    <a:pt x="2764" y="1692"/>
                  </a:lnTo>
                  <a:lnTo>
                    <a:pt x="2785" y="1772"/>
                  </a:lnTo>
                  <a:lnTo>
                    <a:pt x="2801" y="1850"/>
                  </a:lnTo>
                  <a:lnTo>
                    <a:pt x="2812" y="1927"/>
                  </a:lnTo>
                  <a:lnTo>
                    <a:pt x="2817" y="2001"/>
                  </a:lnTo>
                  <a:lnTo>
                    <a:pt x="2818" y="2073"/>
                  </a:lnTo>
                  <a:lnTo>
                    <a:pt x="2815" y="2142"/>
                  </a:lnTo>
                  <a:lnTo>
                    <a:pt x="2807" y="2209"/>
                  </a:lnTo>
                  <a:lnTo>
                    <a:pt x="2793" y="2273"/>
                  </a:lnTo>
                  <a:lnTo>
                    <a:pt x="2774" y="2335"/>
                  </a:lnTo>
                  <a:lnTo>
                    <a:pt x="2751" y="2393"/>
                  </a:lnTo>
                  <a:lnTo>
                    <a:pt x="2724" y="2449"/>
                  </a:lnTo>
                  <a:lnTo>
                    <a:pt x="2692" y="2501"/>
                  </a:lnTo>
                  <a:lnTo>
                    <a:pt x="2654" y="2550"/>
                  </a:lnTo>
                  <a:lnTo>
                    <a:pt x="2612" y="2596"/>
                  </a:lnTo>
                  <a:lnTo>
                    <a:pt x="2570" y="2634"/>
                  </a:lnTo>
                  <a:lnTo>
                    <a:pt x="2525" y="2669"/>
                  </a:lnTo>
                  <a:lnTo>
                    <a:pt x="2477" y="2700"/>
                  </a:lnTo>
                  <a:lnTo>
                    <a:pt x="2426" y="2726"/>
                  </a:lnTo>
                  <a:lnTo>
                    <a:pt x="2371" y="2749"/>
                  </a:lnTo>
                  <a:lnTo>
                    <a:pt x="2315" y="2767"/>
                  </a:lnTo>
                  <a:lnTo>
                    <a:pt x="2256" y="2782"/>
                  </a:lnTo>
                  <a:lnTo>
                    <a:pt x="2194" y="2792"/>
                  </a:lnTo>
                  <a:lnTo>
                    <a:pt x="2131" y="2799"/>
                  </a:lnTo>
                  <a:lnTo>
                    <a:pt x="2065" y="2801"/>
                  </a:lnTo>
                  <a:lnTo>
                    <a:pt x="1982" y="2799"/>
                  </a:lnTo>
                  <a:lnTo>
                    <a:pt x="1898" y="2789"/>
                  </a:lnTo>
                  <a:lnTo>
                    <a:pt x="1813" y="2775"/>
                  </a:lnTo>
                  <a:lnTo>
                    <a:pt x="1727" y="2755"/>
                  </a:lnTo>
                  <a:lnTo>
                    <a:pt x="1640" y="2729"/>
                  </a:lnTo>
                  <a:lnTo>
                    <a:pt x="1552" y="2698"/>
                  </a:lnTo>
                  <a:lnTo>
                    <a:pt x="1464" y="2661"/>
                  </a:lnTo>
                  <a:lnTo>
                    <a:pt x="1375" y="2620"/>
                  </a:lnTo>
                  <a:lnTo>
                    <a:pt x="1286" y="2574"/>
                  </a:lnTo>
                  <a:lnTo>
                    <a:pt x="1198" y="2522"/>
                  </a:lnTo>
                  <a:lnTo>
                    <a:pt x="1110" y="2466"/>
                  </a:lnTo>
                  <a:lnTo>
                    <a:pt x="1022" y="2405"/>
                  </a:lnTo>
                  <a:lnTo>
                    <a:pt x="936" y="2340"/>
                  </a:lnTo>
                  <a:lnTo>
                    <a:pt x="851" y="2270"/>
                  </a:lnTo>
                  <a:lnTo>
                    <a:pt x="767" y="2196"/>
                  </a:lnTo>
                  <a:lnTo>
                    <a:pt x="686" y="2118"/>
                  </a:lnTo>
                  <a:lnTo>
                    <a:pt x="616" y="2046"/>
                  </a:lnTo>
                  <a:lnTo>
                    <a:pt x="549" y="1972"/>
                  </a:lnTo>
                  <a:lnTo>
                    <a:pt x="486" y="1897"/>
                  </a:lnTo>
                  <a:lnTo>
                    <a:pt x="426" y="1822"/>
                  </a:lnTo>
                  <a:lnTo>
                    <a:pt x="370" y="1746"/>
                  </a:lnTo>
                  <a:lnTo>
                    <a:pt x="317" y="1669"/>
                  </a:lnTo>
                  <a:lnTo>
                    <a:pt x="269" y="1592"/>
                  </a:lnTo>
                  <a:lnTo>
                    <a:pt x="225" y="1515"/>
                  </a:lnTo>
                  <a:lnTo>
                    <a:pt x="184" y="1438"/>
                  </a:lnTo>
                  <a:lnTo>
                    <a:pt x="148" y="1362"/>
                  </a:lnTo>
                  <a:lnTo>
                    <a:pt x="114" y="1285"/>
                  </a:lnTo>
                  <a:lnTo>
                    <a:pt x="86" y="1209"/>
                  </a:lnTo>
                  <a:lnTo>
                    <a:pt x="61" y="1135"/>
                  </a:lnTo>
                  <a:lnTo>
                    <a:pt x="41" y="1061"/>
                  </a:lnTo>
                  <a:lnTo>
                    <a:pt x="24" y="987"/>
                  </a:lnTo>
                  <a:lnTo>
                    <a:pt x="12" y="915"/>
                  </a:lnTo>
                  <a:lnTo>
                    <a:pt x="3" y="844"/>
                  </a:lnTo>
                  <a:lnTo>
                    <a:pt x="0" y="776"/>
                  </a:lnTo>
                  <a:lnTo>
                    <a:pt x="0" y="708"/>
                  </a:lnTo>
                  <a:lnTo>
                    <a:pt x="5" y="643"/>
                  </a:lnTo>
                  <a:lnTo>
                    <a:pt x="14" y="579"/>
                  </a:lnTo>
                  <a:lnTo>
                    <a:pt x="27" y="518"/>
                  </a:lnTo>
                  <a:lnTo>
                    <a:pt x="46" y="459"/>
                  </a:lnTo>
                  <a:lnTo>
                    <a:pt x="68" y="401"/>
                  </a:lnTo>
                  <a:lnTo>
                    <a:pt x="95" y="348"/>
                  </a:lnTo>
                  <a:lnTo>
                    <a:pt x="127" y="297"/>
                  </a:lnTo>
                  <a:lnTo>
                    <a:pt x="163" y="249"/>
                  </a:lnTo>
                  <a:lnTo>
                    <a:pt x="204" y="205"/>
                  </a:lnTo>
                  <a:lnTo>
                    <a:pt x="247" y="166"/>
                  </a:lnTo>
                  <a:lnTo>
                    <a:pt x="292" y="132"/>
                  </a:lnTo>
                  <a:lnTo>
                    <a:pt x="340" y="101"/>
                  </a:lnTo>
                  <a:lnTo>
                    <a:pt x="392" y="75"/>
                  </a:lnTo>
                  <a:lnTo>
                    <a:pt x="445" y="52"/>
                  </a:lnTo>
                  <a:lnTo>
                    <a:pt x="501" y="33"/>
                  </a:lnTo>
                  <a:lnTo>
                    <a:pt x="561" y="19"/>
                  </a:lnTo>
                  <a:lnTo>
                    <a:pt x="623" y="8"/>
                  </a:lnTo>
                  <a:lnTo>
                    <a:pt x="687" y="2"/>
                  </a:lnTo>
                  <a:lnTo>
                    <a:pt x="75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4" name="Freeform 7"/>
            <p:cNvSpPr>
              <a:spLocks/>
            </p:cNvSpPr>
            <p:nvPr/>
          </p:nvSpPr>
          <p:spPr bwMode="auto">
            <a:xfrm>
              <a:off x="5589781" y="2954127"/>
              <a:ext cx="170181" cy="168938"/>
            </a:xfrm>
            <a:custGeom>
              <a:avLst/>
              <a:gdLst>
                <a:gd name="T0" fmla="*/ 370 w 1504"/>
                <a:gd name="T1" fmla="*/ 2 h 1493"/>
                <a:gd name="T2" fmla="*/ 469 w 1504"/>
                <a:gd name="T3" fmla="*/ 22 h 1493"/>
                <a:gd name="T4" fmla="*/ 576 w 1504"/>
                <a:gd name="T5" fmla="*/ 60 h 1493"/>
                <a:gd name="T6" fmla="*/ 688 w 1504"/>
                <a:gd name="T7" fmla="*/ 115 h 1493"/>
                <a:gd name="T8" fmla="*/ 717 w 1504"/>
                <a:gd name="T9" fmla="*/ 206 h 1493"/>
                <a:gd name="T10" fmla="*/ 674 w 1504"/>
                <a:gd name="T11" fmla="*/ 315 h 1493"/>
                <a:gd name="T12" fmla="*/ 644 w 1504"/>
                <a:gd name="T13" fmla="*/ 413 h 1493"/>
                <a:gd name="T14" fmla="*/ 624 w 1504"/>
                <a:gd name="T15" fmla="*/ 497 h 1493"/>
                <a:gd name="T16" fmla="*/ 614 w 1504"/>
                <a:gd name="T17" fmla="*/ 562 h 1493"/>
                <a:gd name="T18" fmla="*/ 608 w 1504"/>
                <a:gd name="T19" fmla="*/ 606 h 1493"/>
                <a:gd name="T20" fmla="*/ 606 w 1504"/>
                <a:gd name="T21" fmla="*/ 626 h 1493"/>
                <a:gd name="T22" fmla="*/ 614 w 1504"/>
                <a:gd name="T23" fmla="*/ 695 h 1493"/>
                <a:gd name="T24" fmla="*/ 639 w 1504"/>
                <a:gd name="T25" fmla="*/ 761 h 1493"/>
                <a:gd name="T26" fmla="*/ 682 w 1504"/>
                <a:gd name="T27" fmla="*/ 816 h 1493"/>
                <a:gd name="T28" fmla="*/ 737 w 1504"/>
                <a:gd name="T29" fmla="*/ 859 h 1493"/>
                <a:gd name="T30" fmla="*/ 802 w 1504"/>
                <a:gd name="T31" fmla="*/ 884 h 1493"/>
                <a:gd name="T32" fmla="*/ 872 w 1504"/>
                <a:gd name="T33" fmla="*/ 890 h 1493"/>
                <a:gd name="T34" fmla="*/ 892 w 1504"/>
                <a:gd name="T35" fmla="*/ 889 h 1493"/>
                <a:gd name="T36" fmla="*/ 937 w 1504"/>
                <a:gd name="T37" fmla="*/ 884 h 1493"/>
                <a:gd name="T38" fmla="*/ 1003 w 1504"/>
                <a:gd name="T39" fmla="*/ 872 h 1493"/>
                <a:gd name="T40" fmla="*/ 1088 w 1504"/>
                <a:gd name="T41" fmla="*/ 853 h 1493"/>
                <a:gd name="T42" fmla="*/ 1186 w 1504"/>
                <a:gd name="T43" fmla="*/ 823 h 1493"/>
                <a:gd name="T44" fmla="*/ 1296 w 1504"/>
                <a:gd name="T45" fmla="*/ 780 h 1493"/>
                <a:gd name="T46" fmla="*/ 1386 w 1504"/>
                <a:gd name="T47" fmla="*/ 807 h 1493"/>
                <a:gd name="T48" fmla="*/ 1440 w 1504"/>
                <a:gd name="T49" fmla="*/ 911 h 1493"/>
                <a:gd name="T50" fmla="*/ 1477 w 1504"/>
                <a:gd name="T51" fmla="*/ 1011 h 1493"/>
                <a:gd name="T52" fmla="*/ 1497 w 1504"/>
                <a:gd name="T53" fmla="*/ 1098 h 1493"/>
                <a:gd name="T54" fmla="*/ 1504 w 1504"/>
                <a:gd name="T55" fmla="*/ 1175 h 1493"/>
                <a:gd name="T56" fmla="*/ 1497 w 1504"/>
                <a:gd name="T57" fmla="*/ 1240 h 1493"/>
                <a:gd name="T58" fmla="*/ 1483 w 1504"/>
                <a:gd name="T59" fmla="*/ 1295 h 1493"/>
                <a:gd name="T60" fmla="*/ 1463 w 1504"/>
                <a:gd name="T61" fmla="*/ 1340 h 1493"/>
                <a:gd name="T62" fmla="*/ 1439 w 1504"/>
                <a:gd name="T63" fmla="*/ 1377 h 1493"/>
                <a:gd name="T64" fmla="*/ 1414 w 1504"/>
                <a:gd name="T65" fmla="*/ 1405 h 1493"/>
                <a:gd name="T66" fmla="*/ 1382 w 1504"/>
                <a:gd name="T67" fmla="*/ 1432 h 1493"/>
                <a:gd name="T68" fmla="*/ 1339 w 1504"/>
                <a:gd name="T69" fmla="*/ 1458 h 1493"/>
                <a:gd name="T70" fmla="*/ 1285 w 1504"/>
                <a:gd name="T71" fmla="*/ 1479 h 1493"/>
                <a:gd name="T72" fmla="*/ 1219 w 1504"/>
                <a:gd name="T73" fmla="*/ 1491 h 1493"/>
                <a:gd name="T74" fmla="*/ 1134 w 1504"/>
                <a:gd name="T75" fmla="*/ 1491 h 1493"/>
                <a:gd name="T76" fmla="*/ 1036 w 1504"/>
                <a:gd name="T77" fmla="*/ 1471 h 1493"/>
                <a:gd name="T78" fmla="*/ 930 w 1504"/>
                <a:gd name="T79" fmla="*/ 1435 h 1493"/>
                <a:gd name="T80" fmla="*/ 819 w 1504"/>
                <a:gd name="T81" fmla="*/ 1381 h 1493"/>
                <a:gd name="T82" fmla="*/ 706 w 1504"/>
                <a:gd name="T83" fmla="*/ 1311 h 1493"/>
                <a:gd name="T84" fmla="*/ 591 w 1504"/>
                <a:gd name="T85" fmla="*/ 1227 h 1493"/>
                <a:gd name="T86" fmla="*/ 477 w 1504"/>
                <a:gd name="T87" fmla="*/ 1129 h 1493"/>
                <a:gd name="T88" fmla="*/ 362 w 1504"/>
                <a:gd name="T89" fmla="*/ 1015 h 1493"/>
                <a:gd name="T90" fmla="*/ 257 w 1504"/>
                <a:gd name="T91" fmla="*/ 892 h 1493"/>
                <a:gd name="T92" fmla="*/ 166 w 1504"/>
                <a:gd name="T93" fmla="*/ 766 h 1493"/>
                <a:gd name="T94" fmla="*/ 93 w 1504"/>
                <a:gd name="T95" fmla="*/ 642 h 1493"/>
                <a:gd name="T96" fmla="*/ 43 w 1504"/>
                <a:gd name="T97" fmla="*/ 531 h 1493"/>
                <a:gd name="T98" fmla="*/ 15 w 1504"/>
                <a:gd name="T99" fmla="*/ 437 h 1493"/>
                <a:gd name="T100" fmla="*/ 1 w 1504"/>
                <a:gd name="T101" fmla="*/ 355 h 1493"/>
                <a:gd name="T102" fmla="*/ 2 w 1504"/>
                <a:gd name="T103" fmla="*/ 285 h 1493"/>
                <a:gd name="T104" fmla="*/ 13 w 1504"/>
                <a:gd name="T105" fmla="*/ 224 h 1493"/>
                <a:gd name="T106" fmla="*/ 31 w 1504"/>
                <a:gd name="T107" fmla="*/ 173 h 1493"/>
                <a:gd name="T108" fmla="*/ 53 w 1504"/>
                <a:gd name="T109" fmla="*/ 133 h 1493"/>
                <a:gd name="T110" fmla="*/ 78 w 1504"/>
                <a:gd name="T111" fmla="*/ 102 h 1493"/>
                <a:gd name="T112" fmla="*/ 105 w 1504"/>
                <a:gd name="T113" fmla="*/ 75 h 1493"/>
                <a:gd name="T114" fmla="*/ 142 w 1504"/>
                <a:gd name="T115" fmla="*/ 48 h 1493"/>
                <a:gd name="T116" fmla="*/ 190 w 1504"/>
                <a:gd name="T117" fmla="*/ 24 h 1493"/>
                <a:gd name="T118" fmla="*/ 250 w 1504"/>
                <a:gd name="T119" fmla="*/ 6 h 1493"/>
                <a:gd name="T120" fmla="*/ 323 w 1504"/>
                <a:gd name="T121" fmla="*/ 0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4" h="1493">
                  <a:moveTo>
                    <a:pt x="323" y="0"/>
                  </a:moveTo>
                  <a:lnTo>
                    <a:pt x="370" y="2"/>
                  </a:lnTo>
                  <a:lnTo>
                    <a:pt x="418" y="10"/>
                  </a:lnTo>
                  <a:lnTo>
                    <a:pt x="469" y="22"/>
                  </a:lnTo>
                  <a:lnTo>
                    <a:pt x="522" y="39"/>
                  </a:lnTo>
                  <a:lnTo>
                    <a:pt x="576" y="60"/>
                  </a:lnTo>
                  <a:lnTo>
                    <a:pt x="631" y="86"/>
                  </a:lnTo>
                  <a:lnTo>
                    <a:pt x="688" y="115"/>
                  </a:lnTo>
                  <a:lnTo>
                    <a:pt x="745" y="148"/>
                  </a:lnTo>
                  <a:lnTo>
                    <a:pt x="717" y="206"/>
                  </a:lnTo>
                  <a:lnTo>
                    <a:pt x="694" y="262"/>
                  </a:lnTo>
                  <a:lnTo>
                    <a:pt x="674" y="315"/>
                  </a:lnTo>
                  <a:lnTo>
                    <a:pt x="658" y="366"/>
                  </a:lnTo>
                  <a:lnTo>
                    <a:pt x="644" y="413"/>
                  </a:lnTo>
                  <a:lnTo>
                    <a:pt x="634" y="456"/>
                  </a:lnTo>
                  <a:lnTo>
                    <a:pt x="624" y="497"/>
                  </a:lnTo>
                  <a:lnTo>
                    <a:pt x="618" y="531"/>
                  </a:lnTo>
                  <a:lnTo>
                    <a:pt x="614" y="562"/>
                  </a:lnTo>
                  <a:lnTo>
                    <a:pt x="611" y="587"/>
                  </a:lnTo>
                  <a:lnTo>
                    <a:pt x="608" y="606"/>
                  </a:lnTo>
                  <a:lnTo>
                    <a:pt x="607" y="620"/>
                  </a:lnTo>
                  <a:lnTo>
                    <a:pt x="606" y="626"/>
                  </a:lnTo>
                  <a:lnTo>
                    <a:pt x="607" y="661"/>
                  </a:lnTo>
                  <a:lnTo>
                    <a:pt x="614" y="695"/>
                  </a:lnTo>
                  <a:lnTo>
                    <a:pt x="624" y="729"/>
                  </a:lnTo>
                  <a:lnTo>
                    <a:pt x="639" y="761"/>
                  </a:lnTo>
                  <a:lnTo>
                    <a:pt x="658" y="790"/>
                  </a:lnTo>
                  <a:lnTo>
                    <a:pt x="682" y="816"/>
                  </a:lnTo>
                  <a:lnTo>
                    <a:pt x="708" y="839"/>
                  </a:lnTo>
                  <a:lnTo>
                    <a:pt x="737" y="859"/>
                  </a:lnTo>
                  <a:lnTo>
                    <a:pt x="769" y="873"/>
                  </a:lnTo>
                  <a:lnTo>
                    <a:pt x="802" y="884"/>
                  </a:lnTo>
                  <a:lnTo>
                    <a:pt x="838" y="890"/>
                  </a:lnTo>
                  <a:lnTo>
                    <a:pt x="872" y="890"/>
                  </a:lnTo>
                  <a:lnTo>
                    <a:pt x="880" y="890"/>
                  </a:lnTo>
                  <a:lnTo>
                    <a:pt x="892" y="889"/>
                  </a:lnTo>
                  <a:lnTo>
                    <a:pt x="912" y="887"/>
                  </a:lnTo>
                  <a:lnTo>
                    <a:pt x="937" y="884"/>
                  </a:lnTo>
                  <a:lnTo>
                    <a:pt x="968" y="880"/>
                  </a:lnTo>
                  <a:lnTo>
                    <a:pt x="1003" y="872"/>
                  </a:lnTo>
                  <a:lnTo>
                    <a:pt x="1044" y="864"/>
                  </a:lnTo>
                  <a:lnTo>
                    <a:pt x="1088" y="853"/>
                  </a:lnTo>
                  <a:lnTo>
                    <a:pt x="1136" y="839"/>
                  </a:lnTo>
                  <a:lnTo>
                    <a:pt x="1186" y="823"/>
                  </a:lnTo>
                  <a:lnTo>
                    <a:pt x="1241" y="804"/>
                  </a:lnTo>
                  <a:lnTo>
                    <a:pt x="1296" y="780"/>
                  </a:lnTo>
                  <a:lnTo>
                    <a:pt x="1355" y="753"/>
                  </a:lnTo>
                  <a:lnTo>
                    <a:pt x="1386" y="807"/>
                  </a:lnTo>
                  <a:lnTo>
                    <a:pt x="1415" y="859"/>
                  </a:lnTo>
                  <a:lnTo>
                    <a:pt x="1440" y="911"/>
                  </a:lnTo>
                  <a:lnTo>
                    <a:pt x="1461" y="962"/>
                  </a:lnTo>
                  <a:lnTo>
                    <a:pt x="1477" y="1011"/>
                  </a:lnTo>
                  <a:lnTo>
                    <a:pt x="1489" y="1056"/>
                  </a:lnTo>
                  <a:lnTo>
                    <a:pt x="1497" y="1098"/>
                  </a:lnTo>
                  <a:lnTo>
                    <a:pt x="1502" y="1137"/>
                  </a:lnTo>
                  <a:lnTo>
                    <a:pt x="1504" y="1175"/>
                  </a:lnTo>
                  <a:lnTo>
                    <a:pt x="1502" y="1208"/>
                  </a:lnTo>
                  <a:lnTo>
                    <a:pt x="1497" y="1240"/>
                  </a:lnTo>
                  <a:lnTo>
                    <a:pt x="1491" y="1269"/>
                  </a:lnTo>
                  <a:lnTo>
                    <a:pt x="1483" y="1295"/>
                  </a:lnTo>
                  <a:lnTo>
                    <a:pt x="1473" y="1318"/>
                  </a:lnTo>
                  <a:lnTo>
                    <a:pt x="1463" y="1340"/>
                  </a:lnTo>
                  <a:lnTo>
                    <a:pt x="1450" y="1360"/>
                  </a:lnTo>
                  <a:lnTo>
                    <a:pt x="1439" y="1377"/>
                  </a:lnTo>
                  <a:lnTo>
                    <a:pt x="1426" y="1391"/>
                  </a:lnTo>
                  <a:lnTo>
                    <a:pt x="1414" y="1405"/>
                  </a:lnTo>
                  <a:lnTo>
                    <a:pt x="1399" y="1418"/>
                  </a:lnTo>
                  <a:lnTo>
                    <a:pt x="1382" y="1432"/>
                  </a:lnTo>
                  <a:lnTo>
                    <a:pt x="1361" y="1445"/>
                  </a:lnTo>
                  <a:lnTo>
                    <a:pt x="1339" y="1458"/>
                  </a:lnTo>
                  <a:lnTo>
                    <a:pt x="1313" y="1469"/>
                  </a:lnTo>
                  <a:lnTo>
                    <a:pt x="1285" y="1479"/>
                  </a:lnTo>
                  <a:lnTo>
                    <a:pt x="1253" y="1487"/>
                  </a:lnTo>
                  <a:lnTo>
                    <a:pt x="1219" y="1491"/>
                  </a:lnTo>
                  <a:lnTo>
                    <a:pt x="1180" y="1493"/>
                  </a:lnTo>
                  <a:lnTo>
                    <a:pt x="1134" y="1491"/>
                  </a:lnTo>
                  <a:lnTo>
                    <a:pt x="1086" y="1484"/>
                  </a:lnTo>
                  <a:lnTo>
                    <a:pt x="1036" y="1471"/>
                  </a:lnTo>
                  <a:lnTo>
                    <a:pt x="983" y="1456"/>
                  </a:lnTo>
                  <a:lnTo>
                    <a:pt x="930" y="1435"/>
                  </a:lnTo>
                  <a:lnTo>
                    <a:pt x="875" y="1410"/>
                  </a:lnTo>
                  <a:lnTo>
                    <a:pt x="819" y="1381"/>
                  </a:lnTo>
                  <a:lnTo>
                    <a:pt x="762" y="1348"/>
                  </a:lnTo>
                  <a:lnTo>
                    <a:pt x="706" y="1311"/>
                  </a:lnTo>
                  <a:lnTo>
                    <a:pt x="648" y="1271"/>
                  </a:lnTo>
                  <a:lnTo>
                    <a:pt x="591" y="1227"/>
                  </a:lnTo>
                  <a:lnTo>
                    <a:pt x="533" y="1180"/>
                  </a:lnTo>
                  <a:lnTo>
                    <a:pt x="477" y="1129"/>
                  </a:lnTo>
                  <a:lnTo>
                    <a:pt x="421" y="1075"/>
                  </a:lnTo>
                  <a:lnTo>
                    <a:pt x="362" y="1015"/>
                  </a:lnTo>
                  <a:lnTo>
                    <a:pt x="308" y="954"/>
                  </a:lnTo>
                  <a:lnTo>
                    <a:pt x="257" y="892"/>
                  </a:lnTo>
                  <a:lnTo>
                    <a:pt x="210" y="830"/>
                  </a:lnTo>
                  <a:lnTo>
                    <a:pt x="166" y="766"/>
                  </a:lnTo>
                  <a:lnTo>
                    <a:pt x="127" y="705"/>
                  </a:lnTo>
                  <a:lnTo>
                    <a:pt x="93" y="642"/>
                  </a:lnTo>
                  <a:lnTo>
                    <a:pt x="64" y="582"/>
                  </a:lnTo>
                  <a:lnTo>
                    <a:pt x="43" y="531"/>
                  </a:lnTo>
                  <a:lnTo>
                    <a:pt x="26" y="482"/>
                  </a:lnTo>
                  <a:lnTo>
                    <a:pt x="15" y="437"/>
                  </a:lnTo>
                  <a:lnTo>
                    <a:pt x="6" y="395"/>
                  </a:lnTo>
                  <a:lnTo>
                    <a:pt x="1" y="355"/>
                  </a:lnTo>
                  <a:lnTo>
                    <a:pt x="0" y="318"/>
                  </a:lnTo>
                  <a:lnTo>
                    <a:pt x="2" y="285"/>
                  </a:lnTo>
                  <a:lnTo>
                    <a:pt x="6" y="252"/>
                  </a:lnTo>
                  <a:lnTo>
                    <a:pt x="13" y="224"/>
                  </a:lnTo>
                  <a:lnTo>
                    <a:pt x="21" y="197"/>
                  </a:lnTo>
                  <a:lnTo>
                    <a:pt x="31" y="173"/>
                  </a:lnTo>
                  <a:lnTo>
                    <a:pt x="41" y="153"/>
                  </a:lnTo>
                  <a:lnTo>
                    <a:pt x="53" y="133"/>
                  </a:lnTo>
                  <a:lnTo>
                    <a:pt x="65" y="116"/>
                  </a:lnTo>
                  <a:lnTo>
                    <a:pt x="78" y="102"/>
                  </a:lnTo>
                  <a:lnTo>
                    <a:pt x="89" y="88"/>
                  </a:lnTo>
                  <a:lnTo>
                    <a:pt x="105" y="75"/>
                  </a:lnTo>
                  <a:lnTo>
                    <a:pt x="122" y="61"/>
                  </a:lnTo>
                  <a:lnTo>
                    <a:pt x="142" y="48"/>
                  </a:lnTo>
                  <a:lnTo>
                    <a:pt x="165" y="35"/>
                  </a:lnTo>
                  <a:lnTo>
                    <a:pt x="190" y="24"/>
                  </a:lnTo>
                  <a:lnTo>
                    <a:pt x="219" y="14"/>
                  </a:lnTo>
                  <a:lnTo>
                    <a:pt x="250" y="6"/>
                  </a:lnTo>
                  <a:lnTo>
                    <a:pt x="285" y="2"/>
                  </a:lnTo>
                  <a:lnTo>
                    <a:pt x="3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5" name="Freeform 8"/>
            <p:cNvSpPr>
              <a:spLocks/>
            </p:cNvSpPr>
            <p:nvPr/>
          </p:nvSpPr>
          <p:spPr bwMode="auto">
            <a:xfrm>
              <a:off x="5677977" y="2829908"/>
              <a:ext cx="207447" cy="206204"/>
            </a:xfrm>
            <a:custGeom>
              <a:avLst/>
              <a:gdLst>
                <a:gd name="T0" fmla="*/ 1289 w 1835"/>
                <a:gd name="T1" fmla="*/ 2 h 1823"/>
                <a:gd name="T2" fmla="*/ 1327 w 1835"/>
                <a:gd name="T3" fmla="*/ 23 h 1823"/>
                <a:gd name="T4" fmla="*/ 1350 w 1835"/>
                <a:gd name="T5" fmla="*/ 60 h 1823"/>
                <a:gd name="T6" fmla="*/ 1776 w 1835"/>
                <a:gd name="T7" fmla="*/ 482 h 1823"/>
                <a:gd name="T8" fmla="*/ 1812 w 1835"/>
                <a:gd name="T9" fmla="*/ 505 h 1823"/>
                <a:gd name="T10" fmla="*/ 1833 w 1835"/>
                <a:gd name="T11" fmla="*/ 543 h 1823"/>
                <a:gd name="T12" fmla="*/ 1832 w 1835"/>
                <a:gd name="T13" fmla="*/ 586 h 1823"/>
                <a:gd name="T14" fmla="*/ 1810 w 1835"/>
                <a:gd name="T15" fmla="*/ 622 h 1823"/>
                <a:gd name="T16" fmla="*/ 1498 w 1835"/>
                <a:gd name="T17" fmla="*/ 929 h 1823"/>
                <a:gd name="T18" fmla="*/ 1459 w 1835"/>
                <a:gd name="T19" fmla="*/ 942 h 1823"/>
                <a:gd name="T20" fmla="*/ 1253 w 1835"/>
                <a:gd name="T21" fmla="*/ 903 h 1823"/>
                <a:gd name="T22" fmla="*/ 1194 w 1835"/>
                <a:gd name="T23" fmla="*/ 1011 h 1823"/>
                <a:gd name="T24" fmla="*/ 1118 w 1835"/>
                <a:gd name="T25" fmla="*/ 1126 h 1823"/>
                <a:gd name="T26" fmla="*/ 1030 w 1835"/>
                <a:gd name="T27" fmla="*/ 1243 h 1823"/>
                <a:gd name="T28" fmla="*/ 930 w 1835"/>
                <a:gd name="T29" fmla="*/ 1362 h 1823"/>
                <a:gd name="T30" fmla="*/ 823 w 1835"/>
                <a:gd name="T31" fmla="*/ 1475 h 1823"/>
                <a:gd name="T32" fmla="*/ 705 w 1835"/>
                <a:gd name="T33" fmla="*/ 1578 h 1823"/>
                <a:gd name="T34" fmla="*/ 585 w 1835"/>
                <a:gd name="T35" fmla="*/ 1659 h 1823"/>
                <a:gd name="T36" fmla="*/ 470 w 1835"/>
                <a:gd name="T37" fmla="*/ 1719 h 1823"/>
                <a:gd name="T38" fmla="*/ 363 w 1835"/>
                <a:gd name="T39" fmla="*/ 1763 h 1823"/>
                <a:gd name="T40" fmla="*/ 268 w 1835"/>
                <a:gd name="T41" fmla="*/ 1792 h 1823"/>
                <a:gd name="T42" fmla="*/ 187 w 1835"/>
                <a:gd name="T43" fmla="*/ 1810 h 1823"/>
                <a:gd name="T44" fmla="*/ 130 w 1835"/>
                <a:gd name="T45" fmla="*/ 1819 h 1823"/>
                <a:gd name="T46" fmla="*/ 95 w 1835"/>
                <a:gd name="T47" fmla="*/ 1823 h 1823"/>
                <a:gd name="T48" fmla="*/ 71 w 1835"/>
                <a:gd name="T49" fmla="*/ 1822 h 1823"/>
                <a:gd name="T50" fmla="*/ 39 w 1835"/>
                <a:gd name="T51" fmla="*/ 1810 h 1823"/>
                <a:gd name="T52" fmla="*/ 14 w 1835"/>
                <a:gd name="T53" fmla="*/ 1785 h 1823"/>
                <a:gd name="T54" fmla="*/ 1 w 1835"/>
                <a:gd name="T55" fmla="*/ 1753 h 1823"/>
                <a:gd name="T56" fmla="*/ 0 w 1835"/>
                <a:gd name="T57" fmla="*/ 1729 h 1823"/>
                <a:gd name="T58" fmla="*/ 3 w 1835"/>
                <a:gd name="T59" fmla="*/ 1695 h 1823"/>
                <a:gd name="T60" fmla="*/ 13 w 1835"/>
                <a:gd name="T61" fmla="*/ 1636 h 1823"/>
                <a:gd name="T62" fmla="*/ 30 w 1835"/>
                <a:gd name="T63" fmla="*/ 1557 h 1823"/>
                <a:gd name="T64" fmla="*/ 61 w 1835"/>
                <a:gd name="T65" fmla="*/ 1463 h 1823"/>
                <a:gd name="T66" fmla="*/ 105 w 1835"/>
                <a:gd name="T67" fmla="*/ 1357 h 1823"/>
                <a:gd name="T68" fmla="*/ 165 w 1835"/>
                <a:gd name="T69" fmla="*/ 1242 h 1823"/>
                <a:gd name="T70" fmla="*/ 247 w 1835"/>
                <a:gd name="T71" fmla="*/ 1124 h 1823"/>
                <a:gd name="T72" fmla="*/ 351 w 1835"/>
                <a:gd name="T73" fmla="*/ 1007 h 1823"/>
                <a:gd name="T74" fmla="*/ 465 w 1835"/>
                <a:gd name="T75" fmla="*/ 899 h 1823"/>
                <a:gd name="T76" fmla="*/ 583 w 1835"/>
                <a:gd name="T77" fmla="*/ 800 h 1823"/>
                <a:gd name="T78" fmla="*/ 703 w 1835"/>
                <a:gd name="T79" fmla="*/ 712 h 1823"/>
                <a:gd name="T80" fmla="*/ 818 w 1835"/>
                <a:gd name="T81" fmla="*/ 637 h 1823"/>
                <a:gd name="T82" fmla="*/ 927 w 1835"/>
                <a:gd name="T83" fmla="*/ 579 h 1823"/>
                <a:gd name="T84" fmla="*/ 888 w 1835"/>
                <a:gd name="T85" fmla="*/ 374 h 1823"/>
                <a:gd name="T86" fmla="*/ 900 w 1835"/>
                <a:gd name="T87" fmla="*/ 335 h 1823"/>
                <a:gd name="T88" fmla="*/ 1208 w 1835"/>
                <a:gd name="T89" fmla="*/ 25 h 1823"/>
                <a:gd name="T90" fmla="*/ 1246 w 1835"/>
                <a:gd name="T91" fmla="*/ 3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35" h="1823">
                  <a:moveTo>
                    <a:pt x="1267" y="0"/>
                  </a:moveTo>
                  <a:lnTo>
                    <a:pt x="1289" y="2"/>
                  </a:lnTo>
                  <a:lnTo>
                    <a:pt x="1310" y="11"/>
                  </a:lnTo>
                  <a:lnTo>
                    <a:pt x="1327" y="23"/>
                  </a:lnTo>
                  <a:lnTo>
                    <a:pt x="1341" y="40"/>
                  </a:lnTo>
                  <a:lnTo>
                    <a:pt x="1350" y="60"/>
                  </a:lnTo>
                  <a:lnTo>
                    <a:pt x="1451" y="381"/>
                  </a:lnTo>
                  <a:lnTo>
                    <a:pt x="1776" y="482"/>
                  </a:lnTo>
                  <a:lnTo>
                    <a:pt x="1796" y="491"/>
                  </a:lnTo>
                  <a:lnTo>
                    <a:pt x="1812" y="505"/>
                  </a:lnTo>
                  <a:lnTo>
                    <a:pt x="1825" y="522"/>
                  </a:lnTo>
                  <a:lnTo>
                    <a:pt x="1833" y="543"/>
                  </a:lnTo>
                  <a:lnTo>
                    <a:pt x="1835" y="565"/>
                  </a:lnTo>
                  <a:lnTo>
                    <a:pt x="1832" y="586"/>
                  </a:lnTo>
                  <a:lnTo>
                    <a:pt x="1824" y="606"/>
                  </a:lnTo>
                  <a:lnTo>
                    <a:pt x="1810" y="622"/>
                  </a:lnTo>
                  <a:lnTo>
                    <a:pt x="1515" y="917"/>
                  </a:lnTo>
                  <a:lnTo>
                    <a:pt x="1498" y="929"/>
                  </a:lnTo>
                  <a:lnTo>
                    <a:pt x="1479" y="937"/>
                  </a:lnTo>
                  <a:lnTo>
                    <a:pt x="1459" y="942"/>
                  </a:lnTo>
                  <a:lnTo>
                    <a:pt x="1439" y="939"/>
                  </a:lnTo>
                  <a:lnTo>
                    <a:pt x="1253" y="903"/>
                  </a:lnTo>
                  <a:lnTo>
                    <a:pt x="1226" y="956"/>
                  </a:lnTo>
                  <a:lnTo>
                    <a:pt x="1194" y="1011"/>
                  </a:lnTo>
                  <a:lnTo>
                    <a:pt x="1158" y="1067"/>
                  </a:lnTo>
                  <a:lnTo>
                    <a:pt x="1118" y="1126"/>
                  </a:lnTo>
                  <a:lnTo>
                    <a:pt x="1075" y="1184"/>
                  </a:lnTo>
                  <a:lnTo>
                    <a:pt x="1030" y="1243"/>
                  </a:lnTo>
                  <a:lnTo>
                    <a:pt x="981" y="1302"/>
                  </a:lnTo>
                  <a:lnTo>
                    <a:pt x="930" y="1362"/>
                  </a:lnTo>
                  <a:lnTo>
                    <a:pt x="877" y="1419"/>
                  </a:lnTo>
                  <a:lnTo>
                    <a:pt x="823" y="1475"/>
                  </a:lnTo>
                  <a:lnTo>
                    <a:pt x="763" y="1529"/>
                  </a:lnTo>
                  <a:lnTo>
                    <a:pt x="705" y="1578"/>
                  </a:lnTo>
                  <a:lnTo>
                    <a:pt x="645" y="1622"/>
                  </a:lnTo>
                  <a:lnTo>
                    <a:pt x="585" y="1659"/>
                  </a:lnTo>
                  <a:lnTo>
                    <a:pt x="528" y="1691"/>
                  </a:lnTo>
                  <a:lnTo>
                    <a:pt x="470" y="1719"/>
                  </a:lnTo>
                  <a:lnTo>
                    <a:pt x="416" y="1743"/>
                  </a:lnTo>
                  <a:lnTo>
                    <a:pt x="363" y="1763"/>
                  </a:lnTo>
                  <a:lnTo>
                    <a:pt x="314" y="1780"/>
                  </a:lnTo>
                  <a:lnTo>
                    <a:pt x="268" y="1792"/>
                  </a:lnTo>
                  <a:lnTo>
                    <a:pt x="226" y="1803"/>
                  </a:lnTo>
                  <a:lnTo>
                    <a:pt x="187" y="1810"/>
                  </a:lnTo>
                  <a:lnTo>
                    <a:pt x="156" y="1816"/>
                  </a:lnTo>
                  <a:lnTo>
                    <a:pt x="130" y="1819"/>
                  </a:lnTo>
                  <a:lnTo>
                    <a:pt x="109" y="1821"/>
                  </a:lnTo>
                  <a:lnTo>
                    <a:pt x="95" y="1823"/>
                  </a:lnTo>
                  <a:lnTo>
                    <a:pt x="88" y="1823"/>
                  </a:lnTo>
                  <a:lnTo>
                    <a:pt x="71" y="1822"/>
                  </a:lnTo>
                  <a:lnTo>
                    <a:pt x="54" y="1817"/>
                  </a:lnTo>
                  <a:lnTo>
                    <a:pt x="39" y="1810"/>
                  </a:lnTo>
                  <a:lnTo>
                    <a:pt x="25" y="1799"/>
                  </a:lnTo>
                  <a:lnTo>
                    <a:pt x="14" y="1785"/>
                  </a:lnTo>
                  <a:lnTo>
                    <a:pt x="5" y="1769"/>
                  </a:lnTo>
                  <a:lnTo>
                    <a:pt x="1" y="1753"/>
                  </a:lnTo>
                  <a:lnTo>
                    <a:pt x="0" y="1735"/>
                  </a:lnTo>
                  <a:lnTo>
                    <a:pt x="0" y="1729"/>
                  </a:lnTo>
                  <a:lnTo>
                    <a:pt x="1" y="1715"/>
                  </a:lnTo>
                  <a:lnTo>
                    <a:pt x="3" y="1695"/>
                  </a:lnTo>
                  <a:lnTo>
                    <a:pt x="7" y="1669"/>
                  </a:lnTo>
                  <a:lnTo>
                    <a:pt x="13" y="1636"/>
                  </a:lnTo>
                  <a:lnTo>
                    <a:pt x="21" y="1599"/>
                  </a:lnTo>
                  <a:lnTo>
                    <a:pt x="30" y="1557"/>
                  </a:lnTo>
                  <a:lnTo>
                    <a:pt x="44" y="1511"/>
                  </a:lnTo>
                  <a:lnTo>
                    <a:pt x="61" y="1463"/>
                  </a:lnTo>
                  <a:lnTo>
                    <a:pt x="81" y="1411"/>
                  </a:lnTo>
                  <a:lnTo>
                    <a:pt x="105" y="1357"/>
                  </a:lnTo>
                  <a:lnTo>
                    <a:pt x="133" y="1299"/>
                  </a:lnTo>
                  <a:lnTo>
                    <a:pt x="165" y="1242"/>
                  </a:lnTo>
                  <a:lnTo>
                    <a:pt x="203" y="1183"/>
                  </a:lnTo>
                  <a:lnTo>
                    <a:pt x="247" y="1124"/>
                  </a:lnTo>
                  <a:lnTo>
                    <a:pt x="295" y="1065"/>
                  </a:lnTo>
                  <a:lnTo>
                    <a:pt x="351" y="1007"/>
                  </a:lnTo>
                  <a:lnTo>
                    <a:pt x="407" y="952"/>
                  </a:lnTo>
                  <a:lnTo>
                    <a:pt x="465" y="899"/>
                  </a:lnTo>
                  <a:lnTo>
                    <a:pt x="525" y="849"/>
                  </a:lnTo>
                  <a:lnTo>
                    <a:pt x="583" y="800"/>
                  </a:lnTo>
                  <a:lnTo>
                    <a:pt x="643" y="754"/>
                  </a:lnTo>
                  <a:lnTo>
                    <a:pt x="703" y="712"/>
                  </a:lnTo>
                  <a:lnTo>
                    <a:pt x="761" y="673"/>
                  </a:lnTo>
                  <a:lnTo>
                    <a:pt x="818" y="637"/>
                  </a:lnTo>
                  <a:lnTo>
                    <a:pt x="873" y="606"/>
                  </a:lnTo>
                  <a:lnTo>
                    <a:pt x="927" y="579"/>
                  </a:lnTo>
                  <a:lnTo>
                    <a:pt x="890" y="395"/>
                  </a:lnTo>
                  <a:lnTo>
                    <a:pt x="888" y="374"/>
                  </a:lnTo>
                  <a:lnTo>
                    <a:pt x="892" y="354"/>
                  </a:lnTo>
                  <a:lnTo>
                    <a:pt x="900" y="335"/>
                  </a:lnTo>
                  <a:lnTo>
                    <a:pt x="913" y="319"/>
                  </a:lnTo>
                  <a:lnTo>
                    <a:pt x="1208" y="25"/>
                  </a:lnTo>
                  <a:lnTo>
                    <a:pt x="1226" y="12"/>
                  </a:lnTo>
                  <a:lnTo>
                    <a:pt x="1246" y="3"/>
                  </a:lnTo>
                  <a:lnTo>
                    <a:pt x="12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6" name="Group 65"/>
          <p:cNvGrpSpPr/>
          <p:nvPr/>
        </p:nvGrpSpPr>
        <p:grpSpPr>
          <a:xfrm>
            <a:off x="4865989" y="3009530"/>
            <a:ext cx="418272" cy="343730"/>
            <a:chOff x="7000875" y="2609851"/>
            <a:chExt cx="481013" cy="395288"/>
          </a:xfrm>
          <a:solidFill>
            <a:schemeClr val="tx1">
              <a:lumMod val="95000"/>
              <a:lumOff val="5000"/>
            </a:schemeClr>
          </a:solidFill>
        </p:grpSpPr>
        <p:sp>
          <p:nvSpPr>
            <p:cNvPr id="67" name="Freeform 39"/>
            <p:cNvSpPr>
              <a:spLocks/>
            </p:cNvSpPr>
            <p:nvPr/>
          </p:nvSpPr>
          <p:spPr bwMode="auto">
            <a:xfrm>
              <a:off x="7000875" y="2638426"/>
              <a:ext cx="419100" cy="366713"/>
            </a:xfrm>
            <a:custGeom>
              <a:avLst/>
              <a:gdLst>
                <a:gd name="T0" fmla="*/ 2249 w 2905"/>
                <a:gd name="T1" fmla="*/ 239 h 2540"/>
                <a:gd name="T2" fmla="*/ 2885 w 2905"/>
                <a:gd name="T3" fmla="*/ 968 h 2540"/>
                <a:gd name="T4" fmla="*/ 2609 w 2905"/>
                <a:gd name="T5" fmla="*/ 1645 h 2540"/>
                <a:gd name="T6" fmla="*/ 2513 w 2905"/>
                <a:gd name="T7" fmla="*/ 1837 h 2540"/>
                <a:gd name="T8" fmla="*/ 2362 w 2905"/>
                <a:gd name="T9" fmla="*/ 1977 h 2540"/>
                <a:gd name="T10" fmla="*/ 2169 w 2905"/>
                <a:gd name="T11" fmla="*/ 2102 h 2540"/>
                <a:gd name="T12" fmla="*/ 2044 w 2905"/>
                <a:gd name="T13" fmla="*/ 2294 h 2540"/>
                <a:gd name="T14" fmla="*/ 1903 w 2905"/>
                <a:gd name="T15" fmla="*/ 2444 h 2540"/>
                <a:gd name="T16" fmla="*/ 1710 w 2905"/>
                <a:gd name="T17" fmla="*/ 2540 h 2540"/>
                <a:gd name="T18" fmla="*/ 1191 w 2905"/>
                <a:gd name="T19" fmla="*/ 2359 h 2540"/>
                <a:gd name="T20" fmla="*/ 1027 w 2905"/>
                <a:gd name="T21" fmla="*/ 2380 h 2540"/>
                <a:gd name="T22" fmla="*/ 934 w 2905"/>
                <a:gd name="T23" fmla="*/ 2229 h 2540"/>
                <a:gd name="T24" fmla="*/ 907 w 2905"/>
                <a:gd name="T25" fmla="*/ 2175 h 2540"/>
                <a:gd name="T26" fmla="*/ 745 w 2905"/>
                <a:gd name="T27" fmla="*/ 2107 h 2540"/>
                <a:gd name="T28" fmla="*/ 735 w 2905"/>
                <a:gd name="T29" fmla="*/ 1941 h 2540"/>
                <a:gd name="T30" fmla="*/ 612 w 2905"/>
                <a:gd name="T31" fmla="*/ 1952 h 2540"/>
                <a:gd name="T32" fmla="*/ 495 w 2905"/>
                <a:gd name="T33" fmla="*/ 1816 h 2540"/>
                <a:gd name="T34" fmla="*/ 490 w 2905"/>
                <a:gd name="T35" fmla="*/ 1730 h 2540"/>
                <a:gd name="T36" fmla="*/ 323 w 2905"/>
                <a:gd name="T37" fmla="*/ 1690 h 2540"/>
                <a:gd name="T38" fmla="*/ 284 w 2905"/>
                <a:gd name="T39" fmla="*/ 1525 h 2540"/>
                <a:gd name="T40" fmla="*/ 0 w 2905"/>
                <a:gd name="T41" fmla="*/ 904 h 2540"/>
                <a:gd name="T42" fmla="*/ 87 w 2905"/>
                <a:gd name="T43" fmla="*/ 837 h 2540"/>
                <a:gd name="T44" fmla="*/ 629 w 2905"/>
                <a:gd name="T45" fmla="*/ 1240 h 2540"/>
                <a:gd name="T46" fmla="*/ 771 w 2905"/>
                <a:gd name="T47" fmla="*/ 1357 h 2540"/>
                <a:gd name="T48" fmla="*/ 760 w 2905"/>
                <a:gd name="T49" fmla="*/ 1479 h 2540"/>
                <a:gd name="T50" fmla="*/ 927 w 2905"/>
                <a:gd name="T51" fmla="*/ 1489 h 2540"/>
                <a:gd name="T52" fmla="*/ 996 w 2905"/>
                <a:gd name="T53" fmla="*/ 1649 h 2540"/>
                <a:gd name="T54" fmla="*/ 1050 w 2905"/>
                <a:gd name="T55" fmla="*/ 1676 h 2540"/>
                <a:gd name="T56" fmla="*/ 1201 w 2905"/>
                <a:gd name="T57" fmla="*/ 1769 h 2540"/>
                <a:gd name="T58" fmla="*/ 1181 w 2905"/>
                <a:gd name="T59" fmla="*/ 1932 h 2540"/>
                <a:gd name="T60" fmla="*/ 1344 w 2905"/>
                <a:gd name="T61" fmla="*/ 1912 h 2540"/>
                <a:gd name="T62" fmla="*/ 1438 w 2905"/>
                <a:gd name="T63" fmla="*/ 2062 h 2540"/>
                <a:gd name="T64" fmla="*/ 1716 w 2905"/>
                <a:gd name="T65" fmla="*/ 2402 h 2540"/>
                <a:gd name="T66" fmla="*/ 1809 w 2905"/>
                <a:gd name="T67" fmla="*/ 2325 h 2540"/>
                <a:gd name="T68" fmla="*/ 1567 w 2905"/>
                <a:gd name="T69" fmla="*/ 2025 h 2540"/>
                <a:gd name="T70" fmla="*/ 1633 w 2905"/>
                <a:gd name="T71" fmla="*/ 1939 h 2540"/>
                <a:gd name="T72" fmla="*/ 1936 w 2905"/>
                <a:gd name="T73" fmla="*/ 2183 h 2540"/>
                <a:gd name="T74" fmla="*/ 2029 w 2905"/>
                <a:gd name="T75" fmla="*/ 2106 h 2540"/>
                <a:gd name="T76" fmla="*/ 1786 w 2905"/>
                <a:gd name="T77" fmla="*/ 1806 h 2540"/>
                <a:gd name="T78" fmla="*/ 1853 w 2905"/>
                <a:gd name="T79" fmla="*/ 1720 h 2540"/>
                <a:gd name="T80" fmla="*/ 2156 w 2905"/>
                <a:gd name="T81" fmla="*/ 1965 h 2540"/>
                <a:gd name="T82" fmla="*/ 2249 w 2905"/>
                <a:gd name="T83" fmla="*/ 1887 h 2540"/>
                <a:gd name="T84" fmla="*/ 2006 w 2905"/>
                <a:gd name="T85" fmla="*/ 1587 h 2540"/>
                <a:gd name="T86" fmla="*/ 2074 w 2905"/>
                <a:gd name="T87" fmla="*/ 1501 h 2540"/>
                <a:gd name="T88" fmla="*/ 2377 w 2905"/>
                <a:gd name="T89" fmla="*/ 1746 h 2540"/>
                <a:gd name="T90" fmla="*/ 2469 w 2905"/>
                <a:gd name="T91" fmla="*/ 1669 h 2540"/>
                <a:gd name="T92" fmla="*/ 2438 w 2905"/>
                <a:gd name="T93" fmla="*/ 1591 h 2540"/>
                <a:gd name="T94" fmla="*/ 2295 w 2905"/>
                <a:gd name="T95" fmla="*/ 1449 h 2540"/>
                <a:gd name="T96" fmla="*/ 2062 w 2905"/>
                <a:gd name="T97" fmla="*/ 1218 h 2540"/>
                <a:gd name="T98" fmla="*/ 1813 w 2905"/>
                <a:gd name="T99" fmla="*/ 970 h 2540"/>
                <a:gd name="T100" fmla="*/ 1616 w 2905"/>
                <a:gd name="T101" fmla="*/ 775 h 2540"/>
                <a:gd name="T102" fmla="*/ 1537 w 2905"/>
                <a:gd name="T103" fmla="*/ 706 h 2540"/>
                <a:gd name="T104" fmla="*/ 1428 w 2905"/>
                <a:gd name="T105" fmla="*/ 754 h 2540"/>
                <a:gd name="T106" fmla="*/ 1226 w 2905"/>
                <a:gd name="T107" fmla="*/ 1069 h 2540"/>
                <a:gd name="T108" fmla="*/ 976 w 2905"/>
                <a:gd name="T109" fmla="*/ 1147 h 2540"/>
                <a:gd name="T110" fmla="*/ 796 w 2905"/>
                <a:gd name="T111" fmla="*/ 1004 h 2540"/>
                <a:gd name="T112" fmla="*/ 1064 w 2905"/>
                <a:gd name="T113" fmla="*/ 203 h 2540"/>
                <a:gd name="T114" fmla="*/ 1158 w 2905"/>
                <a:gd name="T115" fmla="*/ 94 h 2540"/>
                <a:gd name="T116" fmla="*/ 1338 w 2905"/>
                <a:gd name="T117" fmla="*/ 10 h 2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05" h="2540">
                  <a:moveTo>
                    <a:pt x="1451" y="0"/>
                  </a:moveTo>
                  <a:lnTo>
                    <a:pt x="1493" y="3"/>
                  </a:lnTo>
                  <a:lnTo>
                    <a:pt x="1538" y="11"/>
                  </a:lnTo>
                  <a:lnTo>
                    <a:pt x="1585" y="23"/>
                  </a:lnTo>
                  <a:lnTo>
                    <a:pt x="2221" y="222"/>
                  </a:lnTo>
                  <a:lnTo>
                    <a:pt x="2236" y="229"/>
                  </a:lnTo>
                  <a:lnTo>
                    <a:pt x="2249" y="239"/>
                  </a:lnTo>
                  <a:lnTo>
                    <a:pt x="2885" y="870"/>
                  </a:lnTo>
                  <a:lnTo>
                    <a:pt x="2896" y="886"/>
                  </a:lnTo>
                  <a:lnTo>
                    <a:pt x="2903" y="902"/>
                  </a:lnTo>
                  <a:lnTo>
                    <a:pt x="2905" y="919"/>
                  </a:lnTo>
                  <a:lnTo>
                    <a:pt x="2903" y="936"/>
                  </a:lnTo>
                  <a:lnTo>
                    <a:pt x="2896" y="954"/>
                  </a:lnTo>
                  <a:lnTo>
                    <a:pt x="2885" y="968"/>
                  </a:lnTo>
                  <a:lnTo>
                    <a:pt x="2445" y="1405"/>
                  </a:lnTo>
                  <a:lnTo>
                    <a:pt x="2552" y="1511"/>
                  </a:lnTo>
                  <a:lnTo>
                    <a:pt x="2572" y="1534"/>
                  </a:lnTo>
                  <a:lnTo>
                    <a:pt x="2588" y="1560"/>
                  </a:lnTo>
                  <a:lnTo>
                    <a:pt x="2599" y="1587"/>
                  </a:lnTo>
                  <a:lnTo>
                    <a:pt x="2606" y="1615"/>
                  </a:lnTo>
                  <a:lnTo>
                    <a:pt x="2609" y="1645"/>
                  </a:lnTo>
                  <a:lnTo>
                    <a:pt x="2608" y="1675"/>
                  </a:lnTo>
                  <a:lnTo>
                    <a:pt x="2603" y="1705"/>
                  </a:lnTo>
                  <a:lnTo>
                    <a:pt x="2594" y="1734"/>
                  </a:lnTo>
                  <a:lnTo>
                    <a:pt x="2580" y="1762"/>
                  </a:lnTo>
                  <a:lnTo>
                    <a:pt x="2562" y="1790"/>
                  </a:lnTo>
                  <a:lnTo>
                    <a:pt x="2540" y="1815"/>
                  </a:lnTo>
                  <a:lnTo>
                    <a:pt x="2513" y="1837"/>
                  </a:lnTo>
                  <a:lnTo>
                    <a:pt x="2484" y="1857"/>
                  </a:lnTo>
                  <a:lnTo>
                    <a:pt x="2453" y="1870"/>
                  </a:lnTo>
                  <a:lnTo>
                    <a:pt x="2421" y="1879"/>
                  </a:lnTo>
                  <a:lnTo>
                    <a:pt x="2389" y="1883"/>
                  </a:lnTo>
                  <a:lnTo>
                    <a:pt x="2385" y="1915"/>
                  </a:lnTo>
                  <a:lnTo>
                    <a:pt x="2376" y="1947"/>
                  </a:lnTo>
                  <a:lnTo>
                    <a:pt x="2362" y="1977"/>
                  </a:lnTo>
                  <a:lnTo>
                    <a:pt x="2343" y="2007"/>
                  </a:lnTo>
                  <a:lnTo>
                    <a:pt x="2319" y="2033"/>
                  </a:lnTo>
                  <a:lnTo>
                    <a:pt x="2293" y="2056"/>
                  </a:lnTo>
                  <a:lnTo>
                    <a:pt x="2263" y="2075"/>
                  </a:lnTo>
                  <a:lnTo>
                    <a:pt x="2233" y="2089"/>
                  </a:lnTo>
                  <a:lnTo>
                    <a:pt x="2201" y="2098"/>
                  </a:lnTo>
                  <a:lnTo>
                    <a:pt x="2169" y="2102"/>
                  </a:lnTo>
                  <a:lnTo>
                    <a:pt x="2164" y="2134"/>
                  </a:lnTo>
                  <a:lnTo>
                    <a:pt x="2155" y="2166"/>
                  </a:lnTo>
                  <a:lnTo>
                    <a:pt x="2142" y="2196"/>
                  </a:lnTo>
                  <a:lnTo>
                    <a:pt x="2123" y="2226"/>
                  </a:lnTo>
                  <a:lnTo>
                    <a:pt x="2100" y="2252"/>
                  </a:lnTo>
                  <a:lnTo>
                    <a:pt x="2073" y="2275"/>
                  </a:lnTo>
                  <a:lnTo>
                    <a:pt x="2044" y="2294"/>
                  </a:lnTo>
                  <a:lnTo>
                    <a:pt x="2012" y="2308"/>
                  </a:lnTo>
                  <a:lnTo>
                    <a:pt x="1981" y="2316"/>
                  </a:lnTo>
                  <a:lnTo>
                    <a:pt x="1948" y="2321"/>
                  </a:lnTo>
                  <a:lnTo>
                    <a:pt x="1944" y="2352"/>
                  </a:lnTo>
                  <a:lnTo>
                    <a:pt x="1935" y="2385"/>
                  </a:lnTo>
                  <a:lnTo>
                    <a:pt x="1922" y="2415"/>
                  </a:lnTo>
                  <a:lnTo>
                    <a:pt x="1903" y="2444"/>
                  </a:lnTo>
                  <a:lnTo>
                    <a:pt x="1880" y="2471"/>
                  </a:lnTo>
                  <a:lnTo>
                    <a:pt x="1854" y="2492"/>
                  </a:lnTo>
                  <a:lnTo>
                    <a:pt x="1828" y="2510"/>
                  </a:lnTo>
                  <a:lnTo>
                    <a:pt x="1799" y="2524"/>
                  </a:lnTo>
                  <a:lnTo>
                    <a:pt x="1770" y="2533"/>
                  </a:lnTo>
                  <a:lnTo>
                    <a:pt x="1739" y="2539"/>
                  </a:lnTo>
                  <a:lnTo>
                    <a:pt x="1710" y="2540"/>
                  </a:lnTo>
                  <a:lnTo>
                    <a:pt x="1680" y="2537"/>
                  </a:lnTo>
                  <a:lnTo>
                    <a:pt x="1650" y="2530"/>
                  </a:lnTo>
                  <a:lnTo>
                    <a:pt x="1623" y="2519"/>
                  </a:lnTo>
                  <a:lnTo>
                    <a:pt x="1597" y="2503"/>
                  </a:lnTo>
                  <a:lnTo>
                    <a:pt x="1574" y="2483"/>
                  </a:lnTo>
                  <a:lnTo>
                    <a:pt x="1320" y="2231"/>
                  </a:lnTo>
                  <a:lnTo>
                    <a:pt x="1191" y="2359"/>
                  </a:lnTo>
                  <a:lnTo>
                    <a:pt x="1172" y="2375"/>
                  </a:lnTo>
                  <a:lnTo>
                    <a:pt x="1150" y="2387"/>
                  </a:lnTo>
                  <a:lnTo>
                    <a:pt x="1127" y="2394"/>
                  </a:lnTo>
                  <a:lnTo>
                    <a:pt x="1102" y="2396"/>
                  </a:lnTo>
                  <a:lnTo>
                    <a:pt x="1077" y="2395"/>
                  </a:lnTo>
                  <a:lnTo>
                    <a:pt x="1052" y="2389"/>
                  </a:lnTo>
                  <a:lnTo>
                    <a:pt x="1027" y="2380"/>
                  </a:lnTo>
                  <a:lnTo>
                    <a:pt x="1005" y="2365"/>
                  </a:lnTo>
                  <a:lnTo>
                    <a:pt x="983" y="2347"/>
                  </a:lnTo>
                  <a:lnTo>
                    <a:pt x="965" y="2326"/>
                  </a:lnTo>
                  <a:lnTo>
                    <a:pt x="951" y="2303"/>
                  </a:lnTo>
                  <a:lnTo>
                    <a:pt x="941" y="2278"/>
                  </a:lnTo>
                  <a:lnTo>
                    <a:pt x="935" y="2254"/>
                  </a:lnTo>
                  <a:lnTo>
                    <a:pt x="934" y="2229"/>
                  </a:lnTo>
                  <a:lnTo>
                    <a:pt x="936" y="2204"/>
                  </a:lnTo>
                  <a:lnTo>
                    <a:pt x="944" y="2181"/>
                  </a:lnTo>
                  <a:lnTo>
                    <a:pt x="955" y="2160"/>
                  </a:lnTo>
                  <a:lnTo>
                    <a:pt x="971" y="2140"/>
                  </a:lnTo>
                  <a:lnTo>
                    <a:pt x="952" y="2157"/>
                  </a:lnTo>
                  <a:lnTo>
                    <a:pt x="930" y="2168"/>
                  </a:lnTo>
                  <a:lnTo>
                    <a:pt x="907" y="2175"/>
                  </a:lnTo>
                  <a:lnTo>
                    <a:pt x="882" y="2178"/>
                  </a:lnTo>
                  <a:lnTo>
                    <a:pt x="857" y="2176"/>
                  </a:lnTo>
                  <a:lnTo>
                    <a:pt x="832" y="2170"/>
                  </a:lnTo>
                  <a:lnTo>
                    <a:pt x="808" y="2161"/>
                  </a:lnTo>
                  <a:lnTo>
                    <a:pt x="784" y="2147"/>
                  </a:lnTo>
                  <a:lnTo>
                    <a:pt x="763" y="2128"/>
                  </a:lnTo>
                  <a:lnTo>
                    <a:pt x="745" y="2107"/>
                  </a:lnTo>
                  <a:lnTo>
                    <a:pt x="730" y="2084"/>
                  </a:lnTo>
                  <a:lnTo>
                    <a:pt x="721" y="2060"/>
                  </a:lnTo>
                  <a:lnTo>
                    <a:pt x="715" y="2035"/>
                  </a:lnTo>
                  <a:lnTo>
                    <a:pt x="714" y="2011"/>
                  </a:lnTo>
                  <a:lnTo>
                    <a:pt x="716" y="1986"/>
                  </a:lnTo>
                  <a:lnTo>
                    <a:pt x="723" y="1963"/>
                  </a:lnTo>
                  <a:lnTo>
                    <a:pt x="735" y="1941"/>
                  </a:lnTo>
                  <a:lnTo>
                    <a:pt x="751" y="1922"/>
                  </a:lnTo>
                  <a:lnTo>
                    <a:pt x="731" y="1938"/>
                  </a:lnTo>
                  <a:lnTo>
                    <a:pt x="710" y="1949"/>
                  </a:lnTo>
                  <a:lnTo>
                    <a:pt x="686" y="1956"/>
                  </a:lnTo>
                  <a:lnTo>
                    <a:pt x="662" y="1959"/>
                  </a:lnTo>
                  <a:lnTo>
                    <a:pt x="636" y="1957"/>
                  </a:lnTo>
                  <a:lnTo>
                    <a:pt x="612" y="1952"/>
                  </a:lnTo>
                  <a:lnTo>
                    <a:pt x="588" y="1942"/>
                  </a:lnTo>
                  <a:lnTo>
                    <a:pt x="564" y="1928"/>
                  </a:lnTo>
                  <a:lnTo>
                    <a:pt x="543" y="1909"/>
                  </a:lnTo>
                  <a:lnTo>
                    <a:pt x="524" y="1888"/>
                  </a:lnTo>
                  <a:lnTo>
                    <a:pt x="511" y="1866"/>
                  </a:lnTo>
                  <a:lnTo>
                    <a:pt x="501" y="1841"/>
                  </a:lnTo>
                  <a:lnTo>
                    <a:pt x="495" y="1816"/>
                  </a:lnTo>
                  <a:lnTo>
                    <a:pt x="494" y="1792"/>
                  </a:lnTo>
                  <a:lnTo>
                    <a:pt x="497" y="1767"/>
                  </a:lnTo>
                  <a:lnTo>
                    <a:pt x="504" y="1744"/>
                  </a:lnTo>
                  <a:lnTo>
                    <a:pt x="515" y="1722"/>
                  </a:lnTo>
                  <a:lnTo>
                    <a:pt x="530" y="1703"/>
                  </a:lnTo>
                  <a:lnTo>
                    <a:pt x="511" y="1719"/>
                  </a:lnTo>
                  <a:lnTo>
                    <a:pt x="490" y="1730"/>
                  </a:lnTo>
                  <a:lnTo>
                    <a:pt x="466" y="1737"/>
                  </a:lnTo>
                  <a:lnTo>
                    <a:pt x="442" y="1740"/>
                  </a:lnTo>
                  <a:lnTo>
                    <a:pt x="417" y="1738"/>
                  </a:lnTo>
                  <a:lnTo>
                    <a:pt x="392" y="1733"/>
                  </a:lnTo>
                  <a:lnTo>
                    <a:pt x="367" y="1723"/>
                  </a:lnTo>
                  <a:lnTo>
                    <a:pt x="344" y="1709"/>
                  </a:lnTo>
                  <a:lnTo>
                    <a:pt x="323" y="1690"/>
                  </a:lnTo>
                  <a:lnTo>
                    <a:pt x="305" y="1670"/>
                  </a:lnTo>
                  <a:lnTo>
                    <a:pt x="291" y="1647"/>
                  </a:lnTo>
                  <a:lnTo>
                    <a:pt x="281" y="1622"/>
                  </a:lnTo>
                  <a:lnTo>
                    <a:pt x="275" y="1597"/>
                  </a:lnTo>
                  <a:lnTo>
                    <a:pt x="273" y="1573"/>
                  </a:lnTo>
                  <a:lnTo>
                    <a:pt x="276" y="1549"/>
                  </a:lnTo>
                  <a:lnTo>
                    <a:pt x="284" y="1525"/>
                  </a:lnTo>
                  <a:lnTo>
                    <a:pt x="295" y="1504"/>
                  </a:lnTo>
                  <a:lnTo>
                    <a:pt x="311" y="1485"/>
                  </a:lnTo>
                  <a:lnTo>
                    <a:pt x="432" y="1363"/>
                  </a:lnTo>
                  <a:lnTo>
                    <a:pt x="20" y="952"/>
                  </a:lnTo>
                  <a:lnTo>
                    <a:pt x="9" y="938"/>
                  </a:lnTo>
                  <a:lnTo>
                    <a:pt x="2" y="921"/>
                  </a:lnTo>
                  <a:lnTo>
                    <a:pt x="0" y="904"/>
                  </a:lnTo>
                  <a:lnTo>
                    <a:pt x="2" y="887"/>
                  </a:lnTo>
                  <a:lnTo>
                    <a:pt x="9" y="870"/>
                  </a:lnTo>
                  <a:lnTo>
                    <a:pt x="20" y="855"/>
                  </a:lnTo>
                  <a:lnTo>
                    <a:pt x="35" y="844"/>
                  </a:lnTo>
                  <a:lnTo>
                    <a:pt x="51" y="837"/>
                  </a:lnTo>
                  <a:lnTo>
                    <a:pt x="69" y="835"/>
                  </a:lnTo>
                  <a:lnTo>
                    <a:pt x="87" y="837"/>
                  </a:lnTo>
                  <a:lnTo>
                    <a:pt x="103" y="844"/>
                  </a:lnTo>
                  <a:lnTo>
                    <a:pt x="118" y="855"/>
                  </a:lnTo>
                  <a:lnTo>
                    <a:pt x="531" y="1267"/>
                  </a:lnTo>
                  <a:lnTo>
                    <a:pt x="554" y="1253"/>
                  </a:lnTo>
                  <a:lnTo>
                    <a:pt x="577" y="1243"/>
                  </a:lnTo>
                  <a:lnTo>
                    <a:pt x="603" y="1239"/>
                  </a:lnTo>
                  <a:lnTo>
                    <a:pt x="629" y="1240"/>
                  </a:lnTo>
                  <a:lnTo>
                    <a:pt x="656" y="1245"/>
                  </a:lnTo>
                  <a:lnTo>
                    <a:pt x="681" y="1255"/>
                  </a:lnTo>
                  <a:lnTo>
                    <a:pt x="706" y="1269"/>
                  </a:lnTo>
                  <a:lnTo>
                    <a:pt x="728" y="1288"/>
                  </a:lnTo>
                  <a:lnTo>
                    <a:pt x="747" y="1309"/>
                  </a:lnTo>
                  <a:lnTo>
                    <a:pt x="761" y="1333"/>
                  </a:lnTo>
                  <a:lnTo>
                    <a:pt x="771" y="1357"/>
                  </a:lnTo>
                  <a:lnTo>
                    <a:pt x="776" y="1381"/>
                  </a:lnTo>
                  <a:lnTo>
                    <a:pt x="778" y="1407"/>
                  </a:lnTo>
                  <a:lnTo>
                    <a:pt x="775" y="1431"/>
                  </a:lnTo>
                  <a:lnTo>
                    <a:pt x="768" y="1454"/>
                  </a:lnTo>
                  <a:lnTo>
                    <a:pt x="757" y="1476"/>
                  </a:lnTo>
                  <a:lnTo>
                    <a:pt x="741" y="1495"/>
                  </a:lnTo>
                  <a:lnTo>
                    <a:pt x="760" y="1479"/>
                  </a:lnTo>
                  <a:lnTo>
                    <a:pt x="781" y="1467"/>
                  </a:lnTo>
                  <a:lnTo>
                    <a:pt x="805" y="1460"/>
                  </a:lnTo>
                  <a:lnTo>
                    <a:pt x="829" y="1457"/>
                  </a:lnTo>
                  <a:lnTo>
                    <a:pt x="855" y="1459"/>
                  </a:lnTo>
                  <a:lnTo>
                    <a:pt x="879" y="1464"/>
                  </a:lnTo>
                  <a:lnTo>
                    <a:pt x="904" y="1475"/>
                  </a:lnTo>
                  <a:lnTo>
                    <a:pt x="927" y="1489"/>
                  </a:lnTo>
                  <a:lnTo>
                    <a:pt x="949" y="1507"/>
                  </a:lnTo>
                  <a:lnTo>
                    <a:pt x="967" y="1528"/>
                  </a:lnTo>
                  <a:lnTo>
                    <a:pt x="981" y="1551"/>
                  </a:lnTo>
                  <a:lnTo>
                    <a:pt x="990" y="1575"/>
                  </a:lnTo>
                  <a:lnTo>
                    <a:pt x="997" y="1600"/>
                  </a:lnTo>
                  <a:lnTo>
                    <a:pt x="998" y="1625"/>
                  </a:lnTo>
                  <a:lnTo>
                    <a:pt x="996" y="1649"/>
                  </a:lnTo>
                  <a:lnTo>
                    <a:pt x="988" y="1672"/>
                  </a:lnTo>
                  <a:lnTo>
                    <a:pt x="977" y="1694"/>
                  </a:lnTo>
                  <a:lnTo>
                    <a:pt x="961" y="1714"/>
                  </a:lnTo>
                  <a:lnTo>
                    <a:pt x="980" y="1698"/>
                  </a:lnTo>
                  <a:lnTo>
                    <a:pt x="1002" y="1686"/>
                  </a:lnTo>
                  <a:lnTo>
                    <a:pt x="1025" y="1679"/>
                  </a:lnTo>
                  <a:lnTo>
                    <a:pt x="1050" y="1676"/>
                  </a:lnTo>
                  <a:lnTo>
                    <a:pt x="1075" y="1678"/>
                  </a:lnTo>
                  <a:lnTo>
                    <a:pt x="1100" y="1683"/>
                  </a:lnTo>
                  <a:lnTo>
                    <a:pt x="1124" y="1693"/>
                  </a:lnTo>
                  <a:lnTo>
                    <a:pt x="1148" y="1708"/>
                  </a:lnTo>
                  <a:lnTo>
                    <a:pt x="1169" y="1725"/>
                  </a:lnTo>
                  <a:lnTo>
                    <a:pt x="1187" y="1746"/>
                  </a:lnTo>
                  <a:lnTo>
                    <a:pt x="1201" y="1769"/>
                  </a:lnTo>
                  <a:lnTo>
                    <a:pt x="1211" y="1794"/>
                  </a:lnTo>
                  <a:lnTo>
                    <a:pt x="1217" y="1818"/>
                  </a:lnTo>
                  <a:lnTo>
                    <a:pt x="1218" y="1843"/>
                  </a:lnTo>
                  <a:lnTo>
                    <a:pt x="1215" y="1868"/>
                  </a:lnTo>
                  <a:lnTo>
                    <a:pt x="1208" y="1891"/>
                  </a:lnTo>
                  <a:lnTo>
                    <a:pt x="1196" y="1912"/>
                  </a:lnTo>
                  <a:lnTo>
                    <a:pt x="1181" y="1932"/>
                  </a:lnTo>
                  <a:lnTo>
                    <a:pt x="1201" y="1916"/>
                  </a:lnTo>
                  <a:lnTo>
                    <a:pt x="1222" y="1905"/>
                  </a:lnTo>
                  <a:lnTo>
                    <a:pt x="1245" y="1898"/>
                  </a:lnTo>
                  <a:lnTo>
                    <a:pt x="1270" y="1895"/>
                  </a:lnTo>
                  <a:lnTo>
                    <a:pt x="1294" y="1896"/>
                  </a:lnTo>
                  <a:lnTo>
                    <a:pt x="1320" y="1902"/>
                  </a:lnTo>
                  <a:lnTo>
                    <a:pt x="1344" y="1912"/>
                  </a:lnTo>
                  <a:lnTo>
                    <a:pt x="1367" y="1926"/>
                  </a:lnTo>
                  <a:lnTo>
                    <a:pt x="1388" y="1944"/>
                  </a:lnTo>
                  <a:lnTo>
                    <a:pt x="1407" y="1965"/>
                  </a:lnTo>
                  <a:lnTo>
                    <a:pt x="1421" y="1988"/>
                  </a:lnTo>
                  <a:lnTo>
                    <a:pt x="1431" y="2013"/>
                  </a:lnTo>
                  <a:lnTo>
                    <a:pt x="1436" y="2037"/>
                  </a:lnTo>
                  <a:lnTo>
                    <a:pt x="1438" y="2062"/>
                  </a:lnTo>
                  <a:lnTo>
                    <a:pt x="1435" y="2087"/>
                  </a:lnTo>
                  <a:lnTo>
                    <a:pt x="1428" y="2110"/>
                  </a:lnTo>
                  <a:lnTo>
                    <a:pt x="1416" y="2131"/>
                  </a:lnTo>
                  <a:lnTo>
                    <a:pt x="1672" y="2386"/>
                  </a:lnTo>
                  <a:lnTo>
                    <a:pt x="1685" y="2395"/>
                  </a:lnTo>
                  <a:lnTo>
                    <a:pt x="1699" y="2401"/>
                  </a:lnTo>
                  <a:lnTo>
                    <a:pt x="1716" y="2402"/>
                  </a:lnTo>
                  <a:lnTo>
                    <a:pt x="1733" y="2400"/>
                  </a:lnTo>
                  <a:lnTo>
                    <a:pt x="1750" y="2395"/>
                  </a:lnTo>
                  <a:lnTo>
                    <a:pt x="1767" y="2386"/>
                  </a:lnTo>
                  <a:lnTo>
                    <a:pt x="1782" y="2374"/>
                  </a:lnTo>
                  <a:lnTo>
                    <a:pt x="1794" y="2358"/>
                  </a:lnTo>
                  <a:lnTo>
                    <a:pt x="1803" y="2342"/>
                  </a:lnTo>
                  <a:lnTo>
                    <a:pt x="1809" y="2325"/>
                  </a:lnTo>
                  <a:lnTo>
                    <a:pt x="1811" y="2308"/>
                  </a:lnTo>
                  <a:lnTo>
                    <a:pt x="1809" y="2291"/>
                  </a:lnTo>
                  <a:lnTo>
                    <a:pt x="1803" y="2276"/>
                  </a:lnTo>
                  <a:lnTo>
                    <a:pt x="1794" y="2264"/>
                  </a:lnTo>
                  <a:lnTo>
                    <a:pt x="1584" y="2055"/>
                  </a:lnTo>
                  <a:lnTo>
                    <a:pt x="1573" y="2041"/>
                  </a:lnTo>
                  <a:lnTo>
                    <a:pt x="1567" y="2025"/>
                  </a:lnTo>
                  <a:lnTo>
                    <a:pt x="1564" y="2007"/>
                  </a:lnTo>
                  <a:lnTo>
                    <a:pt x="1567" y="1989"/>
                  </a:lnTo>
                  <a:lnTo>
                    <a:pt x="1573" y="1973"/>
                  </a:lnTo>
                  <a:lnTo>
                    <a:pt x="1584" y="1958"/>
                  </a:lnTo>
                  <a:lnTo>
                    <a:pt x="1599" y="1947"/>
                  </a:lnTo>
                  <a:lnTo>
                    <a:pt x="1616" y="1941"/>
                  </a:lnTo>
                  <a:lnTo>
                    <a:pt x="1633" y="1939"/>
                  </a:lnTo>
                  <a:lnTo>
                    <a:pt x="1650" y="1941"/>
                  </a:lnTo>
                  <a:lnTo>
                    <a:pt x="1668" y="1947"/>
                  </a:lnTo>
                  <a:lnTo>
                    <a:pt x="1682" y="1958"/>
                  </a:lnTo>
                  <a:lnTo>
                    <a:pt x="1892" y="2167"/>
                  </a:lnTo>
                  <a:lnTo>
                    <a:pt x="1904" y="2176"/>
                  </a:lnTo>
                  <a:lnTo>
                    <a:pt x="1920" y="2182"/>
                  </a:lnTo>
                  <a:lnTo>
                    <a:pt x="1936" y="2183"/>
                  </a:lnTo>
                  <a:lnTo>
                    <a:pt x="1953" y="2182"/>
                  </a:lnTo>
                  <a:lnTo>
                    <a:pt x="1971" y="2176"/>
                  </a:lnTo>
                  <a:lnTo>
                    <a:pt x="1987" y="2167"/>
                  </a:lnTo>
                  <a:lnTo>
                    <a:pt x="2002" y="2155"/>
                  </a:lnTo>
                  <a:lnTo>
                    <a:pt x="2015" y="2139"/>
                  </a:lnTo>
                  <a:lnTo>
                    <a:pt x="2024" y="2123"/>
                  </a:lnTo>
                  <a:lnTo>
                    <a:pt x="2029" y="2106"/>
                  </a:lnTo>
                  <a:lnTo>
                    <a:pt x="2031" y="2089"/>
                  </a:lnTo>
                  <a:lnTo>
                    <a:pt x="2029" y="2073"/>
                  </a:lnTo>
                  <a:lnTo>
                    <a:pt x="2024" y="2058"/>
                  </a:lnTo>
                  <a:lnTo>
                    <a:pt x="2015" y="2045"/>
                  </a:lnTo>
                  <a:lnTo>
                    <a:pt x="1804" y="1837"/>
                  </a:lnTo>
                  <a:lnTo>
                    <a:pt x="1793" y="1822"/>
                  </a:lnTo>
                  <a:lnTo>
                    <a:pt x="1786" y="1806"/>
                  </a:lnTo>
                  <a:lnTo>
                    <a:pt x="1784" y="1788"/>
                  </a:lnTo>
                  <a:lnTo>
                    <a:pt x="1786" y="1770"/>
                  </a:lnTo>
                  <a:lnTo>
                    <a:pt x="1793" y="1754"/>
                  </a:lnTo>
                  <a:lnTo>
                    <a:pt x="1804" y="1740"/>
                  </a:lnTo>
                  <a:lnTo>
                    <a:pt x="1820" y="1729"/>
                  </a:lnTo>
                  <a:lnTo>
                    <a:pt x="1836" y="1722"/>
                  </a:lnTo>
                  <a:lnTo>
                    <a:pt x="1853" y="1720"/>
                  </a:lnTo>
                  <a:lnTo>
                    <a:pt x="1871" y="1722"/>
                  </a:lnTo>
                  <a:lnTo>
                    <a:pt x="1887" y="1729"/>
                  </a:lnTo>
                  <a:lnTo>
                    <a:pt x="1902" y="1740"/>
                  </a:lnTo>
                  <a:lnTo>
                    <a:pt x="2112" y="1948"/>
                  </a:lnTo>
                  <a:lnTo>
                    <a:pt x="2125" y="1957"/>
                  </a:lnTo>
                  <a:lnTo>
                    <a:pt x="2140" y="1963"/>
                  </a:lnTo>
                  <a:lnTo>
                    <a:pt x="2156" y="1965"/>
                  </a:lnTo>
                  <a:lnTo>
                    <a:pt x="2174" y="1963"/>
                  </a:lnTo>
                  <a:lnTo>
                    <a:pt x="2190" y="1957"/>
                  </a:lnTo>
                  <a:lnTo>
                    <a:pt x="2207" y="1949"/>
                  </a:lnTo>
                  <a:lnTo>
                    <a:pt x="2223" y="1936"/>
                  </a:lnTo>
                  <a:lnTo>
                    <a:pt x="2235" y="1920"/>
                  </a:lnTo>
                  <a:lnTo>
                    <a:pt x="2244" y="1904"/>
                  </a:lnTo>
                  <a:lnTo>
                    <a:pt x="2249" y="1887"/>
                  </a:lnTo>
                  <a:lnTo>
                    <a:pt x="2251" y="1871"/>
                  </a:lnTo>
                  <a:lnTo>
                    <a:pt x="2249" y="1855"/>
                  </a:lnTo>
                  <a:lnTo>
                    <a:pt x="2244" y="1839"/>
                  </a:lnTo>
                  <a:lnTo>
                    <a:pt x="2234" y="1826"/>
                  </a:lnTo>
                  <a:lnTo>
                    <a:pt x="2025" y="1618"/>
                  </a:lnTo>
                  <a:lnTo>
                    <a:pt x="2013" y="1603"/>
                  </a:lnTo>
                  <a:lnTo>
                    <a:pt x="2006" y="1587"/>
                  </a:lnTo>
                  <a:lnTo>
                    <a:pt x="2004" y="1570"/>
                  </a:lnTo>
                  <a:lnTo>
                    <a:pt x="2006" y="1553"/>
                  </a:lnTo>
                  <a:lnTo>
                    <a:pt x="2013" y="1535"/>
                  </a:lnTo>
                  <a:lnTo>
                    <a:pt x="2025" y="1521"/>
                  </a:lnTo>
                  <a:lnTo>
                    <a:pt x="2039" y="1510"/>
                  </a:lnTo>
                  <a:lnTo>
                    <a:pt x="2055" y="1503"/>
                  </a:lnTo>
                  <a:lnTo>
                    <a:pt x="2074" y="1501"/>
                  </a:lnTo>
                  <a:lnTo>
                    <a:pt x="2091" y="1503"/>
                  </a:lnTo>
                  <a:lnTo>
                    <a:pt x="2107" y="1510"/>
                  </a:lnTo>
                  <a:lnTo>
                    <a:pt x="2122" y="1521"/>
                  </a:lnTo>
                  <a:lnTo>
                    <a:pt x="2332" y="1729"/>
                  </a:lnTo>
                  <a:lnTo>
                    <a:pt x="2345" y="1739"/>
                  </a:lnTo>
                  <a:lnTo>
                    <a:pt x="2359" y="1744"/>
                  </a:lnTo>
                  <a:lnTo>
                    <a:pt x="2377" y="1746"/>
                  </a:lnTo>
                  <a:lnTo>
                    <a:pt x="2393" y="1744"/>
                  </a:lnTo>
                  <a:lnTo>
                    <a:pt x="2410" y="1739"/>
                  </a:lnTo>
                  <a:lnTo>
                    <a:pt x="2427" y="1730"/>
                  </a:lnTo>
                  <a:lnTo>
                    <a:pt x="2442" y="1718"/>
                  </a:lnTo>
                  <a:lnTo>
                    <a:pt x="2455" y="1703"/>
                  </a:lnTo>
                  <a:lnTo>
                    <a:pt x="2463" y="1685"/>
                  </a:lnTo>
                  <a:lnTo>
                    <a:pt x="2469" y="1669"/>
                  </a:lnTo>
                  <a:lnTo>
                    <a:pt x="2471" y="1652"/>
                  </a:lnTo>
                  <a:lnTo>
                    <a:pt x="2469" y="1636"/>
                  </a:lnTo>
                  <a:lnTo>
                    <a:pt x="2463" y="1620"/>
                  </a:lnTo>
                  <a:lnTo>
                    <a:pt x="2454" y="1608"/>
                  </a:lnTo>
                  <a:lnTo>
                    <a:pt x="2452" y="1606"/>
                  </a:lnTo>
                  <a:lnTo>
                    <a:pt x="2447" y="1600"/>
                  </a:lnTo>
                  <a:lnTo>
                    <a:pt x="2438" y="1591"/>
                  </a:lnTo>
                  <a:lnTo>
                    <a:pt x="2426" y="1579"/>
                  </a:lnTo>
                  <a:lnTo>
                    <a:pt x="2410" y="1564"/>
                  </a:lnTo>
                  <a:lnTo>
                    <a:pt x="2392" y="1545"/>
                  </a:lnTo>
                  <a:lnTo>
                    <a:pt x="2372" y="1525"/>
                  </a:lnTo>
                  <a:lnTo>
                    <a:pt x="2348" y="1502"/>
                  </a:lnTo>
                  <a:lnTo>
                    <a:pt x="2323" y="1477"/>
                  </a:lnTo>
                  <a:lnTo>
                    <a:pt x="2295" y="1449"/>
                  </a:lnTo>
                  <a:lnTo>
                    <a:pt x="2265" y="1420"/>
                  </a:lnTo>
                  <a:lnTo>
                    <a:pt x="2235" y="1389"/>
                  </a:lnTo>
                  <a:lnTo>
                    <a:pt x="2202" y="1357"/>
                  </a:lnTo>
                  <a:lnTo>
                    <a:pt x="2169" y="1323"/>
                  </a:lnTo>
                  <a:lnTo>
                    <a:pt x="2134" y="1289"/>
                  </a:lnTo>
                  <a:lnTo>
                    <a:pt x="2099" y="1254"/>
                  </a:lnTo>
                  <a:lnTo>
                    <a:pt x="2062" y="1218"/>
                  </a:lnTo>
                  <a:lnTo>
                    <a:pt x="2027" y="1182"/>
                  </a:lnTo>
                  <a:lnTo>
                    <a:pt x="1990" y="1146"/>
                  </a:lnTo>
                  <a:lnTo>
                    <a:pt x="1954" y="1110"/>
                  </a:lnTo>
                  <a:lnTo>
                    <a:pt x="1918" y="1074"/>
                  </a:lnTo>
                  <a:lnTo>
                    <a:pt x="1882" y="1039"/>
                  </a:lnTo>
                  <a:lnTo>
                    <a:pt x="1847" y="1003"/>
                  </a:lnTo>
                  <a:lnTo>
                    <a:pt x="1813" y="970"/>
                  </a:lnTo>
                  <a:lnTo>
                    <a:pt x="1780" y="937"/>
                  </a:lnTo>
                  <a:lnTo>
                    <a:pt x="1748" y="906"/>
                  </a:lnTo>
                  <a:lnTo>
                    <a:pt x="1718" y="875"/>
                  </a:lnTo>
                  <a:lnTo>
                    <a:pt x="1689" y="847"/>
                  </a:lnTo>
                  <a:lnTo>
                    <a:pt x="1663" y="821"/>
                  </a:lnTo>
                  <a:lnTo>
                    <a:pt x="1638" y="797"/>
                  </a:lnTo>
                  <a:lnTo>
                    <a:pt x="1616" y="775"/>
                  </a:lnTo>
                  <a:lnTo>
                    <a:pt x="1596" y="756"/>
                  </a:lnTo>
                  <a:lnTo>
                    <a:pt x="1579" y="740"/>
                  </a:lnTo>
                  <a:lnTo>
                    <a:pt x="1565" y="725"/>
                  </a:lnTo>
                  <a:lnTo>
                    <a:pt x="1560" y="721"/>
                  </a:lnTo>
                  <a:lnTo>
                    <a:pt x="1553" y="715"/>
                  </a:lnTo>
                  <a:lnTo>
                    <a:pt x="1546" y="711"/>
                  </a:lnTo>
                  <a:lnTo>
                    <a:pt x="1537" y="706"/>
                  </a:lnTo>
                  <a:lnTo>
                    <a:pt x="1527" y="704"/>
                  </a:lnTo>
                  <a:lnTo>
                    <a:pt x="1515" y="703"/>
                  </a:lnTo>
                  <a:lnTo>
                    <a:pt x="1501" y="705"/>
                  </a:lnTo>
                  <a:lnTo>
                    <a:pt x="1485" y="711"/>
                  </a:lnTo>
                  <a:lnTo>
                    <a:pt x="1468" y="720"/>
                  </a:lnTo>
                  <a:lnTo>
                    <a:pt x="1449" y="735"/>
                  </a:lnTo>
                  <a:lnTo>
                    <a:pt x="1428" y="754"/>
                  </a:lnTo>
                  <a:lnTo>
                    <a:pt x="1405" y="779"/>
                  </a:lnTo>
                  <a:lnTo>
                    <a:pt x="1383" y="808"/>
                  </a:lnTo>
                  <a:lnTo>
                    <a:pt x="1366" y="837"/>
                  </a:lnTo>
                  <a:lnTo>
                    <a:pt x="1270" y="1012"/>
                  </a:lnTo>
                  <a:lnTo>
                    <a:pt x="1259" y="1031"/>
                  </a:lnTo>
                  <a:lnTo>
                    <a:pt x="1244" y="1050"/>
                  </a:lnTo>
                  <a:lnTo>
                    <a:pt x="1226" y="1069"/>
                  </a:lnTo>
                  <a:lnTo>
                    <a:pt x="1194" y="1096"/>
                  </a:lnTo>
                  <a:lnTo>
                    <a:pt x="1161" y="1119"/>
                  </a:lnTo>
                  <a:lnTo>
                    <a:pt x="1125" y="1136"/>
                  </a:lnTo>
                  <a:lnTo>
                    <a:pt x="1089" y="1147"/>
                  </a:lnTo>
                  <a:lnTo>
                    <a:pt x="1052" y="1153"/>
                  </a:lnTo>
                  <a:lnTo>
                    <a:pt x="1014" y="1153"/>
                  </a:lnTo>
                  <a:lnTo>
                    <a:pt x="976" y="1147"/>
                  </a:lnTo>
                  <a:lnTo>
                    <a:pt x="944" y="1137"/>
                  </a:lnTo>
                  <a:lnTo>
                    <a:pt x="913" y="1123"/>
                  </a:lnTo>
                  <a:lnTo>
                    <a:pt x="883" y="1106"/>
                  </a:lnTo>
                  <a:lnTo>
                    <a:pt x="858" y="1085"/>
                  </a:lnTo>
                  <a:lnTo>
                    <a:pt x="833" y="1061"/>
                  </a:lnTo>
                  <a:lnTo>
                    <a:pt x="813" y="1034"/>
                  </a:lnTo>
                  <a:lnTo>
                    <a:pt x="796" y="1004"/>
                  </a:lnTo>
                  <a:lnTo>
                    <a:pt x="784" y="980"/>
                  </a:lnTo>
                  <a:lnTo>
                    <a:pt x="777" y="955"/>
                  </a:lnTo>
                  <a:lnTo>
                    <a:pt x="772" y="930"/>
                  </a:lnTo>
                  <a:lnTo>
                    <a:pt x="772" y="908"/>
                  </a:lnTo>
                  <a:lnTo>
                    <a:pt x="774" y="886"/>
                  </a:lnTo>
                  <a:lnTo>
                    <a:pt x="781" y="866"/>
                  </a:lnTo>
                  <a:lnTo>
                    <a:pt x="1064" y="203"/>
                  </a:lnTo>
                  <a:lnTo>
                    <a:pt x="1074" y="185"/>
                  </a:lnTo>
                  <a:lnTo>
                    <a:pt x="1086" y="166"/>
                  </a:lnTo>
                  <a:lnTo>
                    <a:pt x="1102" y="147"/>
                  </a:lnTo>
                  <a:lnTo>
                    <a:pt x="1120" y="126"/>
                  </a:lnTo>
                  <a:lnTo>
                    <a:pt x="1130" y="117"/>
                  </a:lnTo>
                  <a:lnTo>
                    <a:pt x="1142" y="106"/>
                  </a:lnTo>
                  <a:lnTo>
                    <a:pt x="1158" y="94"/>
                  </a:lnTo>
                  <a:lnTo>
                    <a:pt x="1176" y="81"/>
                  </a:lnTo>
                  <a:lnTo>
                    <a:pt x="1196" y="67"/>
                  </a:lnTo>
                  <a:lnTo>
                    <a:pt x="1220" y="53"/>
                  </a:lnTo>
                  <a:lnTo>
                    <a:pt x="1245" y="40"/>
                  </a:lnTo>
                  <a:lnTo>
                    <a:pt x="1274" y="28"/>
                  </a:lnTo>
                  <a:lnTo>
                    <a:pt x="1305" y="18"/>
                  </a:lnTo>
                  <a:lnTo>
                    <a:pt x="1338" y="10"/>
                  </a:lnTo>
                  <a:lnTo>
                    <a:pt x="1373" y="3"/>
                  </a:lnTo>
                  <a:lnTo>
                    <a:pt x="1412" y="0"/>
                  </a:lnTo>
                  <a:lnTo>
                    <a:pt x="14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8" name="Freeform 40"/>
            <p:cNvSpPr>
              <a:spLocks noEditPoints="1"/>
            </p:cNvSpPr>
            <p:nvPr/>
          </p:nvSpPr>
          <p:spPr bwMode="auto">
            <a:xfrm>
              <a:off x="7332663" y="2609851"/>
              <a:ext cx="149225" cy="147638"/>
            </a:xfrm>
            <a:custGeom>
              <a:avLst/>
              <a:gdLst>
                <a:gd name="T0" fmla="*/ 671 w 1031"/>
                <a:gd name="T1" fmla="*/ 657 h 1025"/>
                <a:gd name="T2" fmla="*/ 626 w 1031"/>
                <a:gd name="T3" fmla="*/ 679 h 1025"/>
                <a:gd name="T4" fmla="*/ 595 w 1031"/>
                <a:gd name="T5" fmla="*/ 718 h 1025"/>
                <a:gd name="T6" fmla="*/ 584 w 1031"/>
                <a:gd name="T7" fmla="*/ 766 h 1025"/>
                <a:gd name="T8" fmla="*/ 595 w 1031"/>
                <a:gd name="T9" fmla="*/ 817 h 1025"/>
                <a:gd name="T10" fmla="*/ 626 w 1031"/>
                <a:gd name="T11" fmla="*/ 854 h 1025"/>
                <a:gd name="T12" fmla="*/ 671 w 1031"/>
                <a:gd name="T13" fmla="*/ 877 h 1025"/>
                <a:gd name="T14" fmla="*/ 723 w 1031"/>
                <a:gd name="T15" fmla="*/ 877 h 1025"/>
                <a:gd name="T16" fmla="*/ 768 w 1031"/>
                <a:gd name="T17" fmla="*/ 854 h 1025"/>
                <a:gd name="T18" fmla="*/ 800 w 1031"/>
                <a:gd name="T19" fmla="*/ 816 h 1025"/>
                <a:gd name="T20" fmla="*/ 811 w 1031"/>
                <a:gd name="T21" fmla="*/ 766 h 1025"/>
                <a:gd name="T22" fmla="*/ 800 w 1031"/>
                <a:gd name="T23" fmla="*/ 718 h 1025"/>
                <a:gd name="T24" fmla="*/ 768 w 1031"/>
                <a:gd name="T25" fmla="*/ 679 h 1025"/>
                <a:gd name="T26" fmla="*/ 723 w 1031"/>
                <a:gd name="T27" fmla="*/ 657 h 1025"/>
                <a:gd name="T28" fmla="*/ 345 w 1031"/>
                <a:gd name="T29" fmla="*/ 0 h 1025"/>
                <a:gd name="T30" fmla="*/ 391 w 1031"/>
                <a:gd name="T31" fmla="*/ 12 h 1025"/>
                <a:gd name="T32" fmla="*/ 432 w 1031"/>
                <a:gd name="T33" fmla="*/ 39 h 1025"/>
                <a:gd name="T34" fmla="*/ 1007 w 1031"/>
                <a:gd name="T35" fmla="*/ 615 h 1025"/>
                <a:gd name="T36" fmla="*/ 1027 w 1031"/>
                <a:gd name="T37" fmla="*/ 659 h 1025"/>
                <a:gd name="T38" fmla="*/ 1031 w 1031"/>
                <a:gd name="T39" fmla="*/ 705 h 1025"/>
                <a:gd name="T40" fmla="*/ 1019 w 1031"/>
                <a:gd name="T41" fmla="*/ 751 h 1025"/>
                <a:gd name="T42" fmla="*/ 992 w 1031"/>
                <a:gd name="T43" fmla="*/ 791 h 1025"/>
                <a:gd name="T44" fmla="*/ 776 w 1031"/>
                <a:gd name="T45" fmla="*/ 1001 h 1025"/>
                <a:gd name="T46" fmla="*/ 732 w 1031"/>
                <a:gd name="T47" fmla="*/ 1021 h 1025"/>
                <a:gd name="T48" fmla="*/ 686 w 1031"/>
                <a:gd name="T49" fmla="*/ 1025 h 1025"/>
                <a:gd name="T50" fmla="*/ 640 w 1031"/>
                <a:gd name="T51" fmla="*/ 1013 h 1025"/>
                <a:gd name="T52" fmla="*/ 600 w 1031"/>
                <a:gd name="T53" fmla="*/ 985 h 1025"/>
                <a:gd name="T54" fmla="*/ 24 w 1031"/>
                <a:gd name="T55" fmla="*/ 409 h 1025"/>
                <a:gd name="T56" fmla="*/ 4 w 1031"/>
                <a:gd name="T57" fmla="*/ 367 h 1025"/>
                <a:gd name="T58" fmla="*/ 0 w 1031"/>
                <a:gd name="T59" fmla="*/ 320 h 1025"/>
                <a:gd name="T60" fmla="*/ 11 w 1031"/>
                <a:gd name="T61" fmla="*/ 275 h 1025"/>
                <a:gd name="T62" fmla="*/ 40 w 1031"/>
                <a:gd name="T63" fmla="*/ 234 h 1025"/>
                <a:gd name="T64" fmla="*/ 255 w 1031"/>
                <a:gd name="T65" fmla="*/ 24 h 1025"/>
                <a:gd name="T66" fmla="*/ 298 w 1031"/>
                <a:gd name="T67" fmla="*/ 4 h 1025"/>
                <a:gd name="T68" fmla="*/ 345 w 1031"/>
                <a:gd name="T69" fmla="*/ 0 h 1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1" h="1025">
                  <a:moveTo>
                    <a:pt x="698" y="654"/>
                  </a:moveTo>
                  <a:lnTo>
                    <a:pt x="671" y="657"/>
                  </a:lnTo>
                  <a:lnTo>
                    <a:pt x="648" y="665"/>
                  </a:lnTo>
                  <a:lnTo>
                    <a:pt x="626" y="679"/>
                  </a:lnTo>
                  <a:lnTo>
                    <a:pt x="609" y="696"/>
                  </a:lnTo>
                  <a:lnTo>
                    <a:pt x="595" y="718"/>
                  </a:lnTo>
                  <a:lnTo>
                    <a:pt x="587" y="741"/>
                  </a:lnTo>
                  <a:lnTo>
                    <a:pt x="584" y="766"/>
                  </a:lnTo>
                  <a:lnTo>
                    <a:pt x="587" y="793"/>
                  </a:lnTo>
                  <a:lnTo>
                    <a:pt x="595" y="817"/>
                  </a:lnTo>
                  <a:lnTo>
                    <a:pt x="609" y="837"/>
                  </a:lnTo>
                  <a:lnTo>
                    <a:pt x="626" y="854"/>
                  </a:lnTo>
                  <a:lnTo>
                    <a:pt x="648" y="868"/>
                  </a:lnTo>
                  <a:lnTo>
                    <a:pt x="671" y="877"/>
                  </a:lnTo>
                  <a:lnTo>
                    <a:pt x="698" y="880"/>
                  </a:lnTo>
                  <a:lnTo>
                    <a:pt x="723" y="877"/>
                  </a:lnTo>
                  <a:lnTo>
                    <a:pt x="748" y="868"/>
                  </a:lnTo>
                  <a:lnTo>
                    <a:pt x="768" y="854"/>
                  </a:lnTo>
                  <a:lnTo>
                    <a:pt x="785" y="837"/>
                  </a:lnTo>
                  <a:lnTo>
                    <a:pt x="800" y="816"/>
                  </a:lnTo>
                  <a:lnTo>
                    <a:pt x="808" y="793"/>
                  </a:lnTo>
                  <a:lnTo>
                    <a:pt x="811" y="766"/>
                  </a:lnTo>
                  <a:lnTo>
                    <a:pt x="808" y="741"/>
                  </a:lnTo>
                  <a:lnTo>
                    <a:pt x="800" y="718"/>
                  </a:lnTo>
                  <a:lnTo>
                    <a:pt x="785" y="696"/>
                  </a:lnTo>
                  <a:lnTo>
                    <a:pt x="768" y="679"/>
                  </a:lnTo>
                  <a:lnTo>
                    <a:pt x="748" y="665"/>
                  </a:lnTo>
                  <a:lnTo>
                    <a:pt x="723" y="657"/>
                  </a:lnTo>
                  <a:lnTo>
                    <a:pt x="698" y="654"/>
                  </a:lnTo>
                  <a:close/>
                  <a:moveTo>
                    <a:pt x="345" y="0"/>
                  </a:moveTo>
                  <a:lnTo>
                    <a:pt x="368" y="4"/>
                  </a:lnTo>
                  <a:lnTo>
                    <a:pt x="391" y="12"/>
                  </a:lnTo>
                  <a:lnTo>
                    <a:pt x="412" y="24"/>
                  </a:lnTo>
                  <a:lnTo>
                    <a:pt x="432" y="39"/>
                  </a:lnTo>
                  <a:lnTo>
                    <a:pt x="992" y="596"/>
                  </a:lnTo>
                  <a:lnTo>
                    <a:pt x="1007" y="615"/>
                  </a:lnTo>
                  <a:lnTo>
                    <a:pt x="1019" y="637"/>
                  </a:lnTo>
                  <a:lnTo>
                    <a:pt x="1027" y="659"/>
                  </a:lnTo>
                  <a:lnTo>
                    <a:pt x="1031" y="682"/>
                  </a:lnTo>
                  <a:lnTo>
                    <a:pt x="1031" y="705"/>
                  </a:lnTo>
                  <a:lnTo>
                    <a:pt x="1027" y="729"/>
                  </a:lnTo>
                  <a:lnTo>
                    <a:pt x="1019" y="751"/>
                  </a:lnTo>
                  <a:lnTo>
                    <a:pt x="1007" y="771"/>
                  </a:lnTo>
                  <a:lnTo>
                    <a:pt x="992" y="791"/>
                  </a:lnTo>
                  <a:lnTo>
                    <a:pt x="796" y="985"/>
                  </a:lnTo>
                  <a:lnTo>
                    <a:pt x="776" y="1001"/>
                  </a:lnTo>
                  <a:lnTo>
                    <a:pt x="755" y="1013"/>
                  </a:lnTo>
                  <a:lnTo>
                    <a:pt x="732" y="1021"/>
                  </a:lnTo>
                  <a:lnTo>
                    <a:pt x="709" y="1025"/>
                  </a:lnTo>
                  <a:lnTo>
                    <a:pt x="686" y="1025"/>
                  </a:lnTo>
                  <a:lnTo>
                    <a:pt x="663" y="1021"/>
                  </a:lnTo>
                  <a:lnTo>
                    <a:pt x="640" y="1013"/>
                  </a:lnTo>
                  <a:lnTo>
                    <a:pt x="619" y="1001"/>
                  </a:lnTo>
                  <a:lnTo>
                    <a:pt x="600" y="985"/>
                  </a:lnTo>
                  <a:lnTo>
                    <a:pt x="40" y="429"/>
                  </a:lnTo>
                  <a:lnTo>
                    <a:pt x="24" y="409"/>
                  </a:lnTo>
                  <a:lnTo>
                    <a:pt x="11" y="389"/>
                  </a:lnTo>
                  <a:lnTo>
                    <a:pt x="4" y="367"/>
                  </a:lnTo>
                  <a:lnTo>
                    <a:pt x="0" y="344"/>
                  </a:lnTo>
                  <a:lnTo>
                    <a:pt x="0" y="320"/>
                  </a:lnTo>
                  <a:lnTo>
                    <a:pt x="4" y="297"/>
                  </a:lnTo>
                  <a:lnTo>
                    <a:pt x="11" y="275"/>
                  </a:lnTo>
                  <a:lnTo>
                    <a:pt x="24" y="253"/>
                  </a:lnTo>
                  <a:lnTo>
                    <a:pt x="40" y="234"/>
                  </a:lnTo>
                  <a:lnTo>
                    <a:pt x="236" y="39"/>
                  </a:lnTo>
                  <a:lnTo>
                    <a:pt x="255" y="24"/>
                  </a:lnTo>
                  <a:lnTo>
                    <a:pt x="275" y="12"/>
                  </a:lnTo>
                  <a:lnTo>
                    <a:pt x="298" y="4"/>
                  </a:lnTo>
                  <a:lnTo>
                    <a:pt x="321" y="0"/>
                  </a:lnTo>
                  <a:lnTo>
                    <a:pt x="34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9" name="Group 68"/>
          <p:cNvGrpSpPr/>
          <p:nvPr/>
        </p:nvGrpSpPr>
        <p:grpSpPr>
          <a:xfrm>
            <a:off x="3434825" y="2971800"/>
            <a:ext cx="416360" cy="419193"/>
            <a:chOff x="7156450" y="2708275"/>
            <a:chExt cx="233363" cy="234950"/>
          </a:xfrm>
          <a:solidFill>
            <a:schemeClr val="tx1">
              <a:lumMod val="95000"/>
              <a:lumOff val="5000"/>
            </a:schemeClr>
          </a:solidFill>
        </p:grpSpPr>
        <p:sp>
          <p:nvSpPr>
            <p:cNvPr id="70" name="Rectangle 33"/>
            <p:cNvSpPr>
              <a:spLocks noChangeArrowheads="1"/>
            </p:cNvSpPr>
            <p:nvPr/>
          </p:nvSpPr>
          <p:spPr bwMode="auto">
            <a:xfrm>
              <a:off x="7156450" y="2803525"/>
              <a:ext cx="41275" cy="12382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1" name="Freeform 34"/>
            <p:cNvSpPr>
              <a:spLocks noEditPoints="1"/>
            </p:cNvSpPr>
            <p:nvPr/>
          </p:nvSpPr>
          <p:spPr bwMode="auto">
            <a:xfrm>
              <a:off x="7215188" y="2708275"/>
              <a:ext cx="174625" cy="234950"/>
            </a:xfrm>
            <a:custGeom>
              <a:avLst/>
              <a:gdLst>
                <a:gd name="T0" fmla="*/ 790 w 2315"/>
                <a:gd name="T1" fmla="*/ 1051 h 3103"/>
                <a:gd name="T2" fmla="*/ 645 w 2315"/>
                <a:gd name="T3" fmla="*/ 1093 h 3103"/>
                <a:gd name="T4" fmla="*/ 513 w 2315"/>
                <a:gd name="T5" fmla="*/ 1176 h 3103"/>
                <a:gd name="T6" fmla="*/ 407 w 2315"/>
                <a:gd name="T7" fmla="*/ 1297 h 3103"/>
                <a:gd name="T8" fmla="*/ 338 w 2315"/>
                <a:gd name="T9" fmla="*/ 1438 h 3103"/>
                <a:gd name="T10" fmla="*/ 311 w 2315"/>
                <a:gd name="T11" fmla="*/ 1590 h 3103"/>
                <a:gd name="T12" fmla="*/ 324 w 2315"/>
                <a:gd name="T13" fmla="*/ 1743 h 3103"/>
                <a:gd name="T14" fmla="*/ 378 w 2315"/>
                <a:gd name="T15" fmla="*/ 1890 h 3103"/>
                <a:gd name="T16" fmla="*/ 473 w 2315"/>
                <a:gd name="T17" fmla="*/ 2018 h 3103"/>
                <a:gd name="T18" fmla="*/ 600 w 2315"/>
                <a:gd name="T19" fmla="*/ 2115 h 3103"/>
                <a:gd name="T20" fmla="*/ 741 w 2315"/>
                <a:gd name="T21" fmla="*/ 2170 h 3103"/>
                <a:gd name="T22" fmla="*/ 891 w 2315"/>
                <a:gd name="T23" fmla="*/ 2184 h 3103"/>
                <a:gd name="T24" fmla="*/ 1039 w 2315"/>
                <a:gd name="T25" fmla="*/ 2157 h 3103"/>
                <a:gd name="T26" fmla="*/ 1176 w 2315"/>
                <a:gd name="T27" fmla="*/ 2087 h 3103"/>
                <a:gd name="T28" fmla="*/ 1294 w 2315"/>
                <a:gd name="T29" fmla="*/ 1977 h 3103"/>
                <a:gd name="T30" fmla="*/ 1375 w 2315"/>
                <a:gd name="T31" fmla="*/ 1842 h 3103"/>
                <a:gd name="T32" fmla="*/ 1415 w 2315"/>
                <a:gd name="T33" fmla="*/ 1693 h 3103"/>
                <a:gd name="T34" fmla="*/ 1415 w 2315"/>
                <a:gd name="T35" fmla="*/ 1539 h 3103"/>
                <a:gd name="T36" fmla="*/ 1375 w 2315"/>
                <a:gd name="T37" fmla="*/ 1390 h 3103"/>
                <a:gd name="T38" fmla="*/ 1294 w 2315"/>
                <a:gd name="T39" fmla="*/ 1253 h 3103"/>
                <a:gd name="T40" fmla="*/ 1176 w 2315"/>
                <a:gd name="T41" fmla="*/ 1143 h 3103"/>
                <a:gd name="T42" fmla="*/ 1039 w 2315"/>
                <a:gd name="T43" fmla="*/ 1074 h 3103"/>
                <a:gd name="T44" fmla="*/ 891 w 2315"/>
                <a:gd name="T45" fmla="*/ 1046 h 3103"/>
                <a:gd name="T46" fmla="*/ 1320 w 2315"/>
                <a:gd name="T47" fmla="*/ 1046 h 3103"/>
                <a:gd name="T48" fmla="*/ 1417 w 2315"/>
                <a:gd name="T49" fmla="*/ 1140 h 3103"/>
                <a:gd name="T50" fmla="*/ 1515 w 2315"/>
                <a:gd name="T51" fmla="*/ 1297 h 3103"/>
                <a:gd name="T52" fmla="*/ 1571 w 2315"/>
                <a:gd name="T53" fmla="*/ 1468 h 3103"/>
                <a:gd name="T54" fmla="*/ 1584 w 2315"/>
                <a:gd name="T55" fmla="*/ 1647 h 3103"/>
                <a:gd name="T56" fmla="*/ 1555 w 2315"/>
                <a:gd name="T57" fmla="*/ 1825 h 3103"/>
                <a:gd name="T58" fmla="*/ 1484 w 2315"/>
                <a:gd name="T59" fmla="*/ 1992 h 3103"/>
                <a:gd name="T60" fmla="*/ 1664 w 2315"/>
                <a:gd name="T61" fmla="*/ 2118 h 3103"/>
                <a:gd name="T62" fmla="*/ 2315 w 2315"/>
                <a:gd name="T63" fmla="*/ 2800 h 3103"/>
                <a:gd name="T64" fmla="*/ 2307 w 2315"/>
                <a:gd name="T65" fmla="*/ 2859 h 3103"/>
                <a:gd name="T66" fmla="*/ 2276 w 2315"/>
                <a:gd name="T67" fmla="*/ 2943 h 3103"/>
                <a:gd name="T68" fmla="*/ 2209 w 2315"/>
                <a:gd name="T69" fmla="*/ 3030 h 3103"/>
                <a:gd name="T70" fmla="*/ 2128 w 2315"/>
                <a:gd name="T71" fmla="*/ 3078 h 3103"/>
                <a:gd name="T72" fmla="*/ 2053 w 2315"/>
                <a:gd name="T73" fmla="*/ 3099 h 3103"/>
                <a:gd name="T74" fmla="*/ 2010 w 2315"/>
                <a:gd name="T75" fmla="*/ 3103 h 3103"/>
                <a:gd name="T76" fmla="*/ 1403 w 2315"/>
                <a:gd name="T77" fmla="*/ 2335 h 3103"/>
                <a:gd name="T78" fmla="*/ 774 w 2315"/>
                <a:gd name="T79" fmla="*/ 2903 h 3103"/>
                <a:gd name="T80" fmla="*/ 657 w 2315"/>
                <a:gd name="T81" fmla="*/ 2320 h 3103"/>
                <a:gd name="T82" fmla="*/ 544 w 2315"/>
                <a:gd name="T83" fmla="*/ 2903 h 3103"/>
                <a:gd name="T84" fmla="*/ 545 w 2315"/>
                <a:gd name="T85" fmla="*/ 687 h 3103"/>
                <a:gd name="T86" fmla="*/ 657 w 2315"/>
                <a:gd name="T87" fmla="*/ 911 h 3103"/>
                <a:gd name="T88" fmla="*/ 774 w 2315"/>
                <a:gd name="T89" fmla="*/ 0 h 3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15" h="3103">
                  <a:moveTo>
                    <a:pt x="891" y="1046"/>
                  </a:moveTo>
                  <a:lnTo>
                    <a:pt x="841" y="1046"/>
                  </a:lnTo>
                  <a:lnTo>
                    <a:pt x="790" y="1051"/>
                  </a:lnTo>
                  <a:lnTo>
                    <a:pt x="741" y="1061"/>
                  </a:lnTo>
                  <a:lnTo>
                    <a:pt x="693" y="1074"/>
                  </a:lnTo>
                  <a:lnTo>
                    <a:pt x="645" y="1093"/>
                  </a:lnTo>
                  <a:lnTo>
                    <a:pt x="600" y="1116"/>
                  </a:lnTo>
                  <a:lnTo>
                    <a:pt x="555" y="1143"/>
                  </a:lnTo>
                  <a:lnTo>
                    <a:pt x="513" y="1176"/>
                  </a:lnTo>
                  <a:lnTo>
                    <a:pt x="474" y="1213"/>
                  </a:lnTo>
                  <a:lnTo>
                    <a:pt x="438" y="1253"/>
                  </a:lnTo>
                  <a:lnTo>
                    <a:pt x="407" y="1297"/>
                  </a:lnTo>
                  <a:lnTo>
                    <a:pt x="379" y="1342"/>
                  </a:lnTo>
                  <a:lnTo>
                    <a:pt x="356" y="1390"/>
                  </a:lnTo>
                  <a:lnTo>
                    <a:pt x="338" y="1438"/>
                  </a:lnTo>
                  <a:lnTo>
                    <a:pt x="325" y="1487"/>
                  </a:lnTo>
                  <a:lnTo>
                    <a:pt x="316" y="1539"/>
                  </a:lnTo>
                  <a:lnTo>
                    <a:pt x="311" y="1590"/>
                  </a:lnTo>
                  <a:lnTo>
                    <a:pt x="311" y="1641"/>
                  </a:lnTo>
                  <a:lnTo>
                    <a:pt x="316" y="1693"/>
                  </a:lnTo>
                  <a:lnTo>
                    <a:pt x="324" y="1743"/>
                  </a:lnTo>
                  <a:lnTo>
                    <a:pt x="338" y="1794"/>
                  </a:lnTo>
                  <a:lnTo>
                    <a:pt x="356" y="1842"/>
                  </a:lnTo>
                  <a:lnTo>
                    <a:pt x="378" y="1890"/>
                  </a:lnTo>
                  <a:lnTo>
                    <a:pt x="406" y="1935"/>
                  </a:lnTo>
                  <a:lnTo>
                    <a:pt x="437" y="1977"/>
                  </a:lnTo>
                  <a:lnTo>
                    <a:pt x="473" y="2018"/>
                  </a:lnTo>
                  <a:lnTo>
                    <a:pt x="513" y="2054"/>
                  </a:lnTo>
                  <a:lnTo>
                    <a:pt x="554" y="2087"/>
                  </a:lnTo>
                  <a:lnTo>
                    <a:pt x="600" y="2115"/>
                  </a:lnTo>
                  <a:lnTo>
                    <a:pt x="645" y="2138"/>
                  </a:lnTo>
                  <a:lnTo>
                    <a:pt x="693" y="2157"/>
                  </a:lnTo>
                  <a:lnTo>
                    <a:pt x="741" y="2170"/>
                  </a:lnTo>
                  <a:lnTo>
                    <a:pt x="790" y="2179"/>
                  </a:lnTo>
                  <a:lnTo>
                    <a:pt x="841" y="2184"/>
                  </a:lnTo>
                  <a:lnTo>
                    <a:pt x="891" y="2184"/>
                  </a:lnTo>
                  <a:lnTo>
                    <a:pt x="941" y="2179"/>
                  </a:lnTo>
                  <a:lnTo>
                    <a:pt x="990" y="2170"/>
                  </a:lnTo>
                  <a:lnTo>
                    <a:pt x="1039" y="2157"/>
                  </a:lnTo>
                  <a:lnTo>
                    <a:pt x="1087" y="2138"/>
                  </a:lnTo>
                  <a:lnTo>
                    <a:pt x="1132" y="2115"/>
                  </a:lnTo>
                  <a:lnTo>
                    <a:pt x="1176" y="2087"/>
                  </a:lnTo>
                  <a:lnTo>
                    <a:pt x="1218" y="2054"/>
                  </a:lnTo>
                  <a:lnTo>
                    <a:pt x="1258" y="2018"/>
                  </a:lnTo>
                  <a:lnTo>
                    <a:pt x="1294" y="1977"/>
                  </a:lnTo>
                  <a:lnTo>
                    <a:pt x="1326" y="1934"/>
                  </a:lnTo>
                  <a:lnTo>
                    <a:pt x="1352" y="1888"/>
                  </a:lnTo>
                  <a:lnTo>
                    <a:pt x="1375" y="1842"/>
                  </a:lnTo>
                  <a:lnTo>
                    <a:pt x="1393" y="1793"/>
                  </a:lnTo>
                  <a:lnTo>
                    <a:pt x="1406" y="1743"/>
                  </a:lnTo>
                  <a:lnTo>
                    <a:pt x="1415" y="1693"/>
                  </a:lnTo>
                  <a:lnTo>
                    <a:pt x="1419" y="1641"/>
                  </a:lnTo>
                  <a:lnTo>
                    <a:pt x="1419" y="1590"/>
                  </a:lnTo>
                  <a:lnTo>
                    <a:pt x="1415" y="1539"/>
                  </a:lnTo>
                  <a:lnTo>
                    <a:pt x="1406" y="1487"/>
                  </a:lnTo>
                  <a:lnTo>
                    <a:pt x="1393" y="1438"/>
                  </a:lnTo>
                  <a:lnTo>
                    <a:pt x="1375" y="1390"/>
                  </a:lnTo>
                  <a:lnTo>
                    <a:pt x="1352" y="1342"/>
                  </a:lnTo>
                  <a:lnTo>
                    <a:pt x="1325" y="1297"/>
                  </a:lnTo>
                  <a:lnTo>
                    <a:pt x="1294" y="1253"/>
                  </a:lnTo>
                  <a:lnTo>
                    <a:pt x="1258" y="1213"/>
                  </a:lnTo>
                  <a:lnTo>
                    <a:pt x="1218" y="1176"/>
                  </a:lnTo>
                  <a:lnTo>
                    <a:pt x="1176" y="1143"/>
                  </a:lnTo>
                  <a:lnTo>
                    <a:pt x="1132" y="1115"/>
                  </a:lnTo>
                  <a:lnTo>
                    <a:pt x="1086" y="1093"/>
                  </a:lnTo>
                  <a:lnTo>
                    <a:pt x="1039" y="1074"/>
                  </a:lnTo>
                  <a:lnTo>
                    <a:pt x="990" y="1061"/>
                  </a:lnTo>
                  <a:lnTo>
                    <a:pt x="941" y="1051"/>
                  </a:lnTo>
                  <a:lnTo>
                    <a:pt x="891" y="1046"/>
                  </a:lnTo>
                  <a:close/>
                  <a:moveTo>
                    <a:pt x="774" y="0"/>
                  </a:moveTo>
                  <a:lnTo>
                    <a:pt x="1320" y="0"/>
                  </a:lnTo>
                  <a:lnTo>
                    <a:pt x="1320" y="1046"/>
                  </a:lnTo>
                  <a:lnTo>
                    <a:pt x="1348" y="1069"/>
                  </a:lnTo>
                  <a:lnTo>
                    <a:pt x="1375" y="1094"/>
                  </a:lnTo>
                  <a:lnTo>
                    <a:pt x="1417" y="1140"/>
                  </a:lnTo>
                  <a:lnTo>
                    <a:pt x="1455" y="1191"/>
                  </a:lnTo>
                  <a:lnTo>
                    <a:pt x="1488" y="1242"/>
                  </a:lnTo>
                  <a:lnTo>
                    <a:pt x="1515" y="1297"/>
                  </a:lnTo>
                  <a:lnTo>
                    <a:pt x="1538" y="1352"/>
                  </a:lnTo>
                  <a:lnTo>
                    <a:pt x="1557" y="1410"/>
                  </a:lnTo>
                  <a:lnTo>
                    <a:pt x="1571" y="1468"/>
                  </a:lnTo>
                  <a:lnTo>
                    <a:pt x="1580" y="1528"/>
                  </a:lnTo>
                  <a:lnTo>
                    <a:pt x="1584" y="1587"/>
                  </a:lnTo>
                  <a:lnTo>
                    <a:pt x="1584" y="1647"/>
                  </a:lnTo>
                  <a:lnTo>
                    <a:pt x="1579" y="1707"/>
                  </a:lnTo>
                  <a:lnTo>
                    <a:pt x="1569" y="1766"/>
                  </a:lnTo>
                  <a:lnTo>
                    <a:pt x="1555" y="1825"/>
                  </a:lnTo>
                  <a:lnTo>
                    <a:pt x="1536" y="1881"/>
                  </a:lnTo>
                  <a:lnTo>
                    <a:pt x="1512" y="1937"/>
                  </a:lnTo>
                  <a:lnTo>
                    <a:pt x="1484" y="1992"/>
                  </a:lnTo>
                  <a:lnTo>
                    <a:pt x="1451" y="2043"/>
                  </a:lnTo>
                  <a:lnTo>
                    <a:pt x="1579" y="2171"/>
                  </a:lnTo>
                  <a:lnTo>
                    <a:pt x="1664" y="2118"/>
                  </a:lnTo>
                  <a:lnTo>
                    <a:pt x="2315" y="2786"/>
                  </a:lnTo>
                  <a:lnTo>
                    <a:pt x="2315" y="2791"/>
                  </a:lnTo>
                  <a:lnTo>
                    <a:pt x="2315" y="2800"/>
                  </a:lnTo>
                  <a:lnTo>
                    <a:pt x="2314" y="2815"/>
                  </a:lnTo>
                  <a:lnTo>
                    <a:pt x="2311" y="2835"/>
                  </a:lnTo>
                  <a:lnTo>
                    <a:pt x="2307" y="2859"/>
                  </a:lnTo>
                  <a:lnTo>
                    <a:pt x="2300" y="2884"/>
                  </a:lnTo>
                  <a:lnTo>
                    <a:pt x="2290" y="2913"/>
                  </a:lnTo>
                  <a:lnTo>
                    <a:pt x="2276" y="2943"/>
                  </a:lnTo>
                  <a:lnTo>
                    <a:pt x="2257" y="2974"/>
                  </a:lnTo>
                  <a:lnTo>
                    <a:pt x="2234" y="3005"/>
                  </a:lnTo>
                  <a:lnTo>
                    <a:pt x="2209" y="3030"/>
                  </a:lnTo>
                  <a:lnTo>
                    <a:pt x="2183" y="3050"/>
                  </a:lnTo>
                  <a:lnTo>
                    <a:pt x="2156" y="3066"/>
                  </a:lnTo>
                  <a:lnTo>
                    <a:pt x="2128" y="3078"/>
                  </a:lnTo>
                  <a:lnTo>
                    <a:pt x="2101" y="3087"/>
                  </a:lnTo>
                  <a:lnTo>
                    <a:pt x="2076" y="3095"/>
                  </a:lnTo>
                  <a:lnTo>
                    <a:pt x="2053" y="3099"/>
                  </a:lnTo>
                  <a:lnTo>
                    <a:pt x="2034" y="3102"/>
                  </a:lnTo>
                  <a:lnTo>
                    <a:pt x="2019" y="3103"/>
                  </a:lnTo>
                  <a:lnTo>
                    <a:pt x="2010" y="3103"/>
                  </a:lnTo>
                  <a:lnTo>
                    <a:pt x="2006" y="3103"/>
                  </a:lnTo>
                  <a:lnTo>
                    <a:pt x="1355" y="2435"/>
                  </a:lnTo>
                  <a:lnTo>
                    <a:pt x="1403" y="2335"/>
                  </a:lnTo>
                  <a:lnTo>
                    <a:pt x="1320" y="2252"/>
                  </a:lnTo>
                  <a:lnTo>
                    <a:pt x="1320" y="2903"/>
                  </a:lnTo>
                  <a:lnTo>
                    <a:pt x="774" y="2903"/>
                  </a:lnTo>
                  <a:lnTo>
                    <a:pt x="774" y="2345"/>
                  </a:lnTo>
                  <a:lnTo>
                    <a:pt x="715" y="2336"/>
                  </a:lnTo>
                  <a:lnTo>
                    <a:pt x="657" y="2320"/>
                  </a:lnTo>
                  <a:lnTo>
                    <a:pt x="600" y="2300"/>
                  </a:lnTo>
                  <a:lnTo>
                    <a:pt x="544" y="2274"/>
                  </a:lnTo>
                  <a:lnTo>
                    <a:pt x="544" y="2903"/>
                  </a:lnTo>
                  <a:lnTo>
                    <a:pt x="0" y="2903"/>
                  </a:lnTo>
                  <a:lnTo>
                    <a:pt x="0" y="687"/>
                  </a:lnTo>
                  <a:lnTo>
                    <a:pt x="545" y="687"/>
                  </a:lnTo>
                  <a:lnTo>
                    <a:pt x="545" y="957"/>
                  </a:lnTo>
                  <a:lnTo>
                    <a:pt x="601" y="932"/>
                  </a:lnTo>
                  <a:lnTo>
                    <a:pt x="657" y="911"/>
                  </a:lnTo>
                  <a:lnTo>
                    <a:pt x="715" y="896"/>
                  </a:lnTo>
                  <a:lnTo>
                    <a:pt x="774" y="885"/>
                  </a:lnTo>
                  <a:lnTo>
                    <a:pt x="7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73" name="Group 72"/>
          <p:cNvGrpSpPr/>
          <p:nvPr/>
        </p:nvGrpSpPr>
        <p:grpSpPr>
          <a:xfrm>
            <a:off x="2034111" y="2977633"/>
            <a:ext cx="370972" cy="407527"/>
            <a:chOff x="4776788" y="2243138"/>
            <a:chExt cx="434976" cy="477838"/>
          </a:xfrm>
          <a:solidFill>
            <a:schemeClr val="bg1"/>
          </a:solidFill>
        </p:grpSpPr>
        <p:sp>
          <p:nvSpPr>
            <p:cNvPr id="74" name="Freeform 17"/>
            <p:cNvSpPr>
              <a:spLocks noEditPoints="1"/>
            </p:cNvSpPr>
            <p:nvPr/>
          </p:nvSpPr>
          <p:spPr bwMode="auto">
            <a:xfrm>
              <a:off x="4848226" y="2316163"/>
              <a:ext cx="292100" cy="404813"/>
            </a:xfrm>
            <a:custGeom>
              <a:avLst/>
              <a:gdLst>
                <a:gd name="T0" fmla="*/ 750 w 2029"/>
                <a:gd name="T1" fmla="*/ 299 h 2800"/>
                <a:gd name="T2" fmla="*/ 479 w 2029"/>
                <a:gd name="T3" fmla="*/ 466 h 2800"/>
                <a:gd name="T4" fmla="*/ 304 w 2029"/>
                <a:gd name="T5" fmla="*/ 723 h 2800"/>
                <a:gd name="T6" fmla="*/ 259 w 2029"/>
                <a:gd name="T7" fmla="*/ 1034 h 2800"/>
                <a:gd name="T8" fmla="*/ 314 w 2029"/>
                <a:gd name="T9" fmla="*/ 1283 h 2800"/>
                <a:gd name="T10" fmla="*/ 414 w 2029"/>
                <a:gd name="T11" fmla="*/ 1472 h 2800"/>
                <a:gd name="T12" fmla="*/ 530 w 2029"/>
                <a:gd name="T13" fmla="*/ 1646 h 2800"/>
                <a:gd name="T14" fmla="*/ 603 w 2029"/>
                <a:gd name="T15" fmla="*/ 1843 h 2800"/>
                <a:gd name="T16" fmla="*/ 647 w 2029"/>
                <a:gd name="T17" fmla="*/ 1978 h 2800"/>
                <a:gd name="T18" fmla="*/ 1346 w 2029"/>
                <a:gd name="T19" fmla="*/ 2011 h 2800"/>
                <a:gd name="T20" fmla="*/ 1421 w 2029"/>
                <a:gd name="T21" fmla="*/ 1912 h 2800"/>
                <a:gd name="T22" fmla="*/ 1460 w 2029"/>
                <a:gd name="T23" fmla="*/ 1721 h 2800"/>
                <a:gd name="T24" fmla="*/ 1570 w 2029"/>
                <a:gd name="T25" fmla="*/ 1538 h 2800"/>
                <a:gd name="T26" fmla="*/ 1678 w 2029"/>
                <a:gd name="T27" fmla="*/ 1364 h 2800"/>
                <a:gd name="T28" fmla="*/ 1756 w 2029"/>
                <a:gd name="T29" fmla="*/ 1143 h 2800"/>
                <a:gd name="T30" fmla="*/ 1760 w 2029"/>
                <a:gd name="T31" fmla="*/ 844 h 2800"/>
                <a:gd name="T32" fmla="*/ 1634 w 2029"/>
                <a:gd name="T33" fmla="*/ 559 h 2800"/>
                <a:gd name="T34" fmla="*/ 1397 w 2029"/>
                <a:gd name="T35" fmla="*/ 352 h 2800"/>
                <a:gd name="T36" fmla="*/ 1084 w 2029"/>
                <a:gd name="T37" fmla="*/ 258 h 2800"/>
                <a:gd name="T38" fmla="*/ 1258 w 2029"/>
                <a:gd name="T39" fmla="*/ 29 h 2800"/>
                <a:gd name="T40" fmla="*/ 1613 w 2029"/>
                <a:gd name="T41" fmla="*/ 188 h 2800"/>
                <a:gd name="T42" fmla="*/ 1877 w 2029"/>
                <a:gd name="T43" fmla="*/ 461 h 2800"/>
                <a:gd name="T44" fmla="*/ 2015 w 2029"/>
                <a:gd name="T45" fmla="*/ 815 h 2800"/>
                <a:gd name="T46" fmla="*/ 2013 w 2029"/>
                <a:gd name="T47" fmla="*/ 1166 h 2800"/>
                <a:gd name="T48" fmla="*/ 1934 w 2029"/>
                <a:gd name="T49" fmla="*/ 1424 h 2800"/>
                <a:gd name="T50" fmla="*/ 1825 w 2029"/>
                <a:gd name="T51" fmla="*/ 1617 h 2800"/>
                <a:gd name="T52" fmla="*/ 1714 w 2029"/>
                <a:gd name="T53" fmla="*/ 1785 h 2800"/>
                <a:gd name="T54" fmla="*/ 1677 w 2029"/>
                <a:gd name="T55" fmla="*/ 1934 h 2800"/>
                <a:gd name="T56" fmla="*/ 1572 w 2029"/>
                <a:gd name="T57" fmla="*/ 2150 h 2800"/>
                <a:gd name="T58" fmla="*/ 1487 w 2029"/>
                <a:gd name="T59" fmla="*/ 2294 h 2800"/>
                <a:gd name="T60" fmla="*/ 1480 w 2029"/>
                <a:gd name="T61" fmla="*/ 2429 h 2800"/>
                <a:gd name="T62" fmla="*/ 1476 w 2029"/>
                <a:gd name="T63" fmla="*/ 2492 h 2800"/>
                <a:gd name="T64" fmla="*/ 1446 w 2029"/>
                <a:gd name="T65" fmla="*/ 2575 h 2800"/>
                <a:gd name="T66" fmla="*/ 1340 w 2029"/>
                <a:gd name="T67" fmla="*/ 2666 h 2800"/>
                <a:gd name="T68" fmla="*/ 1184 w 2029"/>
                <a:gd name="T69" fmla="*/ 2779 h 2800"/>
                <a:gd name="T70" fmla="*/ 891 w 2029"/>
                <a:gd name="T71" fmla="*/ 2798 h 2800"/>
                <a:gd name="T72" fmla="*/ 762 w 2029"/>
                <a:gd name="T73" fmla="*/ 2698 h 2800"/>
                <a:gd name="T74" fmla="*/ 607 w 2029"/>
                <a:gd name="T75" fmla="*/ 2606 h 2800"/>
                <a:gd name="T76" fmla="*/ 556 w 2029"/>
                <a:gd name="T77" fmla="*/ 2509 h 2800"/>
                <a:gd name="T78" fmla="*/ 551 w 2029"/>
                <a:gd name="T79" fmla="*/ 2466 h 2800"/>
                <a:gd name="T80" fmla="*/ 545 w 2029"/>
                <a:gd name="T81" fmla="*/ 2350 h 2800"/>
                <a:gd name="T82" fmla="*/ 538 w 2029"/>
                <a:gd name="T83" fmla="*/ 2221 h 2800"/>
                <a:gd name="T84" fmla="*/ 376 w 2029"/>
                <a:gd name="T85" fmla="*/ 2025 h 2800"/>
                <a:gd name="T86" fmla="*/ 340 w 2029"/>
                <a:gd name="T87" fmla="*/ 1839 h 2800"/>
                <a:gd name="T88" fmla="*/ 248 w 2029"/>
                <a:gd name="T89" fmla="*/ 1682 h 2800"/>
                <a:gd name="T90" fmla="*/ 138 w 2029"/>
                <a:gd name="T91" fmla="*/ 1508 h 2800"/>
                <a:gd name="T92" fmla="*/ 41 w 2029"/>
                <a:gd name="T93" fmla="*/ 1278 h 2800"/>
                <a:gd name="T94" fmla="*/ 0 w 2029"/>
                <a:gd name="T95" fmla="*/ 973 h 2800"/>
                <a:gd name="T96" fmla="*/ 80 w 2029"/>
                <a:gd name="T97" fmla="*/ 595 h 2800"/>
                <a:gd name="T98" fmla="*/ 298 w 2029"/>
                <a:gd name="T99" fmla="*/ 286 h 2800"/>
                <a:gd name="T100" fmla="*/ 621 w 2029"/>
                <a:gd name="T101" fmla="*/ 77 h 2800"/>
                <a:gd name="T102" fmla="*/ 1014 w 2029"/>
                <a:gd name="T103" fmla="*/ 0 h 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9" h="2800">
                  <a:moveTo>
                    <a:pt x="1014" y="255"/>
                  </a:moveTo>
                  <a:lnTo>
                    <a:pt x="945" y="258"/>
                  </a:lnTo>
                  <a:lnTo>
                    <a:pt x="878" y="266"/>
                  </a:lnTo>
                  <a:lnTo>
                    <a:pt x="813" y="281"/>
                  </a:lnTo>
                  <a:lnTo>
                    <a:pt x="750" y="299"/>
                  </a:lnTo>
                  <a:lnTo>
                    <a:pt x="690" y="324"/>
                  </a:lnTo>
                  <a:lnTo>
                    <a:pt x="632" y="354"/>
                  </a:lnTo>
                  <a:lnTo>
                    <a:pt x="578" y="387"/>
                  </a:lnTo>
                  <a:lnTo>
                    <a:pt x="527" y="424"/>
                  </a:lnTo>
                  <a:lnTo>
                    <a:pt x="479" y="466"/>
                  </a:lnTo>
                  <a:lnTo>
                    <a:pt x="435" y="511"/>
                  </a:lnTo>
                  <a:lnTo>
                    <a:pt x="396" y="559"/>
                  </a:lnTo>
                  <a:lnTo>
                    <a:pt x="361" y="611"/>
                  </a:lnTo>
                  <a:lnTo>
                    <a:pt x="330" y="666"/>
                  </a:lnTo>
                  <a:lnTo>
                    <a:pt x="304" y="723"/>
                  </a:lnTo>
                  <a:lnTo>
                    <a:pt x="284" y="783"/>
                  </a:lnTo>
                  <a:lnTo>
                    <a:pt x="270" y="844"/>
                  </a:lnTo>
                  <a:lnTo>
                    <a:pt x="260" y="908"/>
                  </a:lnTo>
                  <a:lnTo>
                    <a:pt x="257" y="973"/>
                  </a:lnTo>
                  <a:lnTo>
                    <a:pt x="259" y="1034"/>
                  </a:lnTo>
                  <a:lnTo>
                    <a:pt x="264" y="1090"/>
                  </a:lnTo>
                  <a:lnTo>
                    <a:pt x="273" y="1143"/>
                  </a:lnTo>
                  <a:lnTo>
                    <a:pt x="284" y="1193"/>
                  </a:lnTo>
                  <a:lnTo>
                    <a:pt x="298" y="1240"/>
                  </a:lnTo>
                  <a:lnTo>
                    <a:pt x="314" y="1283"/>
                  </a:lnTo>
                  <a:lnTo>
                    <a:pt x="331" y="1325"/>
                  </a:lnTo>
                  <a:lnTo>
                    <a:pt x="351" y="1364"/>
                  </a:lnTo>
                  <a:lnTo>
                    <a:pt x="371" y="1402"/>
                  </a:lnTo>
                  <a:lnTo>
                    <a:pt x="393" y="1437"/>
                  </a:lnTo>
                  <a:lnTo>
                    <a:pt x="414" y="1472"/>
                  </a:lnTo>
                  <a:lnTo>
                    <a:pt x="437" y="1505"/>
                  </a:lnTo>
                  <a:lnTo>
                    <a:pt x="458" y="1537"/>
                  </a:lnTo>
                  <a:lnTo>
                    <a:pt x="483" y="1573"/>
                  </a:lnTo>
                  <a:lnTo>
                    <a:pt x="507" y="1610"/>
                  </a:lnTo>
                  <a:lnTo>
                    <a:pt x="530" y="1646"/>
                  </a:lnTo>
                  <a:lnTo>
                    <a:pt x="551" y="1683"/>
                  </a:lnTo>
                  <a:lnTo>
                    <a:pt x="569" y="1721"/>
                  </a:lnTo>
                  <a:lnTo>
                    <a:pt x="584" y="1760"/>
                  </a:lnTo>
                  <a:lnTo>
                    <a:pt x="595" y="1800"/>
                  </a:lnTo>
                  <a:lnTo>
                    <a:pt x="603" y="1843"/>
                  </a:lnTo>
                  <a:lnTo>
                    <a:pt x="605" y="1888"/>
                  </a:lnTo>
                  <a:lnTo>
                    <a:pt x="608" y="1912"/>
                  </a:lnTo>
                  <a:lnTo>
                    <a:pt x="617" y="1936"/>
                  </a:lnTo>
                  <a:lnTo>
                    <a:pt x="630" y="1958"/>
                  </a:lnTo>
                  <a:lnTo>
                    <a:pt x="647" y="1978"/>
                  </a:lnTo>
                  <a:lnTo>
                    <a:pt x="665" y="1996"/>
                  </a:lnTo>
                  <a:lnTo>
                    <a:pt x="683" y="2011"/>
                  </a:lnTo>
                  <a:lnTo>
                    <a:pt x="701" y="2025"/>
                  </a:lnTo>
                  <a:lnTo>
                    <a:pt x="1328" y="2025"/>
                  </a:lnTo>
                  <a:lnTo>
                    <a:pt x="1346" y="2011"/>
                  </a:lnTo>
                  <a:lnTo>
                    <a:pt x="1364" y="1996"/>
                  </a:lnTo>
                  <a:lnTo>
                    <a:pt x="1383" y="1978"/>
                  </a:lnTo>
                  <a:lnTo>
                    <a:pt x="1399" y="1958"/>
                  </a:lnTo>
                  <a:lnTo>
                    <a:pt x="1412" y="1936"/>
                  </a:lnTo>
                  <a:lnTo>
                    <a:pt x="1421" y="1912"/>
                  </a:lnTo>
                  <a:lnTo>
                    <a:pt x="1424" y="1888"/>
                  </a:lnTo>
                  <a:lnTo>
                    <a:pt x="1426" y="1843"/>
                  </a:lnTo>
                  <a:lnTo>
                    <a:pt x="1434" y="1800"/>
                  </a:lnTo>
                  <a:lnTo>
                    <a:pt x="1445" y="1760"/>
                  </a:lnTo>
                  <a:lnTo>
                    <a:pt x="1460" y="1721"/>
                  </a:lnTo>
                  <a:lnTo>
                    <a:pt x="1478" y="1684"/>
                  </a:lnTo>
                  <a:lnTo>
                    <a:pt x="1498" y="1646"/>
                  </a:lnTo>
                  <a:lnTo>
                    <a:pt x="1520" y="1610"/>
                  </a:lnTo>
                  <a:lnTo>
                    <a:pt x="1545" y="1574"/>
                  </a:lnTo>
                  <a:lnTo>
                    <a:pt x="1570" y="1538"/>
                  </a:lnTo>
                  <a:lnTo>
                    <a:pt x="1592" y="1506"/>
                  </a:lnTo>
                  <a:lnTo>
                    <a:pt x="1614" y="1473"/>
                  </a:lnTo>
                  <a:lnTo>
                    <a:pt x="1636" y="1438"/>
                  </a:lnTo>
                  <a:lnTo>
                    <a:pt x="1658" y="1402"/>
                  </a:lnTo>
                  <a:lnTo>
                    <a:pt x="1678" y="1364"/>
                  </a:lnTo>
                  <a:lnTo>
                    <a:pt x="1698" y="1325"/>
                  </a:lnTo>
                  <a:lnTo>
                    <a:pt x="1715" y="1283"/>
                  </a:lnTo>
                  <a:lnTo>
                    <a:pt x="1731" y="1240"/>
                  </a:lnTo>
                  <a:lnTo>
                    <a:pt x="1745" y="1193"/>
                  </a:lnTo>
                  <a:lnTo>
                    <a:pt x="1756" y="1143"/>
                  </a:lnTo>
                  <a:lnTo>
                    <a:pt x="1765" y="1090"/>
                  </a:lnTo>
                  <a:lnTo>
                    <a:pt x="1770" y="1034"/>
                  </a:lnTo>
                  <a:lnTo>
                    <a:pt x="1772" y="973"/>
                  </a:lnTo>
                  <a:lnTo>
                    <a:pt x="1769" y="908"/>
                  </a:lnTo>
                  <a:lnTo>
                    <a:pt x="1760" y="844"/>
                  </a:lnTo>
                  <a:lnTo>
                    <a:pt x="1745" y="782"/>
                  </a:lnTo>
                  <a:lnTo>
                    <a:pt x="1725" y="723"/>
                  </a:lnTo>
                  <a:lnTo>
                    <a:pt x="1700" y="666"/>
                  </a:lnTo>
                  <a:lnTo>
                    <a:pt x="1668" y="610"/>
                  </a:lnTo>
                  <a:lnTo>
                    <a:pt x="1634" y="559"/>
                  </a:lnTo>
                  <a:lnTo>
                    <a:pt x="1594" y="511"/>
                  </a:lnTo>
                  <a:lnTo>
                    <a:pt x="1550" y="466"/>
                  </a:lnTo>
                  <a:lnTo>
                    <a:pt x="1503" y="424"/>
                  </a:lnTo>
                  <a:lnTo>
                    <a:pt x="1451" y="386"/>
                  </a:lnTo>
                  <a:lnTo>
                    <a:pt x="1397" y="352"/>
                  </a:lnTo>
                  <a:lnTo>
                    <a:pt x="1339" y="324"/>
                  </a:lnTo>
                  <a:lnTo>
                    <a:pt x="1278" y="299"/>
                  </a:lnTo>
                  <a:lnTo>
                    <a:pt x="1216" y="281"/>
                  </a:lnTo>
                  <a:lnTo>
                    <a:pt x="1151" y="266"/>
                  </a:lnTo>
                  <a:lnTo>
                    <a:pt x="1084" y="258"/>
                  </a:lnTo>
                  <a:lnTo>
                    <a:pt x="1014" y="255"/>
                  </a:lnTo>
                  <a:close/>
                  <a:moveTo>
                    <a:pt x="1014" y="0"/>
                  </a:moveTo>
                  <a:lnTo>
                    <a:pt x="1097" y="3"/>
                  </a:lnTo>
                  <a:lnTo>
                    <a:pt x="1179" y="13"/>
                  </a:lnTo>
                  <a:lnTo>
                    <a:pt x="1258" y="29"/>
                  </a:lnTo>
                  <a:lnTo>
                    <a:pt x="1335" y="50"/>
                  </a:lnTo>
                  <a:lnTo>
                    <a:pt x="1408" y="77"/>
                  </a:lnTo>
                  <a:lnTo>
                    <a:pt x="1480" y="109"/>
                  </a:lnTo>
                  <a:lnTo>
                    <a:pt x="1548" y="147"/>
                  </a:lnTo>
                  <a:lnTo>
                    <a:pt x="1613" y="188"/>
                  </a:lnTo>
                  <a:lnTo>
                    <a:pt x="1673" y="235"/>
                  </a:lnTo>
                  <a:lnTo>
                    <a:pt x="1731" y="286"/>
                  </a:lnTo>
                  <a:lnTo>
                    <a:pt x="1783" y="340"/>
                  </a:lnTo>
                  <a:lnTo>
                    <a:pt x="1833" y="399"/>
                  </a:lnTo>
                  <a:lnTo>
                    <a:pt x="1877" y="461"/>
                  </a:lnTo>
                  <a:lnTo>
                    <a:pt x="1915" y="526"/>
                  </a:lnTo>
                  <a:lnTo>
                    <a:pt x="1949" y="595"/>
                  </a:lnTo>
                  <a:lnTo>
                    <a:pt x="1976" y="667"/>
                  </a:lnTo>
                  <a:lnTo>
                    <a:pt x="1999" y="739"/>
                  </a:lnTo>
                  <a:lnTo>
                    <a:pt x="2015" y="815"/>
                  </a:lnTo>
                  <a:lnTo>
                    <a:pt x="2025" y="893"/>
                  </a:lnTo>
                  <a:lnTo>
                    <a:pt x="2029" y="973"/>
                  </a:lnTo>
                  <a:lnTo>
                    <a:pt x="2026" y="1041"/>
                  </a:lnTo>
                  <a:lnTo>
                    <a:pt x="2021" y="1105"/>
                  </a:lnTo>
                  <a:lnTo>
                    <a:pt x="2013" y="1166"/>
                  </a:lnTo>
                  <a:lnTo>
                    <a:pt x="2001" y="1224"/>
                  </a:lnTo>
                  <a:lnTo>
                    <a:pt x="1988" y="1278"/>
                  </a:lnTo>
                  <a:lnTo>
                    <a:pt x="1972" y="1329"/>
                  </a:lnTo>
                  <a:lnTo>
                    <a:pt x="1953" y="1378"/>
                  </a:lnTo>
                  <a:lnTo>
                    <a:pt x="1934" y="1424"/>
                  </a:lnTo>
                  <a:lnTo>
                    <a:pt x="1913" y="1466"/>
                  </a:lnTo>
                  <a:lnTo>
                    <a:pt x="1892" y="1507"/>
                  </a:lnTo>
                  <a:lnTo>
                    <a:pt x="1869" y="1546"/>
                  </a:lnTo>
                  <a:lnTo>
                    <a:pt x="1847" y="1583"/>
                  </a:lnTo>
                  <a:lnTo>
                    <a:pt x="1825" y="1617"/>
                  </a:lnTo>
                  <a:lnTo>
                    <a:pt x="1803" y="1649"/>
                  </a:lnTo>
                  <a:lnTo>
                    <a:pt x="1781" y="1681"/>
                  </a:lnTo>
                  <a:lnTo>
                    <a:pt x="1756" y="1719"/>
                  </a:lnTo>
                  <a:lnTo>
                    <a:pt x="1733" y="1753"/>
                  </a:lnTo>
                  <a:lnTo>
                    <a:pt x="1714" y="1785"/>
                  </a:lnTo>
                  <a:lnTo>
                    <a:pt x="1700" y="1813"/>
                  </a:lnTo>
                  <a:lnTo>
                    <a:pt x="1689" y="1839"/>
                  </a:lnTo>
                  <a:lnTo>
                    <a:pt x="1682" y="1864"/>
                  </a:lnTo>
                  <a:lnTo>
                    <a:pt x="1680" y="1888"/>
                  </a:lnTo>
                  <a:lnTo>
                    <a:pt x="1677" y="1934"/>
                  </a:lnTo>
                  <a:lnTo>
                    <a:pt x="1667" y="1980"/>
                  </a:lnTo>
                  <a:lnTo>
                    <a:pt x="1652" y="2025"/>
                  </a:lnTo>
                  <a:lnTo>
                    <a:pt x="1630" y="2068"/>
                  </a:lnTo>
                  <a:lnTo>
                    <a:pt x="1604" y="2110"/>
                  </a:lnTo>
                  <a:lnTo>
                    <a:pt x="1572" y="2150"/>
                  </a:lnTo>
                  <a:lnTo>
                    <a:pt x="1534" y="2187"/>
                  </a:lnTo>
                  <a:lnTo>
                    <a:pt x="1491" y="2221"/>
                  </a:lnTo>
                  <a:lnTo>
                    <a:pt x="1490" y="2242"/>
                  </a:lnTo>
                  <a:lnTo>
                    <a:pt x="1489" y="2267"/>
                  </a:lnTo>
                  <a:lnTo>
                    <a:pt x="1487" y="2294"/>
                  </a:lnTo>
                  <a:lnTo>
                    <a:pt x="1486" y="2322"/>
                  </a:lnTo>
                  <a:lnTo>
                    <a:pt x="1484" y="2350"/>
                  </a:lnTo>
                  <a:lnTo>
                    <a:pt x="1483" y="2378"/>
                  </a:lnTo>
                  <a:lnTo>
                    <a:pt x="1481" y="2405"/>
                  </a:lnTo>
                  <a:lnTo>
                    <a:pt x="1480" y="2429"/>
                  </a:lnTo>
                  <a:lnTo>
                    <a:pt x="1479" y="2449"/>
                  </a:lnTo>
                  <a:lnTo>
                    <a:pt x="1478" y="2466"/>
                  </a:lnTo>
                  <a:lnTo>
                    <a:pt x="1478" y="2476"/>
                  </a:lnTo>
                  <a:lnTo>
                    <a:pt x="1476" y="2479"/>
                  </a:lnTo>
                  <a:lnTo>
                    <a:pt x="1476" y="2492"/>
                  </a:lnTo>
                  <a:lnTo>
                    <a:pt x="1474" y="2506"/>
                  </a:lnTo>
                  <a:lnTo>
                    <a:pt x="1470" y="2522"/>
                  </a:lnTo>
                  <a:lnTo>
                    <a:pt x="1465" y="2539"/>
                  </a:lnTo>
                  <a:lnTo>
                    <a:pt x="1457" y="2557"/>
                  </a:lnTo>
                  <a:lnTo>
                    <a:pt x="1446" y="2575"/>
                  </a:lnTo>
                  <a:lnTo>
                    <a:pt x="1432" y="2594"/>
                  </a:lnTo>
                  <a:lnTo>
                    <a:pt x="1416" y="2613"/>
                  </a:lnTo>
                  <a:lnTo>
                    <a:pt x="1395" y="2631"/>
                  </a:lnTo>
                  <a:lnTo>
                    <a:pt x="1370" y="2650"/>
                  </a:lnTo>
                  <a:lnTo>
                    <a:pt x="1340" y="2666"/>
                  </a:lnTo>
                  <a:lnTo>
                    <a:pt x="1307" y="2683"/>
                  </a:lnTo>
                  <a:lnTo>
                    <a:pt x="1267" y="2698"/>
                  </a:lnTo>
                  <a:lnTo>
                    <a:pt x="1244" y="2727"/>
                  </a:lnTo>
                  <a:lnTo>
                    <a:pt x="1216" y="2754"/>
                  </a:lnTo>
                  <a:lnTo>
                    <a:pt x="1184" y="2779"/>
                  </a:lnTo>
                  <a:lnTo>
                    <a:pt x="1162" y="2790"/>
                  </a:lnTo>
                  <a:lnTo>
                    <a:pt x="1138" y="2798"/>
                  </a:lnTo>
                  <a:lnTo>
                    <a:pt x="1113" y="2800"/>
                  </a:lnTo>
                  <a:lnTo>
                    <a:pt x="916" y="2800"/>
                  </a:lnTo>
                  <a:lnTo>
                    <a:pt x="891" y="2798"/>
                  </a:lnTo>
                  <a:lnTo>
                    <a:pt x="867" y="2790"/>
                  </a:lnTo>
                  <a:lnTo>
                    <a:pt x="845" y="2779"/>
                  </a:lnTo>
                  <a:lnTo>
                    <a:pt x="813" y="2754"/>
                  </a:lnTo>
                  <a:lnTo>
                    <a:pt x="785" y="2727"/>
                  </a:lnTo>
                  <a:lnTo>
                    <a:pt x="762" y="2698"/>
                  </a:lnTo>
                  <a:lnTo>
                    <a:pt x="720" y="2681"/>
                  </a:lnTo>
                  <a:lnTo>
                    <a:pt x="684" y="2664"/>
                  </a:lnTo>
                  <a:lnTo>
                    <a:pt x="653" y="2646"/>
                  </a:lnTo>
                  <a:lnTo>
                    <a:pt x="628" y="2626"/>
                  </a:lnTo>
                  <a:lnTo>
                    <a:pt x="607" y="2606"/>
                  </a:lnTo>
                  <a:lnTo>
                    <a:pt x="590" y="2585"/>
                  </a:lnTo>
                  <a:lnTo>
                    <a:pt x="578" y="2566"/>
                  </a:lnTo>
                  <a:lnTo>
                    <a:pt x="567" y="2546"/>
                  </a:lnTo>
                  <a:lnTo>
                    <a:pt x="561" y="2527"/>
                  </a:lnTo>
                  <a:lnTo>
                    <a:pt x="556" y="2509"/>
                  </a:lnTo>
                  <a:lnTo>
                    <a:pt x="554" y="2494"/>
                  </a:lnTo>
                  <a:lnTo>
                    <a:pt x="552" y="2479"/>
                  </a:lnTo>
                  <a:lnTo>
                    <a:pt x="552" y="2479"/>
                  </a:lnTo>
                  <a:lnTo>
                    <a:pt x="552" y="2476"/>
                  </a:lnTo>
                  <a:lnTo>
                    <a:pt x="551" y="2466"/>
                  </a:lnTo>
                  <a:lnTo>
                    <a:pt x="550" y="2449"/>
                  </a:lnTo>
                  <a:lnTo>
                    <a:pt x="549" y="2429"/>
                  </a:lnTo>
                  <a:lnTo>
                    <a:pt x="548" y="2405"/>
                  </a:lnTo>
                  <a:lnTo>
                    <a:pt x="546" y="2378"/>
                  </a:lnTo>
                  <a:lnTo>
                    <a:pt x="545" y="2350"/>
                  </a:lnTo>
                  <a:lnTo>
                    <a:pt x="543" y="2322"/>
                  </a:lnTo>
                  <a:lnTo>
                    <a:pt x="542" y="2294"/>
                  </a:lnTo>
                  <a:lnTo>
                    <a:pt x="540" y="2267"/>
                  </a:lnTo>
                  <a:lnTo>
                    <a:pt x="539" y="2242"/>
                  </a:lnTo>
                  <a:lnTo>
                    <a:pt x="538" y="2221"/>
                  </a:lnTo>
                  <a:lnTo>
                    <a:pt x="495" y="2187"/>
                  </a:lnTo>
                  <a:lnTo>
                    <a:pt x="457" y="2150"/>
                  </a:lnTo>
                  <a:lnTo>
                    <a:pt x="425" y="2110"/>
                  </a:lnTo>
                  <a:lnTo>
                    <a:pt x="398" y="2068"/>
                  </a:lnTo>
                  <a:lnTo>
                    <a:pt x="376" y="2025"/>
                  </a:lnTo>
                  <a:lnTo>
                    <a:pt x="362" y="1980"/>
                  </a:lnTo>
                  <a:lnTo>
                    <a:pt x="352" y="1934"/>
                  </a:lnTo>
                  <a:lnTo>
                    <a:pt x="349" y="1888"/>
                  </a:lnTo>
                  <a:lnTo>
                    <a:pt x="347" y="1864"/>
                  </a:lnTo>
                  <a:lnTo>
                    <a:pt x="340" y="1839"/>
                  </a:lnTo>
                  <a:lnTo>
                    <a:pt x="329" y="1813"/>
                  </a:lnTo>
                  <a:lnTo>
                    <a:pt x="315" y="1785"/>
                  </a:lnTo>
                  <a:lnTo>
                    <a:pt x="296" y="1753"/>
                  </a:lnTo>
                  <a:lnTo>
                    <a:pt x="274" y="1719"/>
                  </a:lnTo>
                  <a:lnTo>
                    <a:pt x="248" y="1682"/>
                  </a:lnTo>
                  <a:lnTo>
                    <a:pt x="227" y="1650"/>
                  </a:lnTo>
                  <a:lnTo>
                    <a:pt x="205" y="1617"/>
                  </a:lnTo>
                  <a:lnTo>
                    <a:pt x="182" y="1583"/>
                  </a:lnTo>
                  <a:lnTo>
                    <a:pt x="160" y="1546"/>
                  </a:lnTo>
                  <a:lnTo>
                    <a:pt x="138" y="1508"/>
                  </a:lnTo>
                  <a:lnTo>
                    <a:pt x="116" y="1466"/>
                  </a:lnTo>
                  <a:lnTo>
                    <a:pt x="95" y="1424"/>
                  </a:lnTo>
                  <a:lnTo>
                    <a:pt x="76" y="1378"/>
                  </a:lnTo>
                  <a:lnTo>
                    <a:pt x="57" y="1329"/>
                  </a:lnTo>
                  <a:lnTo>
                    <a:pt x="41" y="1278"/>
                  </a:lnTo>
                  <a:lnTo>
                    <a:pt x="28" y="1224"/>
                  </a:lnTo>
                  <a:lnTo>
                    <a:pt x="16" y="1166"/>
                  </a:lnTo>
                  <a:lnTo>
                    <a:pt x="8" y="1105"/>
                  </a:lnTo>
                  <a:lnTo>
                    <a:pt x="2" y="1041"/>
                  </a:lnTo>
                  <a:lnTo>
                    <a:pt x="0" y="973"/>
                  </a:lnTo>
                  <a:lnTo>
                    <a:pt x="4" y="893"/>
                  </a:lnTo>
                  <a:lnTo>
                    <a:pt x="14" y="815"/>
                  </a:lnTo>
                  <a:lnTo>
                    <a:pt x="30" y="739"/>
                  </a:lnTo>
                  <a:lnTo>
                    <a:pt x="53" y="667"/>
                  </a:lnTo>
                  <a:lnTo>
                    <a:pt x="80" y="595"/>
                  </a:lnTo>
                  <a:lnTo>
                    <a:pt x="114" y="526"/>
                  </a:lnTo>
                  <a:lnTo>
                    <a:pt x="152" y="461"/>
                  </a:lnTo>
                  <a:lnTo>
                    <a:pt x="196" y="399"/>
                  </a:lnTo>
                  <a:lnTo>
                    <a:pt x="246" y="340"/>
                  </a:lnTo>
                  <a:lnTo>
                    <a:pt x="298" y="286"/>
                  </a:lnTo>
                  <a:lnTo>
                    <a:pt x="356" y="235"/>
                  </a:lnTo>
                  <a:lnTo>
                    <a:pt x="416" y="188"/>
                  </a:lnTo>
                  <a:lnTo>
                    <a:pt x="481" y="147"/>
                  </a:lnTo>
                  <a:lnTo>
                    <a:pt x="549" y="109"/>
                  </a:lnTo>
                  <a:lnTo>
                    <a:pt x="621" y="77"/>
                  </a:lnTo>
                  <a:lnTo>
                    <a:pt x="695" y="50"/>
                  </a:lnTo>
                  <a:lnTo>
                    <a:pt x="771" y="29"/>
                  </a:lnTo>
                  <a:lnTo>
                    <a:pt x="850" y="13"/>
                  </a:lnTo>
                  <a:lnTo>
                    <a:pt x="932" y="3"/>
                  </a:lnTo>
                  <a:lnTo>
                    <a:pt x="10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5" name="Freeform 18"/>
            <p:cNvSpPr>
              <a:spLocks/>
            </p:cNvSpPr>
            <p:nvPr/>
          </p:nvSpPr>
          <p:spPr bwMode="auto">
            <a:xfrm>
              <a:off x="4984751" y="2243138"/>
              <a:ext cx="19050" cy="46038"/>
            </a:xfrm>
            <a:custGeom>
              <a:avLst/>
              <a:gdLst>
                <a:gd name="T0" fmla="*/ 63 w 127"/>
                <a:gd name="T1" fmla="*/ 0 h 318"/>
                <a:gd name="T2" fmla="*/ 63 w 127"/>
                <a:gd name="T3" fmla="*/ 0 h 318"/>
                <a:gd name="T4" fmla="*/ 80 w 127"/>
                <a:gd name="T5" fmla="*/ 2 h 318"/>
                <a:gd name="T6" fmla="*/ 96 w 127"/>
                <a:gd name="T7" fmla="*/ 9 h 318"/>
                <a:gd name="T8" fmla="*/ 109 w 127"/>
                <a:gd name="T9" fmla="*/ 19 h 318"/>
                <a:gd name="T10" fmla="*/ 119 w 127"/>
                <a:gd name="T11" fmla="*/ 32 h 318"/>
                <a:gd name="T12" fmla="*/ 125 w 127"/>
                <a:gd name="T13" fmla="*/ 47 h 318"/>
                <a:gd name="T14" fmla="*/ 127 w 127"/>
                <a:gd name="T15" fmla="*/ 64 h 318"/>
                <a:gd name="T16" fmla="*/ 127 w 127"/>
                <a:gd name="T17" fmla="*/ 254 h 318"/>
                <a:gd name="T18" fmla="*/ 125 w 127"/>
                <a:gd name="T19" fmla="*/ 272 h 318"/>
                <a:gd name="T20" fmla="*/ 119 w 127"/>
                <a:gd name="T21" fmla="*/ 286 h 318"/>
                <a:gd name="T22" fmla="*/ 109 w 127"/>
                <a:gd name="T23" fmla="*/ 300 h 318"/>
                <a:gd name="T24" fmla="*/ 96 w 127"/>
                <a:gd name="T25" fmla="*/ 309 h 318"/>
                <a:gd name="T26" fmla="*/ 80 w 127"/>
                <a:gd name="T27" fmla="*/ 315 h 318"/>
                <a:gd name="T28" fmla="*/ 63 w 127"/>
                <a:gd name="T29" fmla="*/ 318 h 318"/>
                <a:gd name="T30" fmla="*/ 47 w 127"/>
                <a:gd name="T31" fmla="*/ 315 h 318"/>
                <a:gd name="T32" fmla="*/ 31 w 127"/>
                <a:gd name="T33" fmla="*/ 309 h 318"/>
                <a:gd name="T34" fmla="*/ 18 w 127"/>
                <a:gd name="T35" fmla="*/ 300 h 318"/>
                <a:gd name="T36" fmla="*/ 8 w 127"/>
                <a:gd name="T37" fmla="*/ 286 h 318"/>
                <a:gd name="T38" fmla="*/ 2 w 127"/>
                <a:gd name="T39" fmla="*/ 272 h 318"/>
                <a:gd name="T40" fmla="*/ 0 w 127"/>
                <a:gd name="T41" fmla="*/ 254 h 318"/>
                <a:gd name="T42" fmla="*/ 0 w 127"/>
                <a:gd name="T43" fmla="*/ 64 h 318"/>
                <a:gd name="T44" fmla="*/ 2 w 127"/>
                <a:gd name="T45" fmla="*/ 47 h 318"/>
                <a:gd name="T46" fmla="*/ 8 w 127"/>
                <a:gd name="T47" fmla="*/ 32 h 318"/>
                <a:gd name="T48" fmla="*/ 18 w 127"/>
                <a:gd name="T49" fmla="*/ 19 h 318"/>
                <a:gd name="T50" fmla="*/ 31 w 127"/>
                <a:gd name="T51" fmla="*/ 9 h 318"/>
                <a:gd name="T52" fmla="*/ 47 w 127"/>
                <a:gd name="T53" fmla="*/ 2 h 318"/>
                <a:gd name="T54" fmla="*/ 63 w 127"/>
                <a:gd name="T5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7" h="318">
                  <a:moveTo>
                    <a:pt x="63" y="0"/>
                  </a:moveTo>
                  <a:lnTo>
                    <a:pt x="63" y="0"/>
                  </a:lnTo>
                  <a:lnTo>
                    <a:pt x="80" y="2"/>
                  </a:lnTo>
                  <a:lnTo>
                    <a:pt x="96" y="9"/>
                  </a:lnTo>
                  <a:lnTo>
                    <a:pt x="109" y="19"/>
                  </a:lnTo>
                  <a:lnTo>
                    <a:pt x="119" y="32"/>
                  </a:lnTo>
                  <a:lnTo>
                    <a:pt x="125" y="47"/>
                  </a:lnTo>
                  <a:lnTo>
                    <a:pt x="127" y="64"/>
                  </a:lnTo>
                  <a:lnTo>
                    <a:pt x="127" y="254"/>
                  </a:lnTo>
                  <a:lnTo>
                    <a:pt x="125" y="272"/>
                  </a:lnTo>
                  <a:lnTo>
                    <a:pt x="119" y="286"/>
                  </a:lnTo>
                  <a:lnTo>
                    <a:pt x="109" y="300"/>
                  </a:lnTo>
                  <a:lnTo>
                    <a:pt x="96" y="309"/>
                  </a:lnTo>
                  <a:lnTo>
                    <a:pt x="80" y="315"/>
                  </a:lnTo>
                  <a:lnTo>
                    <a:pt x="63" y="318"/>
                  </a:lnTo>
                  <a:lnTo>
                    <a:pt x="47" y="315"/>
                  </a:lnTo>
                  <a:lnTo>
                    <a:pt x="31" y="309"/>
                  </a:lnTo>
                  <a:lnTo>
                    <a:pt x="18" y="300"/>
                  </a:lnTo>
                  <a:lnTo>
                    <a:pt x="8" y="286"/>
                  </a:lnTo>
                  <a:lnTo>
                    <a:pt x="2" y="272"/>
                  </a:lnTo>
                  <a:lnTo>
                    <a:pt x="0" y="254"/>
                  </a:lnTo>
                  <a:lnTo>
                    <a:pt x="0" y="64"/>
                  </a:lnTo>
                  <a:lnTo>
                    <a:pt x="2" y="47"/>
                  </a:lnTo>
                  <a:lnTo>
                    <a:pt x="8" y="32"/>
                  </a:lnTo>
                  <a:lnTo>
                    <a:pt x="18" y="19"/>
                  </a:lnTo>
                  <a:lnTo>
                    <a:pt x="31" y="9"/>
                  </a:lnTo>
                  <a:lnTo>
                    <a:pt x="47" y="2"/>
                  </a:lnTo>
                  <a:lnTo>
                    <a:pt x="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6" name="Freeform 19"/>
            <p:cNvSpPr>
              <a:spLocks/>
            </p:cNvSpPr>
            <p:nvPr/>
          </p:nvSpPr>
          <p:spPr bwMode="auto">
            <a:xfrm>
              <a:off x="4881563" y="2271713"/>
              <a:ext cx="31750" cy="41275"/>
            </a:xfrm>
            <a:custGeom>
              <a:avLst/>
              <a:gdLst>
                <a:gd name="T0" fmla="*/ 64 w 224"/>
                <a:gd name="T1" fmla="*/ 0 h 293"/>
                <a:gd name="T2" fmla="*/ 80 w 224"/>
                <a:gd name="T3" fmla="*/ 2 h 293"/>
                <a:gd name="T4" fmla="*/ 95 w 224"/>
                <a:gd name="T5" fmla="*/ 8 h 293"/>
                <a:gd name="T6" fmla="*/ 109 w 224"/>
                <a:gd name="T7" fmla="*/ 18 h 293"/>
                <a:gd name="T8" fmla="*/ 119 w 224"/>
                <a:gd name="T9" fmla="*/ 32 h 293"/>
                <a:gd name="T10" fmla="*/ 216 w 224"/>
                <a:gd name="T11" fmla="*/ 197 h 293"/>
                <a:gd name="T12" fmla="*/ 222 w 224"/>
                <a:gd name="T13" fmla="*/ 213 h 293"/>
                <a:gd name="T14" fmla="*/ 224 w 224"/>
                <a:gd name="T15" fmla="*/ 230 h 293"/>
                <a:gd name="T16" fmla="*/ 222 w 224"/>
                <a:gd name="T17" fmla="*/ 245 h 293"/>
                <a:gd name="T18" fmla="*/ 216 w 224"/>
                <a:gd name="T19" fmla="*/ 261 h 293"/>
                <a:gd name="T20" fmla="*/ 206 w 224"/>
                <a:gd name="T21" fmla="*/ 274 h 293"/>
                <a:gd name="T22" fmla="*/ 193 w 224"/>
                <a:gd name="T23" fmla="*/ 285 h 293"/>
                <a:gd name="T24" fmla="*/ 177 w 224"/>
                <a:gd name="T25" fmla="*/ 291 h 293"/>
                <a:gd name="T26" fmla="*/ 160 w 224"/>
                <a:gd name="T27" fmla="*/ 293 h 293"/>
                <a:gd name="T28" fmla="*/ 143 w 224"/>
                <a:gd name="T29" fmla="*/ 291 h 293"/>
                <a:gd name="T30" fmla="*/ 129 w 224"/>
                <a:gd name="T31" fmla="*/ 285 h 293"/>
                <a:gd name="T32" fmla="*/ 115 w 224"/>
                <a:gd name="T33" fmla="*/ 274 h 293"/>
                <a:gd name="T34" fmla="*/ 105 w 224"/>
                <a:gd name="T35" fmla="*/ 261 h 293"/>
                <a:gd name="T36" fmla="*/ 8 w 224"/>
                <a:gd name="T37" fmla="*/ 95 h 293"/>
                <a:gd name="T38" fmla="*/ 2 w 224"/>
                <a:gd name="T39" fmla="*/ 80 h 293"/>
                <a:gd name="T40" fmla="*/ 0 w 224"/>
                <a:gd name="T41" fmla="*/ 63 h 293"/>
                <a:gd name="T42" fmla="*/ 2 w 224"/>
                <a:gd name="T43" fmla="*/ 48 h 293"/>
                <a:gd name="T44" fmla="*/ 8 w 224"/>
                <a:gd name="T45" fmla="*/ 32 h 293"/>
                <a:gd name="T46" fmla="*/ 19 w 224"/>
                <a:gd name="T47" fmla="*/ 19 h 293"/>
                <a:gd name="T48" fmla="*/ 31 w 224"/>
                <a:gd name="T49" fmla="*/ 9 h 293"/>
                <a:gd name="T50" fmla="*/ 48 w 224"/>
                <a:gd name="T51" fmla="*/ 2 h 293"/>
                <a:gd name="T52" fmla="*/ 64 w 224"/>
                <a:gd name="T5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3">
                  <a:moveTo>
                    <a:pt x="64" y="0"/>
                  </a:moveTo>
                  <a:lnTo>
                    <a:pt x="80" y="2"/>
                  </a:lnTo>
                  <a:lnTo>
                    <a:pt x="95" y="8"/>
                  </a:lnTo>
                  <a:lnTo>
                    <a:pt x="109" y="18"/>
                  </a:lnTo>
                  <a:lnTo>
                    <a:pt x="119" y="32"/>
                  </a:lnTo>
                  <a:lnTo>
                    <a:pt x="216" y="197"/>
                  </a:lnTo>
                  <a:lnTo>
                    <a:pt x="222" y="213"/>
                  </a:lnTo>
                  <a:lnTo>
                    <a:pt x="224" y="230"/>
                  </a:lnTo>
                  <a:lnTo>
                    <a:pt x="222" y="245"/>
                  </a:lnTo>
                  <a:lnTo>
                    <a:pt x="216" y="261"/>
                  </a:lnTo>
                  <a:lnTo>
                    <a:pt x="206" y="274"/>
                  </a:lnTo>
                  <a:lnTo>
                    <a:pt x="193" y="285"/>
                  </a:lnTo>
                  <a:lnTo>
                    <a:pt x="177" y="291"/>
                  </a:lnTo>
                  <a:lnTo>
                    <a:pt x="160" y="293"/>
                  </a:lnTo>
                  <a:lnTo>
                    <a:pt x="143" y="291"/>
                  </a:lnTo>
                  <a:lnTo>
                    <a:pt x="129" y="285"/>
                  </a:lnTo>
                  <a:lnTo>
                    <a:pt x="115" y="274"/>
                  </a:lnTo>
                  <a:lnTo>
                    <a:pt x="105" y="261"/>
                  </a:lnTo>
                  <a:lnTo>
                    <a:pt x="8" y="95"/>
                  </a:lnTo>
                  <a:lnTo>
                    <a:pt x="2" y="80"/>
                  </a:lnTo>
                  <a:lnTo>
                    <a:pt x="0" y="63"/>
                  </a:lnTo>
                  <a:lnTo>
                    <a:pt x="2" y="48"/>
                  </a:lnTo>
                  <a:lnTo>
                    <a:pt x="8" y="32"/>
                  </a:lnTo>
                  <a:lnTo>
                    <a:pt x="19" y="19"/>
                  </a:lnTo>
                  <a:lnTo>
                    <a:pt x="31" y="9"/>
                  </a:lnTo>
                  <a:lnTo>
                    <a:pt x="48"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7" name="Freeform 20"/>
            <p:cNvSpPr>
              <a:spLocks/>
            </p:cNvSpPr>
            <p:nvPr/>
          </p:nvSpPr>
          <p:spPr bwMode="auto">
            <a:xfrm>
              <a:off x="4805363" y="2346325"/>
              <a:ext cx="41275" cy="33338"/>
            </a:xfrm>
            <a:custGeom>
              <a:avLst/>
              <a:gdLst>
                <a:gd name="T0" fmla="*/ 64 w 294"/>
                <a:gd name="T1" fmla="*/ 0 h 222"/>
                <a:gd name="T2" fmla="*/ 79 w 294"/>
                <a:gd name="T3" fmla="*/ 2 h 222"/>
                <a:gd name="T4" fmla="*/ 96 w 294"/>
                <a:gd name="T5" fmla="*/ 8 h 222"/>
                <a:gd name="T6" fmla="*/ 263 w 294"/>
                <a:gd name="T7" fmla="*/ 103 h 222"/>
                <a:gd name="T8" fmla="*/ 276 w 294"/>
                <a:gd name="T9" fmla="*/ 114 h 222"/>
                <a:gd name="T10" fmla="*/ 286 w 294"/>
                <a:gd name="T11" fmla="*/ 127 h 222"/>
                <a:gd name="T12" fmla="*/ 292 w 294"/>
                <a:gd name="T13" fmla="*/ 142 h 222"/>
                <a:gd name="T14" fmla="*/ 294 w 294"/>
                <a:gd name="T15" fmla="*/ 158 h 222"/>
                <a:gd name="T16" fmla="*/ 292 w 294"/>
                <a:gd name="T17" fmla="*/ 175 h 222"/>
                <a:gd name="T18" fmla="*/ 286 w 294"/>
                <a:gd name="T19" fmla="*/ 190 h 222"/>
                <a:gd name="T20" fmla="*/ 275 w 294"/>
                <a:gd name="T21" fmla="*/ 204 h 222"/>
                <a:gd name="T22" fmla="*/ 262 w 294"/>
                <a:gd name="T23" fmla="*/ 214 h 222"/>
                <a:gd name="T24" fmla="*/ 246 w 294"/>
                <a:gd name="T25" fmla="*/ 220 h 222"/>
                <a:gd name="T26" fmla="*/ 230 w 294"/>
                <a:gd name="T27" fmla="*/ 222 h 222"/>
                <a:gd name="T28" fmla="*/ 213 w 294"/>
                <a:gd name="T29" fmla="*/ 220 h 222"/>
                <a:gd name="T30" fmla="*/ 198 w 294"/>
                <a:gd name="T31" fmla="*/ 213 h 222"/>
                <a:gd name="T32" fmla="*/ 31 w 294"/>
                <a:gd name="T33" fmla="*/ 118 h 222"/>
                <a:gd name="T34" fmla="*/ 18 w 294"/>
                <a:gd name="T35" fmla="*/ 108 h 222"/>
                <a:gd name="T36" fmla="*/ 8 w 294"/>
                <a:gd name="T37" fmla="*/ 95 h 222"/>
                <a:gd name="T38" fmla="*/ 2 w 294"/>
                <a:gd name="T39" fmla="*/ 80 h 222"/>
                <a:gd name="T40" fmla="*/ 0 w 294"/>
                <a:gd name="T41" fmla="*/ 63 h 222"/>
                <a:gd name="T42" fmla="*/ 2 w 294"/>
                <a:gd name="T43" fmla="*/ 47 h 222"/>
                <a:gd name="T44" fmla="*/ 8 w 294"/>
                <a:gd name="T45" fmla="*/ 31 h 222"/>
                <a:gd name="T46" fmla="*/ 19 w 294"/>
                <a:gd name="T47" fmla="*/ 18 h 222"/>
                <a:gd name="T48" fmla="*/ 32 w 294"/>
                <a:gd name="T49" fmla="*/ 8 h 222"/>
                <a:gd name="T50" fmla="*/ 47 w 294"/>
                <a:gd name="T51" fmla="*/ 2 h 222"/>
                <a:gd name="T52" fmla="*/ 64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64" y="0"/>
                  </a:moveTo>
                  <a:lnTo>
                    <a:pt x="79" y="2"/>
                  </a:lnTo>
                  <a:lnTo>
                    <a:pt x="96" y="8"/>
                  </a:lnTo>
                  <a:lnTo>
                    <a:pt x="263" y="103"/>
                  </a:lnTo>
                  <a:lnTo>
                    <a:pt x="276" y="114"/>
                  </a:lnTo>
                  <a:lnTo>
                    <a:pt x="286" y="127"/>
                  </a:lnTo>
                  <a:lnTo>
                    <a:pt x="292" y="142"/>
                  </a:lnTo>
                  <a:lnTo>
                    <a:pt x="294" y="158"/>
                  </a:lnTo>
                  <a:lnTo>
                    <a:pt x="292" y="175"/>
                  </a:lnTo>
                  <a:lnTo>
                    <a:pt x="286" y="190"/>
                  </a:lnTo>
                  <a:lnTo>
                    <a:pt x="275" y="204"/>
                  </a:lnTo>
                  <a:lnTo>
                    <a:pt x="262" y="214"/>
                  </a:lnTo>
                  <a:lnTo>
                    <a:pt x="246" y="220"/>
                  </a:lnTo>
                  <a:lnTo>
                    <a:pt x="230" y="222"/>
                  </a:lnTo>
                  <a:lnTo>
                    <a:pt x="213" y="220"/>
                  </a:lnTo>
                  <a:lnTo>
                    <a:pt x="198" y="213"/>
                  </a:lnTo>
                  <a:lnTo>
                    <a:pt x="31" y="118"/>
                  </a:lnTo>
                  <a:lnTo>
                    <a:pt x="18" y="108"/>
                  </a:lnTo>
                  <a:lnTo>
                    <a:pt x="8" y="95"/>
                  </a:lnTo>
                  <a:lnTo>
                    <a:pt x="2" y="80"/>
                  </a:lnTo>
                  <a:lnTo>
                    <a:pt x="0" y="63"/>
                  </a:lnTo>
                  <a:lnTo>
                    <a:pt x="2" y="47"/>
                  </a:lnTo>
                  <a:lnTo>
                    <a:pt x="8" y="31"/>
                  </a:lnTo>
                  <a:lnTo>
                    <a:pt x="19" y="18"/>
                  </a:lnTo>
                  <a:lnTo>
                    <a:pt x="32" y="8"/>
                  </a:lnTo>
                  <a:lnTo>
                    <a:pt x="47"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8" name="Freeform 21"/>
            <p:cNvSpPr>
              <a:spLocks/>
            </p:cNvSpPr>
            <p:nvPr/>
          </p:nvSpPr>
          <p:spPr bwMode="auto">
            <a:xfrm>
              <a:off x="4776788" y="2449513"/>
              <a:ext cx="46038" cy="19050"/>
            </a:xfrm>
            <a:custGeom>
              <a:avLst/>
              <a:gdLst>
                <a:gd name="T0" fmla="*/ 64 w 321"/>
                <a:gd name="T1" fmla="*/ 0 h 128"/>
                <a:gd name="T2" fmla="*/ 257 w 321"/>
                <a:gd name="T3" fmla="*/ 0 h 128"/>
                <a:gd name="T4" fmla="*/ 273 w 321"/>
                <a:gd name="T5" fmla="*/ 4 h 128"/>
                <a:gd name="T6" fmla="*/ 289 w 321"/>
                <a:gd name="T7" fmla="*/ 10 h 128"/>
                <a:gd name="T8" fmla="*/ 302 w 321"/>
                <a:gd name="T9" fmla="*/ 19 h 128"/>
                <a:gd name="T10" fmla="*/ 312 w 321"/>
                <a:gd name="T11" fmla="*/ 33 h 128"/>
                <a:gd name="T12" fmla="*/ 318 w 321"/>
                <a:gd name="T13" fmla="*/ 47 h 128"/>
                <a:gd name="T14" fmla="*/ 321 w 321"/>
                <a:gd name="T15" fmla="*/ 65 h 128"/>
                <a:gd name="T16" fmla="*/ 318 w 321"/>
                <a:gd name="T17" fmla="*/ 82 h 128"/>
                <a:gd name="T18" fmla="*/ 312 w 321"/>
                <a:gd name="T19" fmla="*/ 96 h 128"/>
                <a:gd name="T20" fmla="*/ 302 w 321"/>
                <a:gd name="T21" fmla="*/ 110 h 128"/>
                <a:gd name="T22" fmla="*/ 289 w 321"/>
                <a:gd name="T23" fmla="*/ 119 h 128"/>
                <a:gd name="T24" fmla="*/ 273 w 321"/>
                <a:gd name="T25" fmla="*/ 126 h 128"/>
                <a:gd name="T26" fmla="*/ 257 w 321"/>
                <a:gd name="T27" fmla="*/ 128 h 128"/>
                <a:gd name="T28" fmla="*/ 64 w 321"/>
                <a:gd name="T29" fmla="*/ 128 h 128"/>
                <a:gd name="T30" fmla="*/ 47 w 321"/>
                <a:gd name="T31" fmla="*/ 126 h 128"/>
                <a:gd name="T32" fmla="*/ 32 w 321"/>
                <a:gd name="T33" fmla="*/ 119 h 128"/>
                <a:gd name="T34" fmla="*/ 19 w 321"/>
                <a:gd name="T35" fmla="*/ 110 h 128"/>
                <a:gd name="T36" fmla="*/ 9 w 321"/>
                <a:gd name="T37" fmla="*/ 96 h 128"/>
                <a:gd name="T38" fmla="*/ 2 w 321"/>
                <a:gd name="T39" fmla="*/ 82 h 128"/>
                <a:gd name="T40" fmla="*/ 0 w 321"/>
                <a:gd name="T41" fmla="*/ 65 h 128"/>
                <a:gd name="T42" fmla="*/ 2 w 321"/>
                <a:gd name="T43" fmla="*/ 47 h 128"/>
                <a:gd name="T44" fmla="*/ 9 w 321"/>
                <a:gd name="T45" fmla="*/ 33 h 128"/>
                <a:gd name="T46" fmla="*/ 19 w 321"/>
                <a:gd name="T47" fmla="*/ 19 h 128"/>
                <a:gd name="T48" fmla="*/ 32 w 321"/>
                <a:gd name="T49" fmla="*/ 10 h 128"/>
                <a:gd name="T50" fmla="*/ 47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3" y="4"/>
                  </a:lnTo>
                  <a:lnTo>
                    <a:pt x="289" y="10"/>
                  </a:lnTo>
                  <a:lnTo>
                    <a:pt x="302" y="19"/>
                  </a:lnTo>
                  <a:lnTo>
                    <a:pt x="312" y="33"/>
                  </a:lnTo>
                  <a:lnTo>
                    <a:pt x="318" y="47"/>
                  </a:lnTo>
                  <a:lnTo>
                    <a:pt x="321" y="65"/>
                  </a:lnTo>
                  <a:lnTo>
                    <a:pt x="318" y="82"/>
                  </a:lnTo>
                  <a:lnTo>
                    <a:pt x="312" y="96"/>
                  </a:lnTo>
                  <a:lnTo>
                    <a:pt x="302" y="110"/>
                  </a:lnTo>
                  <a:lnTo>
                    <a:pt x="289" y="119"/>
                  </a:lnTo>
                  <a:lnTo>
                    <a:pt x="273" y="126"/>
                  </a:lnTo>
                  <a:lnTo>
                    <a:pt x="257" y="128"/>
                  </a:lnTo>
                  <a:lnTo>
                    <a:pt x="64" y="128"/>
                  </a:lnTo>
                  <a:lnTo>
                    <a:pt x="47" y="126"/>
                  </a:lnTo>
                  <a:lnTo>
                    <a:pt x="32" y="119"/>
                  </a:lnTo>
                  <a:lnTo>
                    <a:pt x="19" y="110"/>
                  </a:lnTo>
                  <a:lnTo>
                    <a:pt x="9" y="96"/>
                  </a:lnTo>
                  <a:lnTo>
                    <a:pt x="2" y="82"/>
                  </a:lnTo>
                  <a:lnTo>
                    <a:pt x="0" y="65"/>
                  </a:lnTo>
                  <a:lnTo>
                    <a:pt x="2" y="47"/>
                  </a:lnTo>
                  <a:lnTo>
                    <a:pt x="9" y="33"/>
                  </a:lnTo>
                  <a:lnTo>
                    <a:pt x="19" y="19"/>
                  </a:lnTo>
                  <a:lnTo>
                    <a:pt x="32" y="10"/>
                  </a:lnTo>
                  <a:lnTo>
                    <a:pt x="47"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9" name="Freeform 22"/>
            <p:cNvSpPr>
              <a:spLocks/>
            </p:cNvSpPr>
            <p:nvPr/>
          </p:nvSpPr>
          <p:spPr bwMode="auto">
            <a:xfrm>
              <a:off x="4805363" y="2540000"/>
              <a:ext cx="41275" cy="31750"/>
            </a:xfrm>
            <a:custGeom>
              <a:avLst/>
              <a:gdLst>
                <a:gd name="T0" fmla="*/ 230 w 294"/>
                <a:gd name="T1" fmla="*/ 0 h 224"/>
                <a:gd name="T2" fmla="*/ 247 w 294"/>
                <a:gd name="T3" fmla="*/ 3 h 224"/>
                <a:gd name="T4" fmla="*/ 262 w 294"/>
                <a:gd name="T5" fmla="*/ 9 h 224"/>
                <a:gd name="T6" fmla="*/ 275 w 294"/>
                <a:gd name="T7" fmla="*/ 19 h 224"/>
                <a:gd name="T8" fmla="*/ 286 w 294"/>
                <a:gd name="T9" fmla="*/ 33 h 224"/>
                <a:gd name="T10" fmla="*/ 292 w 294"/>
                <a:gd name="T11" fmla="*/ 48 h 224"/>
                <a:gd name="T12" fmla="*/ 294 w 294"/>
                <a:gd name="T13" fmla="*/ 65 h 224"/>
                <a:gd name="T14" fmla="*/ 292 w 294"/>
                <a:gd name="T15" fmla="*/ 80 h 224"/>
                <a:gd name="T16" fmla="*/ 286 w 294"/>
                <a:gd name="T17" fmla="*/ 96 h 224"/>
                <a:gd name="T18" fmla="*/ 275 w 294"/>
                <a:gd name="T19" fmla="*/ 110 h 224"/>
                <a:gd name="T20" fmla="*/ 263 w 294"/>
                <a:gd name="T21" fmla="*/ 120 h 224"/>
                <a:gd name="T22" fmla="*/ 96 w 294"/>
                <a:gd name="T23" fmla="*/ 215 h 224"/>
                <a:gd name="T24" fmla="*/ 80 w 294"/>
                <a:gd name="T25" fmla="*/ 221 h 224"/>
                <a:gd name="T26" fmla="*/ 64 w 294"/>
                <a:gd name="T27" fmla="*/ 224 h 224"/>
                <a:gd name="T28" fmla="*/ 47 w 294"/>
                <a:gd name="T29" fmla="*/ 221 h 224"/>
                <a:gd name="T30" fmla="*/ 32 w 294"/>
                <a:gd name="T31" fmla="*/ 216 h 224"/>
                <a:gd name="T32" fmla="*/ 19 w 294"/>
                <a:gd name="T33" fmla="*/ 205 h 224"/>
                <a:gd name="T34" fmla="*/ 8 w 294"/>
                <a:gd name="T35" fmla="*/ 192 h 224"/>
                <a:gd name="T36" fmla="*/ 2 w 294"/>
                <a:gd name="T37" fmla="*/ 176 h 224"/>
                <a:gd name="T38" fmla="*/ 0 w 294"/>
                <a:gd name="T39" fmla="*/ 159 h 224"/>
                <a:gd name="T40" fmla="*/ 2 w 294"/>
                <a:gd name="T41" fmla="*/ 144 h 224"/>
                <a:gd name="T42" fmla="*/ 8 w 294"/>
                <a:gd name="T43" fmla="*/ 128 h 224"/>
                <a:gd name="T44" fmla="*/ 18 w 294"/>
                <a:gd name="T45" fmla="*/ 116 h 224"/>
                <a:gd name="T46" fmla="*/ 31 w 294"/>
                <a:gd name="T47" fmla="*/ 105 h 224"/>
                <a:gd name="T48" fmla="*/ 198 w 294"/>
                <a:gd name="T49" fmla="*/ 10 h 224"/>
                <a:gd name="T50" fmla="*/ 215 w 294"/>
                <a:gd name="T51" fmla="*/ 2 h 224"/>
                <a:gd name="T52" fmla="*/ 230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230" y="0"/>
                  </a:moveTo>
                  <a:lnTo>
                    <a:pt x="247" y="3"/>
                  </a:lnTo>
                  <a:lnTo>
                    <a:pt x="262" y="9"/>
                  </a:lnTo>
                  <a:lnTo>
                    <a:pt x="275" y="19"/>
                  </a:lnTo>
                  <a:lnTo>
                    <a:pt x="286" y="33"/>
                  </a:lnTo>
                  <a:lnTo>
                    <a:pt x="292" y="48"/>
                  </a:lnTo>
                  <a:lnTo>
                    <a:pt x="294" y="65"/>
                  </a:lnTo>
                  <a:lnTo>
                    <a:pt x="292" y="80"/>
                  </a:lnTo>
                  <a:lnTo>
                    <a:pt x="286" y="96"/>
                  </a:lnTo>
                  <a:lnTo>
                    <a:pt x="275" y="110"/>
                  </a:lnTo>
                  <a:lnTo>
                    <a:pt x="263" y="120"/>
                  </a:lnTo>
                  <a:lnTo>
                    <a:pt x="96" y="215"/>
                  </a:lnTo>
                  <a:lnTo>
                    <a:pt x="80" y="221"/>
                  </a:lnTo>
                  <a:lnTo>
                    <a:pt x="64" y="224"/>
                  </a:lnTo>
                  <a:lnTo>
                    <a:pt x="47" y="221"/>
                  </a:lnTo>
                  <a:lnTo>
                    <a:pt x="32" y="216"/>
                  </a:lnTo>
                  <a:lnTo>
                    <a:pt x="19" y="205"/>
                  </a:lnTo>
                  <a:lnTo>
                    <a:pt x="8" y="192"/>
                  </a:lnTo>
                  <a:lnTo>
                    <a:pt x="2" y="176"/>
                  </a:lnTo>
                  <a:lnTo>
                    <a:pt x="0" y="159"/>
                  </a:lnTo>
                  <a:lnTo>
                    <a:pt x="2" y="144"/>
                  </a:lnTo>
                  <a:lnTo>
                    <a:pt x="8" y="128"/>
                  </a:lnTo>
                  <a:lnTo>
                    <a:pt x="18" y="116"/>
                  </a:lnTo>
                  <a:lnTo>
                    <a:pt x="31" y="105"/>
                  </a:lnTo>
                  <a:lnTo>
                    <a:pt x="198" y="10"/>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0" name="Freeform 23"/>
            <p:cNvSpPr>
              <a:spLocks/>
            </p:cNvSpPr>
            <p:nvPr/>
          </p:nvSpPr>
          <p:spPr bwMode="auto">
            <a:xfrm>
              <a:off x="5141913" y="2540000"/>
              <a:ext cx="41275" cy="31750"/>
            </a:xfrm>
            <a:custGeom>
              <a:avLst/>
              <a:gdLst>
                <a:gd name="T0" fmla="*/ 64 w 294"/>
                <a:gd name="T1" fmla="*/ 0 h 224"/>
                <a:gd name="T2" fmla="*/ 80 w 294"/>
                <a:gd name="T3" fmla="*/ 2 h 224"/>
                <a:gd name="T4" fmla="*/ 96 w 294"/>
                <a:gd name="T5" fmla="*/ 10 h 224"/>
                <a:gd name="T6" fmla="*/ 263 w 294"/>
                <a:gd name="T7" fmla="*/ 105 h 224"/>
                <a:gd name="T8" fmla="*/ 276 w 294"/>
                <a:gd name="T9" fmla="*/ 116 h 224"/>
                <a:gd name="T10" fmla="*/ 286 w 294"/>
                <a:gd name="T11" fmla="*/ 128 h 224"/>
                <a:gd name="T12" fmla="*/ 292 w 294"/>
                <a:gd name="T13" fmla="*/ 144 h 224"/>
                <a:gd name="T14" fmla="*/ 294 w 294"/>
                <a:gd name="T15" fmla="*/ 159 h 224"/>
                <a:gd name="T16" fmla="*/ 292 w 294"/>
                <a:gd name="T17" fmla="*/ 176 h 224"/>
                <a:gd name="T18" fmla="*/ 286 w 294"/>
                <a:gd name="T19" fmla="*/ 192 h 224"/>
                <a:gd name="T20" fmla="*/ 275 w 294"/>
                <a:gd name="T21" fmla="*/ 205 h 224"/>
                <a:gd name="T22" fmla="*/ 262 w 294"/>
                <a:gd name="T23" fmla="*/ 216 h 224"/>
                <a:gd name="T24" fmla="*/ 247 w 294"/>
                <a:gd name="T25" fmla="*/ 221 h 224"/>
                <a:gd name="T26" fmla="*/ 230 w 294"/>
                <a:gd name="T27" fmla="*/ 224 h 224"/>
                <a:gd name="T28" fmla="*/ 214 w 294"/>
                <a:gd name="T29" fmla="*/ 221 h 224"/>
                <a:gd name="T30" fmla="*/ 198 w 294"/>
                <a:gd name="T31" fmla="*/ 215 h 224"/>
                <a:gd name="T32" fmla="*/ 31 w 294"/>
                <a:gd name="T33" fmla="*/ 120 h 224"/>
                <a:gd name="T34" fmla="*/ 19 w 294"/>
                <a:gd name="T35" fmla="*/ 110 h 224"/>
                <a:gd name="T36" fmla="*/ 8 w 294"/>
                <a:gd name="T37" fmla="*/ 96 h 224"/>
                <a:gd name="T38" fmla="*/ 2 w 294"/>
                <a:gd name="T39" fmla="*/ 80 h 224"/>
                <a:gd name="T40" fmla="*/ 0 w 294"/>
                <a:gd name="T41" fmla="*/ 65 h 224"/>
                <a:gd name="T42" fmla="*/ 2 w 294"/>
                <a:gd name="T43" fmla="*/ 48 h 224"/>
                <a:gd name="T44" fmla="*/ 8 w 294"/>
                <a:gd name="T45" fmla="*/ 33 h 224"/>
                <a:gd name="T46" fmla="*/ 19 w 294"/>
                <a:gd name="T47" fmla="*/ 19 h 224"/>
                <a:gd name="T48" fmla="*/ 32 w 294"/>
                <a:gd name="T49" fmla="*/ 9 h 224"/>
                <a:gd name="T50" fmla="*/ 47 w 294"/>
                <a:gd name="T51" fmla="*/ 3 h 224"/>
                <a:gd name="T52" fmla="*/ 64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64" y="0"/>
                  </a:moveTo>
                  <a:lnTo>
                    <a:pt x="80" y="2"/>
                  </a:lnTo>
                  <a:lnTo>
                    <a:pt x="96" y="10"/>
                  </a:lnTo>
                  <a:lnTo>
                    <a:pt x="263" y="105"/>
                  </a:lnTo>
                  <a:lnTo>
                    <a:pt x="276" y="116"/>
                  </a:lnTo>
                  <a:lnTo>
                    <a:pt x="286" y="128"/>
                  </a:lnTo>
                  <a:lnTo>
                    <a:pt x="292" y="144"/>
                  </a:lnTo>
                  <a:lnTo>
                    <a:pt x="294" y="159"/>
                  </a:lnTo>
                  <a:lnTo>
                    <a:pt x="292" y="176"/>
                  </a:lnTo>
                  <a:lnTo>
                    <a:pt x="286" y="192"/>
                  </a:lnTo>
                  <a:lnTo>
                    <a:pt x="275" y="205"/>
                  </a:lnTo>
                  <a:lnTo>
                    <a:pt x="262" y="216"/>
                  </a:lnTo>
                  <a:lnTo>
                    <a:pt x="247" y="221"/>
                  </a:lnTo>
                  <a:lnTo>
                    <a:pt x="230" y="224"/>
                  </a:lnTo>
                  <a:lnTo>
                    <a:pt x="214" y="221"/>
                  </a:lnTo>
                  <a:lnTo>
                    <a:pt x="198" y="215"/>
                  </a:lnTo>
                  <a:lnTo>
                    <a:pt x="31" y="120"/>
                  </a:lnTo>
                  <a:lnTo>
                    <a:pt x="19" y="110"/>
                  </a:lnTo>
                  <a:lnTo>
                    <a:pt x="8" y="96"/>
                  </a:lnTo>
                  <a:lnTo>
                    <a:pt x="2" y="80"/>
                  </a:lnTo>
                  <a:lnTo>
                    <a:pt x="0" y="65"/>
                  </a:lnTo>
                  <a:lnTo>
                    <a:pt x="2" y="48"/>
                  </a:lnTo>
                  <a:lnTo>
                    <a:pt x="8" y="33"/>
                  </a:lnTo>
                  <a:lnTo>
                    <a:pt x="19" y="19"/>
                  </a:lnTo>
                  <a:lnTo>
                    <a:pt x="32" y="9"/>
                  </a:lnTo>
                  <a:lnTo>
                    <a:pt x="47" y="3"/>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1" name="Freeform 24"/>
            <p:cNvSpPr>
              <a:spLocks/>
            </p:cNvSpPr>
            <p:nvPr/>
          </p:nvSpPr>
          <p:spPr bwMode="auto">
            <a:xfrm>
              <a:off x="5165726" y="2449513"/>
              <a:ext cx="46038" cy="19050"/>
            </a:xfrm>
            <a:custGeom>
              <a:avLst/>
              <a:gdLst>
                <a:gd name="T0" fmla="*/ 64 w 321"/>
                <a:gd name="T1" fmla="*/ 0 h 128"/>
                <a:gd name="T2" fmla="*/ 257 w 321"/>
                <a:gd name="T3" fmla="*/ 0 h 128"/>
                <a:gd name="T4" fmla="*/ 274 w 321"/>
                <a:gd name="T5" fmla="*/ 4 h 128"/>
                <a:gd name="T6" fmla="*/ 290 w 321"/>
                <a:gd name="T7" fmla="*/ 10 h 128"/>
                <a:gd name="T8" fmla="*/ 302 w 321"/>
                <a:gd name="T9" fmla="*/ 19 h 128"/>
                <a:gd name="T10" fmla="*/ 312 w 321"/>
                <a:gd name="T11" fmla="*/ 33 h 128"/>
                <a:gd name="T12" fmla="*/ 319 w 321"/>
                <a:gd name="T13" fmla="*/ 47 h 128"/>
                <a:gd name="T14" fmla="*/ 321 w 321"/>
                <a:gd name="T15" fmla="*/ 65 h 128"/>
                <a:gd name="T16" fmla="*/ 319 w 321"/>
                <a:gd name="T17" fmla="*/ 82 h 128"/>
                <a:gd name="T18" fmla="*/ 312 w 321"/>
                <a:gd name="T19" fmla="*/ 96 h 128"/>
                <a:gd name="T20" fmla="*/ 302 w 321"/>
                <a:gd name="T21" fmla="*/ 110 h 128"/>
                <a:gd name="T22" fmla="*/ 290 w 321"/>
                <a:gd name="T23" fmla="*/ 119 h 128"/>
                <a:gd name="T24" fmla="*/ 274 w 321"/>
                <a:gd name="T25" fmla="*/ 126 h 128"/>
                <a:gd name="T26" fmla="*/ 257 w 321"/>
                <a:gd name="T27" fmla="*/ 128 h 128"/>
                <a:gd name="T28" fmla="*/ 64 w 321"/>
                <a:gd name="T29" fmla="*/ 128 h 128"/>
                <a:gd name="T30" fmla="*/ 48 w 321"/>
                <a:gd name="T31" fmla="*/ 126 h 128"/>
                <a:gd name="T32" fmla="*/ 32 w 321"/>
                <a:gd name="T33" fmla="*/ 119 h 128"/>
                <a:gd name="T34" fmla="*/ 19 w 321"/>
                <a:gd name="T35" fmla="*/ 110 h 128"/>
                <a:gd name="T36" fmla="*/ 9 w 321"/>
                <a:gd name="T37" fmla="*/ 96 h 128"/>
                <a:gd name="T38" fmla="*/ 3 w 321"/>
                <a:gd name="T39" fmla="*/ 82 h 128"/>
                <a:gd name="T40" fmla="*/ 0 w 321"/>
                <a:gd name="T41" fmla="*/ 65 h 128"/>
                <a:gd name="T42" fmla="*/ 3 w 321"/>
                <a:gd name="T43" fmla="*/ 47 h 128"/>
                <a:gd name="T44" fmla="*/ 9 w 321"/>
                <a:gd name="T45" fmla="*/ 33 h 128"/>
                <a:gd name="T46" fmla="*/ 19 w 321"/>
                <a:gd name="T47" fmla="*/ 19 h 128"/>
                <a:gd name="T48" fmla="*/ 32 w 321"/>
                <a:gd name="T49" fmla="*/ 10 h 128"/>
                <a:gd name="T50" fmla="*/ 48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4" y="4"/>
                  </a:lnTo>
                  <a:lnTo>
                    <a:pt x="290" y="10"/>
                  </a:lnTo>
                  <a:lnTo>
                    <a:pt x="302" y="19"/>
                  </a:lnTo>
                  <a:lnTo>
                    <a:pt x="312" y="33"/>
                  </a:lnTo>
                  <a:lnTo>
                    <a:pt x="319" y="47"/>
                  </a:lnTo>
                  <a:lnTo>
                    <a:pt x="321" y="65"/>
                  </a:lnTo>
                  <a:lnTo>
                    <a:pt x="319" y="82"/>
                  </a:lnTo>
                  <a:lnTo>
                    <a:pt x="312" y="96"/>
                  </a:lnTo>
                  <a:lnTo>
                    <a:pt x="302" y="110"/>
                  </a:lnTo>
                  <a:lnTo>
                    <a:pt x="290" y="119"/>
                  </a:lnTo>
                  <a:lnTo>
                    <a:pt x="274" y="126"/>
                  </a:lnTo>
                  <a:lnTo>
                    <a:pt x="257" y="128"/>
                  </a:lnTo>
                  <a:lnTo>
                    <a:pt x="64" y="128"/>
                  </a:lnTo>
                  <a:lnTo>
                    <a:pt x="48" y="126"/>
                  </a:lnTo>
                  <a:lnTo>
                    <a:pt x="32" y="119"/>
                  </a:lnTo>
                  <a:lnTo>
                    <a:pt x="19" y="110"/>
                  </a:lnTo>
                  <a:lnTo>
                    <a:pt x="9" y="96"/>
                  </a:lnTo>
                  <a:lnTo>
                    <a:pt x="3" y="82"/>
                  </a:lnTo>
                  <a:lnTo>
                    <a:pt x="0" y="65"/>
                  </a:lnTo>
                  <a:lnTo>
                    <a:pt x="3" y="47"/>
                  </a:lnTo>
                  <a:lnTo>
                    <a:pt x="9" y="33"/>
                  </a:lnTo>
                  <a:lnTo>
                    <a:pt x="19" y="19"/>
                  </a:lnTo>
                  <a:lnTo>
                    <a:pt x="32" y="10"/>
                  </a:lnTo>
                  <a:lnTo>
                    <a:pt x="48"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2" name="Freeform 25"/>
            <p:cNvSpPr>
              <a:spLocks/>
            </p:cNvSpPr>
            <p:nvPr/>
          </p:nvSpPr>
          <p:spPr bwMode="auto">
            <a:xfrm>
              <a:off x="5141913" y="2346325"/>
              <a:ext cx="41275" cy="33338"/>
            </a:xfrm>
            <a:custGeom>
              <a:avLst/>
              <a:gdLst>
                <a:gd name="T0" fmla="*/ 230 w 294"/>
                <a:gd name="T1" fmla="*/ 0 h 222"/>
                <a:gd name="T2" fmla="*/ 247 w 294"/>
                <a:gd name="T3" fmla="*/ 2 h 222"/>
                <a:gd name="T4" fmla="*/ 262 w 294"/>
                <a:gd name="T5" fmla="*/ 8 h 222"/>
                <a:gd name="T6" fmla="*/ 275 w 294"/>
                <a:gd name="T7" fmla="*/ 18 h 222"/>
                <a:gd name="T8" fmla="*/ 286 w 294"/>
                <a:gd name="T9" fmla="*/ 31 h 222"/>
                <a:gd name="T10" fmla="*/ 292 w 294"/>
                <a:gd name="T11" fmla="*/ 47 h 222"/>
                <a:gd name="T12" fmla="*/ 294 w 294"/>
                <a:gd name="T13" fmla="*/ 63 h 222"/>
                <a:gd name="T14" fmla="*/ 292 w 294"/>
                <a:gd name="T15" fmla="*/ 80 h 222"/>
                <a:gd name="T16" fmla="*/ 286 w 294"/>
                <a:gd name="T17" fmla="*/ 95 h 222"/>
                <a:gd name="T18" fmla="*/ 276 w 294"/>
                <a:gd name="T19" fmla="*/ 108 h 222"/>
                <a:gd name="T20" fmla="*/ 263 w 294"/>
                <a:gd name="T21" fmla="*/ 118 h 222"/>
                <a:gd name="T22" fmla="*/ 96 w 294"/>
                <a:gd name="T23" fmla="*/ 213 h 222"/>
                <a:gd name="T24" fmla="*/ 80 w 294"/>
                <a:gd name="T25" fmla="*/ 220 h 222"/>
                <a:gd name="T26" fmla="*/ 64 w 294"/>
                <a:gd name="T27" fmla="*/ 222 h 222"/>
                <a:gd name="T28" fmla="*/ 48 w 294"/>
                <a:gd name="T29" fmla="*/ 220 h 222"/>
                <a:gd name="T30" fmla="*/ 32 w 294"/>
                <a:gd name="T31" fmla="*/ 214 h 222"/>
                <a:gd name="T32" fmla="*/ 19 w 294"/>
                <a:gd name="T33" fmla="*/ 204 h 222"/>
                <a:gd name="T34" fmla="*/ 8 w 294"/>
                <a:gd name="T35" fmla="*/ 190 h 222"/>
                <a:gd name="T36" fmla="*/ 2 w 294"/>
                <a:gd name="T37" fmla="*/ 175 h 222"/>
                <a:gd name="T38" fmla="*/ 0 w 294"/>
                <a:gd name="T39" fmla="*/ 158 h 222"/>
                <a:gd name="T40" fmla="*/ 2 w 294"/>
                <a:gd name="T41" fmla="*/ 142 h 222"/>
                <a:gd name="T42" fmla="*/ 8 w 294"/>
                <a:gd name="T43" fmla="*/ 127 h 222"/>
                <a:gd name="T44" fmla="*/ 19 w 294"/>
                <a:gd name="T45" fmla="*/ 114 h 222"/>
                <a:gd name="T46" fmla="*/ 31 w 294"/>
                <a:gd name="T47" fmla="*/ 103 h 222"/>
                <a:gd name="T48" fmla="*/ 198 w 294"/>
                <a:gd name="T49" fmla="*/ 8 h 222"/>
                <a:gd name="T50" fmla="*/ 215 w 294"/>
                <a:gd name="T51" fmla="*/ 2 h 222"/>
                <a:gd name="T52" fmla="*/ 230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230" y="0"/>
                  </a:moveTo>
                  <a:lnTo>
                    <a:pt x="247" y="2"/>
                  </a:lnTo>
                  <a:lnTo>
                    <a:pt x="262" y="8"/>
                  </a:lnTo>
                  <a:lnTo>
                    <a:pt x="275" y="18"/>
                  </a:lnTo>
                  <a:lnTo>
                    <a:pt x="286" y="31"/>
                  </a:lnTo>
                  <a:lnTo>
                    <a:pt x="292" y="47"/>
                  </a:lnTo>
                  <a:lnTo>
                    <a:pt x="294" y="63"/>
                  </a:lnTo>
                  <a:lnTo>
                    <a:pt x="292" y="80"/>
                  </a:lnTo>
                  <a:lnTo>
                    <a:pt x="286" y="95"/>
                  </a:lnTo>
                  <a:lnTo>
                    <a:pt x="276" y="108"/>
                  </a:lnTo>
                  <a:lnTo>
                    <a:pt x="263" y="118"/>
                  </a:lnTo>
                  <a:lnTo>
                    <a:pt x="96" y="213"/>
                  </a:lnTo>
                  <a:lnTo>
                    <a:pt x="80" y="220"/>
                  </a:lnTo>
                  <a:lnTo>
                    <a:pt x="64" y="222"/>
                  </a:lnTo>
                  <a:lnTo>
                    <a:pt x="48" y="220"/>
                  </a:lnTo>
                  <a:lnTo>
                    <a:pt x="32" y="214"/>
                  </a:lnTo>
                  <a:lnTo>
                    <a:pt x="19" y="204"/>
                  </a:lnTo>
                  <a:lnTo>
                    <a:pt x="8" y="190"/>
                  </a:lnTo>
                  <a:lnTo>
                    <a:pt x="2" y="175"/>
                  </a:lnTo>
                  <a:lnTo>
                    <a:pt x="0" y="158"/>
                  </a:lnTo>
                  <a:lnTo>
                    <a:pt x="2" y="142"/>
                  </a:lnTo>
                  <a:lnTo>
                    <a:pt x="8" y="127"/>
                  </a:lnTo>
                  <a:lnTo>
                    <a:pt x="19" y="114"/>
                  </a:lnTo>
                  <a:lnTo>
                    <a:pt x="31" y="103"/>
                  </a:lnTo>
                  <a:lnTo>
                    <a:pt x="198" y="8"/>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3" name="Freeform 26"/>
            <p:cNvSpPr>
              <a:spLocks/>
            </p:cNvSpPr>
            <p:nvPr/>
          </p:nvSpPr>
          <p:spPr bwMode="auto">
            <a:xfrm>
              <a:off x="5075238" y="2271713"/>
              <a:ext cx="31750" cy="41275"/>
            </a:xfrm>
            <a:custGeom>
              <a:avLst/>
              <a:gdLst>
                <a:gd name="T0" fmla="*/ 159 w 224"/>
                <a:gd name="T1" fmla="*/ 0 h 292"/>
                <a:gd name="T2" fmla="*/ 176 w 224"/>
                <a:gd name="T3" fmla="*/ 2 h 292"/>
                <a:gd name="T4" fmla="*/ 192 w 224"/>
                <a:gd name="T5" fmla="*/ 9 h 292"/>
                <a:gd name="T6" fmla="*/ 205 w 224"/>
                <a:gd name="T7" fmla="*/ 19 h 292"/>
                <a:gd name="T8" fmla="*/ 216 w 224"/>
                <a:gd name="T9" fmla="*/ 32 h 292"/>
                <a:gd name="T10" fmla="*/ 222 w 224"/>
                <a:gd name="T11" fmla="*/ 48 h 292"/>
                <a:gd name="T12" fmla="*/ 224 w 224"/>
                <a:gd name="T13" fmla="*/ 63 h 292"/>
                <a:gd name="T14" fmla="*/ 222 w 224"/>
                <a:gd name="T15" fmla="*/ 80 h 292"/>
                <a:gd name="T16" fmla="*/ 216 w 224"/>
                <a:gd name="T17" fmla="*/ 95 h 292"/>
                <a:gd name="T18" fmla="*/ 119 w 224"/>
                <a:gd name="T19" fmla="*/ 261 h 292"/>
                <a:gd name="T20" fmla="*/ 109 w 224"/>
                <a:gd name="T21" fmla="*/ 274 h 292"/>
                <a:gd name="T22" fmla="*/ 95 w 224"/>
                <a:gd name="T23" fmla="*/ 285 h 292"/>
                <a:gd name="T24" fmla="*/ 81 w 224"/>
                <a:gd name="T25" fmla="*/ 290 h 292"/>
                <a:gd name="T26" fmla="*/ 64 w 224"/>
                <a:gd name="T27" fmla="*/ 292 h 292"/>
                <a:gd name="T28" fmla="*/ 48 w 224"/>
                <a:gd name="T29" fmla="*/ 290 h 292"/>
                <a:gd name="T30" fmla="*/ 32 w 224"/>
                <a:gd name="T31" fmla="*/ 284 h 292"/>
                <a:gd name="T32" fmla="*/ 18 w 224"/>
                <a:gd name="T33" fmla="*/ 273 h 292"/>
                <a:gd name="T34" fmla="*/ 8 w 224"/>
                <a:gd name="T35" fmla="*/ 261 h 292"/>
                <a:gd name="T36" fmla="*/ 2 w 224"/>
                <a:gd name="T37" fmla="*/ 245 h 292"/>
                <a:gd name="T38" fmla="*/ 0 w 224"/>
                <a:gd name="T39" fmla="*/ 230 h 292"/>
                <a:gd name="T40" fmla="*/ 2 w 224"/>
                <a:gd name="T41" fmla="*/ 213 h 292"/>
                <a:gd name="T42" fmla="*/ 8 w 224"/>
                <a:gd name="T43" fmla="*/ 197 h 292"/>
                <a:gd name="T44" fmla="*/ 105 w 224"/>
                <a:gd name="T45" fmla="*/ 32 h 292"/>
                <a:gd name="T46" fmla="*/ 115 w 224"/>
                <a:gd name="T47" fmla="*/ 18 h 292"/>
                <a:gd name="T48" fmla="*/ 129 w 224"/>
                <a:gd name="T49" fmla="*/ 8 h 292"/>
                <a:gd name="T50" fmla="*/ 144 w 224"/>
                <a:gd name="T51" fmla="*/ 2 h 292"/>
                <a:gd name="T52" fmla="*/ 159 w 224"/>
                <a:gd name="T53"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2">
                  <a:moveTo>
                    <a:pt x="159" y="0"/>
                  </a:moveTo>
                  <a:lnTo>
                    <a:pt x="176" y="2"/>
                  </a:lnTo>
                  <a:lnTo>
                    <a:pt x="192" y="9"/>
                  </a:lnTo>
                  <a:lnTo>
                    <a:pt x="205" y="19"/>
                  </a:lnTo>
                  <a:lnTo>
                    <a:pt x="216" y="32"/>
                  </a:lnTo>
                  <a:lnTo>
                    <a:pt x="222" y="48"/>
                  </a:lnTo>
                  <a:lnTo>
                    <a:pt x="224" y="63"/>
                  </a:lnTo>
                  <a:lnTo>
                    <a:pt x="222" y="80"/>
                  </a:lnTo>
                  <a:lnTo>
                    <a:pt x="216" y="95"/>
                  </a:lnTo>
                  <a:lnTo>
                    <a:pt x="119" y="261"/>
                  </a:lnTo>
                  <a:lnTo>
                    <a:pt x="109" y="274"/>
                  </a:lnTo>
                  <a:lnTo>
                    <a:pt x="95" y="285"/>
                  </a:lnTo>
                  <a:lnTo>
                    <a:pt x="81" y="290"/>
                  </a:lnTo>
                  <a:lnTo>
                    <a:pt x="64" y="292"/>
                  </a:lnTo>
                  <a:lnTo>
                    <a:pt x="48" y="290"/>
                  </a:lnTo>
                  <a:lnTo>
                    <a:pt x="32" y="284"/>
                  </a:lnTo>
                  <a:lnTo>
                    <a:pt x="18" y="273"/>
                  </a:lnTo>
                  <a:lnTo>
                    <a:pt x="8" y="261"/>
                  </a:lnTo>
                  <a:lnTo>
                    <a:pt x="2" y="245"/>
                  </a:lnTo>
                  <a:lnTo>
                    <a:pt x="0" y="230"/>
                  </a:lnTo>
                  <a:lnTo>
                    <a:pt x="2" y="213"/>
                  </a:lnTo>
                  <a:lnTo>
                    <a:pt x="8" y="197"/>
                  </a:lnTo>
                  <a:lnTo>
                    <a:pt x="105" y="32"/>
                  </a:lnTo>
                  <a:lnTo>
                    <a:pt x="115" y="18"/>
                  </a:lnTo>
                  <a:lnTo>
                    <a:pt x="129" y="8"/>
                  </a:lnTo>
                  <a:lnTo>
                    <a:pt x="144" y="2"/>
                  </a:lnTo>
                  <a:lnTo>
                    <a:pt x="1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4" name="Freeform 27"/>
            <p:cNvSpPr>
              <a:spLocks/>
            </p:cNvSpPr>
            <p:nvPr/>
          </p:nvSpPr>
          <p:spPr bwMode="auto">
            <a:xfrm>
              <a:off x="4972051" y="2382838"/>
              <a:ext cx="44450" cy="142875"/>
            </a:xfrm>
            <a:custGeom>
              <a:avLst/>
              <a:gdLst>
                <a:gd name="T0" fmla="*/ 154 w 308"/>
                <a:gd name="T1" fmla="*/ 0 h 991"/>
                <a:gd name="T2" fmla="*/ 186 w 308"/>
                <a:gd name="T3" fmla="*/ 2 h 991"/>
                <a:gd name="T4" fmla="*/ 213 w 308"/>
                <a:gd name="T5" fmla="*/ 8 h 991"/>
                <a:gd name="T6" fmla="*/ 238 w 308"/>
                <a:gd name="T7" fmla="*/ 17 h 991"/>
                <a:gd name="T8" fmla="*/ 259 w 308"/>
                <a:gd name="T9" fmla="*/ 30 h 991"/>
                <a:gd name="T10" fmla="*/ 277 w 308"/>
                <a:gd name="T11" fmla="*/ 47 h 991"/>
                <a:gd name="T12" fmla="*/ 291 w 308"/>
                <a:gd name="T13" fmla="*/ 67 h 991"/>
                <a:gd name="T14" fmla="*/ 301 w 308"/>
                <a:gd name="T15" fmla="*/ 91 h 991"/>
                <a:gd name="T16" fmla="*/ 306 w 308"/>
                <a:gd name="T17" fmla="*/ 119 h 991"/>
                <a:gd name="T18" fmla="*/ 308 w 308"/>
                <a:gd name="T19" fmla="*/ 150 h 991"/>
                <a:gd name="T20" fmla="*/ 308 w 308"/>
                <a:gd name="T21" fmla="*/ 375 h 991"/>
                <a:gd name="T22" fmla="*/ 307 w 308"/>
                <a:gd name="T23" fmla="*/ 405 h 991"/>
                <a:gd name="T24" fmla="*/ 304 w 308"/>
                <a:gd name="T25" fmla="*/ 435 h 991"/>
                <a:gd name="T26" fmla="*/ 301 w 308"/>
                <a:gd name="T27" fmla="*/ 466 h 991"/>
                <a:gd name="T28" fmla="*/ 240 w 308"/>
                <a:gd name="T29" fmla="*/ 920 h 991"/>
                <a:gd name="T30" fmla="*/ 236 w 308"/>
                <a:gd name="T31" fmla="*/ 942 h 991"/>
                <a:gd name="T32" fmla="*/ 229 w 308"/>
                <a:gd name="T33" fmla="*/ 959 h 991"/>
                <a:gd name="T34" fmla="*/ 219 w 308"/>
                <a:gd name="T35" fmla="*/ 972 h 991"/>
                <a:gd name="T36" fmla="*/ 207 w 308"/>
                <a:gd name="T37" fmla="*/ 981 h 991"/>
                <a:gd name="T38" fmla="*/ 192 w 308"/>
                <a:gd name="T39" fmla="*/ 987 h 991"/>
                <a:gd name="T40" fmla="*/ 174 w 308"/>
                <a:gd name="T41" fmla="*/ 990 h 991"/>
                <a:gd name="T42" fmla="*/ 154 w 308"/>
                <a:gd name="T43" fmla="*/ 991 h 991"/>
                <a:gd name="T44" fmla="*/ 135 w 308"/>
                <a:gd name="T45" fmla="*/ 990 h 991"/>
                <a:gd name="T46" fmla="*/ 117 w 308"/>
                <a:gd name="T47" fmla="*/ 987 h 991"/>
                <a:gd name="T48" fmla="*/ 102 w 308"/>
                <a:gd name="T49" fmla="*/ 981 h 991"/>
                <a:gd name="T50" fmla="*/ 90 w 308"/>
                <a:gd name="T51" fmla="*/ 972 h 991"/>
                <a:gd name="T52" fmla="*/ 80 w 308"/>
                <a:gd name="T53" fmla="*/ 959 h 991"/>
                <a:gd name="T54" fmla="*/ 73 w 308"/>
                <a:gd name="T55" fmla="*/ 942 h 991"/>
                <a:gd name="T56" fmla="*/ 69 w 308"/>
                <a:gd name="T57" fmla="*/ 920 h 991"/>
                <a:gd name="T58" fmla="*/ 8 w 308"/>
                <a:gd name="T59" fmla="*/ 466 h 991"/>
                <a:gd name="T60" fmla="*/ 5 w 308"/>
                <a:gd name="T61" fmla="*/ 435 h 991"/>
                <a:gd name="T62" fmla="*/ 2 w 308"/>
                <a:gd name="T63" fmla="*/ 405 h 991"/>
                <a:gd name="T64" fmla="*/ 0 w 308"/>
                <a:gd name="T65" fmla="*/ 375 h 991"/>
                <a:gd name="T66" fmla="*/ 0 w 308"/>
                <a:gd name="T67" fmla="*/ 150 h 991"/>
                <a:gd name="T68" fmla="*/ 3 w 308"/>
                <a:gd name="T69" fmla="*/ 119 h 991"/>
                <a:gd name="T70" fmla="*/ 8 w 308"/>
                <a:gd name="T71" fmla="*/ 91 h 991"/>
                <a:gd name="T72" fmla="*/ 18 w 308"/>
                <a:gd name="T73" fmla="*/ 67 h 991"/>
                <a:gd name="T74" fmla="*/ 32 w 308"/>
                <a:gd name="T75" fmla="*/ 47 h 991"/>
                <a:gd name="T76" fmla="*/ 50 w 308"/>
                <a:gd name="T77" fmla="*/ 30 h 991"/>
                <a:gd name="T78" fmla="*/ 71 w 308"/>
                <a:gd name="T79" fmla="*/ 17 h 991"/>
                <a:gd name="T80" fmla="*/ 96 w 308"/>
                <a:gd name="T81" fmla="*/ 8 h 991"/>
                <a:gd name="T82" fmla="*/ 123 w 308"/>
                <a:gd name="T83" fmla="*/ 2 h 991"/>
                <a:gd name="T84" fmla="*/ 154 w 308"/>
                <a:gd name="T85" fmla="*/ 0 h 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8" h="991">
                  <a:moveTo>
                    <a:pt x="154" y="0"/>
                  </a:moveTo>
                  <a:lnTo>
                    <a:pt x="186" y="2"/>
                  </a:lnTo>
                  <a:lnTo>
                    <a:pt x="213" y="8"/>
                  </a:lnTo>
                  <a:lnTo>
                    <a:pt x="238" y="17"/>
                  </a:lnTo>
                  <a:lnTo>
                    <a:pt x="259" y="30"/>
                  </a:lnTo>
                  <a:lnTo>
                    <a:pt x="277" y="47"/>
                  </a:lnTo>
                  <a:lnTo>
                    <a:pt x="291" y="67"/>
                  </a:lnTo>
                  <a:lnTo>
                    <a:pt x="301" y="91"/>
                  </a:lnTo>
                  <a:lnTo>
                    <a:pt x="306" y="119"/>
                  </a:lnTo>
                  <a:lnTo>
                    <a:pt x="308" y="150"/>
                  </a:lnTo>
                  <a:lnTo>
                    <a:pt x="308" y="375"/>
                  </a:lnTo>
                  <a:lnTo>
                    <a:pt x="307" y="405"/>
                  </a:lnTo>
                  <a:lnTo>
                    <a:pt x="304" y="435"/>
                  </a:lnTo>
                  <a:lnTo>
                    <a:pt x="301" y="466"/>
                  </a:lnTo>
                  <a:lnTo>
                    <a:pt x="240" y="920"/>
                  </a:lnTo>
                  <a:lnTo>
                    <a:pt x="236" y="942"/>
                  </a:lnTo>
                  <a:lnTo>
                    <a:pt x="229" y="959"/>
                  </a:lnTo>
                  <a:lnTo>
                    <a:pt x="219" y="972"/>
                  </a:lnTo>
                  <a:lnTo>
                    <a:pt x="207" y="981"/>
                  </a:lnTo>
                  <a:lnTo>
                    <a:pt x="192" y="987"/>
                  </a:lnTo>
                  <a:lnTo>
                    <a:pt x="174" y="990"/>
                  </a:lnTo>
                  <a:lnTo>
                    <a:pt x="154" y="991"/>
                  </a:lnTo>
                  <a:lnTo>
                    <a:pt x="135" y="990"/>
                  </a:lnTo>
                  <a:lnTo>
                    <a:pt x="117" y="987"/>
                  </a:lnTo>
                  <a:lnTo>
                    <a:pt x="102" y="981"/>
                  </a:lnTo>
                  <a:lnTo>
                    <a:pt x="90" y="972"/>
                  </a:lnTo>
                  <a:lnTo>
                    <a:pt x="80" y="959"/>
                  </a:lnTo>
                  <a:lnTo>
                    <a:pt x="73" y="942"/>
                  </a:lnTo>
                  <a:lnTo>
                    <a:pt x="69" y="920"/>
                  </a:lnTo>
                  <a:lnTo>
                    <a:pt x="8" y="466"/>
                  </a:lnTo>
                  <a:lnTo>
                    <a:pt x="5" y="435"/>
                  </a:lnTo>
                  <a:lnTo>
                    <a:pt x="2" y="405"/>
                  </a:lnTo>
                  <a:lnTo>
                    <a:pt x="0" y="375"/>
                  </a:lnTo>
                  <a:lnTo>
                    <a:pt x="0" y="150"/>
                  </a:lnTo>
                  <a:lnTo>
                    <a:pt x="3" y="119"/>
                  </a:lnTo>
                  <a:lnTo>
                    <a:pt x="8" y="91"/>
                  </a:lnTo>
                  <a:lnTo>
                    <a:pt x="18" y="67"/>
                  </a:lnTo>
                  <a:lnTo>
                    <a:pt x="32" y="47"/>
                  </a:lnTo>
                  <a:lnTo>
                    <a:pt x="50" y="30"/>
                  </a:lnTo>
                  <a:lnTo>
                    <a:pt x="71" y="17"/>
                  </a:lnTo>
                  <a:lnTo>
                    <a:pt x="96" y="8"/>
                  </a:lnTo>
                  <a:lnTo>
                    <a:pt x="123" y="2"/>
                  </a:lnTo>
                  <a:lnTo>
                    <a:pt x="1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5" name="Freeform 28"/>
            <p:cNvSpPr>
              <a:spLocks/>
            </p:cNvSpPr>
            <p:nvPr/>
          </p:nvSpPr>
          <p:spPr bwMode="auto">
            <a:xfrm>
              <a:off x="4970463" y="2543175"/>
              <a:ext cx="47625" cy="46038"/>
            </a:xfrm>
            <a:custGeom>
              <a:avLst/>
              <a:gdLst>
                <a:gd name="T0" fmla="*/ 160 w 321"/>
                <a:gd name="T1" fmla="*/ 0 h 319"/>
                <a:gd name="T2" fmla="*/ 193 w 321"/>
                <a:gd name="T3" fmla="*/ 4 h 319"/>
                <a:gd name="T4" fmla="*/ 222 w 321"/>
                <a:gd name="T5" fmla="*/ 14 h 319"/>
                <a:gd name="T6" fmla="*/ 250 w 321"/>
                <a:gd name="T7" fmla="*/ 28 h 319"/>
                <a:gd name="T8" fmla="*/ 274 w 321"/>
                <a:gd name="T9" fmla="*/ 47 h 319"/>
                <a:gd name="T10" fmla="*/ 294 w 321"/>
                <a:gd name="T11" fmla="*/ 71 h 319"/>
                <a:gd name="T12" fmla="*/ 308 w 321"/>
                <a:gd name="T13" fmla="*/ 98 h 319"/>
                <a:gd name="T14" fmla="*/ 318 w 321"/>
                <a:gd name="T15" fmla="*/ 128 h 319"/>
                <a:gd name="T16" fmla="*/ 321 w 321"/>
                <a:gd name="T17" fmla="*/ 159 h 319"/>
                <a:gd name="T18" fmla="*/ 318 w 321"/>
                <a:gd name="T19" fmla="*/ 192 h 319"/>
                <a:gd name="T20" fmla="*/ 308 w 321"/>
                <a:gd name="T21" fmla="*/ 222 h 319"/>
                <a:gd name="T22" fmla="*/ 294 w 321"/>
                <a:gd name="T23" fmla="*/ 249 h 319"/>
                <a:gd name="T24" fmla="*/ 274 w 321"/>
                <a:gd name="T25" fmla="*/ 272 h 319"/>
                <a:gd name="T26" fmla="*/ 250 w 321"/>
                <a:gd name="T27" fmla="*/ 291 h 319"/>
                <a:gd name="T28" fmla="*/ 222 w 321"/>
                <a:gd name="T29" fmla="*/ 306 h 319"/>
                <a:gd name="T30" fmla="*/ 193 w 321"/>
                <a:gd name="T31" fmla="*/ 315 h 319"/>
                <a:gd name="T32" fmla="*/ 160 w 321"/>
                <a:gd name="T33" fmla="*/ 319 h 319"/>
                <a:gd name="T34" fmla="*/ 128 w 321"/>
                <a:gd name="T35" fmla="*/ 315 h 319"/>
                <a:gd name="T36" fmla="*/ 99 w 321"/>
                <a:gd name="T37" fmla="*/ 306 h 319"/>
                <a:gd name="T38" fmla="*/ 71 w 321"/>
                <a:gd name="T39" fmla="*/ 291 h 319"/>
                <a:gd name="T40" fmla="*/ 47 w 321"/>
                <a:gd name="T41" fmla="*/ 272 h 319"/>
                <a:gd name="T42" fmla="*/ 27 w 321"/>
                <a:gd name="T43" fmla="*/ 249 h 319"/>
                <a:gd name="T44" fmla="*/ 13 w 321"/>
                <a:gd name="T45" fmla="*/ 222 h 319"/>
                <a:gd name="T46" fmla="*/ 3 w 321"/>
                <a:gd name="T47" fmla="*/ 192 h 319"/>
                <a:gd name="T48" fmla="*/ 0 w 321"/>
                <a:gd name="T49" fmla="*/ 159 h 319"/>
                <a:gd name="T50" fmla="*/ 3 w 321"/>
                <a:gd name="T51" fmla="*/ 128 h 319"/>
                <a:gd name="T52" fmla="*/ 13 w 321"/>
                <a:gd name="T53" fmla="*/ 98 h 319"/>
                <a:gd name="T54" fmla="*/ 27 w 321"/>
                <a:gd name="T55" fmla="*/ 71 h 319"/>
                <a:gd name="T56" fmla="*/ 47 w 321"/>
                <a:gd name="T57" fmla="*/ 47 h 319"/>
                <a:gd name="T58" fmla="*/ 71 w 321"/>
                <a:gd name="T59" fmla="*/ 28 h 319"/>
                <a:gd name="T60" fmla="*/ 99 w 321"/>
                <a:gd name="T61" fmla="*/ 14 h 319"/>
                <a:gd name="T62" fmla="*/ 128 w 321"/>
                <a:gd name="T63" fmla="*/ 4 h 319"/>
                <a:gd name="T64" fmla="*/ 160 w 321"/>
                <a:gd name="T6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1" h="319">
                  <a:moveTo>
                    <a:pt x="160" y="0"/>
                  </a:moveTo>
                  <a:lnTo>
                    <a:pt x="193" y="4"/>
                  </a:lnTo>
                  <a:lnTo>
                    <a:pt x="222" y="14"/>
                  </a:lnTo>
                  <a:lnTo>
                    <a:pt x="250" y="28"/>
                  </a:lnTo>
                  <a:lnTo>
                    <a:pt x="274" y="47"/>
                  </a:lnTo>
                  <a:lnTo>
                    <a:pt x="294" y="71"/>
                  </a:lnTo>
                  <a:lnTo>
                    <a:pt x="308" y="98"/>
                  </a:lnTo>
                  <a:lnTo>
                    <a:pt x="318" y="128"/>
                  </a:lnTo>
                  <a:lnTo>
                    <a:pt x="321" y="159"/>
                  </a:lnTo>
                  <a:lnTo>
                    <a:pt x="318" y="192"/>
                  </a:lnTo>
                  <a:lnTo>
                    <a:pt x="308" y="222"/>
                  </a:lnTo>
                  <a:lnTo>
                    <a:pt x="294" y="249"/>
                  </a:lnTo>
                  <a:lnTo>
                    <a:pt x="274" y="272"/>
                  </a:lnTo>
                  <a:lnTo>
                    <a:pt x="250" y="291"/>
                  </a:lnTo>
                  <a:lnTo>
                    <a:pt x="222" y="306"/>
                  </a:lnTo>
                  <a:lnTo>
                    <a:pt x="193" y="315"/>
                  </a:lnTo>
                  <a:lnTo>
                    <a:pt x="160" y="319"/>
                  </a:lnTo>
                  <a:lnTo>
                    <a:pt x="128" y="315"/>
                  </a:lnTo>
                  <a:lnTo>
                    <a:pt x="99" y="306"/>
                  </a:lnTo>
                  <a:lnTo>
                    <a:pt x="71" y="291"/>
                  </a:lnTo>
                  <a:lnTo>
                    <a:pt x="47" y="272"/>
                  </a:lnTo>
                  <a:lnTo>
                    <a:pt x="27" y="249"/>
                  </a:lnTo>
                  <a:lnTo>
                    <a:pt x="13" y="222"/>
                  </a:lnTo>
                  <a:lnTo>
                    <a:pt x="3" y="192"/>
                  </a:lnTo>
                  <a:lnTo>
                    <a:pt x="0" y="159"/>
                  </a:lnTo>
                  <a:lnTo>
                    <a:pt x="3" y="128"/>
                  </a:lnTo>
                  <a:lnTo>
                    <a:pt x="13" y="98"/>
                  </a:lnTo>
                  <a:lnTo>
                    <a:pt x="27" y="71"/>
                  </a:lnTo>
                  <a:lnTo>
                    <a:pt x="47" y="47"/>
                  </a:lnTo>
                  <a:lnTo>
                    <a:pt x="71" y="28"/>
                  </a:lnTo>
                  <a:lnTo>
                    <a:pt x="99" y="14"/>
                  </a:lnTo>
                  <a:lnTo>
                    <a:pt x="128" y="4"/>
                  </a:lnTo>
                  <a:lnTo>
                    <a:pt x="16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sp>
        <p:nvSpPr>
          <p:cNvPr id="104" name="Rectangle 13"/>
          <p:cNvSpPr>
            <a:spLocks noChangeArrowheads="1"/>
          </p:cNvSpPr>
          <p:nvPr/>
        </p:nvSpPr>
        <p:spPr bwMode="auto">
          <a:xfrm rot="16200000" flipH="1">
            <a:off x="7156404" y="1579699"/>
            <a:ext cx="4571999" cy="4460606"/>
          </a:xfrm>
          <a:prstGeom prst="rect">
            <a:avLst/>
          </a:prstGeom>
          <a:solidFill>
            <a:schemeClr val="accent1">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07" name="TextBox 106"/>
          <p:cNvSpPr txBox="1"/>
          <p:nvPr/>
        </p:nvSpPr>
        <p:spPr>
          <a:xfrm>
            <a:off x="7596986" y="1844151"/>
            <a:ext cx="1499479"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Precision</a:t>
            </a:r>
            <a:endParaRPr lang="en-US" sz="2000" dirty="0">
              <a:solidFill>
                <a:schemeClr val="bg1"/>
              </a:solidFill>
              <a:latin typeface="Arial" panose="020B0604020202020204" pitchFamily="34" charset="0"/>
              <a:ea typeface="Calibri" charset="0"/>
              <a:cs typeface="Arial" panose="020B0604020202020204" pitchFamily="34" charset="0"/>
            </a:endParaRPr>
          </a:p>
        </p:txBody>
      </p:sp>
      <p:cxnSp>
        <p:nvCxnSpPr>
          <p:cNvPr id="34" name="Straight Connector 33"/>
          <p:cNvCxnSpPr/>
          <p:nvPr/>
        </p:nvCxnSpPr>
        <p:spPr>
          <a:xfrm>
            <a:off x="7402599" y="2472263"/>
            <a:ext cx="304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ACF58A1C-56E8-4477-8DEE-6B858F9FA206}"/>
              </a:ext>
            </a:extLst>
          </p:cNvPr>
          <p:cNvSpPr/>
          <p:nvPr/>
        </p:nvSpPr>
        <p:spPr>
          <a:xfrm>
            <a:off x="2476919" y="817570"/>
            <a:ext cx="2992596" cy="369332"/>
          </a:xfrm>
          <a:prstGeom prst="rect">
            <a:avLst/>
          </a:prstGeom>
        </p:spPr>
        <p:txBody>
          <a:bodyPr wrap="square">
            <a:spAutoFit/>
          </a:bodyPr>
          <a:lstStyle/>
          <a:p>
            <a:r>
              <a:rPr lang="en-US" b="1" dirty="0">
                <a:solidFill>
                  <a:srgbClr val="003366"/>
                </a:solidFill>
                <a:latin typeface="Arial" panose="020B0604020202020204" pitchFamily="34" charset="0"/>
                <a:cs typeface="Arial" panose="020B0604020202020204" pitchFamily="34" charset="0"/>
              </a:rPr>
              <a:t>Evaluation Parameters</a:t>
            </a:r>
            <a:endParaRPr lang="en-PK" dirty="0">
              <a:solidFill>
                <a:srgbClr val="003366"/>
              </a:solidFill>
              <a:latin typeface="Arial" panose="020B0604020202020204" pitchFamily="34" charset="0"/>
              <a:cs typeface="Arial" panose="020B0604020202020204" pitchFamily="34" charset="0"/>
            </a:endParaRPr>
          </a:p>
        </p:txBody>
      </p:sp>
      <p:grpSp>
        <p:nvGrpSpPr>
          <p:cNvPr id="95" name="Group 94">
            <a:extLst>
              <a:ext uri="{FF2B5EF4-FFF2-40B4-BE49-F238E27FC236}">
                <a16:creationId xmlns:a16="http://schemas.microsoft.com/office/drawing/2014/main" id="{EECA07D4-AF94-4DE3-A350-F0EF3516667D}"/>
              </a:ext>
            </a:extLst>
          </p:cNvPr>
          <p:cNvGrpSpPr/>
          <p:nvPr/>
        </p:nvGrpSpPr>
        <p:grpSpPr>
          <a:xfrm>
            <a:off x="1289872" y="2979025"/>
            <a:ext cx="368137" cy="353484"/>
            <a:chOff x="4616450" y="4732338"/>
            <a:chExt cx="638175" cy="612774"/>
          </a:xfrm>
          <a:solidFill>
            <a:schemeClr val="tx1"/>
          </a:solidFill>
        </p:grpSpPr>
        <p:sp>
          <p:nvSpPr>
            <p:cNvPr id="96" name="Freeform 50">
              <a:extLst>
                <a:ext uri="{FF2B5EF4-FFF2-40B4-BE49-F238E27FC236}">
                  <a16:creationId xmlns:a16="http://schemas.microsoft.com/office/drawing/2014/main" id="{351E1825-047E-4361-870A-A80221EB65E0}"/>
                </a:ext>
              </a:extLst>
            </p:cNvPr>
            <p:cNvSpPr>
              <a:spLocks noEditPoints="1"/>
            </p:cNvSpPr>
            <p:nvPr/>
          </p:nvSpPr>
          <p:spPr bwMode="auto">
            <a:xfrm>
              <a:off x="4616450" y="4883150"/>
              <a:ext cx="638175" cy="461962"/>
            </a:xfrm>
            <a:custGeom>
              <a:avLst/>
              <a:gdLst>
                <a:gd name="T0" fmla="*/ 1731 w 3614"/>
                <a:gd name="T1" fmla="*/ 469 h 2623"/>
                <a:gd name="T2" fmla="*/ 1630 w 3614"/>
                <a:gd name="T3" fmla="*/ 601 h 2623"/>
                <a:gd name="T4" fmla="*/ 1456 w 3614"/>
                <a:gd name="T5" fmla="*/ 738 h 2623"/>
                <a:gd name="T6" fmla="*/ 1390 w 3614"/>
                <a:gd name="T7" fmla="*/ 965 h 2623"/>
                <a:gd name="T8" fmla="*/ 1454 w 3614"/>
                <a:gd name="T9" fmla="*/ 1181 h 2623"/>
                <a:gd name="T10" fmla="*/ 1614 w 3614"/>
                <a:gd name="T11" fmla="*/ 1306 h 2623"/>
                <a:gd name="T12" fmla="*/ 1862 w 3614"/>
                <a:gd name="T13" fmla="*/ 1379 h 2623"/>
                <a:gd name="T14" fmla="*/ 2016 w 3614"/>
                <a:gd name="T15" fmla="*/ 1451 h 2623"/>
                <a:gd name="T16" fmla="*/ 2079 w 3614"/>
                <a:gd name="T17" fmla="*/ 1577 h 2623"/>
                <a:gd name="T18" fmla="*/ 2044 w 3614"/>
                <a:gd name="T19" fmla="*/ 1747 h 2623"/>
                <a:gd name="T20" fmla="*/ 1909 w 3614"/>
                <a:gd name="T21" fmla="*/ 1846 h 2623"/>
                <a:gd name="T22" fmla="*/ 1763 w 3614"/>
                <a:gd name="T23" fmla="*/ 1848 h 2623"/>
                <a:gd name="T24" fmla="*/ 1626 w 3614"/>
                <a:gd name="T25" fmla="*/ 1760 h 2623"/>
                <a:gd name="T26" fmla="*/ 1568 w 3614"/>
                <a:gd name="T27" fmla="*/ 1627 h 2623"/>
                <a:gd name="T28" fmla="*/ 1483 w 3614"/>
                <a:gd name="T29" fmla="*/ 1587 h 2623"/>
                <a:gd name="T30" fmla="*/ 1376 w 3614"/>
                <a:gd name="T31" fmla="*/ 1648 h 2623"/>
                <a:gd name="T32" fmla="*/ 1411 w 3614"/>
                <a:gd name="T33" fmla="*/ 1802 h 2623"/>
                <a:gd name="T34" fmla="*/ 1538 w 3614"/>
                <a:gd name="T35" fmla="*/ 1950 h 2623"/>
                <a:gd name="T36" fmla="*/ 1720 w 3614"/>
                <a:gd name="T37" fmla="*/ 2071 h 2623"/>
                <a:gd name="T38" fmla="*/ 1780 w 3614"/>
                <a:gd name="T39" fmla="*/ 2149 h 2623"/>
                <a:gd name="T40" fmla="*/ 1903 w 3614"/>
                <a:gd name="T41" fmla="*/ 2128 h 2623"/>
                <a:gd name="T42" fmla="*/ 1975 w 3614"/>
                <a:gd name="T43" fmla="*/ 2011 h 2623"/>
                <a:gd name="T44" fmla="*/ 2170 w 3614"/>
                <a:gd name="T45" fmla="*/ 1896 h 2623"/>
                <a:gd name="T46" fmla="*/ 2275 w 3614"/>
                <a:gd name="T47" fmla="*/ 1695 h 2623"/>
                <a:gd name="T48" fmla="*/ 2256 w 3614"/>
                <a:gd name="T49" fmla="*/ 1446 h 2623"/>
                <a:gd name="T50" fmla="*/ 2150 w 3614"/>
                <a:gd name="T51" fmla="*/ 1301 h 2623"/>
                <a:gd name="T52" fmla="*/ 1968 w 3614"/>
                <a:gd name="T53" fmla="*/ 1212 h 2623"/>
                <a:gd name="T54" fmla="*/ 1778 w 3614"/>
                <a:gd name="T55" fmla="*/ 1169 h 2623"/>
                <a:gd name="T56" fmla="*/ 1631 w 3614"/>
                <a:gd name="T57" fmla="*/ 1083 h 2623"/>
                <a:gd name="T58" fmla="*/ 1588 w 3614"/>
                <a:gd name="T59" fmla="*/ 953 h 2623"/>
                <a:gd name="T60" fmla="*/ 1639 w 3614"/>
                <a:gd name="T61" fmla="*/ 816 h 2623"/>
                <a:gd name="T62" fmla="*/ 1786 w 3614"/>
                <a:gd name="T63" fmla="*/ 743 h 2623"/>
                <a:gd name="T64" fmla="*/ 1944 w 3614"/>
                <a:gd name="T65" fmla="*/ 772 h 2623"/>
                <a:gd name="T66" fmla="*/ 2030 w 3614"/>
                <a:gd name="T67" fmla="*/ 884 h 2623"/>
                <a:gd name="T68" fmla="*/ 2101 w 3614"/>
                <a:gd name="T69" fmla="*/ 939 h 2623"/>
                <a:gd name="T70" fmla="*/ 2215 w 3614"/>
                <a:gd name="T71" fmla="*/ 901 h 2623"/>
                <a:gd name="T72" fmla="*/ 2212 w 3614"/>
                <a:gd name="T73" fmla="*/ 786 h 2623"/>
                <a:gd name="T74" fmla="*/ 2083 w 3614"/>
                <a:gd name="T75" fmla="*/ 638 h 2623"/>
                <a:gd name="T76" fmla="*/ 1927 w 3614"/>
                <a:gd name="T77" fmla="*/ 509 h 2623"/>
                <a:gd name="T78" fmla="*/ 1867 w 3614"/>
                <a:gd name="T79" fmla="*/ 431 h 2623"/>
                <a:gd name="T80" fmla="*/ 2380 w 3614"/>
                <a:gd name="T81" fmla="*/ 59 h 2623"/>
                <a:gd name="T82" fmla="*/ 2801 w 3614"/>
                <a:gd name="T83" fmla="*/ 452 h 2623"/>
                <a:gd name="T84" fmla="*/ 3171 w 3614"/>
                <a:gd name="T85" fmla="*/ 952 h 2623"/>
                <a:gd name="T86" fmla="*/ 3455 w 3614"/>
                <a:gd name="T87" fmla="*/ 1490 h 2623"/>
                <a:gd name="T88" fmla="*/ 3589 w 3614"/>
                <a:gd name="T89" fmla="*/ 1965 h 2623"/>
                <a:gd name="T90" fmla="*/ 3611 w 3614"/>
                <a:gd name="T91" fmla="*/ 2335 h 2623"/>
                <a:gd name="T92" fmla="*/ 3517 w 3614"/>
                <a:gd name="T93" fmla="*/ 2525 h 2623"/>
                <a:gd name="T94" fmla="*/ 3326 w 3614"/>
                <a:gd name="T95" fmla="*/ 2619 h 2623"/>
                <a:gd name="T96" fmla="*/ 204 w 3614"/>
                <a:gd name="T97" fmla="*/ 2596 h 2623"/>
                <a:gd name="T98" fmla="*/ 45 w 3614"/>
                <a:gd name="T99" fmla="*/ 2458 h 2623"/>
                <a:gd name="T100" fmla="*/ 1 w 3614"/>
                <a:gd name="T101" fmla="*/ 2215 h 2623"/>
                <a:gd name="T102" fmla="*/ 61 w 3614"/>
                <a:gd name="T103" fmla="*/ 1780 h 2623"/>
                <a:gd name="T104" fmla="*/ 261 w 3614"/>
                <a:gd name="T105" fmla="*/ 1275 h 2623"/>
                <a:gd name="T106" fmla="*/ 583 w 3614"/>
                <a:gd name="T107" fmla="*/ 744 h 2623"/>
                <a:gd name="T108" fmla="*/ 977 w 3614"/>
                <a:gd name="T109" fmla="*/ 279 h 2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14" h="2623">
                  <a:moveTo>
                    <a:pt x="1801" y="428"/>
                  </a:moveTo>
                  <a:lnTo>
                    <a:pt x="1780" y="431"/>
                  </a:lnTo>
                  <a:lnTo>
                    <a:pt x="1761" y="439"/>
                  </a:lnTo>
                  <a:lnTo>
                    <a:pt x="1744" y="452"/>
                  </a:lnTo>
                  <a:lnTo>
                    <a:pt x="1731" y="469"/>
                  </a:lnTo>
                  <a:lnTo>
                    <a:pt x="1723" y="487"/>
                  </a:lnTo>
                  <a:lnTo>
                    <a:pt x="1720" y="509"/>
                  </a:lnTo>
                  <a:lnTo>
                    <a:pt x="1720" y="576"/>
                  </a:lnTo>
                  <a:lnTo>
                    <a:pt x="1674" y="587"/>
                  </a:lnTo>
                  <a:lnTo>
                    <a:pt x="1630" y="601"/>
                  </a:lnTo>
                  <a:lnTo>
                    <a:pt x="1590" y="619"/>
                  </a:lnTo>
                  <a:lnTo>
                    <a:pt x="1552" y="641"/>
                  </a:lnTo>
                  <a:lnTo>
                    <a:pt x="1520" y="666"/>
                  </a:lnTo>
                  <a:lnTo>
                    <a:pt x="1486" y="700"/>
                  </a:lnTo>
                  <a:lnTo>
                    <a:pt x="1456" y="738"/>
                  </a:lnTo>
                  <a:lnTo>
                    <a:pt x="1433" y="777"/>
                  </a:lnTo>
                  <a:lnTo>
                    <a:pt x="1413" y="820"/>
                  </a:lnTo>
                  <a:lnTo>
                    <a:pt x="1400" y="866"/>
                  </a:lnTo>
                  <a:lnTo>
                    <a:pt x="1392" y="915"/>
                  </a:lnTo>
                  <a:lnTo>
                    <a:pt x="1390" y="965"/>
                  </a:lnTo>
                  <a:lnTo>
                    <a:pt x="1392" y="1016"/>
                  </a:lnTo>
                  <a:lnTo>
                    <a:pt x="1401" y="1063"/>
                  </a:lnTo>
                  <a:lnTo>
                    <a:pt x="1414" y="1108"/>
                  </a:lnTo>
                  <a:lnTo>
                    <a:pt x="1434" y="1151"/>
                  </a:lnTo>
                  <a:lnTo>
                    <a:pt x="1454" y="1181"/>
                  </a:lnTo>
                  <a:lnTo>
                    <a:pt x="1477" y="1210"/>
                  </a:lnTo>
                  <a:lnTo>
                    <a:pt x="1502" y="1236"/>
                  </a:lnTo>
                  <a:lnTo>
                    <a:pt x="1531" y="1259"/>
                  </a:lnTo>
                  <a:lnTo>
                    <a:pt x="1562" y="1279"/>
                  </a:lnTo>
                  <a:lnTo>
                    <a:pt x="1614" y="1306"/>
                  </a:lnTo>
                  <a:lnTo>
                    <a:pt x="1666" y="1325"/>
                  </a:lnTo>
                  <a:lnTo>
                    <a:pt x="1719" y="1343"/>
                  </a:lnTo>
                  <a:lnTo>
                    <a:pt x="1773" y="1357"/>
                  </a:lnTo>
                  <a:lnTo>
                    <a:pt x="1829" y="1370"/>
                  </a:lnTo>
                  <a:lnTo>
                    <a:pt x="1862" y="1379"/>
                  </a:lnTo>
                  <a:lnTo>
                    <a:pt x="1896" y="1388"/>
                  </a:lnTo>
                  <a:lnTo>
                    <a:pt x="1929" y="1400"/>
                  </a:lnTo>
                  <a:lnTo>
                    <a:pt x="1960" y="1414"/>
                  </a:lnTo>
                  <a:lnTo>
                    <a:pt x="1990" y="1431"/>
                  </a:lnTo>
                  <a:lnTo>
                    <a:pt x="2016" y="1451"/>
                  </a:lnTo>
                  <a:lnTo>
                    <a:pt x="2040" y="1475"/>
                  </a:lnTo>
                  <a:lnTo>
                    <a:pt x="2055" y="1496"/>
                  </a:lnTo>
                  <a:lnTo>
                    <a:pt x="2066" y="1520"/>
                  </a:lnTo>
                  <a:lnTo>
                    <a:pt x="2074" y="1547"/>
                  </a:lnTo>
                  <a:lnTo>
                    <a:pt x="2079" y="1577"/>
                  </a:lnTo>
                  <a:lnTo>
                    <a:pt x="2081" y="1609"/>
                  </a:lnTo>
                  <a:lnTo>
                    <a:pt x="2079" y="1647"/>
                  </a:lnTo>
                  <a:lnTo>
                    <a:pt x="2071" y="1683"/>
                  </a:lnTo>
                  <a:lnTo>
                    <a:pt x="2060" y="1716"/>
                  </a:lnTo>
                  <a:lnTo>
                    <a:pt x="2044" y="1747"/>
                  </a:lnTo>
                  <a:lnTo>
                    <a:pt x="2023" y="1775"/>
                  </a:lnTo>
                  <a:lnTo>
                    <a:pt x="1999" y="1799"/>
                  </a:lnTo>
                  <a:lnTo>
                    <a:pt x="1971" y="1818"/>
                  </a:lnTo>
                  <a:lnTo>
                    <a:pt x="1941" y="1834"/>
                  </a:lnTo>
                  <a:lnTo>
                    <a:pt x="1909" y="1846"/>
                  </a:lnTo>
                  <a:lnTo>
                    <a:pt x="1874" y="1854"/>
                  </a:lnTo>
                  <a:lnTo>
                    <a:pt x="1853" y="1856"/>
                  </a:lnTo>
                  <a:lnTo>
                    <a:pt x="1832" y="1857"/>
                  </a:lnTo>
                  <a:lnTo>
                    <a:pt x="1797" y="1855"/>
                  </a:lnTo>
                  <a:lnTo>
                    <a:pt x="1763" y="1848"/>
                  </a:lnTo>
                  <a:lnTo>
                    <a:pt x="1731" y="1838"/>
                  </a:lnTo>
                  <a:lnTo>
                    <a:pt x="1700" y="1824"/>
                  </a:lnTo>
                  <a:lnTo>
                    <a:pt x="1673" y="1806"/>
                  </a:lnTo>
                  <a:lnTo>
                    <a:pt x="1648" y="1784"/>
                  </a:lnTo>
                  <a:lnTo>
                    <a:pt x="1626" y="1760"/>
                  </a:lnTo>
                  <a:lnTo>
                    <a:pt x="1611" y="1738"/>
                  </a:lnTo>
                  <a:lnTo>
                    <a:pt x="1597" y="1712"/>
                  </a:lnTo>
                  <a:lnTo>
                    <a:pt x="1586" y="1682"/>
                  </a:lnTo>
                  <a:lnTo>
                    <a:pt x="1575" y="1647"/>
                  </a:lnTo>
                  <a:lnTo>
                    <a:pt x="1568" y="1627"/>
                  </a:lnTo>
                  <a:lnTo>
                    <a:pt x="1557" y="1612"/>
                  </a:lnTo>
                  <a:lnTo>
                    <a:pt x="1541" y="1599"/>
                  </a:lnTo>
                  <a:lnTo>
                    <a:pt x="1524" y="1590"/>
                  </a:lnTo>
                  <a:lnTo>
                    <a:pt x="1504" y="1586"/>
                  </a:lnTo>
                  <a:lnTo>
                    <a:pt x="1483" y="1587"/>
                  </a:lnTo>
                  <a:lnTo>
                    <a:pt x="1438" y="1594"/>
                  </a:lnTo>
                  <a:lnTo>
                    <a:pt x="1418" y="1601"/>
                  </a:lnTo>
                  <a:lnTo>
                    <a:pt x="1399" y="1613"/>
                  </a:lnTo>
                  <a:lnTo>
                    <a:pt x="1386" y="1630"/>
                  </a:lnTo>
                  <a:lnTo>
                    <a:pt x="1376" y="1648"/>
                  </a:lnTo>
                  <a:lnTo>
                    <a:pt x="1372" y="1669"/>
                  </a:lnTo>
                  <a:lnTo>
                    <a:pt x="1373" y="1691"/>
                  </a:lnTo>
                  <a:lnTo>
                    <a:pt x="1384" y="1731"/>
                  </a:lnTo>
                  <a:lnTo>
                    <a:pt x="1396" y="1767"/>
                  </a:lnTo>
                  <a:lnTo>
                    <a:pt x="1411" y="1802"/>
                  </a:lnTo>
                  <a:lnTo>
                    <a:pt x="1430" y="1834"/>
                  </a:lnTo>
                  <a:lnTo>
                    <a:pt x="1454" y="1869"/>
                  </a:lnTo>
                  <a:lnTo>
                    <a:pt x="1480" y="1900"/>
                  </a:lnTo>
                  <a:lnTo>
                    <a:pt x="1509" y="1927"/>
                  </a:lnTo>
                  <a:lnTo>
                    <a:pt x="1538" y="1950"/>
                  </a:lnTo>
                  <a:lnTo>
                    <a:pt x="1570" y="1969"/>
                  </a:lnTo>
                  <a:lnTo>
                    <a:pt x="1617" y="1990"/>
                  </a:lnTo>
                  <a:lnTo>
                    <a:pt x="1668" y="2007"/>
                  </a:lnTo>
                  <a:lnTo>
                    <a:pt x="1720" y="2019"/>
                  </a:lnTo>
                  <a:lnTo>
                    <a:pt x="1720" y="2071"/>
                  </a:lnTo>
                  <a:lnTo>
                    <a:pt x="1723" y="2093"/>
                  </a:lnTo>
                  <a:lnTo>
                    <a:pt x="1731" y="2112"/>
                  </a:lnTo>
                  <a:lnTo>
                    <a:pt x="1744" y="2128"/>
                  </a:lnTo>
                  <a:lnTo>
                    <a:pt x="1761" y="2141"/>
                  </a:lnTo>
                  <a:lnTo>
                    <a:pt x="1780" y="2149"/>
                  </a:lnTo>
                  <a:lnTo>
                    <a:pt x="1801" y="2152"/>
                  </a:lnTo>
                  <a:lnTo>
                    <a:pt x="1846" y="2152"/>
                  </a:lnTo>
                  <a:lnTo>
                    <a:pt x="1867" y="2149"/>
                  </a:lnTo>
                  <a:lnTo>
                    <a:pt x="1887" y="2141"/>
                  </a:lnTo>
                  <a:lnTo>
                    <a:pt x="1903" y="2128"/>
                  </a:lnTo>
                  <a:lnTo>
                    <a:pt x="1915" y="2112"/>
                  </a:lnTo>
                  <a:lnTo>
                    <a:pt x="1924" y="2093"/>
                  </a:lnTo>
                  <a:lnTo>
                    <a:pt x="1927" y="2071"/>
                  </a:lnTo>
                  <a:lnTo>
                    <a:pt x="1927" y="2022"/>
                  </a:lnTo>
                  <a:lnTo>
                    <a:pt x="1975" y="2011"/>
                  </a:lnTo>
                  <a:lnTo>
                    <a:pt x="2020" y="1996"/>
                  </a:lnTo>
                  <a:lnTo>
                    <a:pt x="2061" y="1977"/>
                  </a:lnTo>
                  <a:lnTo>
                    <a:pt x="2101" y="1954"/>
                  </a:lnTo>
                  <a:lnTo>
                    <a:pt x="2137" y="1927"/>
                  </a:lnTo>
                  <a:lnTo>
                    <a:pt x="2170" y="1896"/>
                  </a:lnTo>
                  <a:lnTo>
                    <a:pt x="2200" y="1861"/>
                  </a:lnTo>
                  <a:lnTo>
                    <a:pt x="2226" y="1823"/>
                  </a:lnTo>
                  <a:lnTo>
                    <a:pt x="2246" y="1782"/>
                  </a:lnTo>
                  <a:lnTo>
                    <a:pt x="2263" y="1740"/>
                  </a:lnTo>
                  <a:lnTo>
                    <a:pt x="2275" y="1695"/>
                  </a:lnTo>
                  <a:lnTo>
                    <a:pt x="2282" y="1647"/>
                  </a:lnTo>
                  <a:lnTo>
                    <a:pt x="2284" y="1598"/>
                  </a:lnTo>
                  <a:lnTo>
                    <a:pt x="2280" y="1545"/>
                  </a:lnTo>
                  <a:lnTo>
                    <a:pt x="2272" y="1494"/>
                  </a:lnTo>
                  <a:lnTo>
                    <a:pt x="2256" y="1446"/>
                  </a:lnTo>
                  <a:lnTo>
                    <a:pt x="2241" y="1412"/>
                  </a:lnTo>
                  <a:lnTo>
                    <a:pt x="2222" y="1381"/>
                  </a:lnTo>
                  <a:lnTo>
                    <a:pt x="2201" y="1352"/>
                  </a:lnTo>
                  <a:lnTo>
                    <a:pt x="2177" y="1325"/>
                  </a:lnTo>
                  <a:lnTo>
                    <a:pt x="2150" y="1301"/>
                  </a:lnTo>
                  <a:lnTo>
                    <a:pt x="2119" y="1278"/>
                  </a:lnTo>
                  <a:lnTo>
                    <a:pt x="2085" y="1257"/>
                  </a:lnTo>
                  <a:lnTo>
                    <a:pt x="2047" y="1239"/>
                  </a:lnTo>
                  <a:lnTo>
                    <a:pt x="2009" y="1224"/>
                  </a:lnTo>
                  <a:lnTo>
                    <a:pt x="1968" y="1212"/>
                  </a:lnTo>
                  <a:lnTo>
                    <a:pt x="1926" y="1202"/>
                  </a:lnTo>
                  <a:lnTo>
                    <a:pt x="1885" y="1195"/>
                  </a:lnTo>
                  <a:lnTo>
                    <a:pt x="1848" y="1187"/>
                  </a:lnTo>
                  <a:lnTo>
                    <a:pt x="1813" y="1179"/>
                  </a:lnTo>
                  <a:lnTo>
                    <a:pt x="1778" y="1169"/>
                  </a:lnTo>
                  <a:lnTo>
                    <a:pt x="1744" y="1158"/>
                  </a:lnTo>
                  <a:lnTo>
                    <a:pt x="1713" y="1144"/>
                  </a:lnTo>
                  <a:lnTo>
                    <a:pt x="1683" y="1128"/>
                  </a:lnTo>
                  <a:lnTo>
                    <a:pt x="1656" y="1108"/>
                  </a:lnTo>
                  <a:lnTo>
                    <a:pt x="1631" y="1083"/>
                  </a:lnTo>
                  <a:lnTo>
                    <a:pt x="1616" y="1061"/>
                  </a:lnTo>
                  <a:lnTo>
                    <a:pt x="1604" y="1036"/>
                  </a:lnTo>
                  <a:lnTo>
                    <a:pt x="1595" y="1011"/>
                  </a:lnTo>
                  <a:lnTo>
                    <a:pt x="1590" y="983"/>
                  </a:lnTo>
                  <a:lnTo>
                    <a:pt x="1588" y="953"/>
                  </a:lnTo>
                  <a:lnTo>
                    <a:pt x="1590" y="922"/>
                  </a:lnTo>
                  <a:lnTo>
                    <a:pt x="1596" y="893"/>
                  </a:lnTo>
                  <a:lnTo>
                    <a:pt x="1606" y="865"/>
                  </a:lnTo>
                  <a:lnTo>
                    <a:pt x="1620" y="840"/>
                  </a:lnTo>
                  <a:lnTo>
                    <a:pt x="1639" y="816"/>
                  </a:lnTo>
                  <a:lnTo>
                    <a:pt x="1662" y="794"/>
                  </a:lnTo>
                  <a:lnTo>
                    <a:pt x="1689" y="775"/>
                  </a:lnTo>
                  <a:lnTo>
                    <a:pt x="1719" y="761"/>
                  </a:lnTo>
                  <a:lnTo>
                    <a:pt x="1752" y="750"/>
                  </a:lnTo>
                  <a:lnTo>
                    <a:pt x="1786" y="743"/>
                  </a:lnTo>
                  <a:lnTo>
                    <a:pt x="1822" y="741"/>
                  </a:lnTo>
                  <a:lnTo>
                    <a:pt x="1855" y="742"/>
                  </a:lnTo>
                  <a:lnTo>
                    <a:pt x="1887" y="749"/>
                  </a:lnTo>
                  <a:lnTo>
                    <a:pt x="1916" y="759"/>
                  </a:lnTo>
                  <a:lnTo>
                    <a:pt x="1944" y="772"/>
                  </a:lnTo>
                  <a:lnTo>
                    <a:pt x="1968" y="788"/>
                  </a:lnTo>
                  <a:lnTo>
                    <a:pt x="1990" y="809"/>
                  </a:lnTo>
                  <a:lnTo>
                    <a:pt x="2005" y="830"/>
                  </a:lnTo>
                  <a:lnTo>
                    <a:pt x="2020" y="855"/>
                  </a:lnTo>
                  <a:lnTo>
                    <a:pt x="2030" y="884"/>
                  </a:lnTo>
                  <a:lnTo>
                    <a:pt x="2039" y="901"/>
                  </a:lnTo>
                  <a:lnTo>
                    <a:pt x="2050" y="916"/>
                  </a:lnTo>
                  <a:lnTo>
                    <a:pt x="2066" y="927"/>
                  </a:lnTo>
                  <a:lnTo>
                    <a:pt x="2082" y="934"/>
                  </a:lnTo>
                  <a:lnTo>
                    <a:pt x="2101" y="939"/>
                  </a:lnTo>
                  <a:lnTo>
                    <a:pt x="2119" y="938"/>
                  </a:lnTo>
                  <a:lnTo>
                    <a:pt x="2163" y="932"/>
                  </a:lnTo>
                  <a:lnTo>
                    <a:pt x="2183" y="925"/>
                  </a:lnTo>
                  <a:lnTo>
                    <a:pt x="2200" y="916"/>
                  </a:lnTo>
                  <a:lnTo>
                    <a:pt x="2215" y="901"/>
                  </a:lnTo>
                  <a:lnTo>
                    <a:pt x="2226" y="884"/>
                  </a:lnTo>
                  <a:lnTo>
                    <a:pt x="2231" y="865"/>
                  </a:lnTo>
                  <a:lnTo>
                    <a:pt x="2232" y="844"/>
                  </a:lnTo>
                  <a:lnTo>
                    <a:pt x="2228" y="824"/>
                  </a:lnTo>
                  <a:lnTo>
                    <a:pt x="2212" y="786"/>
                  </a:lnTo>
                  <a:lnTo>
                    <a:pt x="2193" y="751"/>
                  </a:lnTo>
                  <a:lnTo>
                    <a:pt x="2170" y="718"/>
                  </a:lnTo>
                  <a:lnTo>
                    <a:pt x="2143" y="688"/>
                  </a:lnTo>
                  <a:lnTo>
                    <a:pt x="2115" y="661"/>
                  </a:lnTo>
                  <a:lnTo>
                    <a:pt x="2083" y="638"/>
                  </a:lnTo>
                  <a:lnTo>
                    <a:pt x="2048" y="618"/>
                  </a:lnTo>
                  <a:lnTo>
                    <a:pt x="2011" y="600"/>
                  </a:lnTo>
                  <a:lnTo>
                    <a:pt x="1970" y="587"/>
                  </a:lnTo>
                  <a:lnTo>
                    <a:pt x="1927" y="577"/>
                  </a:lnTo>
                  <a:lnTo>
                    <a:pt x="1927" y="509"/>
                  </a:lnTo>
                  <a:lnTo>
                    <a:pt x="1924" y="488"/>
                  </a:lnTo>
                  <a:lnTo>
                    <a:pt x="1916" y="469"/>
                  </a:lnTo>
                  <a:lnTo>
                    <a:pt x="1903" y="452"/>
                  </a:lnTo>
                  <a:lnTo>
                    <a:pt x="1887" y="439"/>
                  </a:lnTo>
                  <a:lnTo>
                    <a:pt x="1867" y="431"/>
                  </a:lnTo>
                  <a:lnTo>
                    <a:pt x="1846" y="428"/>
                  </a:lnTo>
                  <a:lnTo>
                    <a:pt x="1801" y="428"/>
                  </a:lnTo>
                  <a:close/>
                  <a:moveTo>
                    <a:pt x="1321" y="0"/>
                  </a:moveTo>
                  <a:lnTo>
                    <a:pt x="2292" y="0"/>
                  </a:lnTo>
                  <a:lnTo>
                    <a:pt x="2380" y="59"/>
                  </a:lnTo>
                  <a:lnTo>
                    <a:pt x="2467" y="126"/>
                  </a:lnTo>
                  <a:lnTo>
                    <a:pt x="2553" y="199"/>
                  </a:lnTo>
                  <a:lnTo>
                    <a:pt x="2638" y="279"/>
                  </a:lnTo>
                  <a:lnTo>
                    <a:pt x="2720" y="363"/>
                  </a:lnTo>
                  <a:lnTo>
                    <a:pt x="2801" y="452"/>
                  </a:lnTo>
                  <a:lnTo>
                    <a:pt x="2880" y="547"/>
                  </a:lnTo>
                  <a:lnTo>
                    <a:pt x="2957" y="643"/>
                  </a:lnTo>
                  <a:lnTo>
                    <a:pt x="3031" y="744"/>
                  </a:lnTo>
                  <a:lnTo>
                    <a:pt x="3103" y="848"/>
                  </a:lnTo>
                  <a:lnTo>
                    <a:pt x="3171" y="952"/>
                  </a:lnTo>
                  <a:lnTo>
                    <a:pt x="3235" y="1059"/>
                  </a:lnTo>
                  <a:lnTo>
                    <a:pt x="3296" y="1167"/>
                  </a:lnTo>
                  <a:lnTo>
                    <a:pt x="3354" y="1275"/>
                  </a:lnTo>
                  <a:lnTo>
                    <a:pt x="3406" y="1382"/>
                  </a:lnTo>
                  <a:lnTo>
                    <a:pt x="3455" y="1490"/>
                  </a:lnTo>
                  <a:lnTo>
                    <a:pt x="3494" y="1588"/>
                  </a:lnTo>
                  <a:lnTo>
                    <a:pt x="3526" y="1684"/>
                  </a:lnTo>
                  <a:lnTo>
                    <a:pt x="3552" y="1780"/>
                  </a:lnTo>
                  <a:lnTo>
                    <a:pt x="3573" y="1873"/>
                  </a:lnTo>
                  <a:lnTo>
                    <a:pt x="3589" y="1965"/>
                  </a:lnTo>
                  <a:lnTo>
                    <a:pt x="3600" y="2052"/>
                  </a:lnTo>
                  <a:lnTo>
                    <a:pt x="3608" y="2136"/>
                  </a:lnTo>
                  <a:lnTo>
                    <a:pt x="3613" y="2215"/>
                  </a:lnTo>
                  <a:lnTo>
                    <a:pt x="3614" y="2289"/>
                  </a:lnTo>
                  <a:lnTo>
                    <a:pt x="3611" y="2335"/>
                  </a:lnTo>
                  <a:lnTo>
                    <a:pt x="3603" y="2378"/>
                  </a:lnTo>
                  <a:lnTo>
                    <a:pt x="3588" y="2419"/>
                  </a:lnTo>
                  <a:lnTo>
                    <a:pt x="3569" y="2458"/>
                  </a:lnTo>
                  <a:lnTo>
                    <a:pt x="3545" y="2493"/>
                  </a:lnTo>
                  <a:lnTo>
                    <a:pt x="3517" y="2525"/>
                  </a:lnTo>
                  <a:lnTo>
                    <a:pt x="3484" y="2553"/>
                  </a:lnTo>
                  <a:lnTo>
                    <a:pt x="3449" y="2577"/>
                  </a:lnTo>
                  <a:lnTo>
                    <a:pt x="3411" y="2596"/>
                  </a:lnTo>
                  <a:lnTo>
                    <a:pt x="3369" y="2610"/>
                  </a:lnTo>
                  <a:lnTo>
                    <a:pt x="3326" y="2619"/>
                  </a:lnTo>
                  <a:lnTo>
                    <a:pt x="3280" y="2623"/>
                  </a:lnTo>
                  <a:lnTo>
                    <a:pt x="333" y="2623"/>
                  </a:lnTo>
                  <a:lnTo>
                    <a:pt x="288" y="2619"/>
                  </a:lnTo>
                  <a:lnTo>
                    <a:pt x="244" y="2610"/>
                  </a:lnTo>
                  <a:lnTo>
                    <a:pt x="204" y="2596"/>
                  </a:lnTo>
                  <a:lnTo>
                    <a:pt x="164" y="2577"/>
                  </a:lnTo>
                  <a:lnTo>
                    <a:pt x="129" y="2553"/>
                  </a:lnTo>
                  <a:lnTo>
                    <a:pt x="98" y="2525"/>
                  </a:lnTo>
                  <a:lnTo>
                    <a:pt x="69" y="2493"/>
                  </a:lnTo>
                  <a:lnTo>
                    <a:pt x="45" y="2458"/>
                  </a:lnTo>
                  <a:lnTo>
                    <a:pt x="26" y="2419"/>
                  </a:lnTo>
                  <a:lnTo>
                    <a:pt x="12" y="2378"/>
                  </a:lnTo>
                  <a:lnTo>
                    <a:pt x="3" y="2335"/>
                  </a:lnTo>
                  <a:lnTo>
                    <a:pt x="0" y="2289"/>
                  </a:lnTo>
                  <a:lnTo>
                    <a:pt x="1" y="2215"/>
                  </a:lnTo>
                  <a:lnTo>
                    <a:pt x="5" y="2136"/>
                  </a:lnTo>
                  <a:lnTo>
                    <a:pt x="13" y="2052"/>
                  </a:lnTo>
                  <a:lnTo>
                    <a:pt x="25" y="1965"/>
                  </a:lnTo>
                  <a:lnTo>
                    <a:pt x="41" y="1873"/>
                  </a:lnTo>
                  <a:lnTo>
                    <a:pt x="61" y="1780"/>
                  </a:lnTo>
                  <a:lnTo>
                    <a:pt x="88" y="1684"/>
                  </a:lnTo>
                  <a:lnTo>
                    <a:pt x="121" y="1588"/>
                  </a:lnTo>
                  <a:lnTo>
                    <a:pt x="159" y="1490"/>
                  </a:lnTo>
                  <a:lnTo>
                    <a:pt x="208" y="1382"/>
                  </a:lnTo>
                  <a:lnTo>
                    <a:pt x="261" y="1275"/>
                  </a:lnTo>
                  <a:lnTo>
                    <a:pt x="318" y="1167"/>
                  </a:lnTo>
                  <a:lnTo>
                    <a:pt x="379" y="1059"/>
                  </a:lnTo>
                  <a:lnTo>
                    <a:pt x="444" y="952"/>
                  </a:lnTo>
                  <a:lnTo>
                    <a:pt x="512" y="848"/>
                  </a:lnTo>
                  <a:lnTo>
                    <a:pt x="583" y="744"/>
                  </a:lnTo>
                  <a:lnTo>
                    <a:pt x="657" y="643"/>
                  </a:lnTo>
                  <a:lnTo>
                    <a:pt x="733" y="547"/>
                  </a:lnTo>
                  <a:lnTo>
                    <a:pt x="812" y="452"/>
                  </a:lnTo>
                  <a:lnTo>
                    <a:pt x="894" y="363"/>
                  </a:lnTo>
                  <a:lnTo>
                    <a:pt x="977" y="279"/>
                  </a:lnTo>
                  <a:lnTo>
                    <a:pt x="1061" y="199"/>
                  </a:lnTo>
                  <a:lnTo>
                    <a:pt x="1147" y="126"/>
                  </a:lnTo>
                  <a:lnTo>
                    <a:pt x="1233" y="59"/>
                  </a:lnTo>
                  <a:lnTo>
                    <a:pt x="1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97" name="Freeform 51">
              <a:extLst>
                <a:ext uri="{FF2B5EF4-FFF2-40B4-BE49-F238E27FC236}">
                  <a16:creationId xmlns:a16="http://schemas.microsoft.com/office/drawing/2014/main" id="{4ACD8BCF-D3D3-4565-B4F0-2EEE08EA9E9F}"/>
                </a:ext>
              </a:extLst>
            </p:cNvPr>
            <p:cNvSpPr>
              <a:spLocks/>
            </p:cNvSpPr>
            <p:nvPr/>
          </p:nvSpPr>
          <p:spPr bwMode="auto">
            <a:xfrm>
              <a:off x="4800600" y="4732338"/>
              <a:ext cx="276225" cy="115887"/>
            </a:xfrm>
            <a:custGeom>
              <a:avLst/>
              <a:gdLst>
                <a:gd name="T0" fmla="*/ 780 w 1563"/>
                <a:gd name="T1" fmla="*/ 0 h 657"/>
                <a:gd name="T2" fmla="*/ 782 w 1563"/>
                <a:gd name="T3" fmla="*/ 0 h 657"/>
                <a:gd name="T4" fmla="*/ 1417 w 1563"/>
                <a:gd name="T5" fmla="*/ 2 h 657"/>
                <a:gd name="T6" fmla="*/ 1448 w 1563"/>
                <a:gd name="T7" fmla="*/ 6 h 657"/>
                <a:gd name="T8" fmla="*/ 1475 w 1563"/>
                <a:gd name="T9" fmla="*/ 15 h 657"/>
                <a:gd name="T10" fmla="*/ 1501 w 1563"/>
                <a:gd name="T11" fmla="*/ 28 h 657"/>
                <a:gd name="T12" fmla="*/ 1521 w 1563"/>
                <a:gd name="T13" fmla="*/ 46 h 657"/>
                <a:gd name="T14" fmla="*/ 1539 w 1563"/>
                <a:gd name="T15" fmla="*/ 67 h 657"/>
                <a:gd name="T16" fmla="*/ 1551 w 1563"/>
                <a:gd name="T17" fmla="*/ 91 h 657"/>
                <a:gd name="T18" fmla="*/ 1560 w 1563"/>
                <a:gd name="T19" fmla="*/ 118 h 657"/>
                <a:gd name="T20" fmla="*/ 1563 w 1563"/>
                <a:gd name="T21" fmla="*/ 145 h 657"/>
                <a:gd name="T22" fmla="*/ 1561 w 1563"/>
                <a:gd name="T23" fmla="*/ 174 h 657"/>
                <a:gd name="T24" fmla="*/ 1552 w 1563"/>
                <a:gd name="T25" fmla="*/ 202 h 657"/>
                <a:gd name="T26" fmla="*/ 1538 w 1563"/>
                <a:gd name="T27" fmla="*/ 229 h 657"/>
                <a:gd name="T28" fmla="*/ 1254 w 1563"/>
                <a:gd name="T29" fmla="*/ 657 h 657"/>
                <a:gd name="T30" fmla="*/ 310 w 1563"/>
                <a:gd name="T31" fmla="*/ 657 h 657"/>
                <a:gd name="T32" fmla="*/ 25 w 1563"/>
                <a:gd name="T33" fmla="*/ 229 h 657"/>
                <a:gd name="T34" fmla="*/ 11 w 1563"/>
                <a:gd name="T35" fmla="*/ 202 h 657"/>
                <a:gd name="T36" fmla="*/ 2 w 1563"/>
                <a:gd name="T37" fmla="*/ 174 h 657"/>
                <a:gd name="T38" fmla="*/ 0 w 1563"/>
                <a:gd name="T39" fmla="*/ 145 h 657"/>
                <a:gd name="T40" fmla="*/ 3 w 1563"/>
                <a:gd name="T41" fmla="*/ 118 h 657"/>
                <a:gd name="T42" fmla="*/ 12 w 1563"/>
                <a:gd name="T43" fmla="*/ 91 h 657"/>
                <a:gd name="T44" fmla="*/ 25 w 1563"/>
                <a:gd name="T45" fmla="*/ 67 h 657"/>
                <a:gd name="T46" fmla="*/ 41 w 1563"/>
                <a:gd name="T47" fmla="*/ 46 h 657"/>
                <a:gd name="T48" fmla="*/ 63 w 1563"/>
                <a:gd name="T49" fmla="*/ 28 h 657"/>
                <a:gd name="T50" fmla="*/ 87 w 1563"/>
                <a:gd name="T51" fmla="*/ 15 h 657"/>
                <a:gd name="T52" fmla="*/ 115 w 1563"/>
                <a:gd name="T53" fmla="*/ 6 h 657"/>
                <a:gd name="T54" fmla="*/ 145 w 1563"/>
                <a:gd name="T55" fmla="*/ 2 h 657"/>
                <a:gd name="T56" fmla="*/ 780 w 1563"/>
                <a:gd name="T57"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3" h="657">
                  <a:moveTo>
                    <a:pt x="780" y="0"/>
                  </a:moveTo>
                  <a:lnTo>
                    <a:pt x="782" y="0"/>
                  </a:lnTo>
                  <a:lnTo>
                    <a:pt x="1417" y="2"/>
                  </a:lnTo>
                  <a:lnTo>
                    <a:pt x="1448" y="6"/>
                  </a:lnTo>
                  <a:lnTo>
                    <a:pt x="1475" y="15"/>
                  </a:lnTo>
                  <a:lnTo>
                    <a:pt x="1501" y="28"/>
                  </a:lnTo>
                  <a:lnTo>
                    <a:pt x="1521" y="46"/>
                  </a:lnTo>
                  <a:lnTo>
                    <a:pt x="1539" y="67"/>
                  </a:lnTo>
                  <a:lnTo>
                    <a:pt x="1551" y="91"/>
                  </a:lnTo>
                  <a:lnTo>
                    <a:pt x="1560" y="118"/>
                  </a:lnTo>
                  <a:lnTo>
                    <a:pt x="1563" y="145"/>
                  </a:lnTo>
                  <a:lnTo>
                    <a:pt x="1561" y="174"/>
                  </a:lnTo>
                  <a:lnTo>
                    <a:pt x="1552" y="202"/>
                  </a:lnTo>
                  <a:lnTo>
                    <a:pt x="1538" y="229"/>
                  </a:lnTo>
                  <a:lnTo>
                    <a:pt x="1254" y="657"/>
                  </a:lnTo>
                  <a:lnTo>
                    <a:pt x="310" y="657"/>
                  </a:lnTo>
                  <a:lnTo>
                    <a:pt x="25" y="229"/>
                  </a:lnTo>
                  <a:lnTo>
                    <a:pt x="11" y="202"/>
                  </a:lnTo>
                  <a:lnTo>
                    <a:pt x="2" y="174"/>
                  </a:lnTo>
                  <a:lnTo>
                    <a:pt x="0" y="145"/>
                  </a:lnTo>
                  <a:lnTo>
                    <a:pt x="3" y="118"/>
                  </a:lnTo>
                  <a:lnTo>
                    <a:pt x="12" y="91"/>
                  </a:lnTo>
                  <a:lnTo>
                    <a:pt x="25" y="67"/>
                  </a:lnTo>
                  <a:lnTo>
                    <a:pt x="41" y="46"/>
                  </a:lnTo>
                  <a:lnTo>
                    <a:pt x="63" y="28"/>
                  </a:lnTo>
                  <a:lnTo>
                    <a:pt x="87" y="15"/>
                  </a:lnTo>
                  <a:lnTo>
                    <a:pt x="115" y="6"/>
                  </a:lnTo>
                  <a:lnTo>
                    <a:pt x="145" y="2"/>
                  </a:lnTo>
                  <a:lnTo>
                    <a:pt x="7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grpSp>
        <p:nvGrpSpPr>
          <p:cNvPr id="103" name="Group 102">
            <a:extLst>
              <a:ext uri="{FF2B5EF4-FFF2-40B4-BE49-F238E27FC236}">
                <a16:creationId xmlns:a16="http://schemas.microsoft.com/office/drawing/2014/main" id="{184C81F5-778D-4395-B730-43C4498C6DBA}"/>
              </a:ext>
            </a:extLst>
          </p:cNvPr>
          <p:cNvGrpSpPr/>
          <p:nvPr/>
        </p:nvGrpSpPr>
        <p:grpSpPr>
          <a:xfrm>
            <a:off x="9628457" y="1651990"/>
            <a:ext cx="822141" cy="764379"/>
            <a:chOff x="4776788" y="2243138"/>
            <a:chExt cx="434976" cy="477838"/>
          </a:xfrm>
          <a:solidFill>
            <a:schemeClr val="bg1"/>
          </a:solidFill>
        </p:grpSpPr>
        <p:sp>
          <p:nvSpPr>
            <p:cNvPr id="105" name="Freeform 17">
              <a:extLst>
                <a:ext uri="{FF2B5EF4-FFF2-40B4-BE49-F238E27FC236}">
                  <a16:creationId xmlns:a16="http://schemas.microsoft.com/office/drawing/2014/main" id="{287FF1E9-6EF4-43F8-97A8-3CB4470DA944}"/>
                </a:ext>
              </a:extLst>
            </p:cNvPr>
            <p:cNvSpPr>
              <a:spLocks noEditPoints="1"/>
            </p:cNvSpPr>
            <p:nvPr/>
          </p:nvSpPr>
          <p:spPr bwMode="auto">
            <a:xfrm>
              <a:off x="4848226" y="2316163"/>
              <a:ext cx="292100" cy="404813"/>
            </a:xfrm>
            <a:custGeom>
              <a:avLst/>
              <a:gdLst>
                <a:gd name="T0" fmla="*/ 750 w 2029"/>
                <a:gd name="T1" fmla="*/ 299 h 2800"/>
                <a:gd name="T2" fmla="*/ 479 w 2029"/>
                <a:gd name="T3" fmla="*/ 466 h 2800"/>
                <a:gd name="T4" fmla="*/ 304 w 2029"/>
                <a:gd name="T5" fmla="*/ 723 h 2800"/>
                <a:gd name="T6" fmla="*/ 259 w 2029"/>
                <a:gd name="T7" fmla="*/ 1034 h 2800"/>
                <a:gd name="T8" fmla="*/ 314 w 2029"/>
                <a:gd name="T9" fmla="*/ 1283 h 2800"/>
                <a:gd name="T10" fmla="*/ 414 w 2029"/>
                <a:gd name="T11" fmla="*/ 1472 h 2800"/>
                <a:gd name="T12" fmla="*/ 530 w 2029"/>
                <a:gd name="T13" fmla="*/ 1646 h 2800"/>
                <a:gd name="T14" fmla="*/ 603 w 2029"/>
                <a:gd name="T15" fmla="*/ 1843 h 2800"/>
                <a:gd name="T16" fmla="*/ 647 w 2029"/>
                <a:gd name="T17" fmla="*/ 1978 h 2800"/>
                <a:gd name="T18" fmla="*/ 1346 w 2029"/>
                <a:gd name="T19" fmla="*/ 2011 h 2800"/>
                <a:gd name="T20" fmla="*/ 1421 w 2029"/>
                <a:gd name="T21" fmla="*/ 1912 h 2800"/>
                <a:gd name="T22" fmla="*/ 1460 w 2029"/>
                <a:gd name="T23" fmla="*/ 1721 h 2800"/>
                <a:gd name="T24" fmla="*/ 1570 w 2029"/>
                <a:gd name="T25" fmla="*/ 1538 h 2800"/>
                <a:gd name="T26" fmla="*/ 1678 w 2029"/>
                <a:gd name="T27" fmla="*/ 1364 h 2800"/>
                <a:gd name="T28" fmla="*/ 1756 w 2029"/>
                <a:gd name="T29" fmla="*/ 1143 h 2800"/>
                <a:gd name="T30" fmla="*/ 1760 w 2029"/>
                <a:gd name="T31" fmla="*/ 844 h 2800"/>
                <a:gd name="T32" fmla="*/ 1634 w 2029"/>
                <a:gd name="T33" fmla="*/ 559 h 2800"/>
                <a:gd name="T34" fmla="*/ 1397 w 2029"/>
                <a:gd name="T35" fmla="*/ 352 h 2800"/>
                <a:gd name="T36" fmla="*/ 1084 w 2029"/>
                <a:gd name="T37" fmla="*/ 258 h 2800"/>
                <a:gd name="T38" fmla="*/ 1258 w 2029"/>
                <a:gd name="T39" fmla="*/ 29 h 2800"/>
                <a:gd name="T40" fmla="*/ 1613 w 2029"/>
                <a:gd name="T41" fmla="*/ 188 h 2800"/>
                <a:gd name="T42" fmla="*/ 1877 w 2029"/>
                <a:gd name="T43" fmla="*/ 461 h 2800"/>
                <a:gd name="T44" fmla="*/ 2015 w 2029"/>
                <a:gd name="T45" fmla="*/ 815 h 2800"/>
                <a:gd name="T46" fmla="*/ 2013 w 2029"/>
                <a:gd name="T47" fmla="*/ 1166 h 2800"/>
                <a:gd name="T48" fmla="*/ 1934 w 2029"/>
                <a:gd name="T49" fmla="*/ 1424 h 2800"/>
                <a:gd name="T50" fmla="*/ 1825 w 2029"/>
                <a:gd name="T51" fmla="*/ 1617 h 2800"/>
                <a:gd name="T52" fmla="*/ 1714 w 2029"/>
                <a:gd name="T53" fmla="*/ 1785 h 2800"/>
                <a:gd name="T54" fmla="*/ 1677 w 2029"/>
                <a:gd name="T55" fmla="*/ 1934 h 2800"/>
                <a:gd name="T56" fmla="*/ 1572 w 2029"/>
                <a:gd name="T57" fmla="*/ 2150 h 2800"/>
                <a:gd name="T58" fmla="*/ 1487 w 2029"/>
                <a:gd name="T59" fmla="*/ 2294 h 2800"/>
                <a:gd name="T60" fmla="*/ 1480 w 2029"/>
                <a:gd name="T61" fmla="*/ 2429 h 2800"/>
                <a:gd name="T62" fmla="*/ 1476 w 2029"/>
                <a:gd name="T63" fmla="*/ 2492 h 2800"/>
                <a:gd name="T64" fmla="*/ 1446 w 2029"/>
                <a:gd name="T65" fmla="*/ 2575 h 2800"/>
                <a:gd name="T66" fmla="*/ 1340 w 2029"/>
                <a:gd name="T67" fmla="*/ 2666 h 2800"/>
                <a:gd name="T68" fmla="*/ 1184 w 2029"/>
                <a:gd name="T69" fmla="*/ 2779 h 2800"/>
                <a:gd name="T70" fmla="*/ 891 w 2029"/>
                <a:gd name="T71" fmla="*/ 2798 h 2800"/>
                <a:gd name="T72" fmla="*/ 762 w 2029"/>
                <a:gd name="T73" fmla="*/ 2698 h 2800"/>
                <a:gd name="T74" fmla="*/ 607 w 2029"/>
                <a:gd name="T75" fmla="*/ 2606 h 2800"/>
                <a:gd name="T76" fmla="*/ 556 w 2029"/>
                <a:gd name="T77" fmla="*/ 2509 h 2800"/>
                <a:gd name="T78" fmla="*/ 551 w 2029"/>
                <a:gd name="T79" fmla="*/ 2466 h 2800"/>
                <a:gd name="T80" fmla="*/ 545 w 2029"/>
                <a:gd name="T81" fmla="*/ 2350 h 2800"/>
                <a:gd name="T82" fmla="*/ 538 w 2029"/>
                <a:gd name="T83" fmla="*/ 2221 h 2800"/>
                <a:gd name="T84" fmla="*/ 376 w 2029"/>
                <a:gd name="T85" fmla="*/ 2025 h 2800"/>
                <a:gd name="T86" fmla="*/ 340 w 2029"/>
                <a:gd name="T87" fmla="*/ 1839 h 2800"/>
                <a:gd name="T88" fmla="*/ 248 w 2029"/>
                <a:gd name="T89" fmla="*/ 1682 h 2800"/>
                <a:gd name="T90" fmla="*/ 138 w 2029"/>
                <a:gd name="T91" fmla="*/ 1508 h 2800"/>
                <a:gd name="T92" fmla="*/ 41 w 2029"/>
                <a:gd name="T93" fmla="*/ 1278 h 2800"/>
                <a:gd name="T94" fmla="*/ 0 w 2029"/>
                <a:gd name="T95" fmla="*/ 973 h 2800"/>
                <a:gd name="T96" fmla="*/ 80 w 2029"/>
                <a:gd name="T97" fmla="*/ 595 h 2800"/>
                <a:gd name="T98" fmla="*/ 298 w 2029"/>
                <a:gd name="T99" fmla="*/ 286 h 2800"/>
                <a:gd name="T100" fmla="*/ 621 w 2029"/>
                <a:gd name="T101" fmla="*/ 77 h 2800"/>
                <a:gd name="T102" fmla="*/ 1014 w 2029"/>
                <a:gd name="T103" fmla="*/ 0 h 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9" h="2800">
                  <a:moveTo>
                    <a:pt x="1014" y="255"/>
                  </a:moveTo>
                  <a:lnTo>
                    <a:pt x="945" y="258"/>
                  </a:lnTo>
                  <a:lnTo>
                    <a:pt x="878" y="266"/>
                  </a:lnTo>
                  <a:lnTo>
                    <a:pt x="813" y="281"/>
                  </a:lnTo>
                  <a:lnTo>
                    <a:pt x="750" y="299"/>
                  </a:lnTo>
                  <a:lnTo>
                    <a:pt x="690" y="324"/>
                  </a:lnTo>
                  <a:lnTo>
                    <a:pt x="632" y="354"/>
                  </a:lnTo>
                  <a:lnTo>
                    <a:pt x="578" y="387"/>
                  </a:lnTo>
                  <a:lnTo>
                    <a:pt x="527" y="424"/>
                  </a:lnTo>
                  <a:lnTo>
                    <a:pt x="479" y="466"/>
                  </a:lnTo>
                  <a:lnTo>
                    <a:pt x="435" y="511"/>
                  </a:lnTo>
                  <a:lnTo>
                    <a:pt x="396" y="559"/>
                  </a:lnTo>
                  <a:lnTo>
                    <a:pt x="361" y="611"/>
                  </a:lnTo>
                  <a:lnTo>
                    <a:pt x="330" y="666"/>
                  </a:lnTo>
                  <a:lnTo>
                    <a:pt x="304" y="723"/>
                  </a:lnTo>
                  <a:lnTo>
                    <a:pt x="284" y="783"/>
                  </a:lnTo>
                  <a:lnTo>
                    <a:pt x="270" y="844"/>
                  </a:lnTo>
                  <a:lnTo>
                    <a:pt x="260" y="908"/>
                  </a:lnTo>
                  <a:lnTo>
                    <a:pt x="257" y="973"/>
                  </a:lnTo>
                  <a:lnTo>
                    <a:pt x="259" y="1034"/>
                  </a:lnTo>
                  <a:lnTo>
                    <a:pt x="264" y="1090"/>
                  </a:lnTo>
                  <a:lnTo>
                    <a:pt x="273" y="1143"/>
                  </a:lnTo>
                  <a:lnTo>
                    <a:pt x="284" y="1193"/>
                  </a:lnTo>
                  <a:lnTo>
                    <a:pt x="298" y="1240"/>
                  </a:lnTo>
                  <a:lnTo>
                    <a:pt x="314" y="1283"/>
                  </a:lnTo>
                  <a:lnTo>
                    <a:pt x="331" y="1325"/>
                  </a:lnTo>
                  <a:lnTo>
                    <a:pt x="351" y="1364"/>
                  </a:lnTo>
                  <a:lnTo>
                    <a:pt x="371" y="1402"/>
                  </a:lnTo>
                  <a:lnTo>
                    <a:pt x="393" y="1437"/>
                  </a:lnTo>
                  <a:lnTo>
                    <a:pt x="414" y="1472"/>
                  </a:lnTo>
                  <a:lnTo>
                    <a:pt x="437" y="1505"/>
                  </a:lnTo>
                  <a:lnTo>
                    <a:pt x="458" y="1537"/>
                  </a:lnTo>
                  <a:lnTo>
                    <a:pt x="483" y="1573"/>
                  </a:lnTo>
                  <a:lnTo>
                    <a:pt x="507" y="1610"/>
                  </a:lnTo>
                  <a:lnTo>
                    <a:pt x="530" y="1646"/>
                  </a:lnTo>
                  <a:lnTo>
                    <a:pt x="551" y="1683"/>
                  </a:lnTo>
                  <a:lnTo>
                    <a:pt x="569" y="1721"/>
                  </a:lnTo>
                  <a:lnTo>
                    <a:pt x="584" y="1760"/>
                  </a:lnTo>
                  <a:lnTo>
                    <a:pt x="595" y="1800"/>
                  </a:lnTo>
                  <a:lnTo>
                    <a:pt x="603" y="1843"/>
                  </a:lnTo>
                  <a:lnTo>
                    <a:pt x="605" y="1888"/>
                  </a:lnTo>
                  <a:lnTo>
                    <a:pt x="608" y="1912"/>
                  </a:lnTo>
                  <a:lnTo>
                    <a:pt x="617" y="1936"/>
                  </a:lnTo>
                  <a:lnTo>
                    <a:pt x="630" y="1958"/>
                  </a:lnTo>
                  <a:lnTo>
                    <a:pt x="647" y="1978"/>
                  </a:lnTo>
                  <a:lnTo>
                    <a:pt x="665" y="1996"/>
                  </a:lnTo>
                  <a:lnTo>
                    <a:pt x="683" y="2011"/>
                  </a:lnTo>
                  <a:lnTo>
                    <a:pt x="701" y="2025"/>
                  </a:lnTo>
                  <a:lnTo>
                    <a:pt x="1328" y="2025"/>
                  </a:lnTo>
                  <a:lnTo>
                    <a:pt x="1346" y="2011"/>
                  </a:lnTo>
                  <a:lnTo>
                    <a:pt x="1364" y="1996"/>
                  </a:lnTo>
                  <a:lnTo>
                    <a:pt x="1383" y="1978"/>
                  </a:lnTo>
                  <a:lnTo>
                    <a:pt x="1399" y="1958"/>
                  </a:lnTo>
                  <a:lnTo>
                    <a:pt x="1412" y="1936"/>
                  </a:lnTo>
                  <a:lnTo>
                    <a:pt x="1421" y="1912"/>
                  </a:lnTo>
                  <a:lnTo>
                    <a:pt x="1424" y="1888"/>
                  </a:lnTo>
                  <a:lnTo>
                    <a:pt x="1426" y="1843"/>
                  </a:lnTo>
                  <a:lnTo>
                    <a:pt x="1434" y="1800"/>
                  </a:lnTo>
                  <a:lnTo>
                    <a:pt x="1445" y="1760"/>
                  </a:lnTo>
                  <a:lnTo>
                    <a:pt x="1460" y="1721"/>
                  </a:lnTo>
                  <a:lnTo>
                    <a:pt x="1478" y="1684"/>
                  </a:lnTo>
                  <a:lnTo>
                    <a:pt x="1498" y="1646"/>
                  </a:lnTo>
                  <a:lnTo>
                    <a:pt x="1520" y="1610"/>
                  </a:lnTo>
                  <a:lnTo>
                    <a:pt x="1545" y="1574"/>
                  </a:lnTo>
                  <a:lnTo>
                    <a:pt x="1570" y="1538"/>
                  </a:lnTo>
                  <a:lnTo>
                    <a:pt x="1592" y="1506"/>
                  </a:lnTo>
                  <a:lnTo>
                    <a:pt x="1614" y="1473"/>
                  </a:lnTo>
                  <a:lnTo>
                    <a:pt x="1636" y="1438"/>
                  </a:lnTo>
                  <a:lnTo>
                    <a:pt x="1658" y="1402"/>
                  </a:lnTo>
                  <a:lnTo>
                    <a:pt x="1678" y="1364"/>
                  </a:lnTo>
                  <a:lnTo>
                    <a:pt x="1698" y="1325"/>
                  </a:lnTo>
                  <a:lnTo>
                    <a:pt x="1715" y="1283"/>
                  </a:lnTo>
                  <a:lnTo>
                    <a:pt x="1731" y="1240"/>
                  </a:lnTo>
                  <a:lnTo>
                    <a:pt x="1745" y="1193"/>
                  </a:lnTo>
                  <a:lnTo>
                    <a:pt x="1756" y="1143"/>
                  </a:lnTo>
                  <a:lnTo>
                    <a:pt x="1765" y="1090"/>
                  </a:lnTo>
                  <a:lnTo>
                    <a:pt x="1770" y="1034"/>
                  </a:lnTo>
                  <a:lnTo>
                    <a:pt x="1772" y="973"/>
                  </a:lnTo>
                  <a:lnTo>
                    <a:pt x="1769" y="908"/>
                  </a:lnTo>
                  <a:lnTo>
                    <a:pt x="1760" y="844"/>
                  </a:lnTo>
                  <a:lnTo>
                    <a:pt x="1745" y="782"/>
                  </a:lnTo>
                  <a:lnTo>
                    <a:pt x="1725" y="723"/>
                  </a:lnTo>
                  <a:lnTo>
                    <a:pt x="1700" y="666"/>
                  </a:lnTo>
                  <a:lnTo>
                    <a:pt x="1668" y="610"/>
                  </a:lnTo>
                  <a:lnTo>
                    <a:pt x="1634" y="559"/>
                  </a:lnTo>
                  <a:lnTo>
                    <a:pt x="1594" y="511"/>
                  </a:lnTo>
                  <a:lnTo>
                    <a:pt x="1550" y="466"/>
                  </a:lnTo>
                  <a:lnTo>
                    <a:pt x="1503" y="424"/>
                  </a:lnTo>
                  <a:lnTo>
                    <a:pt x="1451" y="386"/>
                  </a:lnTo>
                  <a:lnTo>
                    <a:pt x="1397" y="352"/>
                  </a:lnTo>
                  <a:lnTo>
                    <a:pt x="1339" y="324"/>
                  </a:lnTo>
                  <a:lnTo>
                    <a:pt x="1278" y="299"/>
                  </a:lnTo>
                  <a:lnTo>
                    <a:pt x="1216" y="281"/>
                  </a:lnTo>
                  <a:lnTo>
                    <a:pt x="1151" y="266"/>
                  </a:lnTo>
                  <a:lnTo>
                    <a:pt x="1084" y="258"/>
                  </a:lnTo>
                  <a:lnTo>
                    <a:pt x="1014" y="255"/>
                  </a:lnTo>
                  <a:close/>
                  <a:moveTo>
                    <a:pt x="1014" y="0"/>
                  </a:moveTo>
                  <a:lnTo>
                    <a:pt x="1097" y="3"/>
                  </a:lnTo>
                  <a:lnTo>
                    <a:pt x="1179" y="13"/>
                  </a:lnTo>
                  <a:lnTo>
                    <a:pt x="1258" y="29"/>
                  </a:lnTo>
                  <a:lnTo>
                    <a:pt x="1335" y="50"/>
                  </a:lnTo>
                  <a:lnTo>
                    <a:pt x="1408" y="77"/>
                  </a:lnTo>
                  <a:lnTo>
                    <a:pt x="1480" y="109"/>
                  </a:lnTo>
                  <a:lnTo>
                    <a:pt x="1548" y="147"/>
                  </a:lnTo>
                  <a:lnTo>
                    <a:pt x="1613" y="188"/>
                  </a:lnTo>
                  <a:lnTo>
                    <a:pt x="1673" y="235"/>
                  </a:lnTo>
                  <a:lnTo>
                    <a:pt x="1731" y="286"/>
                  </a:lnTo>
                  <a:lnTo>
                    <a:pt x="1783" y="340"/>
                  </a:lnTo>
                  <a:lnTo>
                    <a:pt x="1833" y="399"/>
                  </a:lnTo>
                  <a:lnTo>
                    <a:pt x="1877" y="461"/>
                  </a:lnTo>
                  <a:lnTo>
                    <a:pt x="1915" y="526"/>
                  </a:lnTo>
                  <a:lnTo>
                    <a:pt x="1949" y="595"/>
                  </a:lnTo>
                  <a:lnTo>
                    <a:pt x="1976" y="667"/>
                  </a:lnTo>
                  <a:lnTo>
                    <a:pt x="1999" y="739"/>
                  </a:lnTo>
                  <a:lnTo>
                    <a:pt x="2015" y="815"/>
                  </a:lnTo>
                  <a:lnTo>
                    <a:pt x="2025" y="893"/>
                  </a:lnTo>
                  <a:lnTo>
                    <a:pt x="2029" y="973"/>
                  </a:lnTo>
                  <a:lnTo>
                    <a:pt x="2026" y="1041"/>
                  </a:lnTo>
                  <a:lnTo>
                    <a:pt x="2021" y="1105"/>
                  </a:lnTo>
                  <a:lnTo>
                    <a:pt x="2013" y="1166"/>
                  </a:lnTo>
                  <a:lnTo>
                    <a:pt x="2001" y="1224"/>
                  </a:lnTo>
                  <a:lnTo>
                    <a:pt x="1988" y="1278"/>
                  </a:lnTo>
                  <a:lnTo>
                    <a:pt x="1972" y="1329"/>
                  </a:lnTo>
                  <a:lnTo>
                    <a:pt x="1953" y="1378"/>
                  </a:lnTo>
                  <a:lnTo>
                    <a:pt x="1934" y="1424"/>
                  </a:lnTo>
                  <a:lnTo>
                    <a:pt x="1913" y="1466"/>
                  </a:lnTo>
                  <a:lnTo>
                    <a:pt x="1892" y="1507"/>
                  </a:lnTo>
                  <a:lnTo>
                    <a:pt x="1869" y="1546"/>
                  </a:lnTo>
                  <a:lnTo>
                    <a:pt x="1847" y="1583"/>
                  </a:lnTo>
                  <a:lnTo>
                    <a:pt x="1825" y="1617"/>
                  </a:lnTo>
                  <a:lnTo>
                    <a:pt x="1803" y="1649"/>
                  </a:lnTo>
                  <a:lnTo>
                    <a:pt x="1781" y="1681"/>
                  </a:lnTo>
                  <a:lnTo>
                    <a:pt x="1756" y="1719"/>
                  </a:lnTo>
                  <a:lnTo>
                    <a:pt x="1733" y="1753"/>
                  </a:lnTo>
                  <a:lnTo>
                    <a:pt x="1714" y="1785"/>
                  </a:lnTo>
                  <a:lnTo>
                    <a:pt x="1700" y="1813"/>
                  </a:lnTo>
                  <a:lnTo>
                    <a:pt x="1689" y="1839"/>
                  </a:lnTo>
                  <a:lnTo>
                    <a:pt x="1682" y="1864"/>
                  </a:lnTo>
                  <a:lnTo>
                    <a:pt x="1680" y="1888"/>
                  </a:lnTo>
                  <a:lnTo>
                    <a:pt x="1677" y="1934"/>
                  </a:lnTo>
                  <a:lnTo>
                    <a:pt x="1667" y="1980"/>
                  </a:lnTo>
                  <a:lnTo>
                    <a:pt x="1652" y="2025"/>
                  </a:lnTo>
                  <a:lnTo>
                    <a:pt x="1630" y="2068"/>
                  </a:lnTo>
                  <a:lnTo>
                    <a:pt x="1604" y="2110"/>
                  </a:lnTo>
                  <a:lnTo>
                    <a:pt x="1572" y="2150"/>
                  </a:lnTo>
                  <a:lnTo>
                    <a:pt x="1534" y="2187"/>
                  </a:lnTo>
                  <a:lnTo>
                    <a:pt x="1491" y="2221"/>
                  </a:lnTo>
                  <a:lnTo>
                    <a:pt x="1490" y="2242"/>
                  </a:lnTo>
                  <a:lnTo>
                    <a:pt x="1489" y="2267"/>
                  </a:lnTo>
                  <a:lnTo>
                    <a:pt x="1487" y="2294"/>
                  </a:lnTo>
                  <a:lnTo>
                    <a:pt x="1486" y="2322"/>
                  </a:lnTo>
                  <a:lnTo>
                    <a:pt x="1484" y="2350"/>
                  </a:lnTo>
                  <a:lnTo>
                    <a:pt x="1483" y="2378"/>
                  </a:lnTo>
                  <a:lnTo>
                    <a:pt x="1481" y="2405"/>
                  </a:lnTo>
                  <a:lnTo>
                    <a:pt x="1480" y="2429"/>
                  </a:lnTo>
                  <a:lnTo>
                    <a:pt x="1479" y="2449"/>
                  </a:lnTo>
                  <a:lnTo>
                    <a:pt x="1478" y="2466"/>
                  </a:lnTo>
                  <a:lnTo>
                    <a:pt x="1478" y="2476"/>
                  </a:lnTo>
                  <a:lnTo>
                    <a:pt x="1476" y="2479"/>
                  </a:lnTo>
                  <a:lnTo>
                    <a:pt x="1476" y="2492"/>
                  </a:lnTo>
                  <a:lnTo>
                    <a:pt x="1474" y="2506"/>
                  </a:lnTo>
                  <a:lnTo>
                    <a:pt x="1470" y="2522"/>
                  </a:lnTo>
                  <a:lnTo>
                    <a:pt x="1465" y="2539"/>
                  </a:lnTo>
                  <a:lnTo>
                    <a:pt x="1457" y="2557"/>
                  </a:lnTo>
                  <a:lnTo>
                    <a:pt x="1446" y="2575"/>
                  </a:lnTo>
                  <a:lnTo>
                    <a:pt x="1432" y="2594"/>
                  </a:lnTo>
                  <a:lnTo>
                    <a:pt x="1416" y="2613"/>
                  </a:lnTo>
                  <a:lnTo>
                    <a:pt x="1395" y="2631"/>
                  </a:lnTo>
                  <a:lnTo>
                    <a:pt x="1370" y="2650"/>
                  </a:lnTo>
                  <a:lnTo>
                    <a:pt x="1340" y="2666"/>
                  </a:lnTo>
                  <a:lnTo>
                    <a:pt x="1307" y="2683"/>
                  </a:lnTo>
                  <a:lnTo>
                    <a:pt x="1267" y="2698"/>
                  </a:lnTo>
                  <a:lnTo>
                    <a:pt x="1244" y="2727"/>
                  </a:lnTo>
                  <a:lnTo>
                    <a:pt x="1216" y="2754"/>
                  </a:lnTo>
                  <a:lnTo>
                    <a:pt x="1184" y="2779"/>
                  </a:lnTo>
                  <a:lnTo>
                    <a:pt x="1162" y="2790"/>
                  </a:lnTo>
                  <a:lnTo>
                    <a:pt x="1138" y="2798"/>
                  </a:lnTo>
                  <a:lnTo>
                    <a:pt x="1113" y="2800"/>
                  </a:lnTo>
                  <a:lnTo>
                    <a:pt x="916" y="2800"/>
                  </a:lnTo>
                  <a:lnTo>
                    <a:pt x="891" y="2798"/>
                  </a:lnTo>
                  <a:lnTo>
                    <a:pt x="867" y="2790"/>
                  </a:lnTo>
                  <a:lnTo>
                    <a:pt x="845" y="2779"/>
                  </a:lnTo>
                  <a:lnTo>
                    <a:pt x="813" y="2754"/>
                  </a:lnTo>
                  <a:lnTo>
                    <a:pt x="785" y="2727"/>
                  </a:lnTo>
                  <a:lnTo>
                    <a:pt x="762" y="2698"/>
                  </a:lnTo>
                  <a:lnTo>
                    <a:pt x="720" y="2681"/>
                  </a:lnTo>
                  <a:lnTo>
                    <a:pt x="684" y="2664"/>
                  </a:lnTo>
                  <a:lnTo>
                    <a:pt x="653" y="2646"/>
                  </a:lnTo>
                  <a:lnTo>
                    <a:pt x="628" y="2626"/>
                  </a:lnTo>
                  <a:lnTo>
                    <a:pt x="607" y="2606"/>
                  </a:lnTo>
                  <a:lnTo>
                    <a:pt x="590" y="2585"/>
                  </a:lnTo>
                  <a:lnTo>
                    <a:pt x="578" y="2566"/>
                  </a:lnTo>
                  <a:lnTo>
                    <a:pt x="567" y="2546"/>
                  </a:lnTo>
                  <a:lnTo>
                    <a:pt x="561" y="2527"/>
                  </a:lnTo>
                  <a:lnTo>
                    <a:pt x="556" y="2509"/>
                  </a:lnTo>
                  <a:lnTo>
                    <a:pt x="554" y="2494"/>
                  </a:lnTo>
                  <a:lnTo>
                    <a:pt x="552" y="2479"/>
                  </a:lnTo>
                  <a:lnTo>
                    <a:pt x="552" y="2479"/>
                  </a:lnTo>
                  <a:lnTo>
                    <a:pt x="552" y="2476"/>
                  </a:lnTo>
                  <a:lnTo>
                    <a:pt x="551" y="2466"/>
                  </a:lnTo>
                  <a:lnTo>
                    <a:pt x="550" y="2449"/>
                  </a:lnTo>
                  <a:lnTo>
                    <a:pt x="549" y="2429"/>
                  </a:lnTo>
                  <a:lnTo>
                    <a:pt x="548" y="2405"/>
                  </a:lnTo>
                  <a:lnTo>
                    <a:pt x="546" y="2378"/>
                  </a:lnTo>
                  <a:lnTo>
                    <a:pt x="545" y="2350"/>
                  </a:lnTo>
                  <a:lnTo>
                    <a:pt x="543" y="2322"/>
                  </a:lnTo>
                  <a:lnTo>
                    <a:pt x="542" y="2294"/>
                  </a:lnTo>
                  <a:lnTo>
                    <a:pt x="540" y="2267"/>
                  </a:lnTo>
                  <a:lnTo>
                    <a:pt x="539" y="2242"/>
                  </a:lnTo>
                  <a:lnTo>
                    <a:pt x="538" y="2221"/>
                  </a:lnTo>
                  <a:lnTo>
                    <a:pt x="495" y="2187"/>
                  </a:lnTo>
                  <a:lnTo>
                    <a:pt x="457" y="2150"/>
                  </a:lnTo>
                  <a:lnTo>
                    <a:pt x="425" y="2110"/>
                  </a:lnTo>
                  <a:lnTo>
                    <a:pt x="398" y="2068"/>
                  </a:lnTo>
                  <a:lnTo>
                    <a:pt x="376" y="2025"/>
                  </a:lnTo>
                  <a:lnTo>
                    <a:pt x="362" y="1980"/>
                  </a:lnTo>
                  <a:lnTo>
                    <a:pt x="352" y="1934"/>
                  </a:lnTo>
                  <a:lnTo>
                    <a:pt x="349" y="1888"/>
                  </a:lnTo>
                  <a:lnTo>
                    <a:pt x="347" y="1864"/>
                  </a:lnTo>
                  <a:lnTo>
                    <a:pt x="340" y="1839"/>
                  </a:lnTo>
                  <a:lnTo>
                    <a:pt x="329" y="1813"/>
                  </a:lnTo>
                  <a:lnTo>
                    <a:pt x="315" y="1785"/>
                  </a:lnTo>
                  <a:lnTo>
                    <a:pt x="296" y="1753"/>
                  </a:lnTo>
                  <a:lnTo>
                    <a:pt x="274" y="1719"/>
                  </a:lnTo>
                  <a:lnTo>
                    <a:pt x="248" y="1682"/>
                  </a:lnTo>
                  <a:lnTo>
                    <a:pt x="227" y="1650"/>
                  </a:lnTo>
                  <a:lnTo>
                    <a:pt x="205" y="1617"/>
                  </a:lnTo>
                  <a:lnTo>
                    <a:pt x="182" y="1583"/>
                  </a:lnTo>
                  <a:lnTo>
                    <a:pt x="160" y="1546"/>
                  </a:lnTo>
                  <a:lnTo>
                    <a:pt x="138" y="1508"/>
                  </a:lnTo>
                  <a:lnTo>
                    <a:pt x="116" y="1466"/>
                  </a:lnTo>
                  <a:lnTo>
                    <a:pt x="95" y="1424"/>
                  </a:lnTo>
                  <a:lnTo>
                    <a:pt x="76" y="1378"/>
                  </a:lnTo>
                  <a:lnTo>
                    <a:pt x="57" y="1329"/>
                  </a:lnTo>
                  <a:lnTo>
                    <a:pt x="41" y="1278"/>
                  </a:lnTo>
                  <a:lnTo>
                    <a:pt x="28" y="1224"/>
                  </a:lnTo>
                  <a:lnTo>
                    <a:pt x="16" y="1166"/>
                  </a:lnTo>
                  <a:lnTo>
                    <a:pt x="8" y="1105"/>
                  </a:lnTo>
                  <a:lnTo>
                    <a:pt x="2" y="1041"/>
                  </a:lnTo>
                  <a:lnTo>
                    <a:pt x="0" y="973"/>
                  </a:lnTo>
                  <a:lnTo>
                    <a:pt x="4" y="893"/>
                  </a:lnTo>
                  <a:lnTo>
                    <a:pt x="14" y="815"/>
                  </a:lnTo>
                  <a:lnTo>
                    <a:pt x="30" y="739"/>
                  </a:lnTo>
                  <a:lnTo>
                    <a:pt x="53" y="667"/>
                  </a:lnTo>
                  <a:lnTo>
                    <a:pt x="80" y="595"/>
                  </a:lnTo>
                  <a:lnTo>
                    <a:pt x="114" y="526"/>
                  </a:lnTo>
                  <a:lnTo>
                    <a:pt x="152" y="461"/>
                  </a:lnTo>
                  <a:lnTo>
                    <a:pt x="196" y="399"/>
                  </a:lnTo>
                  <a:lnTo>
                    <a:pt x="246" y="340"/>
                  </a:lnTo>
                  <a:lnTo>
                    <a:pt x="298" y="286"/>
                  </a:lnTo>
                  <a:lnTo>
                    <a:pt x="356" y="235"/>
                  </a:lnTo>
                  <a:lnTo>
                    <a:pt x="416" y="188"/>
                  </a:lnTo>
                  <a:lnTo>
                    <a:pt x="481" y="147"/>
                  </a:lnTo>
                  <a:lnTo>
                    <a:pt x="549" y="109"/>
                  </a:lnTo>
                  <a:lnTo>
                    <a:pt x="621" y="77"/>
                  </a:lnTo>
                  <a:lnTo>
                    <a:pt x="695" y="50"/>
                  </a:lnTo>
                  <a:lnTo>
                    <a:pt x="771" y="29"/>
                  </a:lnTo>
                  <a:lnTo>
                    <a:pt x="850" y="13"/>
                  </a:lnTo>
                  <a:lnTo>
                    <a:pt x="932" y="3"/>
                  </a:lnTo>
                  <a:lnTo>
                    <a:pt x="10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06" name="Freeform 18">
              <a:extLst>
                <a:ext uri="{FF2B5EF4-FFF2-40B4-BE49-F238E27FC236}">
                  <a16:creationId xmlns:a16="http://schemas.microsoft.com/office/drawing/2014/main" id="{F68B868F-402E-4E53-9C6C-3AEC3D909B2C}"/>
                </a:ext>
              </a:extLst>
            </p:cNvPr>
            <p:cNvSpPr>
              <a:spLocks/>
            </p:cNvSpPr>
            <p:nvPr/>
          </p:nvSpPr>
          <p:spPr bwMode="auto">
            <a:xfrm>
              <a:off x="4984751" y="2243138"/>
              <a:ext cx="19050" cy="46038"/>
            </a:xfrm>
            <a:custGeom>
              <a:avLst/>
              <a:gdLst>
                <a:gd name="T0" fmla="*/ 63 w 127"/>
                <a:gd name="T1" fmla="*/ 0 h 318"/>
                <a:gd name="T2" fmla="*/ 63 w 127"/>
                <a:gd name="T3" fmla="*/ 0 h 318"/>
                <a:gd name="T4" fmla="*/ 80 w 127"/>
                <a:gd name="T5" fmla="*/ 2 h 318"/>
                <a:gd name="T6" fmla="*/ 96 w 127"/>
                <a:gd name="T7" fmla="*/ 9 h 318"/>
                <a:gd name="T8" fmla="*/ 109 w 127"/>
                <a:gd name="T9" fmla="*/ 19 h 318"/>
                <a:gd name="T10" fmla="*/ 119 w 127"/>
                <a:gd name="T11" fmla="*/ 32 h 318"/>
                <a:gd name="T12" fmla="*/ 125 w 127"/>
                <a:gd name="T13" fmla="*/ 47 h 318"/>
                <a:gd name="T14" fmla="*/ 127 w 127"/>
                <a:gd name="T15" fmla="*/ 64 h 318"/>
                <a:gd name="T16" fmla="*/ 127 w 127"/>
                <a:gd name="T17" fmla="*/ 254 h 318"/>
                <a:gd name="T18" fmla="*/ 125 w 127"/>
                <a:gd name="T19" fmla="*/ 272 h 318"/>
                <a:gd name="T20" fmla="*/ 119 w 127"/>
                <a:gd name="T21" fmla="*/ 286 h 318"/>
                <a:gd name="T22" fmla="*/ 109 w 127"/>
                <a:gd name="T23" fmla="*/ 300 h 318"/>
                <a:gd name="T24" fmla="*/ 96 w 127"/>
                <a:gd name="T25" fmla="*/ 309 h 318"/>
                <a:gd name="T26" fmla="*/ 80 w 127"/>
                <a:gd name="T27" fmla="*/ 315 h 318"/>
                <a:gd name="T28" fmla="*/ 63 w 127"/>
                <a:gd name="T29" fmla="*/ 318 h 318"/>
                <a:gd name="T30" fmla="*/ 47 w 127"/>
                <a:gd name="T31" fmla="*/ 315 h 318"/>
                <a:gd name="T32" fmla="*/ 31 w 127"/>
                <a:gd name="T33" fmla="*/ 309 h 318"/>
                <a:gd name="T34" fmla="*/ 18 w 127"/>
                <a:gd name="T35" fmla="*/ 300 h 318"/>
                <a:gd name="T36" fmla="*/ 8 w 127"/>
                <a:gd name="T37" fmla="*/ 286 h 318"/>
                <a:gd name="T38" fmla="*/ 2 w 127"/>
                <a:gd name="T39" fmla="*/ 272 h 318"/>
                <a:gd name="T40" fmla="*/ 0 w 127"/>
                <a:gd name="T41" fmla="*/ 254 h 318"/>
                <a:gd name="T42" fmla="*/ 0 w 127"/>
                <a:gd name="T43" fmla="*/ 64 h 318"/>
                <a:gd name="T44" fmla="*/ 2 w 127"/>
                <a:gd name="T45" fmla="*/ 47 h 318"/>
                <a:gd name="T46" fmla="*/ 8 w 127"/>
                <a:gd name="T47" fmla="*/ 32 h 318"/>
                <a:gd name="T48" fmla="*/ 18 w 127"/>
                <a:gd name="T49" fmla="*/ 19 h 318"/>
                <a:gd name="T50" fmla="*/ 31 w 127"/>
                <a:gd name="T51" fmla="*/ 9 h 318"/>
                <a:gd name="T52" fmla="*/ 47 w 127"/>
                <a:gd name="T53" fmla="*/ 2 h 318"/>
                <a:gd name="T54" fmla="*/ 63 w 127"/>
                <a:gd name="T5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7" h="318">
                  <a:moveTo>
                    <a:pt x="63" y="0"/>
                  </a:moveTo>
                  <a:lnTo>
                    <a:pt x="63" y="0"/>
                  </a:lnTo>
                  <a:lnTo>
                    <a:pt x="80" y="2"/>
                  </a:lnTo>
                  <a:lnTo>
                    <a:pt x="96" y="9"/>
                  </a:lnTo>
                  <a:lnTo>
                    <a:pt x="109" y="19"/>
                  </a:lnTo>
                  <a:lnTo>
                    <a:pt x="119" y="32"/>
                  </a:lnTo>
                  <a:lnTo>
                    <a:pt x="125" y="47"/>
                  </a:lnTo>
                  <a:lnTo>
                    <a:pt x="127" y="64"/>
                  </a:lnTo>
                  <a:lnTo>
                    <a:pt x="127" y="254"/>
                  </a:lnTo>
                  <a:lnTo>
                    <a:pt x="125" y="272"/>
                  </a:lnTo>
                  <a:lnTo>
                    <a:pt x="119" y="286"/>
                  </a:lnTo>
                  <a:lnTo>
                    <a:pt x="109" y="300"/>
                  </a:lnTo>
                  <a:lnTo>
                    <a:pt x="96" y="309"/>
                  </a:lnTo>
                  <a:lnTo>
                    <a:pt x="80" y="315"/>
                  </a:lnTo>
                  <a:lnTo>
                    <a:pt x="63" y="318"/>
                  </a:lnTo>
                  <a:lnTo>
                    <a:pt x="47" y="315"/>
                  </a:lnTo>
                  <a:lnTo>
                    <a:pt x="31" y="309"/>
                  </a:lnTo>
                  <a:lnTo>
                    <a:pt x="18" y="300"/>
                  </a:lnTo>
                  <a:lnTo>
                    <a:pt x="8" y="286"/>
                  </a:lnTo>
                  <a:lnTo>
                    <a:pt x="2" y="272"/>
                  </a:lnTo>
                  <a:lnTo>
                    <a:pt x="0" y="254"/>
                  </a:lnTo>
                  <a:lnTo>
                    <a:pt x="0" y="64"/>
                  </a:lnTo>
                  <a:lnTo>
                    <a:pt x="2" y="47"/>
                  </a:lnTo>
                  <a:lnTo>
                    <a:pt x="8" y="32"/>
                  </a:lnTo>
                  <a:lnTo>
                    <a:pt x="18" y="19"/>
                  </a:lnTo>
                  <a:lnTo>
                    <a:pt x="31" y="9"/>
                  </a:lnTo>
                  <a:lnTo>
                    <a:pt x="47" y="2"/>
                  </a:lnTo>
                  <a:lnTo>
                    <a:pt x="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08" name="Freeform 19">
              <a:extLst>
                <a:ext uri="{FF2B5EF4-FFF2-40B4-BE49-F238E27FC236}">
                  <a16:creationId xmlns:a16="http://schemas.microsoft.com/office/drawing/2014/main" id="{3EE5C7D2-7C18-40A2-81CD-FCB85D9B91D9}"/>
                </a:ext>
              </a:extLst>
            </p:cNvPr>
            <p:cNvSpPr>
              <a:spLocks/>
            </p:cNvSpPr>
            <p:nvPr/>
          </p:nvSpPr>
          <p:spPr bwMode="auto">
            <a:xfrm>
              <a:off x="4881563" y="2271713"/>
              <a:ext cx="31750" cy="41275"/>
            </a:xfrm>
            <a:custGeom>
              <a:avLst/>
              <a:gdLst>
                <a:gd name="T0" fmla="*/ 64 w 224"/>
                <a:gd name="T1" fmla="*/ 0 h 293"/>
                <a:gd name="T2" fmla="*/ 80 w 224"/>
                <a:gd name="T3" fmla="*/ 2 h 293"/>
                <a:gd name="T4" fmla="*/ 95 w 224"/>
                <a:gd name="T5" fmla="*/ 8 h 293"/>
                <a:gd name="T6" fmla="*/ 109 w 224"/>
                <a:gd name="T7" fmla="*/ 18 h 293"/>
                <a:gd name="T8" fmla="*/ 119 w 224"/>
                <a:gd name="T9" fmla="*/ 32 h 293"/>
                <a:gd name="T10" fmla="*/ 216 w 224"/>
                <a:gd name="T11" fmla="*/ 197 h 293"/>
                <a:gd name="T12" fmla="*/ 222 w 224"/>
                <a:gd name="T13" fmla="*/ 213 h 293"/>
                <a:gd name="T14" fmla="*/ 224 w 224"/>
                <a:gd name="T15" fmla="*/ 230 h 293"/>
                <a:gd name="T16" fmla="*/ 222 w 224"/>
                <a:gd name="T17" fmla="*/ 245 h 293"/>
                <a:gd name="T18" fmla="*/ 216 w 224"/>
                <a:gd name="T19" fmla="*/ 261 h 293"/>
                <a:gd name="T20" fmla="*/ 206 w 224"/>
                <a:gd name="T21" fmla="*/ 274 h 293"/>
                <a:gd name="T22" fmla="*/ 193 w 224"/>
                <a:gd name="T23" fmla="*/ 285 h 293"/>
                <a:gd name="T24" fmla="*/ 177 w 224"/>
                <a:gd name="T25" fmla="*/ 291 h 293"/>
                <a:gd name="T26" fmla="*/ 160 w 224"/>
                <a:gd name="T27" fmla="*/ 293 h 293"/>
                <a:gd name="T28" fmla="*/ 143 w 224"/>
                <a:gd name="T29" fmla="*/ 291 h 293"/>
                <a:gd name="T30" fmla="*/ 129 w 224"/>
                <a:gd name="T31" fmla="*/ 285 h 293"/>
                <a:gd name="T32" fmla="*/ 115 w 224"/>
                <a:gd name="T33" fmla="*/ 274 h 293"/>
                <a:gd name="T34" fmla="*/ 105 w 224"/>
                <a:gd name="T35" fmla="*/ 261 h 293"/>
                <a:gd name="T36" fmla="*/ 8 w 224"/>
                <a:gd name="T37" fmla="*/ 95 h 293"/>
                <a:gd name="T38" fmla="*/ 2 w 224"/>
                <a:gd name="T39" fmla="*/ 80 h 293"/>
                <a:gd name="T40" fmla="*/ 0 w 224"/>
                <a:gd name="T41" fmla="*/ 63 h 293"/>
                <a:gd name="T42" fmla="*/ 2 w 224"/>
                <a:gd name="T43" fmla="*/ 48 h 293"/>
                <a:gd name="T44" fmla="*/ 8 w 224"/>
                <a:gd name="T45" fmla="*/ 32 h 293"/>
                <a:gd name="T46" fmla="*/ 19 w 224"/>
                <a:gd name="T47" fmla="*/ 19 h 293"/>
                <a:gd name="T48" fmla="*/ 31 w 224"/>
                <a:gd name="T49" fmla="*/ 9 h 293"/>
                <a:gd name="T50" fmla="*/ 48 w 224"/>
                <a:gd name="T51" fmla="*/ 2 h 293"/>
                <a:gd name="T52" fmla="*/ 64 w 224"/>
                <a:gd name="T5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3">
                  <a:moveTo>
                    <a:pt x="64" y="0"/>
                  </a:moveTo>
                  <a:lnTo>
                    <a:pt x="80" y="2"/>
                  </a:lnTo>
                  <a:lnTo>
                    <a:pt x="95" y="8"/>
                  </a:lnTo>
                  <a:lnTo>
                    <a:pt x="109" y="18"/>
                  </a:lnTo>
                  <a:lnTo>
                    <a:pt x="119" y="32"/>
                  </a:lnTo>
                  <a:lnTo>
                    <a:pt x="216" y="197"/>
                  </a:lnTo>
                  <a:lnTo>
                    <a:pt x="222" y="213"/>
                  </a:lnTo>
                  <a:lnTo>
                    <a:pt x="224" y="230"/>
                  </a:lnTo>
                  <a:lnTo>
                    <a:pt x="222" y="245"/>
                  </a:lnTo>
                  <a:lnTo>
                    <a:pt x="216" y="261"/>
                  </a:lnTo>
                  <a:lnTo>
                    <a:pt x="206" y="274"/>
                  </a:lnTo>
                  <a:lnTo>
                    <a:pt x="193" y="285"/>
                  </a:lnTo>
                  <a:lnTo>
                    <a:pt x="177" y="291"/>
                  </a:lnTo>
                  <a:lnTo>
                    <a:pt x="160" y="293"/>
                  </a:lnTo>
                  <a:lnTo>
                    <a:pt x="143" y="291"/>
                  </a:lnTo>
                  <a:lnTo>
                    <a:pt x="129" y="285"/>
                  </a:lnTo>
                  <a:lnTo>
                    <a:pt x="115" y="274"/>
                  </a:lnTo>
                  <a:lnTo>
                    <a:pt x="105" y="261"/>
                  </a:lnTo>
                  <a:lnTo>
                    <a:pt x="8" y="95"/>
                  </a:lnTo>
                  <a:lnTo>
                    <a:pt x="2" y="80"/>
                  </a:lnTo>
                  <a:lnTo>
                    <a:pt x="0" y="63"/>
                  </a:lnTo>
                  <a:lnTo>
                    <a:pt x="2" y="48"/>
                  </a:lnTo>
                  <a:lnTo>
                    <a:pt x="8" y="32"/>
                  </a:lnTo>
                  <a:lnTo>
                    <a:pt x="19" y="19"/>
                  </a:lnTo>
                  <a:lnTo>
                    <a:pt x="31" y="9"/>
                  </a:lnTo>
                  <a:lnTo>
                    <a:pt x="48"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09" name="Freeform 20">
              <a:extLst>
                <a:ext uri="{FF2B5EF4-FFF2-40B4-BE49-F238E27FC236}">
                  <a16:creationId xmlns:a16="http://schemas.microsoft.com/office/drawing/2014/main" id="{268EF361-2994-44E2-9FC5-A9290C7088F2}"/>
                </a:ext>
              </a:extLst>
            </p:cNvPr>
            <p:cNvSpPr>
              <a:spLocks/>
            </p:cNvSpPr>
            <p:nvPr/>
          </p:nvSpPr>
          <p:spPr bwMode="auto">
            <a:xfrm>
              <a:off x="4805363" y="2346325"/>
              <a:ext cx="41275" cy="33338"/>
            </a:xfrm>
            <a:custGeom>
              <a:avLst/>
              <a:gdLst>
                <a:gd name="T0" fmla="*/ 64 w 294"/>
                <a:gd name="T1" fmla="*/ 0 h 222"/>
                <a:gd name="T2" fmla="*/ 79 w 294"/>
                <a:gd name="T3" fmla="*/ 2 h 222"/>
                <a:gd name="T4" fmla="*/ 96 w 294"/>
                <a:gd name="T5" fmla="*/ 8 h 222"/>
                <a:gd name="T6" fmla="*/ 263 w 294"/>
                <a:gd name="T7" fmla="*/ 103 h 222"/>
                <a:gd name="T8" fmla="*/ 276 w 294"/>
                <a:gd name="T9" fmla="*/ 114 h 222"/>
                <a:gd name="T10" fmla="*/ 286 w 294"/>
                <a:gd name="T11" fmla="*/ 127 h 222"/>
                <a:gd name="T12" fmla="*/ 292 w 294"/>
                <a:gd name="T13" fmla="*/ 142 h 222"/>
                <a:gd name="T14" fmla="*/ 294 w 294"/>
                <a:gd name="T15" fmla="*/ 158 h 222"/>
                <a:gd name="T16" fmla="*/ 292 w 294"/>
                <a:gd name="T17" fmla="*/ 175 h 222"/>
                <a:gd name="T18" fmla="*/ 286 w 294"/>
                <a:gd name="T19" fmla="*/ 190 h 222"/>
                <a:gd name="T20" fmla="*/ 275 w 294"/>
                <a:gd name="T21" fmla="*/ 204 h 222"/>
                <a:gd name="T22" fmla="*/ 262 w 294"/>
                <a:gd name="T23" fmla="*/ 214 h 222"/>
                <a:gd name="T24" fmla="*/ 246 w 294"/>
                <a:gd name="T25" fmla="*/ 220 h 222"/>
                <a:gd name="T26" fmla="*/ 230 w 294"/>
                <a:gd name="T27" fmla="*/ 222 h 222"/>
                <a:gd name="T28" fmla="*/ 213 w 294"/>
                <a:gd name="T29" fmla="*/ 220 h 222"/>
                <a:gd name="T30" fmla="*/ 198 w 294"/>
                <a:gd name="T31" fmla="*/ 213 h 222"/>
                <a:gd name="T32" fmla="*/ 31 w 294"/>
                <a:gd name="T33" fmla="*/ 118 h 222"/>
                <a:gd name="T34" fmla="*/ 18 w 294"/>
                <a:gd name="T35" fmla="*/ 108 h 222"/>
                <a:gd name="T36" fmla="*/ 8 w 294"/>
                <a:gd name="T37" fmla="*/ 95 h 222"/>
                <a:gd name="T38" fmla="*/ 2 w 294"/>
                <a:gd name="T39" fmla="*/ 80 h 222"/>
                <a:gd name="T40" fmla="*/ 0 w 294"/>
                <a:gd name="T41" fmla="*/ 63 h 222"/>
                <a:gd name="T42" fmla="*/ 2 w 294"/>
                <a:gd name="T43" fmla="*/ 47 h 222"/>
                <a:gd name="T44" fmla="*/ 8 w 294"/>
                <a:gd name="T45" fmla="*/ 31 h 222"/>
                <a:gd name="T46" fmla="*/ 19 w 294"/>
                <a:gd name="T47" fmla="*/ 18 h 222"/>
                <a:gd name="T48" fmla="*/ 32 w 294"/>
                <a:gd name="T49" fmla="*/ 8 h 222"/>
                <a:gd name="T50" fmla="*/ 47 w 294"/>
                <a:gd name="T51" fmla="*/ 2 h 222"/>
                <a:gd name="T52" fmla="*/ 64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64" y="0"/>
                  </a:moveTo>
                  <a:lnTo>
                    <a:pt x="79" y="2"/>
                  </a:lnTo>
                  <a:lnTo>
                    <a:pt x="96" y="8"/>
                  </a:lnTo>
                  <a:lnTo>
                    <a:pt x="263" y="103"/>
                  </a:lnTo>
                  <a:lnTo>
                    <a:pt x="276" y="114"/>
                  </a:lnTo>
                  <a:lnTo>
                    <a:pt x="286" y="127"/>
                  </a:lnTo>
                  <a:lnTo>
                    <a:pt x="292" y="142"/>
                  </a:lnTo>
                  <a:lnTo>
                    <a:pt x="294" y="158"/>
                  </a:lnTo>
                  <a:lnTo>
                    <a:pt x="292" y="175"/>
                  </a:lnTo>
                  <a:lnTo>
                    <a:pt x="286" y="190"/>
                  </a:lnTo>
                  <a:lnTo>
                    <a:pt x="275" y="204"/>
                  </a:lnTo>
                  <a:lnTo>
                    <a:pt x="262" y="214"/>
                  </a:lnTo>
                  <a:lnTo>
                    <a:pt x="246" y="220"/>
                  </a:lnTo>
                  <a:lnTo>
                    <a:pt x="230" y="222"/>
                  </a:lnTo>
                  <a:lnTo>
                    <a:pt x="213" y="220"/>
                  </a:lnTo>
                  <a:lnTo>
                    <a:pt x="198" y="213"/>
                  </a:lnTo>
                  <a:lnTo>
                    <a:pt x="31" y="118"/>
                  </a:lnTo>
                  <a:lnTo>
                    <a:pt x="18" y="108"/>
                  </a:lnTo>
                  <a:lnTo>
                    <a:pt x="8" y="95"/>
                  </a:lnTo>
                  <a:lnTo>
                    <a:pt x="2" y="80"/>
                  </a:lnTo>
                  <a:lnTo>
                    <a:pt x="0" y="63"/>
                  </a:lnTo>
                  <a:lnTo>
                    <a:pt x="2" y="47"/>
                  </a:lnTo>
                  <a:lnTo>
                    <a:pt x="8" y="31"/>
                  </a:lnTo>
                  <a:lnTo>
                    <a:pt x="19" y="18"/>
                  </a:lnTo>
                  <a:lnTo>
                    <a:pt x="32" y="8"/>
                  </a:lnTo>
                  <a:lnTo>
                    <a:pt x="47"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10" name="Freeform 21">
              <a:extLst>
                <a:ext uri="{FF2B5EF4-FFF2-40B4-BE49-F238E27FC236}">
                  <a16:creationId xmlns:a16="http://schemas.microsoft.com/office/drawing/2014/main" id="{345AEB1E-94C9-4B85-B217-242D34212C71}"/>
                </a:ext>
              </a:extLst>
            </p:cNvPr>
            <p:cNvSpPr>
              <a:spLocks/>
            </p:cNvSpPr>
            <p:nvPr/>
          </p:nvSpPr>
          <p:spPr bwMode="auto">
            <a:xfrm>
              <a:off x="4776788" y="2449513"/>
              <a:ext cx="46038" cy="19050"/>
            </a:xfrm>
            <a:custGeom>
              <a:avLst/>
              <a:gdLst>
                <a:gd name="T0" fmla="*/ 64 w 321"/>
                <a:gd name="T1" fmla="*/ 0 h 128"/>
                <a:gd name="T2" fmla="*/ 257 w 321"/>
                <a:gd name="T3" fmla="*/ 0 h 128"/>
                <a:gd name="T4" fmla="*/ 273 w 321"/>
                <a:gd name="T5" fmla="*/ 4 h 128"/>
                <a:gd name="T6" fmla="*/ 289 w 321"/>
                <a:gd name="T7" fmla="*/ 10 h 128"/>
                <a:gd name="T8" fmla="*/ 302 w 321"/>
                <a:gd name="T9" fmla="*/ 19 h 128"/>
                <a:gd name="T10" fmla="*/ 312 w 321"/>
                <a:gd name="T11" fmla="*/ 33 h 128"/>
                <a:gd name="T12" fmla="*/ 318 w 321"/>
                <a:gd name="T13" fmla="*/ 47 h 128"/>
                <a:gd name="T14" fmla="*/ 321 w 321"/>
                <a:gd name="T15" fmla="*/ 65 h 128"/>
                <a:gd name="T16" fmla="*/ 318 w 321"/>
                <a:gd name="T17" fmla="*/ 82 h 128"/>
                <a:gd name="T18" fmla="*/ 312 w 321"/>
                <a:gd name="T19" fmla="*/ 96 h 128"/>
                <a:gd name="T20" fmla="*/ 302 w 321"/>
                <a:gd name="T21" fmla="*/ 110 h 128"/>
                <a:gd name="T22" fmla="*/ 289 w 321"/>
                <a:gd name="T23" fmla="*/ 119 h 128"/>
                <a:gd name="T24" fmla="*/ 273 w 321"/>
                <a:gd name="T25" fmla="*/ 126 h 128"/>
                <a:gd name="T26" fmla="*/ 257 w 321"/>
                <a:gd name="T27" fmla="*/ 128 h 128"/>
                <a:gd name="T28" fmla="*/ 64 w 321"/>
                <a:gd name="T29" fmla="*/ 128 h 128"/>
                <a:gd name="T30" fmla="*/ 47 w 321"/>
                <a:gd name="T31" fmla="*/ 126 h 128"/>
                <a:gd name="T32" fmla="*/ 32 w 321"/>
                <a:gd name="T33" fmla="*/ 119 h 128"/>
                <a:gd name="T34" fmla="*/ 19 w 321"/>
                <a:gd name="T35" fmla="*/ 110 h 128"/>
                <a:gd name="T36" fmla="*/ 9 w 321"/>
                <a:gd name="T37" fmla="*/ 96 h 128"/>
                <a:gd name="T38" fmla="*/ 2 w 321"/>
                <a:gd name="T39" fmla="*/ 82 h 128"/>
                <a:gd name="T40" fmla="*/ 0 w 321"/>
                <a:gd name="T41" fmla="*/ 65 h 128"/>
                <a:gd name="T42" fmla="*/ 2 w 321"/>
                <a:gd name="T43" fmla="*/ 47 h 128"/>
                <a:gd name="T44" fmla="*/ 9 w 321"/>
                <a:gd name="T45" fmla="*/ 33 h 128"/>
                <a:gd name="T46" fmla="*/ 19 w 321"/>
                <a:gd name="T47" fmla="*/ 19 h 128"/>
                <a:gd name="T48" fmla="*/ 32 w 321"/>
                <a:gd name="T49" fmla="*/ 10 h 128"/>
                <a:gd name="T50" fmla="*/ 47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3" y="4"/>
                  </a:lnTo>
                  <a:lnTo>
                    <a:pt x="289" y="10"/>
                  </a:lnTo>
                  <a:lnTo>
                    <a:pt x="302" y="19"/>
                  </a:lnTo>
                  <a:lnTo>
                    <a:pt x="312" y="33"/>
                  </a:lnTo>
                  <a:lnTo>
                    <a:pt x="318" y="47"/>
                  </a:lnTo>
                  <a:lnTo>
                    <a:pt x="321" y="65"/>
                  </a:lnTo>
                  <a:lnTo>
                    <a:pt x="318" y="82"/>
                  </a:lnTo>
                  <a:lnTo>
                    <a:pt x="312" y="96"/>
                  </a:lnTo>
                  <a:lnTo>
                    <a:pt x="302" y="110"/>
                  </a:lnTo>
                  <a:lnTo>
                    <a:pt x="289" y="119"/>
                  </a:lnTo>
                  <a:lnTo>
                    <a:pt x="273" y="126"/>
                  </a:lnTo>
                  <a:lnTo>
                    <a:pt x="257" y="128"/>
                  </a:lnTo>
                  <a:lnTo>
                    <a:pt x="64" y="128"/>
                  </a:lnTo>
                  <a:lnTo>
                    <a:pt x="47" y="126"/>
                  </a:lnTo>
                  <a:lnTo>
                    <a:pt x="32" y="119"/>
                  </a:lnTo>
                  <a:lnTo>
                    <a:pt x="19" y="110"/>
                  </a:lnTo>
                  <a:lnTo>
                    <a:pt x="9" y="96"/>
                  </a:lnTo>
                  <a:lnTo>
                    <a:pt x="2" y="82"/>
                  </a:lnTo>
                  <a:lnTo>
                    <a:pt x="0" y="65"/>
                  </a:lnTo>
                  <a:lnTo>
                    <a:pt x="2" y="47"/>
                  </a:lnTo>
                  <a:lnTo>
                    <a:pt x="9" y="33"/>
                  </a:lnTo>
                  <a:lnTo>
                    <a:pt x="19" y="19"/>
                  </a:lnTo>
                  <a:lnTo>
                    <a:pt x="32" y="10"/>
                  </a:lnTo>
                  <a:lnTo>
                    <a:pt x="47"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11" name="Freeform 22">
              <a:extLst>
                <a:ext uri="{FF2B5EF4-FFF2-40B4-BE49-F238E27FC236}">
                  <a16:creationId xmlns:a16="http://schemas.microsoft.com/office/drawing/2014/main" id="{950035E9-E85B-4CD8-B8D9-BEB14A3EB452}"/>
                </a:ext>
              </a:extLst>
            </p:cNvPr>
            <p:cNvSpPr>
              <a:spLocks/>
            </p:cNvSpPr>
            <p:nvPr/>
          </p:nvSpPr>
          <p:spPr bwMode="auto">
            <a:xfrm>
              <a:off x="4805363" y="2540000"/>
              <a:ext cx="41275" cy="31750"/>
            </a:xfrm>
            <a:custGeom>
              <a:avLst/>
              <a:gdLst>
                <a:gd name="T0" fmla="*/ 230 w 294"/>
                <a:gd name="T1" fmla="*/ 0 h 224"/>
                <a:gd name="T2" fmla="*/ 247 w 294"/>
                <a:gd name="T3" fmla="*/ 3 h 224"/>
                <a:gd name="T4" fmla="*/ 262 w 294"/>
                <a:gd name="T5" fmla="*/ 9 h 224"/>
                <a:gd name="T6" fmla="*/ 275 w 294"/>
                <a:gd name="T7" fmla="*/ 19 h 224"/>
                <a:gd name="T8" fmla="*/ 286 w 294"/>
                <a:gd name="T9" fmla="*/ 33 h 224"/>
                <a:gd name="T10" fmla="*/ 292 w 294"/>
                <a:gd name="T11" fmla="*/ 48 h 224"/>
                <a:gd name="T12" fmla="*/ 294 w 294"/>
                <a:gd name="T13" fmla="*/ 65 h 224"/>
                <a:gd name="T14" fmla="*/ 292 w 294"/>
                <a:gd name="T15" fmla="*/ 80 h 224"/>
                <a:gd name="T16" fmla="*/ 286 w 294"/>
                <a:gd name="T17" fmla="*/ 96 h 224"/>
                <a:gd name="T18" fmla="*/ 275 w 294"/>
                <a:gd name="T19" fmla="*/ 110 h 224"/>
                <a:gd name="T20" fmla="*/ 263 w 294"/>
                <a:gd name="T21" fmla="*/ 120 h 224"/>
                <a:gd name="T22" fmla="*/ 96 w 294"/>
                <a:gd name="T23" fmla="*/ 215 h 224"/>
                <a:gd name="T24" fmla="*/ 80 w 294"/>
                <a:gd name="T25" fmla="*/ 221 h 224"/>
                <a:gd name="T26" fmla="*/ 64 w 294"/>
                <a:gd name="T27" fmla="*/ 224 h 224"/>
                <a:gd name="T28" fmla="*/ 47 w 294"/>
                <a:gd name="T29" fmla="*/ 221 h 224"/>
                <a:gd name="T30" fmla="*/ 32 w 294"/>
                <a:gd name="T31" fmla="*/ 216 h 224"/>
                <a:gd name="T32" fmla="*/ 19 w 294"/>
                <a:gd name="T33" fmla="*/ 205 h 224"/>
                <a:gd name="T34" fmla="*/ 8 w 294"/>
                <a:gd name="T35" fmla="*/ 192 h 224"/>
                <a:gd name="T36" fmla="*/ 2 w 294"/>
                <a:gd name="T37" fmla="*/ 176 h 224"/>
                <a:gd name="T38" fmla="*/ 0 w 294"/>
                <a:gd name="T39" fmla="*/ 159 h 224"/>
                <a:gd name="T40" fmla="*/ 2 w 294"/>
                <a:gd name="T41" fmla="*/ 144 h 224"/>
                <a:gd name="T42" fmla="*/ 8 w 294"/>
                <a:gd name="T43" fmla="*/ 128 h 224"/>
                <a:gd name="T44" fmla="*/ 18 w 294"/>
                <a:gd name="T45" fmla="*/ 116 h 224"/>
                <a:gd name="T46" fmla="*/ 31 w 294"/>
                <a:gd name="T47" fmla="*/ 105 h 224"/>
                <a:gd name="T48" fmla="*/ 198 w 294"/>
                <a:gd name="T49" fmla="*/ 10 h 224"/>
                <a:gd name="T50" fmla="*/ 215 w 294"/>
                <a:gd name="T51" fmla="*/ 2 h 224"/>
                <a:gd name="T52" fmla="*/ 230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230" y="0"/>
                  </a:moveTo>
                  <a:lnTo>
                    <a:pt x="247" y="3"/>
                  </a:lnTo>
                  <a:lnTo>
                    <a:pt x="262" y="9"/>
                  </a:lnTo>
                  <a:lnTo>
                    <a:pt x="275" y="19"/>
                  </a:lnTo>
                  <a:lnTo>
                    <a:pt x="286" y="33"/>
                  </a:lnTo>
                  <a:lnTo>
                    <a:pt x="292" y="48"/>
                  </a:lnTo>
                  <a:lnTo>
                    <a:pt x="294" y="65"/>
                  </a:lnTo>
                  <a:lnTo>
                    <a:pt x="292" y="80"/>
                  </a:lnTo>
                  <a:lnTo>
                    <a:pt x="286" y="96"/>
                  </a:lnTo>
                  <a:lnTo>
                    <a:pt x="275" y="110"/>
                  </a:lnTo>
                  <a:lnTo>
                    <a:pt x="263" y="120"/>
                  </a:lnTo>
                  <a:lnTo>
                    <a:pt x="96" y="215"/>
                  </a:lnTo>
                  <a:lnTo>
                    <a:pt x="80" y="221"/>
                  </a:lnTo>
                  <a:lnTo>
                    <a:pt x="64" y="224"/>
                  </a:lnTo>
                  <a:lnTo>
                    <a:pt x="47" y="221"/>
                  </a:lnTo>
                  <a:lnTo>
                    <a:pt x="32" y="216"/>
                  </a:lnTo>
                  <a:lnTo>
                    <a:pt x="19" y="205"/>
                  </a:lnTo>
                  <a:lnTo>
                    <a:pt x="8" y="192"/>
                  </a:lnTo>
                  <a:lnTo>
                    <a:pt x="2" y="176"/>
                  </a:lnTo>
                  <a:lnTo>
                    <a:pt x="0" y="159"/>
                  </a:lnTo>
                  <a:lnTo>
                    <a:pt x="2" y="144"/>
                  </a:lnTo>
                  <a:lnTo>
                    <a:pt x="8" y="128"/>
                  </a:lnTo>
                  <a:lnTo>
                    <a:pt x="18" y="116"/>
                  </a:lnTo>
                  <a:lnTo>
                    <a:pt x="31" y="105"/>
                  </a:lnTo>
                  <a:lnTo>
                    <a:pt x="198" y="10"/>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12" name="Freeform 23">
              <a:extLst>
                <a:ext uri="{FF2B5EF4-FFF2-40B4-BE49-F238E27FC236}">
                  <a16:creationId xmlns:a16="http://schemas.microsoft.com/office/drawing/2014/main" id="{2CA7644F-30E0-4C0F-A66C-670DE4A108E7}"/>
                </a:ext>
              </a:extLst>
            </p:cNvPr>
            <p:cNvSpPr>
              <a:spLocks/>
            </p:cNvSpPr>
            <p:nvPr/>
          </p:nvSpPr>
          <p:spPr bwMode="auto">
            <a:xfrm>
              <a:off x="5141913" y="2540000"/>
              <a:ext cx="41275" cy="31750"/>
            </a:xfrm>
            <a:custGeom>
              <a:avLst/>
              <a:gdLst>
                <a:gd name="T0" fmla="*/ 64 w 294"/>
                <a:gd name="T1" fmla="*/ 0 h 224"/>
                <a:gd name="T2" fmla="*/ 80 w 294"/>
                <a:gd name="T3" fmla="*/ 2 h 224"/>
                <a:gd name="T4" fmla="*/ 96 w 294"/>
                <a:gd name="T5" fmla="*/ 10 h 224"/>
                <a:gd name="T6" fmla="*/ 263 w 294"/>
                <a:gd name="T7" fmla="*/ 105 h 224"/>
                <a:gd name="T8" fmla="*/ 276 w 294"/>
                <a:gd name="T9" fmla="*/ 116 h 224"/>
                <a:gd name="T10" fmla="*/ 286 w 294"/>
                <a:gd name="T11" fmla="*/ 128 h 224"/>
                <a:gd name="T12" fmla="*/ 292 w 294"/>
                <a:gd name="T13" fmla="*/ 144 h 224"/>
                <a:gd name="T14" fmla="*/ 294 w 294"/>
                <a:gd name="T15" fmla="*/ 159 h 224"/>
                <a:gd name="T16" fmla="*/ 292 w 294"/>
                <a:gd name="T17" fmla="*/ 176 h 224"/>
                <a:gd name="T18" fmla="*/ 286 w 294"/>
                <a:gd name="T19" fmla="*/ 192 h 224"/>
                <a:gd name="T20" fmla="*/ 275 w 294"/>
                <a:gd name="T21" fmla="*/ 205 h 224"/>
                <a:gd name="T22" fmla="*/ 262 w 294"/>
                <a:gd name="T23" fmla="*/ 216 h 224"/>
                <a:gd name="T24" fmla="*/ 247 w 294"/>
                <a:gd name="T25" fmla="*/ 221 h 224"/>
                <a:gd name="T26" fmla="*/ 230 w 294"/>
                <a:gd name="T27" fmla="*/ 224 h 224"/>
                <a:gd name="T28" fmla="*/ 214 w 294"/>
                <a:gd name="T29" fmla="*/ 221 h 224"/>
                <a:gd name="T30" fmla="*/ 198 w 294"/>
                <a:gd name="T31" fmla="*/ 215 h 224"/>
                <a:gd name="T32" fmla="*/ 31 w 294"/>
                <a:gd name="T33" fmla="*/ 120 h 224"/>
                <a:gd name="T34" fmla="*/ 19 w 294"/>
                <a:gd name="T35" fmla="*/ 110 h 224"/>
                <a:gd name="T36" fmla="*/ 8 w 294"/>
                <a:gd name="T37" fmla="*/ 96 h 224"/>
                <a:gd name="T38" fmla="*/ 2 w 294"/>
                <a:gd name="T39" fmla="*/ 80 h 224"/>
                <a:gd name="T40" fmla="*/ 0 w 294"/>
                <a:gd name="T41" fmla="*/ 65 h 224"/>
                <a:gd name="T42" fmla="*/ 2 w 294"/>
                <a:gd name="T43" fmla="*/ 48 h 224"/>
                <a:gd name="T44" fmla="*/ 8 w 294"/>
                <a:gd name="T45" fmla="*/ 33 h 224"/>
                <a:gd name="T46" fmla="*/ 19 w 294"/>
                <a:gd name="T47" fmla="*/ 19 h 224"/>
                <a:gd name="T48" fmla="*/ 32 w 294"/>
                <a:gd name="T49" fmla="*/ 9 h 224"/>
                <a:gd name="T50" fmla="*/ 47 w 294"/>
                <a:gd name="T51" fmla="*/ 3 h 224"/>
                <a:gd name="T52" fmla="*/ 64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64" y="0"/>
                  </a:moveTo>
                  <a:lnTo>
                    <a:pt x="80" y="2"/>
                  </a:lnTo>
                  <a:lnTo>
                    <a:pt x="96" y="10"/>
                  </a:lnTo>
                  <a:lnTo>
                    <a:pt x="263" y="105"/>
                  </a:lnTo>
                  <a:lnTo>
                    <a:pt x="276" y="116"/>
                  </a:lnTo>
                  <a:lnTo>
                    <a:pt x="286" y="128"/>
                  </a:lnTo>
                  <a:lnTo>
                    <a:pt x="292" y="144"/>
                  </a:lnTo>
                  <a:lnTo>
                    <a:pt x="294" y="159"/>
                  </a:lnTo>
                  <a:lnTo>
                    <a:pt x="292" y="176"/>
                  </a:lnTo>
                  <a:lnTo>
                    <a:pt x="286" y="192"/>
                  </a:lnTo>
                  <a:lnTo>
                    <a:pt x="275" y="205"/>
                  </a:lnTo>
                  <a:lnTo>
                    <a:pt x="262" y="216"/>
                  </a:lnTo>
                  <a:lnTo>
                    <a:pt x="247" y="221"/>
                  </a:lnTo>
                  <a:lnTo>
                    <a:pt x="230" y="224"/>
                  </a:lnTo>
                  <a:lnTo>
                    <a:pt x="214" y="221"/>
                  </a:lnTo>
                  <a:lnTo>
                    <a:pt x="198" y="215"/>
                  </a:lnTo>
                  <a:lnTo>
                    <a:pt x="31" y="120"/>
                  </a:lnTo>
                  <a:lnTo>
                    <a:pt x="19" y="110"/>
                  </a:lnTo>
                  <a:lnTo>
                    <a:pt x="8" y="96"/>
                  </a:lnTo>
                  <a:lnTo>
                    <a:pt x="2" y="80"/>
                  </a:lnTo>
                  <a:lnTo>
                    <a:pt x="0" y="65"/>
                  </a:lnTo>
                  <a:lnTo>
                    <a:pt x="2" y="48"/>
                  </a:lnTo>
                  <a:lnTo>
                    <a:pt x="8" y="33"/>
                  </a:lnTo>
                  <a:lnTo>
                    <a:pt x="19" y="19"/>
                  </a:lnTo>
                  <a:lnTo>
                    <a:pt x="32" y="9"/>
                  </a:lnTo>
                  <a:lnTo>
                    <a:pt x="47" y="3"/>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13" name="Freeform 24">
              <a:extLst>
                <a:ext uri="{FF2B5EF4-FFF2-40B4-BE49-F238E27FC236}">
                  <a16:creationId xmlns:a16="http://schemas.microsoft.com/office/drawing/2014/main" id="{87A782E5-617C-4D80-ACD9-E131396FB2A7}"/>
                </a:ext>
              </a:extLst>
            </p:cNvPr>
            <p:cNvSpPr>
              <a:spLocks/>
            </p:cNvSpPr>
            <p:nvPr/>
          </p:nvSpPr>
          <p:spPr bwMode="auto">
            <a:xfrm>
              <a:off x="5165726" y="2449513"/>
              <a:ext cx="46038" cy="19050"/>
            </a:xfrm>
            <a:custGeom>
              <a:avLst/>
              <a:gdLst>
                <a:gd name="T0" fmla="*/ 64 w 321"/>
                <a:gd name="T1" fmla="*/ 0 h 128"/>
                <a:gd name="T2" fmla="*/ 257 w 321"/>
                <a:gd name="T3" fmla="*/ 0 h 128"/>
                <a:gd name="T4" fmla="*/ 274 w 321"/>
                <a:gd name="T5" fmla="*/ 4 h 128"/>
                <a:gd name="T6" fmla="*/ 290 w 321"/>
                <a:gd name="T7" fmla="*/ 10 h 128"/>
                <a:gd name="T8" fmla="*/ 302 w 321"/>
                <a:gd name="T9" fmla="*/ 19 h 128"/>
                <a:gd name="T10" fmla="*/ 312 w 321"/>
                <a:gd name="T11" fmla="*/ 33 h 128"/>
                <a:gd name="T12" fmla="*/ 319 w 321"/>
                <a:gd name="T13" fmla="*/ 47 h 128"/>
                <a:gd name="T14" fmla="*/ 321 w 321"/>
                <a:gd name="T15" fmla="*/ 65 h 128"/>
                <a:gd name="T16" fmla="*/ 319 w 321"/>
                <a:gd name="T17" fmla="*/ 82 h 128"/>
                <a:gd name="T18" fmla="*/ 312 w 321"/>
                <a:gd name="T19" fmla="*/ 96 h 128"/>
                <a:gd name="T20" fmla="*/ 302 w 321"/>
                <a:gd name="T21" fmla="*/ 110 h 128"/>
                <a:gd name="T22" fmla="*/ 290 w 321"/>
                <a:gd name="T23" fmla="*/ 119 h 128"/>
                <a:gd name="T24" fmla="*/ 274 w 321"/>
                <a:gd name="T25" fmla="*/ 126 h 128"/>
                <a:gd name="T26" fmla="*/ 257 w 321"/>
                <a:gd name="T27" fmla="*/ 128 h 128"/>
                <a:gd name="T28" fmla="*/ 64 w 321"/>
                <a:gd name="T29" fmla="*/ 128 h 128"/>
                <a:gd name="T30" fmla="*/ 48 w 321"/>
                <a:gd name="T31" fmla="*/ 126 h 128"/>
                <a:gd name="T32" fmla="*/ 32 w 321"/>
                <a:gd name="T33" fmla="*/ 119 h 128"/>
                <a:gd name="T34" fmla="*/ 19 w 321"/>
                <a:gd name="T35" fmla="*/ 110 h 128"/>
                <a:gd name="T36" fmla="*/ 9 w 321"/>
                <a:gd name="T37" fmla="*/ 96 h 128"/>
                <a:gd name="T38" fmla="*/ 3 w 321"/>
                <a:gd name="T39" fmla="*/ 82 h 128"/>
                <a:gd name="T40" fmla="*/ 0 w 321"/>
                <a:gd name="T41" fmla="*/ 65 h 128"/>
                <a:gd name="T42" fmla="*/ 3 w 321"/>
                <a:gd name="T43" fmla="*/ 47 h 128"/>
                <a:gd name="T44" fmla="*/ 9 w 321"/>
                <a:gd name="T45" fmla="*/ 33 h 128"/>
                <a:gd name="T46" fmla="*/ 19 w 321"/>
                <a:gd name="T47" fmla="*/ 19 h 128"/>
                <a:gd name="T48" fmla="*/ 32 w 321"/>
                <a:gd name="T49" fmla="*/ 10 h 128"/>
                <a:gd name="T50" fmla="*/ 48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4" y="4"/>
                  </a:lnTo>
                  <a:lnTo>
                    <a:pt x="290" y="10"/>
                  </a:lnTo>
                  <a:lnTo>
                    <a:pt x="302" y="19"/>
                  </a:lnTo>
                  <a:lnTo>
                    <a:pt x="312" y="33"/>
                  </a:lnTo>
                  <a:lnTo>
                    <a:pt x="319" y="47"/>
                  </a:lnTo>
                  <a:lnTo>
                    <a:pt x="321" y="65"/>
                  </a:lnTo>
                  <a:lnTo>
                    <a:pt x="319" y="82"/>
                  </a:lnTo>
                  <a:lnTo>
                    <a:pt x="312" y="96"/>
                  </a:lnTo>
                  <a:lnTo>
                    <a:pt x="302" y="110"/>
                  </a:lnTo>
                  <a:lnTo>
                    <a:pt x="290" y="119"/>
                  </a:lnTo>
                  <a:lnTo>
                    <a:pt x="274" y="126"/>
                  </a:lnTo>
                  <a:lnTo>
                    <a:pt x="257" y="128"/>
                  </a:lnTo>
                  <a:lnTo>
                    <a:pt x="64" y="128"/>
                  </a:lnTo>
                  <a:lnTo>
                    <a:pt x="48" y="126"/>
                  </a:lnTo>
                  <a:lnTo>
                    <a:pt x="32" y="119"/>
                  </a:lnTo>
                  <a:lnTo>
                    <a:pt x="19" y="110"/>
                  </a:lnTo>
                  <a:lnTo>
                    <a:pt x="9" y="96"/>
                  </a:lnTo>
                  <a:lnTo>
                    <a:pt x="3" y="82"/>
                  </a:lnTo>
                  <a:lnTo>
                    <a:pt x="0" y="65"/>
                  </a:lnTo>
                  <a:lnTo>
                    <a:pt x="3" y="47"/>
                  </a:lnTo>
                  <a:lnTo>
                    <a:pt x="9" y="33"/>
                  </a:lnTo>
                  <a:lnTo>
                    <a:pt x="19" y="19"/>
                  </a:lnTo>
                  <a:lnTo>
                    <a:pt x="32" y="10"/>
                  </a:lnTo>
                  <a:lnTo>
                    <a:pt x="48"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14" name="Freeform 25">
              <a:extLst>
                <a:ext uri="{FF2B5EF4-FFF2-40B4-BE49-F238E27FC236}">
                  <a16:creationId xmlns:a16="http://schemas.microsoft.com/office/drawing/2014/main" id="{3281F0E6-378A-4B85-8A8F-B99B93DCB5C8}"/>
                </a:ext>
              </a:extLst>
            </p:cNvPr>
            <p:cNvSpPr>
              <a:spLocks/>
            </p:cNvSpPr>
            <p:nvPr/>
          </p:nvSpPr>
          <p:spPr bwMode="auto">
            <a:xfrm>
              <a:off x="5141913" y="2346325"/>
              <a:ext cx="41275" cy="33338"/>
            </a:xfrm>
            <a:custGeom>
              <a:avLst/>
              <a:gdLst>
                <a:gd name="T0" fmla="*/ 230 w 294"/>
                <a:gd name="T1" fmla="*/ 0 h 222"/>
                <a:gd name="T2" fmla="*/ 247 w 294"/>
                <a:gd name="T3" fmla="*/ 2 h 222"/>
                <a:gd name="T4" fmla="*/ 262 w 294"/>
                <a:gd name="T5" fmla="*/ 8 h 222"/>
                <a:gd name="T6" fmla="*/ 275 w 294"/>
                <a:gd name="T7" fmla="*/ 18 h 222"/>
                <a:gd name="T8" fmla="*/ 286 w 294"/>
                <a:gd name="T9" fmla="*/ 31 h 222"/>
                <a:gd name="T10" fmla="*/ 292 w 294"/>
                <a:gd name="T11" fmla="*/ 47 h 222"/>
                <a:gd name="T12" fmla="*/ 294 w 294"/>
                <a:gd name="T13" fmla="*/ 63 h 222"/>
                <a:gd name="T14" fmla="*/ 292 w 294"/>
                <a:gd name="T15" fmla="*/ 80 h 222"/>
                <a:gd name="T16" fmla="*/ 286 w 294"/>
                <a:gd name="T17" fmla="*/ 95 h 222"/>
                <a:gd name="T18" fmla="*/ 276 w 294"/>
                <a:gd name="T19" fmla="*/ 108 h 222"/>
                <a:gd name="T20" fmla="*/ 263 w 294"/>
                <a:gd name="T21" fmla="*/ 118 h 222"/>
                <a:gd name="T22" fmla="*/ 96 w 294"/>
                <a:gd name="T23" fmla="*/ 213 h 222"/>
                <a:gd name="T24" fmla="*/ 80 w 294"/>
                <a:gd name="T25" fmla="*/ 220 h 222"/>
                <a:gd name="T26" fmla="*/ 64 w 294"/>
                <a:gd name="T27" fmla="*/ 222 h 222"/>
                <a:gd name="T28" fmla="*/ 48 w 294"/>
                <a:gd name="T29" fmla="*/ 220 h 222"/>
                <a:gd name="T30" fmla="*/ 32 w 294"/>
                <a:gd name="T31" fmla="*/ 214 h 222"/>
                <a:gd name="T32" fmla="*/ 19 w 294"/>
                <a:gd name="T33" fmla="*/ 204 h 222"/>
                <a:gd name="T34" fmla="*/ 8 w 294"/>
                <a:gd name="T35" fmla="*/ 190 h 222"/>
                <a:gd name="T36" fmla="*/ 2 w 294"/>
                <a:gd name="T37" fmla="*/ 175 h 222"/>
                <a:gd name="T38" fmla="*/ 0 w 294"/>
                <a:gd name="T39" fmla="*/ 158 h 222"/>
                <a:gd name="T40" fmla="*/ 2 w 294"/>
                <a:gd name="T41" fmla="*/ 142 h 222"/>
                <a:gd name="T42" fmla="*/ 8 w 294"/>
                <a:gd name="T43" fmla="*/ 127 h 222"/>
                <a:gd name="T44" fmla="*/ 19 w 294"/>
                <a:gd name="T45" fmla="*/ 114 h 222"/>
                <a:gd name="T46" fmla="*/ 31 w 294"/>
                <a:gd name="T47" fmla="*/ 103 h 222"/>
                <a:gd name="T48" fmla="*/ 198 w 294"/>
                <a:gd name="T49" fmla="*/ 8 h 222"/>
                <a:gd name="T50" fmla="*/ 215 w 294"/>
                <a:gd name="T51" fmla="*/ 2 h 222"/>
                <a:gd name="T52" fmla="*/ 230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230" y="0"/>
                  </a:moveTo>
                  <a:lnTo>
                    <a:pt x="247" y="2"/>
                  </a:lnTo>
                  <a:lnTo>
                    <a:pt x="262" y="8"/>
                  </a:lnTo>
                  <a:lnTo>
                    <a:pt x="275" y="18"/>
                  </a:lnTo>
                  <a:lnTo>
                    <a:pt x="286" y="31"/>
                  </a:lnTo>
                  <a:lnTo>
                    <a:pt x="292" y="47"/>
                  </a:lnTo>
                  <a:lnTo>
                    <a:pt x="294" y="63"/>
                  </a:lnTo>
                  <a:lnTo>
                    <a:pt x="292" y="80"/>
                  </a:lnTo>
                  <a:lnTo>
                    <a:pt x="286" y="95"/>
                  </a:lnTo>
                  <a:lnTo>
                    <a:pt x="276" y="108"/>
                  </a:lnTo>
                  <a:lnTo>
                    <a:pt x="263" y="118"/>
                  </a:lnTo>
                  <a:lnTo>
                    <a:pt x="96" y="213"/>
                  </a:lnTo>
                  <a:lnTo>
                    <a:pt x="80" y="220"/>
                  </a:lnTo>
                  <a:lnTo>
                    <a:pt x="64" y="222"/>
                  </a:lnTo>
                  <a:lnTo>
                    <a:pt x="48" y="220"/>
                  </a:lnTo>
                  <a:lnTo>
                    <a:pt x="32" y="214"/>
                  </a:lnTo>
                  <a:lnTo>
                    <a:pt x="19" y="204"/>
                  </a:lnTo>
                  <a:lnTo>
                    <a:pt x="8" y="190"/>
                  </a:lnTo>
                  <a:lnTo>
                    <a:pt x="2" y="175"/>
                  </a:lnTo>
                  <a:lnTo>
                    <a:pt x="0" y="158"/>
                  </a:lnTo>
                  <a:lnTo>
                    <a:pt x="2" y="142"/>
                  </a:lnTo>
                  <a:lnTo>
                    <a:pt x="8" y="127"/>
                  </a:lnTo>
                  <a:lnTo>
                    <a:pt x="19" y="114"/>
                  </a:lnTo>
                  <a:lnTo>
                    <a:pt x="31" y="103"/>
                  </a:lnTo>
                  <a:lnTo>
                    <a:pt x="198" y="8"/>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15" name="Freeform 26">
              <a:extLst>
                <a:ext uri="{FF2B5EF4-FFF2-40B4-BE49-F238E27FC236}">
                  <a16:creationId xmlns:a16="http://schemas.microsoft.com/office/drawing/2014/main" id="{5F712C42-0F83-4860-A57C-CE172B21D7A9}"/>
                </a:ext>
              </a:extLst>
            </p:cNvPr>
            <p:cNvSpPr>
              <a:spLocks/>
            </p:cNvSpPr>
            <p:nvPr/>
          </p:nvSpPr>
          <p:spPr bwMode="auto">
            <a:xfrm>
              <a:off x="5075238" y="2271713"/>
              <a:ext cx="31750" cy="41275"/>
            </a:xfrm>
            <a:custGeom>
              <a:avLst/>
              <a:gdLst>
                <a:gd name="T0" fmla="*/ 159 w 224"/>
                <a:gd name="T1" fmla="*/ 0 h 292"/>
                <a:gd name="T2" fmla="*/ 176 w 224"/>
                <a:gd name="T3" fmla="*/ 2 h 292"/>
                <a:gd name="T4" fmla="*/ 192 w 224"/>
                <a:gd name="T5" fmla="*/ 9 h 292"/>
                <a:gd name="T6" fmla="*/ 205 w 224"/>
                <a:gd name="T7" fmla="*/ 19 h 292"/>
                <a:gd name="T8" fmla="*/ 216 w 224"/>
                <a:gd name="T9" fmla="*/ 32 h 292"/>
                <a:gd name="T10" fmla="*/ 222 w 224"/>
                <a:gd name="T11" fmla="*/ 48 h 292"/>
                <a:gd name="T12" fmla="*/ 224 w 224"/>
                <a:gd name="T13" fmla="*/ 63 h 292"/>
                <a:gd name="T14" fmla="*/ 222 w 224"/>
                <a:gd name="T15" fmla="*/ 80 h 292"/>
                <a:gd name="T16" fmla="*/ 216 w 224"/>
                <a:gd name="T17" fmla="*/ 95 h 292"/>
                <a:gd name="T18" fmla="*/ 119 w 224"/>
                <a:gd name="T19" fmla="*/ 261 h 292"/>
                <a:gd name="T20" fmla="*/ 109 w 224"/>
                <a:gd name="T21" fmla="*/ 274 h 292"/>
                <a:gd name="T22" fmla="*/ 95 w 224"/>
                <a:gd name="T23" fmla="*/ 285 h 292"/>
                <a:gd name="T24" fmla="*/ 81 w 224"/>
                <a:gd name="T25" fmla="*/ 290 h 292"/>
                <a:gd name="T26" fmla="*/ 64 w 224"/>
                <a:gd name="T27" fmla="*/ 292 h 292"/>
                <a:gd name="T28" fmla="*/ 48 w 224"/>
                <a:gd name="T29" fmla="*/ 290 h 292"/>
                <a:gd name="T30" fmla="*/ 32 w 224"/>
                <a:gd name="T31" fmla="*/ 284 h 292"/>
                <a:gd name="T32" fmla="*/ 18 w 224"/>
                <a:gd name="T33" fmla="*/ 273 h 292"/>
                <a:gd name="T34" fmla="*/ 8 w 224"/>
                <a:gd name="T35" fmla="*/ 261 h 292"/>
                <a:gd name="T36" fmla="*/ 2 w 224"/>
                <a:gd name="T37" fmla="*/ 245 h 292"/>
                <a:gd name="T38" fmla="*/ 0 w 224"/>
                <a:gd name="T39" fmla="*/ 230 h 292"/>
                <a:gd name="T40" fmla="*/ 2 w 224"/>
                <a:gd name="T41" fmla="*/ 213 h 292"/>
                <a:gd name="T42" fmla="*/ 8 w 224"/>
                <a:gd name="T43" fmla="*/ 197 h 292"/>
                <a:gd name="T44" fmla="*/ 105 w 224"/>
                <a:gd name="T45" fmla="*/ 32 h 292"/>
                <a:gd name="T46" fmla="*/ 115 w 224"/>
                <a:gd name="T47" fmla="*/ 18 h 292"/>
                <a:gd name="T48" fmla="*/ 129 w 224"/>
                <a:gd name="T49" fmla="*/ 8 h 292"/>
                <a:gd name="T50" fmla="*/ 144 w 224"/>
                <a:gd name="T51" fmla="*/ 2 h 292"/>
                <a:gd name="T52" fmla="*/ 159 w 224"/>
                <a:gd name="T53"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2">
                  <a:moveTo>
                    <a:pt x="159" y="0"/>
                  </a:moveTo>
                  <a:lnTo>
                    <a:pt x="176" y="2"/>
                  </a:lnTo>
                  <a:lnTo>
                    <a:pt x="192" y="9"/>
                  </a:lnTo>
                  <a:lnTo>
                    <a:pt x="205" y="19"/>
                  </a:lnTo>
                  <a:lnTo>
                    <a:pt x="216" y="32"/>
                  </a:lnTo>
                  <a:lnTo>
                    <a:pt x="222" y="48"/>
                  </a:lnTo>
                  <a:lnTo>
                    <a:pt x="224" y="63"/>
                  </a:lnTo>
                  <a:lnTo>
                    <a:pt x="222" y="80"/>
                  </a:lnTo>
                  <a:lnTo>
                    <a:pt x="216" y="95"/>
                  </a:lnTo>
                  <a:lnTo>
                    <a:pt x="119" y="261"/>
                  </a:lnTo>
                  <a:lnTo>
                    <a:pt x="109" y="274"/>
                  </a:lnTo>
                  <a:lnTo>
                    <a:pt x="95" y="285"/>
                  </a:lnTo>
                  <a:lnTo>
                    <a:pt x="81" y="290"/>
                  </a:lnTo>
                  <a:lnTo>
                    <a:pt x="64" y="292"/>
                  </a:lnTo>
                  <a:lnTo>
                    <a:pt x="48" y="290"/>
                  </a:lnTo>
                  <a:lnTo>
                    <a:pt x="32" y="284"/>
                  </a:lnTo>
                  <a:lnTo>
                    <a:pt x="18" y="273"/>
                  </a:lnTo>
                  <a:lnTo>
                    <a:pt x="8" y="261"/>
                  </a:lnTo>
                  <a:lnTo>
                    <a:pt x="2" y="245"/>
                  </a:lnTo>
                  <a:lnTo>
                    <a:pt x="0" y="230"/>
                  </a:lnTo>
                  <a:lnTo>
                    <a:pt x="2" y="213"/>
                  </a:lnTo>
                  <a:lnTo>
                    <a:pt x="8" y="197"/>
                  </a:lnTo>
                  <a:lnTo>
                    <a:pt x="105" y="32"/>
                  </a:lnTo>
                  <a:lnTo>
                    <a:pt x="115" y="18"/>
                  </a:lnTo>
                  <a:lnTo>
                    <a:pt x="129" y="8"/>
                  </a:lnTo>
                  <a:lnTo>
                    <a:pt x="144" y="2"/>
                  </a:lnTo>
                  <a:lnTo>
                    <a:pt x="1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16" name="Freeform 27">
              <a:extLst>
                <a:ext uri="{FF2B5EF4-FFF2-40B4-BE49-F238E27FC236}">
                  <a16:creationId xmlns:a16="http://schemas.microsoft.com/office/drawing/2014/main" id="{7147B232-B088-456E-947F-FED664676F29}"/>
                </a:ext>
              </a:extLst>
            </p:cNvPr>
            <p:cNvSpPr>
              <a:spLocks/>
            </p:cNvSpPr>
            <p:nvPr/>
          </p:nvSpPr>
          <p:spPr bwMode="auto">
            <a:xfrm>
              <a:off x="4972051" y="2382838"/>
              <a:ext cx="44450" cy="142875"/>
            </a:xfrm>
            <a:custGeom>
              <a:avLst/>
              <a:gdLst>
                <a:gd name="T0" fmla="*/ 154 w 308"/>
                <a:gd name="T1" fmla="*/ 0 h 991"/>
                <a:gd name="T2" fmla="*/ 186 w 308"/>
                <a:gd name="T3" fmla="*/ 2 h 991"/>
                <a:gd name="T4" fmla="*/ 213 w 308"/>
                <a:gd name="T5" fmla="*/ 8 h 991"/>
                <a:gd name="T6" fmla="*/ 238 w 308"/>
                <a:gd name="T7" fmla="*/ 17 h 991"/>
                <a:gd name="T8" fmla="*/ 259 w 308"/>
                <a:gd name="T9" fmla="*/ 30 h 991"/>
                <a:gd name="T10" fmla="*/ 277 w 308"/>
                <a:gd name="T11" fmla="*/ 47 h 991"/>
                <a:gd name="T12" fmla="*/ 291 w 308"/>
                <a:gd name="T13" fmla="*/ 67 h 991"/>
                <a:gd name="T14" fmla="*/ 301 w 308"/>
                <a:gd name="T15" fmla="*/ 91 h 991"/>
                <a:gd name="T16" fmla="*/ 306 w 308"/>
                <a:gd name="T17" fmla="*/ 119 h 991"/>
                <a:gd name="T18" fmla="*/ 308 w 308"/>
                <a:gd name="T19" fmla="*/ 150 h 991"/>
                <a:gd name="T20" fmla="*/ 308 w 308"/>
                <a:gd name="T21" fmla="*/ 375 h 991"/>
                <a:gd name="T22" fmla="*/ 307 w 308"/>
                <a:gd name="T23" fmla="*/ 405 h 991"/>
                <a:gd name="T24" fmla="*/ 304 w 308"/>
                <a:gd name="T25" fmla="*/ 435 h 991"/>
                <a:gd name="T26" fmla="*/ 301 w 308"/>
                <a:gd name="T27" fmla="*/ 466 h 991"/>
                <a:gd name="T28" fmla="*/ 240 w 308"/>
                <a:gd name="T29" fmla="*/ 920 h 991"/>
                <a:gd name="T30" fmla="*/ 236 w 308"/>
                <a:gd name="T31" fmla="*/ 942 h 991"/>
                <a:gd name="T32" fmla="*/ 229 w 308"/>
                <a:gd name="T33" fmla="*/ 959 h 991"/>
                <a:gd name="T34" fmla="*/ 219 w 308"/>
                <a:gd name="T35" fmla="*/ 972 h 991"/>
                <a:gd name="T36" fmla="*/ 207 w 308"/>
                <a:gd name="T37" fmla="*/ 981 h 991"/>
                <a:gd name="T38" fmla="*/ 192 w 308"/>
                <a:gd name="T39" fmla="*/ 987 h 991"/>
                <a:gd name="T40" fmla="*/ 174 w 308"/>
                <a:gd name="T41" fmla="*/ 990 h 991"/>
                <a:gd name="T42" fmla="*/ 154 w 308"/>
                <a:gd name="T43" fmla="*/ 991 h 991"/>
                <a:gd name="T44" fmla="*/ 135 w 308"/>
                <a:gd name="T45" fmla="*/ 990 h 991"/>
                <a:gd name="T46" fmla="*/ 117 w 308"/>
                <a:gd name="T47" fmla="*/ 987 h 991"/>
                <a:gd name="T48" fmla="*/ 102 w 308"/>
                <a:gd name="T49" fmla="*/ 981 h 991"/>
                <a:gd name="T50" fmla="*/ 90 w 308"/>
                <a:gd name="T51" fmla="*/ 972 h 991"/>
                <a:gd name="T52" fmla="*/ 80 w 308"/>
                <a:gd name="T53" fmla="*/ 959 h 991"/>
                <a:gd name="T54" fmla="*/ 73 w 308"/>
                <a:gd name="T55" fmla="*/ 942 h 991"/>
                <a:gd name="T56" fmla="*/ 69 w 308"/>
                <a:gd name="T57" fmla="*/ 920 h 991"/>
                <a:gd name="T58" fmla="*/ 8 w 308"/>
                <a:gd name="T59" fmla="*/ 466 h 991"/>
                <a:gd name="T60" fmla="*/ 5 w 308"/>
                <a:gd name="T61" fmla="*/ 435 h 991"/>
                <a:gd name="T62" fmla="*/ 2 w 308"/>
                <a:gd name="T63" fmla="*/ 405 h 991"/>
                <a:gd name="T64" fmla="*/ 0 w 308"/>
                <a:gd name="T65" fmla="*/ 375 h 991"/>
                <a:gd name="T66" fmla="*/ 0 w 308"/>
                <a:gd name="T67" fmla="*/ 150 h 991"/>
                <a:gd name="T68" fmla="*/ 3 w 308"/>
                <a:gd name="T69" fmla="*/ 119 h 991"/>
                <a:gd name="T70" fmla="*/ 8 w 308"/>
                <a:gd name="T71" fmla="*/ 91 h 991"/>
                <a:gd name="T72" fmla="*/ 18 w 308"/>
                <a:gd name="T73" fmla="*/ 67 h 991"/>
                <a:gd name="T74" fmla="*/ 32 w 308"/>
                <a:gd name="T75" fmla="*/ 47 h 991"/>
                <a:gd name="T76" fmla="*/ 50 w 308"/>
                <a:gd name="T77" fmla="*/ 30 h 991"/>
                <a:gd name="T78" fmla="*/ 71 w 308"/>
                <a:gd name="T79" fmla="*/ 17 h 991"/>
                <a:gd name="T80" fmla="*/ 96 w 308"/>
                <a:gd name="T81" fmla="*/ 8 h 991"/>
                <a:gd name="T82" fmla="*/ 123 w 308"/>
                <a:gd name="T83" fmla="*/ 2 h 991"/>
                <a:gd name="T84" fmla="*/ 154 w 308"/>
                <a:gd name="T85" fmla="*/ 0 h 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8" h="991">
                  <a:moveTo>
                    <a:pt x="154" y="0"/>
                  </a:moveTo>
                  <a:lnTo>
                    <a:pt x="186" y="2"/>
                  </a:lnTo>
                  <a:lnTo>
                    <a:pt x="213" y="8"/>
                  </a:lnTo>
                  <a:lnTo>
                    <a:pt x="238" y="17"/>
                  </a:lnTo>
                  <a:lnTo>
                    <a:pt x="259" y="30"/>
                  </a:lnTo>
                  <a:lnTo>
                    <a:pt x="277" y="47"/>
                  </a:lnTo>
                  <a:lnTo>
                    <a:pt x="291" y="67"/>
                  </a:lnTo>
                  <a:lnTo>
                    <a:pt x="301" y="91"/>
                  </a:lnTo>
                  <a:lnTo>
                    <a:pt x="306" y="119"/>
                  </a:lnTo>
                  <a:lnTo>
                    <a:pt x="308" y="150"/>
                  </a:lnTo>
                  <a:lnTo>
                    <a:pt x="308" y="375"/>
                  </a:lnTo>
                  <a:lnTo>
                    <a:pt x="307" y="405"/>
                  </a:lnTo>
                  <a:lnTo>
                    <a:pt x="304" y="435"/>
                  </a:lnTo>
                  <a:lnTo>
                    <a:pt x="301" y="466"/>
                  </a:lnTo>
                  <a:lnTo>
                    <a:pt x="240" y="920"/>
                  </a:lnTo>
                  <a:lnTo>
                    <a:pt x="236" y="942"/>
                  </a:lnTo>
                  <a:lnTo>
                    <a:pt x="229" y="959"/>
                  </a:lnTo>
                  <a:lnTo>
                    <a:pt x="219" y="972"/>
                  </a:lnTo>
                  <a:lnTo>
                    <a:pt x="207" y="981"/>
                  </a:lnTo>
                  <a:lnTo>
                    <a:pt x="192" y="987"/>
                  </a:lnTo>
                  <a:lnTo>
                    <a:pt x="174" y="990"/>
                  </a:lnTo>
                  <a:lnTo>
                    <a:pt x="154" y="991"/>
                  </a:lnTo>
                  <a:lnTo>
                    <a:pt x="135" y="990"/>
                  </a:lnTo>
                  <a:lnTo>
                    <a:pt x="117" y="987"/>
                  </a:lnTo>
                  <a:lnTo>
                    <a:pt x="102" y="981"/>
                  </a:lnTo>
                  <a:lnTo>
                    <a:pt x="90" y="972"/>
                  </a:lnTo>
                  <a:lnTo>
                    <a:pt x="80" y="959"/>
                  </a:lnTo>
                  <a:lnTo>
                    <a:pt x="73" y="942"/>
                  </a:lnTo>
                  <a:lnTo>
                    <a:pt x="69" y="920"/>
                  </a:lnTo>
                  <a:lnTo>
                    <a:pt x="8" y="466"/>
                  </a:lnTo>
                  <a:lnTo>
                    <a:pt x="5" y="435"/>
                  </a:lnTo>
                  <a:lnTo>
                    <a:pt x="2" y="405"/>
                  </a:lnTo>
                  <a:lnTo>
                    <a:pt x="0" y="375"/>
                  </a:lnTo>
                  <a:lnTo>
                    <a:pt x="0" y="150"/>
                  </a:lnTo>
                  <a:lnTo>
                    <a:pt x="3" y="119"/>
                  </a:lnTo>
                  <a:lnTo>
                    <a:pt x="8" y="91"/>
                  </a:lnTo>
                  <a:lnTo>
                    <a:pt x="18" y="67"/>
                  </a:lnTo>
                  <a:lnTo>
                    <a:pt x="32" y="47"/>
                  </a:lnTo>
                  <a:lnTo>
                    <a:pt x="50" y="30"/>
                  </a:lnTo>
                  <a:lnTo>
                    <a:pt x="71" y="17"/>
                  </a:lnTo>
                  <a:lnTo>
                    <a:pt x="96" y="8"/>
                  </a:lnTo>
                  <a:lnTo>
                    <a:pt x="123" y="2"/>
                  </a:lnTo>
                  <a:lnTo>
                    <a:pt x="1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17" name="Freeform 28">
              <a:extLst>
                <a:ext uri="{FF2B5EF4-FFF2-40B4-BE49-F238E27FC236}">
                  <a16:creationId xmlns:a16="http://schemas.microsoft.com/office/drawing/2014/main" id="{123D24E7-761E-4C6E-A0FB-47A607AD3043}"/>
                </a:ext>
              </a:extLst>
            </p:cNvPr>
            <p:cNvSpPr>
              <a:spLocks/>
            </p:cNvSpPr>
            <p:nvPr/>
          </p:nvSpPr>
          <p:spPr bwMode="auto">
            <a:xfrm>
              <a:off x="4970463" y="2543175"/>
              <a:ext cx="47625" cy="46038"/>
            </a:xfrm>
            <a:custGeom>
              <a:avLst/>
              <a:gdLst>
                <a:gd name="T0" fmla="*/ 160 w 321"/>
                <a:gd name="T1" fmla="*/ 0 h 319"/>
                <a:gd name="T2" fmla="*/ 193 w 321"/>
                <a:gd name="T3" fmla="*/ 4 h 319"/>
                <a:gd name="T4" fmla="*/ 222 w 321"/>
                <a:gd name="T5" fmla="*/ 14 h 319"/>
                <a:gd name="T6" fmla="*/ 250 w 321"/>
                <a:gd name="T7" fmla="*/ 28 h 319"/>
                <a:gd name="T8" fmla="*/ 274 w 321"/>
                <a:gd name="T9" fmla="*/ 47 h 319"/>
                <a:gd name="T10" fmla="*/ 294 w 321"/>
                <a:gd name="T11" fmla="*/ 71 h 319"/>
                <a:gd name="T12" fmla="*/ 308 w 321"/>
                <a:gd name="T13" fmla="*/ 98 h 319"/>
                <a:gd name="T14" fmla="*/ 318 w 321"/>
                <a:gd name="T15" fmla="*/ 128 h 319"/>
                <a:gd name="T16" fmla="*/ 321 w 321"/>
                <a:gd name="T17" fmla="*/ 159 h 319"/>
                <a:gd name="T18" fmla="*/ 318 w 321"/>
                <a:gd name="T19" fmla="*/ 192 h 319"/>
                <a:gd name="T20" fmla="*/ 308 w 321"/>
                <a:gd name="T21" fmla="*/ 222 h 319"/>
                <a:gd name="T22" fmla="*/ 294 w 321"/>
                <a:gd name="T23" fmla="*/ 249 h 319"/>
                <a:gd name="T24" fmla="*/ 274 w 321"/>
                <a:gd name="T25" fmla="*/ 272 h 319"/>
                <a:gd name="T26" fmla="*/ 250 w 321"/>
                <a:gd name="T27" fmla="*/ 291 h 319"/>
                <a:gd name="T28" fmla="*/ 222 w 321"/>
                <a:gd name="T29" fmla="*/ 306 h 319"/>
                <a:gd name="T30" fmla="*/ 193 w 321"/>
                <a:gd name="T31" fmla="*/ 315 h 319"/>
                <a:gd name="T32" fmla="*/ 160 w 321"/>
                <a:gd name="T33" fmla="*/ 319 h 319"/>
                <a:gd name="T34" fmla="*/ 128 w 321"/>
                <a:gd name="T35" fmla="*/ 315 h 319"/>
                <a:gd name="T36" fmla="*/ 99 w 321"/>
                <a:gd name="T37" fmla="*/ 306 h 319"/>
                <a:gd name="T38" fmla="*/ 71 w 321"/>
                <a:gd name="T39" fmla="*/ 291 h 319"/>
                <a:gd name="T40" fmla="*/ 47 w 321"/>
                <a:gd name="T41" fmla="*/ 272 h 319"/>
                <a:gd name="T42" fmla="*/ 27 w 321"/>
                <a:gd name="T43" fmla="*/ 249 h 319"/>
                <a:gd name="T44" fmla="*/ 13 w 321"/>
                <a:gd name="T45" fmla="*/ 222 h 319"/>
                <a:gd name="T46" fmla="*/ 3 w 321"/>
                <a:gd name="T47" fmla="*/ 192 h 319"/>
                <a:gd name="T48" fmla="*/ 0 w 321"/>
                <a:gd name="T49" fmla="*/ 159 h 319"/>
                <a:gd name="T50" fmla="*/ 3 w 321"/>
                <a:gd name="T51" fmla="*/ 128 h 319"/>
                <a:gd name="T52" fmla="*/ 13 w 321"/>
                <a:gd name="T53" fmla="*/ 98 h 319"/>
                <a:gd name="T54" fmla="*/ 27 w 321"/>
                <a:gd name="T55" fmla="*/ 71 h 319"/>
                <a:gd name="T56" fmla="*/ 47 w 321"/>
                <a:gd name="T57" fmla="*/ 47 h 319"/>
                <a:gd name="T58" fmla="*/ 71 w 321"/>
                <a:gd name="T59" fmla="*/ 28 h 319"/>
                <a:gd name="T60" fmla="*/ 99 w 321"/>
                <a:gd name="T61" fmla="*/ 14 h 319"/>
                <a:gd name="T62" fmla="*/ 128 w 321"/>
                <a:gd name="T63" fmla="*/ 4 h 319"/>
                <a:gd name="T64" fmla="*/ 160 w 321"/>
                <a:gd name="T6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1" h="319">
                  <a:moveTo>
                    <a:pt x="160" y="0"/>
                  </a:moveTo>
                  <a:lnTo>
                    <a:pt x="193" y="4"/>
                  </a:lnTo>
                  <a:lnTo>
                    <a:pt x="222" y="14"/>
                  </a:lnTo>
                  <a:lnTo>
                    <a:pt x="250" y="28"/>
                  </a:lnTo>
                  <a:lnTo>
                    <a:pt x="274" y="47"/>
                  </a:lnTo>
                  <a:lnTo>
                    <a:pt x="294" y="71"/>
                  </a:lnTo>
                  <a:lnTo>
                    <a:pt x="308" y="98"/>
                  </a:lnTo>
                  <a:lnTo>
                    <a:pt x="318" y="128"/>
                  </a:lnTo>
                  <a:lnTo>
                    <a:pt x="321" y="159"/>
                  </a:lnTo>
                  <a:lnTo>
                    <a:pt x="318" y="192"/>
                  </a:lnTo>
                  <a:lnTo>
                    <a:pt x="308" y="222"/>
                  </a:lnTo>
                  <a:lnTo>
                    <a:pt x="294" y="249"/>
                  </a:lnTo>
                  <a:lnTo>
                    <a:pt x="274" y="272"/>
                  </a:lnTo>
                  <a:lnTo>
                    <a:pt x="250" y="291"/>
                  </a:lnTo>
                  <a:lnTo>
                    <a:pt x="222" y="306"/>
                  </a:lnTo>
                  <a:lnTo>
                    <a:pt x="193" y="315"/>
                  </a:lnTo>
                  <a:lnTo>
                    <a:pt x="160" y="319"/>
                  </a:lnTo>
                  <a:lnTo>
                    <a:pt x="128" y="315"/>
                  </a:lnTo>
                  <a:lnTo>
                    <a:pt x="99" y="306"/>
                  </a:lnTo>
                  <a:lnTo>
                    <a:pt x="71" y="291"/>
                  </a:lnTo>
                  <a:lnTo>
                    <a:pt x="47" y="272"/>
                  </a:lnTo>
                  <a:lnTo>
                    <a:pt x="27" y="249"/>
                  </a:lnTo>
                  <a:lnTo>
                    <a:pt x="13" y="222"/>
                  </a:lnTo>
                  <a:lnTo>
                    <a:pt x="3" y="192"/>
                  </a:lnTo>
                  <a:lnTo>
                    <a:pt x="0" y="159"/>
                  </a:lnTo>
                  <a:lnTo>
                    <a:pt x="3" y="128"/>
                  </a:lnTo>
                  <a:lnTo>
                    <a:pt x="13" y="98"/>
                  </a:lnTo>
                  <a:lnTo>
                    <a:pt x="27" y="71"/>
                  </a:lnTo>
                  <a:lnTo>
                    <a:pt x="47" y="47"/>
                  </a:lnTo>
                  <a:lnTo>
                    <a:pt x="71" y="28"/>
                  </a:lnTo>
                  <a:lnTo>
                    <a:pt x="99" y="14"/>
                  </a:lnTo>
                  <a:lnTo>
                    <a:pt x="128" y="4"/>
                  </a:lnTo>
                  <a:lnTo>
                    <a:pt x="16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sp>
        <p:nvSpPr>
          <p:cNvPr id="90" name="TextBox 89">
            <a:extLst>
              <a:ext uri="{FF2B5EF4-FFF2-40B4-BE49-F238E27FC236}">
                <a16:creationId xmlns:a16="http://schemas.microsoft.com/office/drawing/2014/main" id="{08B7399C-5F01-4662-B15E-44C17DCBF218}"/>
              </a:ext>
            </a:extLst>
          </p:cNvPr>
          <p:cNvSpPr txBox="1"/>
          <p:nvPr/>
        </p:nvSpPr>
        <p:spPr>
          <a:xfrm>
            <a:off x="7475841" y="2766869"/>
            <a:ext cx="3923355" cy="830997"/>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600" b="1" dirty="0">
                <a:solidFill>
                  <a:schemeClr val="bg1"/>
                </a:solidFill>
                <a:latin typeface="Arial" panose="020B0604020202020204" pitchFamily="34" charset="0"/>
                <a:cs typeface="Arial" panose="020B0604020202020204" pitchFamily="34" charset="0"/>
              </a:rPr>
              <a:t>The ratio of true positive results to the total predicted positives (true positives + false positives).</a:t>
            </a:r>
          </a:p>
        </p:txBody>
      </p:sp>
      <p:sp>
        <p:nvSpPr>
          <p:cNvPr id="89" name="TextBox 88">
            <a:extLst>
              <a:ext uri="{FF2B5EF4-FFF2-40B4-BE49-F238E27FC236}">
                <a16:creationId xmlns:a16="http://schemas.microsoft.com/office/drawing/2014/main" id="{A5B9FB65-2282-46D0-A4FE-9DBCE9DA643D}"/>
              </a:ext>
            </a:extLst>
          </p:cNvPr>
          <p:cNvSpPr txBox="1"/>
          <p:nvPr/>
        </p:nvSpPr>
        <p:spPr>
          <a:xfrm rot="16200000" flipH="1">
            <a:off x="565528" y="4257154"/>
            <a:ext cx="1875361" cy="307777"/>
          </a:xfrm>
          <a:prstGeom prst="rect">
            <a:avLst/>
          </a:prstGeom>
          <a:noFill/>
        </p:spPr>
        <p:txBody>
          <a:bodyPr wrap="square" rtlCol="0">
            <a:spAutoFit/>
          </a:bodyPr>
          <a:lstStyle/>
          <a:p>
            <a:pPr algn="r"/>
            <a:r>
              <a:rPr lang="en-US" sz="1400" b="1" dirty="0">
                <a:solidFill>
                  <a:schemeClr val="tx1">
                    <a:lumMod val="95000"/>
                    <a:lumOff val="5000"/>
                  </a:schemeClr>
                </a:solidFill>
                <a:latin typeface="Arial" panose="020B0604020202020204" pitchFamily="34" charset="0"/>
                <a:ea typeface="Calibri Light" charset="0"/>
                <a:cs typeface="Arial" panose="020B0604020202020204" pitchFamily="34" charset="0"/>
              </a:rPr>
              <a:t>Accuracy</a:t>
            </a:r>
          </a:p>
        </p:txBody>
      </p:sp>
      <p:sp>
        <p:nvSpPr>
          <p:cNvPr id="91" name="TextBox 90">
            <a:extLst>
              <a:ext uri="{FF2B5EF4-FFF2-40B4-BE49-F238E27FC236}">
                <a16:creationId xmlns:a16="http://schemas.microsoft.com/office/drawing/2014/main" id="{1E8FC540-611A-49BB-86FA-72EDA1194539}"/>
              </a:ext>
            </a:extLst>
          </p:cNvPr>
          <p:cNvSpPr txBox="1"/>
          <p:nvPr/>
        </p:nvSpPr>
        <p:spPr>
          <a:xfrm rot="16200000" flipH="1">
            <a:off x="1404925" y="4135788"/>
            <a:ext cx="1632631" cy="307777"/>
          </a:xfrm>
          <a:prstGeom prst="rect">
            <a:avLst/>
          </a:prstGeom>
          <a:noFill/>
        </p:spPr>
        <p:txBody>
          <a:bodyPr wrap="square" rtlCol="0">
            <a:spAutoFit/>
          </a:bodyPr>
          <a:lstStyle/>
          <a:p>
            <a:pPr algn="r"/>
            <a:r>
              <a:rPr lang="en-US" sz="1400" b="1" dirty="0">
                <a:solidFill>
                  <a:schemeClr val="bg1"/>
                </a:solidFill>
                <a:latin typeface="Arial" panose="020B0604020202020204" pitchFamily="34" charset="0"/>
                <a:cs typeface="Arial" panose="020B0604020202020204" pitchFamily="34" charset="0"/>
              </a:rPr>
              <a:t>Precision</a:t>
            </a:r>
          </a:p>
        </p:txBody>
      </p:sp>
      <p:sp>
        <p:nvSpPr>
          <p:cNvPr id="92" name="TextBox 91">
            <a:extLst>
              <a:ext uri="{FF2B5EF4-FFF2-40B4-BE49-F238E27FC236}">
                <a16:creationId xmlns:a16="http://schemas.microsoft.com/office/drawing/2014/main" id="{36756089-7E55-4BE9-9E4F-BEE25EDBA11B}"/>
              </a:ext>
            </a:extLst>
          </p:cNvPr>
          <p:cNvSpPr txBox="1"/>
          <p:nvPr/>
        </p:nvSpPr>
        <p:spPr>
          <a:xfrm rot="16200000" flipH="1">
            <a:off x="2115163" y="4028067"/>
            <a:ext cx="1632631" cy="523220"/>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Recall (Sensitivity)</a:t>
            </a:r>
          </a:p>
        </p:txBody>
      </p:sp>
      <p:sp>
        <p:nvSpPr>
          <p:cNvPr id="98" name="TextBox 97">
            <a:extLst>
              <a:ext uri="{FF2B5EF4-FFF2-40B4-BE49-F238E27FC236}">
                <a16:creationId xmlns:a16="http://schemas.microsoft.com/office/drawing/2014/main" id="{A6621080-24EE-4126-933A-C42BD6DA3797}"/>
              </a:ext>
            </a:extLst>
          </p:cNvPr>
          <p:cNvSpPr txBox="1"/>
          <p:nvPr/>
        </p:nvSpPr>
        <p:spPr>
          <a:xfrm rot="16200000" flipH="1">
            <a:off x="2828333" y="4135788"/>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F1 Score</a:t>
            </a:r>
          </a:p>
        </p:txBody>
      </p:sp>
      <p:sp>
        <p:nvSpPr>
          <p:cNvPr id="99" name="TextBox 98">
            <a:extLst>
              <a:ext uri="{FF2B5EF4-FFF2-40B4-BE49-F238E27FC236}">
                <a16:creationId xmlns:a16="http://schemas.microsoft.com/office/drawing/2014/main" id="{27730BBD-1C60-4293-BDA9-6C350ADDFAAF}"/>
              </a:ext>
            </a:extLst>
          </p:cNvPr>
          <p:cNvSpPr txBox="1"/>
          <p:nvPr/>
        </p:nvSpPr>
        <p:spPr>
          <a:xfrm rot="16200000" flipH="1">
            <a:off x="4260453" y="4135787"/>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Confusion Matrix</a:t>
            </a:r>
          </a:p>
        </p:txBody>
      </p:sp>
      <p:sp>
        <p:nvSpPr>
          <p:cNvPr id="100" name="TextBox 99">
            <a:extLst>
              <a:ext uri="{FF2B5EF4-FFF2-40B4-BE49-F238E27FC236}">
                <a16:creationId xmlns:a16="http://schemas.microsoft.com/office/drawing/2014/main" id="{79D3E382-F6BA-4325-97A9-D34714182105}"/>
              </a:ext>
            </a:extLst>
          </p:cNvPr>
          <p:cNvSpPr txBox="1"/>
          <p:nvPr/>
        </p:nvSpPr>
        <p:spPr>
          <a:xfrm rot="16200000" flipH="1">
            <a:off x="3705748" y="3961977"/>
            <a:ext cx="1237663"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ROC-AUC</a:t>
            </a:r>
          </a:p>
        </p:txBody>
      </p:sp>
      <p:pic>
        <p:nvPicPr>
          <p:cNvPr id="86" name="Picture 85">
            <a:extLst>
              <a:ext uri="{FF2B5EF4-FFF2-40B4-BE49-F238E27FC236}">
                <a16:creationId xmlns:a16="http://schemas.microsoft.com/office/drawing/2014/main" id="{991BF3B0-92AA-4E39-9E91-96D77342B84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24655"/>
            <a:ext cx="1606471" cy="1606471"/>
          </a:xfrm>
          <a:prstGeom prst="rect">
            <a:avLst/>
          </a:prstGeom>
        </p:spPr>
      </p:pic>
    </p:spTree>
    <p:extLst>
      <p:ext uri="{BB962C8B-B14F-4D97-AF65-F5344CB8AC3E}">
        <p14:creationId xmlns:p14="http://schemas.microsoft.com/office/powerpoint/2010/main" val="701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8" name="Freeform 7">
            <a:extLst>
              <a:ext uri="{FF2B5EF4-FFF2-40B4-BE49-F238E27FC236}">
                <a16:creationId xmlns:a16="http://schemas.microsoft.com/office/drawing/2014/main" id="{F16FFC42-2A31-4200-BF02-1DE11CCED7B8}"/>
              </a:ext>
            </a:extLst>
          </p:cNvPr>
          <p:cNvSpPr>
            <a:spLocks/>
          </p:cNvSpPr>
          <p:nvPr/>
        </p:nvSpPr>
        <p:spPr bwMode="auto">
          <a:xfrm rot="16200000" flipH="1">
            <a:off x="3400538" y="3925149"/>
            <a:ext cx="3349175" cy="717388"/>
          </a:xfrm>
          <a:custGeom>
            <a:avLst/>
            <a:gdLst>
              <a:gd name="T0" fmla="*/ 1972 w 1972"/>
              <a:gd name="T1" fmla="*/ 185 h 369"/>
              <a:gd name="T2" fmla="*/ 1778 w 1972"/>
              <a:gd name="T3" fmla="*/ 0 h 369"/>
              <a:gd name="T4" fmla="*/ 1778 w 1972"/>
              <a:gd name="T5" fmla="*/ 0 h 369"/>
              <a:gd name="T6" fmla="*/ 0 w 1972"/>
              <a:gd name="T7" fmla="*/ 0 h 369"/>
              <a:gd name="T8" fmla="*/ 0 w 1972"/>
              <a:gd name="T9" fmla="*/ 369 h 369"/>
              <a:gd name="T10" fmla="*/ 1778 w 1972"/>
              <a:gd name="T11" fmla="*/ 369 h 369"/>
              <a:gd name="T12" fmla="*/ 1778 w 1972"/>
              <a:gd name="T13" fmla="*/ 369 h 369"/>
              <a:gd name="T14" fmla="*/ 1972 w 1972"/>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72" h="369">
                <a:moveTo>
                  <a:pt x="1972" y="185"/>
                </a:moveTo>
                <a:lnTo>
                  <a:pt x="1778" y="0"/>
                </a:lnTo>
                <a:lnTo>
                  <a:pt x="1778" y="0"/>
                </a:lnTo>
                <a:lnTo>
                  <a:pt x="0" y="0"/>
                </a:lnTo>
                <a:lnTo>
                  <a:pt x="0" y="369"/>
                </a:lnTo>
                <a:lnTo>
                  <a:pt x="1778" y="369"/>
                </a:lnTo>
                <a:lnTo>
                  <a:pt x="1778" y="369"/>
                </a:lnTo>
                <a:lnTo>
                  <a:pt x="1972" y="18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9" name="Freeform 8">
            <a:extLst>
              <a:ext uri="{FF2B5EF4-FFF2-40B4-BE49-F238E27FC236}">
                <a16:creationId xmlns:a16="http://schemas.microsoft.com/office/drawing/2014/main" id="{87338259-9172-4ACD-A279-1BC7AB6379F7}"/>
              </a:ext>
            </a:extLst>
          </p:cNvPr>
          <p:cNvSpPr>
            <a:spLocks/>
          </p:cNvSpPr>
          <p:nvPr/>
        </p:nvSpPr>
        <p:spPr bwMode="auto">
          <a:xfrm rot="16200000" flipH="1">
            <a:off x="3074251" y="3536040"/>
            <a:ext cx="2569626" cy="716059"/>
          </a:xfrm>
          <a:custGeom>
            <a:avLst/>
            <a:gdLst>
              <a:gd name="T0" fmla="*/ 1513 w 1513"/>
              <a:gd name="T1" fmla="*/ 185 h 372"/>
              <a:gd name="T2" fmla="*/ 1319 w 1513"/>
              <a:gd name="T3" fmla="*/ 0 h 372"/>
              <a:gd name="T4" fmla="*/ 1319 w 1513"/>
              <a:gd name="T5" fmla="*/ 0 h 372"/>
              <a:gd name="T6" fmla="*/ 0 w 1513"/>
              <a:gd name="T7" fmla="*/ 0 h 372"/>
              <a:gd name="T8" fmla="*/ 0 w 1513"/>
              <a:gd name="T9" fmla="*/ 372 h 372"/>
              <a:gd name="T10" fmla="*/ 1319 w 1513"/>
              <a:gd name="T11" fmla="*/ 372 h 372"/>
              <a:gd name="T12" fmla="*/ 1319 w 1513"/>
              <a:gd name="T13" fmla="*/ 369 h 372"/>
              <a:gd name="T14" fmla="*/ 1513 w 1513"/>
              <a:gd name="T15" fmla="*/ 185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3" h="372">
                <a:moveTo>
                  <a:pt x="1513" y="185"/>
                </a:moveTo>
                <a:lnTo>
                  <a:pt x="1319" y="0"/>
                </a:lnTo>
                <a:lnTo>
                  <a:pt x="1319" y="0"/>
                </a:lnTo>
                <a:lnTo>
                  <a:pt x="0" y="0"/>
                </a:lnTo>
                <a:lnTo>
                  <a:pt x="0" y="372"/>
                </a:lnTo>
                <a:lnTo>
                  <a:pt x="1319" y="372"/>
                </a:lnTo>
                <a:lnTo>
                  <a:pt x="1319" y="369"/>
                </a:lnTo>
                <a:lnTo>
                  <a:pt x="1513" y="185"/>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0" name="Freeform 9">
            <a:extLst>
              <a:ext uri="{FF2B5EF4-FFF2-40B4-BE49-F238E27FC236}">
                <a16:creationId xmlns:a16="http://schemas.microsoft.com/office/drawing/2014/main" id="{12CA6A34-DDC6-49B4-99A9-65EA5F8BB3D2}"/>
              </a:ext>
            </a:extLst>
          </p:cNvPr>
          <p:cNvSpPr>
            <a:spLocks/>
          </p:cNvSpPr>
          <p:nvPr/>
        </p:nvSpPr>
        <p:spPr bwMode="auto">
          <a:xfrm rot="16200000" flipH="1">
            <a:off x="753908" y="3715278"/>
            <a:ext cx="2931378" cy="719332"/>
          </a:xfrm>
          <a:custGeom>
            <a:avLst/>
            <a:gdLst>
              <a:gd name="T0" fmla="*/ 1726 w 1726"/>
              <a:gd name="T1" fmla="*/ 185 h 370"/>
              <a:gd name="T2" fmla="*/ 1530 w 1726"/>
              <a:gd name="T3" fmla="*/ 0 h 370"/>
              <a:gd name="T4" fmla="*/ 1530 w 1726"/>
              <a:gd name="T5" fmla="*/ 0 h 370"/>
              <a:gd name="T6" fmla="*/ 0 w 1726"/>
              <a:gd name="T7" fmla="*/ 0 h 370"/>
              <a:gd name="T8" fmla="*/ 0 w 1726"/>
              <a:gd name="T9" fmla="*/ 370 h 370"/>
              <a:gd name="T10" fmla="*/ 1530 w 1726"/>
              <a:gd name="T11" fmla="*/ 370 h 370"/>
              <a:gd name="T12" fmla="*/ 1530 w 1726"/>
              <a:gd name="T13" fmla="*/ 370 h 370"/>
              <a:gd name="T14" fmla="*/ 1726 w 1726"/>
              <a:gd name="T15" fmla="*/ 185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6" h="370">
                <a:moveTo>
                  <a:pt x="1726" y="185"/>
                </a:moveTo>
                <a:lnTo>
                  <a:pt x="1530" y="0"/>
                </a:lnTo>
                <a:lnTo>
                  <a:pt x="1530" y="0"/>
                </a:lnTo>
                <a:lnTo>
                  <a:pt x="0" y="0"/>
                </a:lnTo>
                <a:lnTo>
                  <a:pt x="0" y="370"/>
                </a:lnTo>
                <a:lnTo>
                  <a:pt x="1530" y="370"/>
                </a:lnTo>
                <a:lnTo>
                  <a:pt x="1530" y="370"/>
                </a:lnTo>
                <a:lnTo>
                  <a:pt x="1726" y="18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1" name="Freeform 10">
            <a:extLst>
              <a:ext uri="{FF2B5EF4-FFF2-40B4-BE49-F238E27FC236}">
                <a16:creationId xmlns:a16="http://schemas.microsoft.com/office/drawing/2014/main" id="{90609C58-AC7A-4800-A30E-288041399CA4}"/>
              </a:ext>
            </a:extLst>
          </p:cNvPr>
          <p:cNvSpPr>
            <a:spLocks/>
          </p:cNvSpPr>
          <p:nvPr/>
        </p:nvSpPr>
        <p:spPr bwMode="auto">
          <a:xfrm rot="16200000" flipH="1">
            <a:off x="-241808" y="3995560"/>
            <a:ext cx="3486745" cy="714134"/>
          </a:xfrm>
          <a:custGeom>
            <a:avLst/>
            <a:gdLst>
              <a:gd name="T0" fmla="*/ 2053 w 2053"/>
              <a:gd name="T1" fmla="*/ 187 h 371"/>
              <a:gd name="T2" fmla="*/ 1859 w 2053"/>
              <a:gd name="T3" fmla="*/ 2 h 371"/>
              <a:gd name="T4" fmla="*/ 1859 w 2053"/>
              <a:gd name="T5" fmla="*/ 0 h 371"/>
              <a:gd name="T6" fmla="*/ 0 w 2053"/>
              <a:gd name="T7" fmla="*/ 0 h 371"/>
              <a:gd name="T8" fmla="*/ 0 w 2053"/>
              <a:gd name="T9" fmla="*/ 371 h 371"/>
              <a:gd name="T10" fmla="*/ 1859 w 2053"/>
              <a:gd name="T11" fmla="*/ 371 h 371"/>
              <a:gd name="T12" fmla="*/ 1859 w 2053"/>
              <a:gd name="T13" fmla="*/ 371 h 371"/>
              <a:gd name="T14" fmla="*/ 2053 w 2053"/>
              <a:gd name="T15" fmla="*/ 187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3" h="371">
                <a:moveTo>
                  <a:pt x="2053" y="187"/>
                </a:moveTo>
                <a:lnTo>
                  <a:pt x="1859" y="2"/>
                </a:lnTo>
                <a:lnTo>
                  <a:pt x="1859" y="0"/>
                </a:lnTo>
                <a:lnTo>
                  <a:pt x="0" y="0"/>
                </a:lnTo>
                <a:lnTo>
                  <a:pt x="0" y="371"/>
                </a:lnTo>
                <a:lnTo>
                  <a:pt x="1859" y="371"/>
                </a:lnTo>
                <a:lnTo>
                  <a:pt x="1859" y="371"/>
                </a:lnTo>
                <a:lnTo>
                  <a:pt x="2053" y="187"/>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2" name="Freeform 11">
            <a:extLst>
              <a:ext uri="{FF2B5EF4-FFF2-40B4-BE49-F238E27FC236}">
                <a16:creationId xmlns:a16="http://schemas.microsoft.com/office/drawing/2014/main" id="{FED75119-CC09-4FF3-9732-A74CEDAFD65C}"/>
              </a:ext>
            </a:extLst>
          </p:cNvPr>
          <p:cNvSpPr>
            <a:spLocks/>
          </p:cNvSpPr>
          <p:nvPr/>
        </p:nvSpPr>
        <p:spPr bwMode="auto">
          <a:xfrm rot="16200000" flipH="1">
            <a:off x="1375831" y="3808117"/>
            <a:ext cx="3108008" cy="710285"/>
          </a:xfrm>
          <a:custGeom>
            <a:avLst/>
            <a:gdLst>
              <a:gd name="T0" fmla="*/ 1830 w 1830"/>
              <a:gd name="T1" fmla="*/ 185 h 369"/>
              <a:gd name="T2" fmla="*/ 1636 w 1830"/>
              <a:gd name="T3" fmla="*/ 0 h 369"/>
              <a:gd name="T4" fmla="*/ 1636 w 1830"/>
              <a:gd name="T5" fmla="*/ 0 h 369"/>
              <a:gd name="T6" fmla="*/ 0 w 1830"/>
              <a:gd name="T7" fmla="*/ 0 h 369"/>
              <a:gd name="T8" fmla="*/ 0 w 1830"/>
              <a:gd name="T9" fmla="*/ 369 h 369"/>
              <a:gd name="T10" fmla="*/ 1636 w 1830"/>
              <a:gd name="T11" fmla="*/ 369 h 369"/>
              <a:gd name="T12" fmla="*/ 1636 w 1830"/>
              <a:gd name="T13" fmla="*/ 369 h 369"/>
              <a:gd name="T14" fmla="*/ 1830 w 1830"/>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0" h="369">
                <a:moveTo>
                  <a:pt x="1830" y="185"/>
                </a:moveTo>
                <a:lnTo>
                  <a:pt x="1636" y="0"/>
                </a:lnTo>
                <a:lnTo>
                  <a:pt x="1636" y="0"/>
                </a:lnTo>
                <a:lnTo>
                  <a:pt x="0" y="0"/>
                </a:lnTo>
                <a:lnTo>
                  <a:pt x="0" y="369"/>
                </a:lnTo>
                <a:lnTo>
                  <a:pt x="1636" y="369"/>
                </a:lnTo>
                <a:lnTo>
                  <a:pt x="1636" y="369"/>
                </a:lnTo>
                <a:lnTo>
                  <a:pt x="1830" y="185"/>
                </a:ln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3" name="Freeform 12">
            <a:extLst>
              <a:ext uri="{FF2B5EF4-FFF2-40B4-BE49-F238E27FC236}">
                <a16:creationId xmlns:a16="http://schemas.microsoft.com/office/drawing/2014/main" id="{A2285463-D0F7-4E5A-9A60-706EE9A3A285}"/>
              </a:ext>
            </a:extLst>
          </p:cNvPr>
          <p:cNvSpPr>
            <a:spLocks/>
          </p:cNvSpPr>
          <p:nvPr/>
        </p:nvSpPr>
        <p:spPr bwMode="auto">
          <a:xfrm rot="16200000" flipH="1">
            <a:off x="2273274" y="3620959"/>
            <a:ext cx="2739464" cy="716059"/>
          </a:xfrm>
          <a:custGeom>
            <a:avLst/>
            <a:gdLst>
              <a:gd name="T0" fmla="*/ 1613 w 1613"/>
              <a:gd name="T1" fmla="*/ 187 h 372"/>
              <a:gd name="T2" fmla="*/ 1418 w 1613"/>
              <a:gd name="T3" fmla="*/ 3 h 372"/>
              <a:gd name="T4" fmla="*/ 1418 w 1613"/>
              <a:gd name="T5" fmla="*/ 0 h 372"/>
              <a:gd name="T6" fmla="*/ 0 w 1613"/>
              <a:gd name="T7" fmla="*/ 0 h 372"/>
              <a:gd name="T8" fmla="*/ 0 w 1613"/>
              <a:gd name="T9" fmla="*/ 372 h 372"/>
              <a:gd name="T10" fmla="*/ 1418 w 1613"/>
              <a:gd name="T11" fmla="*/ 372 h 372"/>
              <a:gd name="T12" fmla="*/ 1418 w 1613"/>
              <a:gd name="T13" fmla="*/ 372 h 372"/>
              <a:gd name="T14" fmla="*/ 1613 w 1613"/>
              <a:gd name="T15" fmla="*/ 187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3" h="372">
                <a:moveTo>
                  <a:pt x="1613" y="187"/>
                </a:moveTo>
                <a:lnTo>
                  <a:pt x="1418" y="3"/>
                </a:lnTo>
                <a:lnTo>
                  <a:pt x="1418" y="0"/>
                </a:lnTo>
                <a:lnTo>
                  <a:pt x="0" y="0"/>
                </a:lnTo>
                <a:lnTo>
                  <a:pt x="0" y="372"/>
                </a:lnTo>
                <a:lnTo>
                  <a:pt x="1418" y="372"/>
                </a:lnTo>
                <a:lnTo>
                  <a:pt x="1418" y="372"/>
                </a:lnTo>
                <a:lnTo>
                  <a:pt x="1613" y="187"/>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4" name="Rectangle 13">
            <a:extLst>
              <a:ext uri="{FF2B5EF4-FFF2-40B4-BE49-F238E27FC236}">
                <a16:creationId xmlns:a16="http://schemas.microsoft.com/office/drawing/2014/main" id="{1C0FDBEC-55C1-4BB4-8B72-A8480F96364B}"/>
              </a:ext>
            </a:extLst>
          </p:cNvPr>
          <p:cNvSpPr>
            <a:spLocks noChangeArrowheads="1"/>
          </p:cNvSpPr>
          <p:nvPr/>
        </p:nvSpPr>
        <p:spPr bwMode="auto">
          <a:xfrm rot="16200000" flipH="1">
            <a:off x="3586778" y="1218358"/>
            <a:ext cx="450067" cy="1061362"/>
          </a:xfrm>
          <a:prstGeom prst="rect">
            <a:avLst/>
          </a:prstGeom>
          <a:solidFill>
            <a:schemeClr val="accent1">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5" name="Freeform 14">
            <a:extLst>
              <a:ext uri="{FF2B5EF4-FFF2-40B4-BE49-F238E27FC236}">
                <a16:creationId xmlns:a16="http://schemas.microsoft.com/office/drawing/2014/main" id="{C80B3B61-CF1A-43D8-AC25-117133BF4D86}"/>
              </a:ext>
            </a:extLst>
          </p:cNvPr>
          <p:cNvSpPr>
            <a:spLocks/>
          </p:cNvSpPr>
          <p:nvPr/>
        </p:nvSpPr>
        <p:spPr bwMode="auto">
          <a:xfrm rot="16200000" flipH="1">
            <a:off x="1986027" y="1136386"/>
            <a:ext cx="640284" cy="2315644"/>
          </a:xfrm>
          <a:custGeom>
            <a:avLst/>
            <a:gdLst>
              <a:gd name="T0" fmla="*/ 0 w 377"/>
              <a:gd name="T1" fmla="*/ 1203 h 1203"/>
              <a:gd name="T2" fmla="*/ 377 w 377"/>
              <a:gd name="T3" fmla="*/ 369 h 1203"/>
              <a:gd name="T4" fmla="*/ 377 w 377"/>
              <a:gd name="T5" fmla="*/ 0 h 1203"/>
              <a:gd name="T6" fmla="*/ 0 w 377"/>
              <a:gd name="T7" fmla="*/ 1108 h 1203"/>
              <a:gd name="T8" fmla="*/ 0 w 377"/>
              <a:gd name="T9" fmla="*/ 1203 h 1203"/>
            </a:gdLst>
            <a:ahLst/>
            <a:cxnLst>
              <a:cxn ang="0">
                <a:pos x="T0" y="T1"/>
              </a:cxn>
              <a:cxn ang="0">
                <a:pos x="T2" y="T3"/>
              </a:cxn>
              <a:cxn ang="0">
                <a:pos x="T4" y="T5"/>
              </a:cxn>
              <a:cxn ang="0">
                <a:pos x="T6" y="T7"/>
              </a:cxn>
              <a:cxn ang="0">
                <a:pos x="T8" y="T9"/>
              </a:cxn>
            </a:cxnLst>
            <a:rect l="0" t="0" r="r" b="b"/>
            <a:pathLst>
              <a:path w="377" h="1203">
                <a:moveTo>
                  <a:pt x="0" y="1203"/>
                </a:moveTo>
                <a:lnTo>
                  <a:pt x="377" y="369"/>
                </a:lnTo>
                <a:lnTo>
                  <a:pt x="377" y="0"/>
                </a:lnTo>
                <a:lnTo>
                  <a:pt x="0" y="1108"/>
                </a:lnTo>
                <a:lnTo>
                  <a:pt x="0" y="1203"/>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6" name="Freeform 16">
            <a:extLst>
              <a:ext uri="{FF2B5EF4-FFF2-40B4-BE49-F238E27FC236}">
                <a16:creationId xmlns:a16="http://schemas.microsoft.com/office/drawing/2014/main" id="{308D13F6-29F0-4576-9D12-7F049D2F06E7}"/>
              </a:ext>
            </a:extLst>
          </p:cNvPr>
          <p:cNvSpPr>
            <a:spLocks/>
          </p:cNvSpPr>
          <p:nvPr/>
        </p:nvSpPr>
        <p:spPr bwMode="auto">
          <a:xfrm rot="16200000" flipH="1">
            <a:off x="2435151" y="1403324"/>
            <a:ext cx="635189" cy="1776675"/>
          </a:xfrm>
          <a:custGeom>
            <a:avLst/>
            <a:gdLst>
              <a:gd name="T0" fmla="*/ 0 w 374"/>
              <a:gd name="T1" fmla="*/ 923 h 923"/>
              <a:gd name="T2" fmla="*/ 374 w 374"/>
              <a:gd name="T3" fmla="*/ 369 h 923"/>
              <a:gd name="T4" fmla="*/ 374 w 374"/>
              <a:gd name="T5" fmla="*/ 0 h 923"/>
              <a:gd name="T6" fmla="*/ 0 w 374"/>
              <a:gd name="T7" fmla="*/ 831 h 923"/>
              <a:gd name="T8" fmla="*/ 0 w 374"/>
              <a:gd name="T9" fmla="*/ 923 h 923"/>
            </a:gdLst>
            <a:ahLst/>
            <a:cxnLst>
              <a:cxn ang="0">
                <a:pos x="T0" y="T1"/>
              </a:cxn>
              <a:cxn ang="0">
                <a:pos x="T2" y="T3"/>
              </a:cxn>
              <a:cxn ang="0">
                <a:pos x="T4" y="T5"/>
              </a:cxn>
              <a:cxn ang="0">
                <a:pos x="T6" y="T7"/>
              </a:cxn>
              <a:cxn ang="0">
                <a:pos x="T8" y="T9"/>
              </a:cxn>
            </a:cxnLst>
            <a:rect l="0" t="0" r="r" b="b"/>
            <a:pathLst>
              <a:path w="374" h="923">
                <a:moveTo>
                  <a:pt x="0" y="923"/>
                </a:moveTo>
                <a:lnTo>
                  <a:pt x="374" y="369"/>
                </a:lnTo>
                <a:lnTo>
                  <a:pt x="374" y="0"/>
                </a:lnTo>
                <a:lnTo>
                  <a:pt x="0" y="831"/>
                </a:lnTo>
                <a:lnTo>
                  <a:pt x="0" y="923"/>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7" name="Freeform 18">
            <a:extLst>
              <a:ext uri="{FF2B5EF4-FFF2-40B4-BE49-F238E27FC236}">
                <a16:creationId xmlns:a16="http://schemas.microsoft.com/office/drawing/2014/main" id="{6723F071-B58E-4384-AA0E-DECC0562D21E}"/>
              </a:ext>
            </a:extLst>
          </p:cNvPr>
          <p:cNvSpPr>
            <a:spLocks/>
          </p:cNvSpPr>
          <p:nvPr/>
        </p:nvSpPr>
        <p:spPr bwMode="auto">
          <a:xfrm rot="16200000" flipH="1">
            <a:off x="2881726" y="1667034"/>
            <a:ext cx="635189" cy="1249254"/>
          </a:xfrm>
          <a:custGeom>
            <a:avLst/>
            <a:gdLst>
              <a:gd name="T0" fmla="*/ 0 w 374"/>
              <a:gd name="T1" fmla="*/ 649 h 649"/>
              <a:gd name="T2" fmla="*/ 374 w 374"/>
              <a:gd name="T3" fmla="*/ 369 h 649"/>
              <a:gd name="T4" fmla="*/ 374 w 374"/>
              <a:gd name="T5" fmla="*/ 0 h 649"/>
              <a:gd name="T6" fmla="*/ 0 w 374"/>
              <a:gd name="T7" fmla="*/ 554 h 649"/>
              <a:gd name="T8" fmla="*/ 0 w 374"/>
              <a:gd name="T9" fmla="*/ 649 h 649"/>
            </a:gdLst>
            <a:ahLst/>
            <a:cxnLst>
              <a:cxn ang="0">
                <a:pos x="T0" y="T1"/>
              </a:cxn>
              <a:cxn ang="0">
                <a:pos x="T2" y="T3"/>
              </a:cxn>
              <a:cxn ang="0">
                <a:pos x="T4" y="T5"/>
              </a:cxn>
              <a:cxn ang="0">
                <a:pos x="T6" y="T7"/>
              </a:cxn>
              <a:cxn ang="0">
                <a:pos x="T8" y="T9"/>
              </a:cxn>
            </a:cxnLst>
            <a:rect l="0" t="0" r="r" b="b"/>
            <a:pathLst>
              <a:path w="374" h="649">
                <a:moveTo>
                  <a:pt x="0" y="649"/>
                </a:moveTo>
                <a:lnTo>
                  <a:pt x="374" y="369"/>
                </a:lnTo>
                <a:lnTo>
                  <a:pt x="374" y="0"/>
                </a:lnTo>
                <a:lnTo>
                  <a:pt x="0" y="554"/>
                </a:lnTo>
                <a:lnTo>
                  <a:pt x="0" y="649"/>
                </a:lnTo>
                <a:close/>
              </a:path>
            </a:pathLst>
          </a:custGeom>
          <a:gradFill>
            <a:gsLst>
              <a:gs pos="0">
                <a:schemeClr val="accent1">
                  <a:lumMod val="50000"/>
                </a:schemeClr>
              </a:gs>
              <a:gs pos="100000">
                <a:schemeClr val="accent3">
                  <a:lumMod val="50000"/>
                </a:schemeClr>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8" name="Freeform 20">
            <a:extLst>
              <a:ext uri="{FF2B5EF4-FFF2-40B4-BE49-F238E27FC236}">
                <a16:creationId xmlns:a16="http://schemas.microsoft.com/office/drawing/2014/main" id="{237A5641-CB33-4E61-837E-A0EA589DB1F4}"/>
              </a:ext>
            </a:extLst>
          </p:cNvPr>
          <p:cNvSpPr>
            <a:spLocks/>
          </p:cNvSpPr>
          <p:nvPr/>
        </p:nvSpPr>
        <p:spPr bwMode="auto">
          <a:xfrm rot="16200000" flipH="1">
            <a:off x="3325412" y="1933632"/>
            <a:ext cx="635189" cy="716059"/>
          </a:xfrm>
          <a:custGeom>
            <a:avLst/>
            <a:gdLst>
              <a:gd name="T0" fmla="*/ 0 w 374"/>
              <a:gd name="T1" fmla="*/ 372 h 372"/>
              <a:gd name="T2" fmla="*/ 374 w 374"/>
              <a:gd name="T3" fmla="*/ 372 h 372"/>
              <a:gd name="T4" fmla="*/ 374 w 374"/>
              <a:gd name="T5" fmla="*/ 0 h 372"/>
              <a:gd name="T6" fmla="*/ 0 w 374"/>
              <a:gd name="T7" fmla="*/ 280 h 372"/>
              <a:gd name="T8" fmla="*/ 0 w 374"/>
              <a:gd name="T9" fmla="*/ 372 h 372"/>
            </a:gdLst>
            <a:ahLst/>
            <a:cxnLst>
              <a:cxn ang="0">
                <a:pos x="T0" y="T1"/>
              </a:cxn>
              <a:cxn ang="0">
                <a:pos x="T2" y="T3"/>
              </a:cxn>
              <a:cxn ang="0">
                <a:pos x="T4" y="T5"/>
              </a:cxn>
              <a:cxn ang="0">
                <a:pos x="T6" y="T7"/>
              </a:cxn>
              <a:cxn ang="0">
                <a:pos x="T8" y="T9"/>
              </a:cxn>
            </a:cxnLst>
            <a:rect l="0" t="0" r="r" b="b"/>
            <a:pathLst>
              <a:path w="374" h="372">
                <a:moveTo>
                  <a:pt x="0" y="372"/>
                </a:moveTo>
                <a:lnTo>
                  <a:pt x="374" y="372"/>
                </a:lnTo>
                <a:lnTo>
                  <a:pt x="374" y="0"/>
                </a:lnTo>
                <a:lnTo>
                  <a:pt x="0" y="280"/>
                </a:lnTo>
                <a:lnTo>
                  <a:pt x="0" y="372"/>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9" name="Freeform 22">
            <a:extLst>
              <a:ext uri="{FF2B5EF4-FFF2-40B4-BE49-F238E27FC236}">
                <a16:creationId xmlns:a16="http://schemas.microsoft.com/office/drawing/2014/main" id="{1BCD9256-ED6A-462E-B8FC-1E920611E7A2}"/>
              </a:ext>
            </a:extLst>
          </p:cNvPr>
          <p:cNvSpPr>
            <a:spLocks/>
          </p:cNvSpPr>
          <p:nvPr/>
        </p:nvSpPr>
        <p:spPr bwMode="auto">
          <a:xfrm rot="16200000" flipH="1">
            <a:off x="4044696" y="1932598"/>
            <a:ext cx="640284" cy="723220"/>
          </a:xfrm>
          <a:custGeom>
            <a:avLst/>
            <a:gdLst>
              <a:gd name="T0" fmla="*/ 0 w 377"/>
              <a:gd name="T1" fmla="*/ 95 h 372"/>
              <a:gd name="T2" fmla="*/ 377 w 377"/>
              <a:gd name="T3" fmla="*/ 372 h 372"/>
              <a:gd name="T4" fmla="*/ 377 w 377"/>
              <a:gd name="T5" fmla="*/ 0 h 372"/>
              <a:gd name="T6" fmla="*/ 0 w 377"/>
              <a:gd name="T7" fmla="*/ 0 h 372"/>
              <a:gd name="T8" fmla="*/ 0 w 377"/>
              <a:gd name="T9" fmla="*/ 95 h 372"/>
            </a:gdLst>
            <a:ahLst/>
            <a:cxnLst>
              <a:cxn ang="0">
                <a:pos x="T0" y="T1"/>
              </a:cxn>
              <a:cxn ang="0">
                <a:pos x="T2" y="T3"/>
              </a:cxn>
              <a:cxn ang="0">
                <a:pos x="T4" y="T5"/>
              </a:cxn>
              <a:cxn ang="0">
                <a:pos x="T6" y="T7"/>
              </a:cxn>
              <a:cxn ang="0">
                <a:pos x="T8" y="T9"/>
              </a:cxn>
            </a:cxnLst>
            <a:rect l="0" t="0" r="r" b="b"/>
            <a:pathLst>
              <a:path w="377" h="372">
                <a:moveTo>
                  <a:pt x="0" y="95"/>
                </a:moveTo>
                <a:lnTo>
                  <a:pt x="377" y="372"/>
                </a:lnTo>
                <a:lnTo>
                  <a:pt x="377" y="0"/>
                </a:lnTo>
                <a:lnTo>
                  <a:pt x="0" y="0"/>
                </a:lnTo>
                <a:lnTo>
                  <a:pt x="0" y="95"/>
                </a:ln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40" name="Freeform 24">
            <a:extLst>
              <a:ext uri="{FF2B5EF4-FFF2-40B4-BE49-F238E27FC236}">
                <a16:creationId xmlns:a16="http://schemas.microsoft.com/office/drawing/2014/main" id="{92D799E6-2F51-4EA7-B051-602894040507}"/>
              </a:ext>
            </a:extLst>
          </p:cNvPr>
          <p:cNvSpPr>
            <a:spLocks/>
          </p:cNvSpPr>
          <p:nvPr/>
        </p:nvSpPr>
        <p:spPr bwMode="auto">
          <a:xfrm rot="16200000" flipH="1">
            <a:off x="4493820" y="1657425"/>
            <a:ext cx="635189" cy="1268473"/>
          </a:xfrm>
          <a:custGeom>
            <a:avLst/>
            <a:gdLst>
              <a:gd name="T0" fmla="*/ 0 w 374"/>
              <a:gd name="T1" fmla="*/ 92 h 646"/>
              <a:gd name="T2" fmla="*/ 374 w 374"/>
              <a:gd name="T3" fmla="*/ 646 h 646"/>
              <a:gd name="T4" fmla="*/ 374 w 374"/>
              <a:gd name="T5" fmla="*/ 277 h 646"/>
              <a:gd name="T6" fmla="*/ 0 w 374"/>
              <a:gd name="T7" fmla="*/ 0 h 646"/>
              <a:gd name="T8" fmla="*/ 0 w 374"/>
              <a:gd name="T9" fmla="*/ 92 h 646"/>
            </a:gdLst>
            <a:ahLst/>
            <a:cxnLst>
              <a:cxn ang="0">
                <a:pos x="T0" y="T1"/>
              </a:cxn>
              <a:cxn ang="0">
                <a:pos x="T2" y="T3"/>
              </a:cxn>
              <a:cxn ang="0">
                <a:pos x="T4" y="T5"/>
              </a:cxn>
              <a:cxn ang="0">
                <a:pos x="T6" y="T7"/>
              </a:cxn>
              <a:cxn ang="0">
                <a:pos x="T8" y="T9"/>
              </a:cxn>
            </a:cxnLst>
            <a:rect l="0" t="0" r="r" b="b"/>
            <a:pathLst>
              <a:path w="374" h="646">
                <a:moveTo>
                  <a:pt x="0" y="92"/>
                </a:moveTo>
                <a:lnTo>
                  <a:pt x="374" y="646"/>
                </a:lnTo>
                <a:lnTo>
                  <a:pt x="374" y="277"/>
                </a:lnTo>
                <a:lnTo>
                  <a:pt x="0" y="0"/>
                </a:lnTo>
                <a:lnTo>
                  <a:pt x="0" y="92"/>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46" name="TextBox 45"/>
          <p:cNvSpPr txBox="1"/>
          <p:nvPr/>
        </p:nvSpPr>
        <p:spPr>
          <a:xfrm flipH="1">
            <a:off x="1243628"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01</a:t>
            </a:r>
          </a:p>
        </p:txBody>
      </p:sp>
      <p:sp>
        <p:nvSpPr>
          <p:cNvPr id="47" name="TextBox 46"/>
          <p:cNvSpPr txBox="1"/>
          <p:nvPr/>
        </p:nvSpPr>
        <p:spPr>
          <a:xfrm flipH="1">
            <a:off x="1954992" y="2668357"/>
            <a:ext cx="515871" cy="307777"/>
          </a:xfrm>
          <a:prstGeom prst="rect">
            <a:avLst/>
          </a:prstGeom>
          <a:noFill/>
        </p:spPr>
        <p:txBody>
          <a:bodyPr wrap="square" rtlCol="0">
            <a:spAutoFit/>
          </a:bodyPr>
          <a:lstStyle/>
          <a:p>
            <a:pPr algn="ctr"/>
            <a:r>
              <a:rPr lang="en-US" sz="1400" b="1" dirty="0">
                <a:latin typeface="Arial" panose="020B0604020202020204" pitchFamily="34" charset="0"/>
                <a:ea typeface="Calibri" charset="0"/>
                <a:cs typeface="Arial" panose="020B0604020202020204" pitchFamily="34" charset="0"/>
              </a:rPr>
              <a:t>02</a:t>
            </a:r>
          </a:p>
        </p:txBody>
      </p:sp>
      <p:sp>
        <p:nvSpPr>
          <p:cNvPr id="48" name="TextBox 47"/>
          <p:cNvSpPr txBox="1"/>
          <p:nvPr/>
        </p:nvSpPr>
        <p:spPr>
          <a:xfrm flipH="1">
            <a:off x="2674217" y="2668357"/>
            <a:ext cx="515871"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ea typeface="Calibri" charset="0"/>
                <a:cs typeface="Arial" panose="020B0604020202020204" pitchFamily="34" charset="0"/>
              </a:rPr>
              <a:t>03</a:t>
            </a:r>
          </a:p>
        </p:txBody>
      </p:sp>
      <p:sp>
        <p:nvSpPr>
          <p:cNvPr id="49" name="TextBox 48"/>
          <p:cNvSpPr txBox="1"/>
          <p:nvPr/>
        </p:nvSpPr>
        <p:spPr>
          <a:xfrm flipH="1">
            <a:off x="3383143"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04</a:t>
            </a:r>
          </a:p>
        </p:txBody>
      </p:sp>
      <p:sp>
        <p:nvSpPr>
          <p:cNvPr id="50" name="TextBox 49"/>
          <p:cNvSpPr txBox="1"/>
          <p:nvPr/>
        </p:nvSpPr>
        <p:spPr>
          <a:xfrm flipH="1">
            <a:off x="4102172"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05</a:t>
            </a:r>
          </a:p>
        </p:txBody>
      </p:sp>
      <p:sp>
        <p:nvSpPr>
          <p:cNvPr id="51" name="TextBox 50"/>
          <p:cNvSpPr txBox="1"/>
          <p:nvPr/>
        </p:nvSpPr>
        <p:spPr>
          <a:xfrm flipH="1">
            <a:off x="4826215"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06</a:t>
            </a:r>
          </a:p>
        </p:txBody>
      </p:sp>
      <p:grpSp>
        <p:nvGrpSpPr>
          <p:cNvPr id="58" name="Group 57"/>
          <p:cNvGrpSpPr/>
          <p:nvPr/>
        </p:nvGrpSpPr>
        <p:grpSpPr>
          <a:xfrm>
            <a:off x="4186224" y="3012874"/>
            <a:ext cx="345681" cy="337045"/>
            <a:chOff x="4276725" y="4691063"/>
            <a:chExt cx="347663" cy="349250"/>
          </a:xfrm>
          <a:solidFill>
            <a:schemeClr val="tx1">
              <a:lumMod val="95000"/>
              <a:lumOff val="5000"/>
            </a:schemeClr>
          </a:solidFill>
        </p:grpSpPr>
        <p:sp>
          <p:nvSpPr>
            <p:cNvPr id="59" name="Freeform 56"/>
            <p:cNvSpPr>
              <a:spLocks noEditPoints="1"/>
            </p:cNvSpPr>
            <p:nvPr/>
          </p:nvSpPr>
          <p:spPr bwMode="auto">
            <a:xfrm>
              <a:off x="4340225" y="4691063"/>
              <a:ext cx="284163" cy="161925"/>
            </a:xfrm>
            <a:custGeom>
              <a:avLst/>
              <a:gdLst>
                <a:gd name="T0" fmla="*/ 2252 w 2690"/>
                <a:gd name="T1" fmla="*/ 1266 h 1529"/>
                <a:gd name="T2" fmla="*/ 2362 w 2690"/>
                <a:gd name="T3" fmla="*/ 1202 h 1529"/>
                <a:gd name="T4" fmla="*/ 2182 w 2690"/>
                <a:gd name="T5" fmla="*/ 848 h 1529"/>
                <a:gd name="T6" fmla="*/ 2007 w 2690"/>
                <a:gd name="T7" fmla="*/ 1266 h 1529"/>
                <a:gd name="T8" fmla="*/ 2210 w 2690"/>
                <a:gd name="T9" fmla="*/ 889 h 1529"/>
                <a:gd name="T10" fmla="*/ 1945 w 2690"/>
                <a:gd name="T11" fmla="*/ 591 h 1529"/>
                <a:gd name="T12" fmla="*/ 1661 w 2690"/>
                <a:gd name="T13" fmla="*/ 1266 h 1529"/>
                <a:gd name="T14" fmla="*/ 1986 w 2690"/>
                <a:gd name="T15" fmla="*/ 628 h 1529"/>
                <a:gd name="T16" fmla="*/ 1657 w 2690"/>
                <a:gd name="T17" fmla="*/ 403 h 1529"/>
                <a:gd name="T18" fmla="*/ 1210 w 2690"/>
                <a:gd name="T19" fmla="*/ 1266 h 1529"/>
                <a:gd name="T20" fmla="*/ 1782 w 2690"/>
                <a:gd name="T21" fmla="*/ 471 h 1529"/>
                <a:gd name="T22" fmla="*/ 1657 w 2690"/>
                <a:gd name="T23" fmla="*/ 403 h 1529"/>
                <a:gd name="T24" fmla="*/ 574 w 2690"/>
                <a:gd name="T25" fmla="*/ 348 h 1529"/>
                <a:gd name="T26" fmla="*/ 445 w 2690"/>
                <a:gd name="T27" fmla="*/ 403 h 1529"/>
                <a:gd name="T28" fmla="*/ 478 w 2690"/>
                <a:gd name="T29" fmla="*/ 530 h 1529"/>
                <a:gd name="T30" fmla="*/ 1318 w 2690"/>
                <a:gd name="T31" fmla="*/ 289 h 1529"/>
                <a:gd name="T32" fmla="*/ 990 w 2690"/>
                <a:gd name="T33" fmla="*/ 1045 h 1529"/>
                <a:gd name="T34" fmla="*/ 1392 w 2690"/>
                <a:gd name="T35" fmla="*/ 305 h 1529"/>
                <a:gd name="T36" fmla="*/ 1052 w 2690"/>
                <a:gd name="T37" fmla="*/ 263 h 1529"/>
                <a:gd name="T38" fmla="*/ 906 w 2690"/>
                <a:gd name="T39" fmla="*/ 271 h 1529"/>
                <a:gd name="T40" fmla="*/ 737 w 2690"/>
                <a:gd name="T41" fmla="*/ 792 h 1529"/>
                <a:gd name="T42" fmla="*/ 1052 w 2690"/>
                <a:gd name="T43" fmla="*/ 263 h 1529"/>
                <a:gd name="T44" fmla="*/ 1146 w 2690"/>
                <a:gd name="T45" fmla="*/ 2 h 1529"/>
                <a:gd name="T46" fmla="*/ 1332 w 2690"/>
                <a:gd name="T47" fmla="*/ 23 h 1529"/>
                <a:gd name="T48" fmla="*/ 1512 w 2690"/>
                <a:gd name="T49" fmla="*/ 64 h 1529"/>
                <a:gd name="T50" fmla="*/ 1687 w 2690"/>
                <a:gd name="T51" fmla="*/ 126 h 1529"/>
                <a:gd name="T52" fmla="*/ 1853 w 2690"/>
                <a:gd name="T53" fmla="*/ 206 h 1529"/>
                <a:gd name="T54" fmla="*/ 2009 w 2690"/>
                <a:gd name="T55" fmla="*/ 304 h 1529"/>
                <a:gd name="T56" fmla="*/ 2155 w 2690"/>
                <a:gd name="T57" fmla="*/ 421 h 1529"/>
                <a:gd name="T58" fmla="*/ 2286 w 2690"/>
                <a:gd name="T59" fmla="*/ 554 h 1529"/>
                <a:gd name="T60" fmla="*/ 2400 w 2690"/>
                <a:gd name="T61" fmla="*/ 698 h 1529"/>
                <a:gd name="T62" fmla="*/ 2498 w 2690"/>
                <a:gd name="T63" fmla="*/ 855 h 1529"/>
                <a:gd name="T64" fmla="*/ 2577 w 2690"/>
                <a:gd name="T65" fmla="*/ 1023 h 1529"/>
                <a:gd name="T66" fmla="*/ 2637 w 2690"/>
                <a:gd name="T67" fmla="*/ 1197 h 1529"/>
                <a:gd name="T68" fmla="*/ 2677 w 2690"/>
                <a:gd name="T69" fmla="*/ 1380 h 1529"/>
                <a:gd name="T70" fmla="*/ 2689 w 2690"/>
                <a:gd name="T71" fmla="*/ 1488 h 1529"/>
                <a:gd name="T72" fmla="*/ 2677 w 2690"/>
                <a:gd name="T73" fmla="*/ 1513 h 1529"/>
                <a:gd name="T74" fmla="*/ 2653 w 2690"/>
                <a:gd name="T75" fmla="*/ 1527 h 1529"/>
                <a:gd name="T76" fmla="*/ 1123 w 2690"/>
                <a:gd name="T77" fmla="*/ 1529 h 1529"/>
                <a:gd name="T78" fmla="*/ 1097 w 2690"/>
                <a:gd name="T79" fmla="*/ 1523 h 1529"/>
                <a:gd name="T80" fmla="*/ 14 w 2690"/>
                <a:gd name="T81" fmla="*/ 440 h 1529"/>
                <a:gd name="T82" fmla="*/ 1 w 2690"/>
                <a:gd name="T83" fmla="*/ 416 h 1529"/>
                <a:gd name="T84" fmla="*/ 2 w 2690"/>
                <a:gd name="T85" fmla="*/ 388 h 1529"/>
                <a:gd name="T86" fmla="*/ 18 w 2690"/>
                <a:gd name="T87" fmla="*/ 365 h 1529"/>
                <a:gd name="T88" fmla="*/ 171 w 2690"/>
                <a:gd name="T89" fmla="*/ 256 h 1529"/>
                <a:gd name="T90" fmla="*/ 333 w 2690"/>
                <a:gd name="T91" fmla="*/ 166 h 1529"/>
                <a:gd name="T92" fmla="*/ 504 w 2690"/>
                <a:gd name="T93" fmla="*/ 94 h 1529"/>
                <a:gd name="T94" fmla="*/ 682 w 2690"/>
                <a:gd name="T95" fmla="*/ 42 h 1529"/>
                <a:gd name="T96" fmla="*/ 866 w 2690"/>
                <a:gd name="T97" fmla="*/ 10 h 1529"/>
                <a:gd name="T98" fmla="*/ 1052 w 2690"/>
                <a:gd name="T99" fmla="*/ 0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90" h="1529">
                  <a:moveTo>
                    <a:pt x="2339" y="1139"/>
                  </a:moveTo>
                  <a:lnTo>
                    <a:pt x="2252" y="1266"/>
                  </a:lnTo>
                  <a:lnTo>
                    <a:pt x="2382" y="1266"/>
                  </a:lnTo>
                  <a:lnTo>
                    <a:pt x="2362" y="1202"/>
                  </a:lnTo>
                  <a:lnTo>
                    <a:pt x="2339" y="1139"/>
                  </a:lnTo>
                  <a:close/>
                  <a:moveTo>
                    <a:pt x="2182" y="848"/>
                  </a:moveTo>
                  <a:lnTo>
                    <a:pt x="1904" y="1266"/>
                  </a:lnTo>
                  <a:lnTo>
                    <a:pt x="2007" y="1266"/>
                  </a:lnTo>
                  <a:lnTo>
                    <a:pt x="2236" y="931"/>
                  </a:lnTo>
                  <a:lnTo>
                    <a:pt x="2210" y="889"/>
                  </a:lnTo>
                  <a:lnTo>
                    <a:pt x="2182" y="848"/>
                  </a:lnTo>
                  <a:close/>
                  <a:moveTo>
                    <a:pt x="1945" y="591"/>
                  </a:moveTo>
                  <a:lnTo>
                    <a:pt x="1497" y="1266"/>
                  </a:lnTo>
                  <a:lnTo>
                    <a:pt x="1661" y="1266"/>
                  </a:lnTo>
                  <a:lnTo>
                    <a:pt x="2046" y="686"/>
                  </a:lnTo>
                  <a:lnTo>
                    <a:pt x="1986" y="628"/>
                  </a:lnTo>
                  <a:lnTo>
                    <a:pt x="1945" y="591"/>
                  </a:lnTo>
                  <a:close/>
                  <a:moveTo>
                    <a:pt x="1657" y="403"/>
                  </a:moveTo>
                  <a:lnTo>
                    <a:pt x="1135" y="1190"/>
                  </a:lnTo>
                  <a:lnTo>
                    <a:pt x="1210" y="1266"/>
                  </a:lnTo>
                  <a:lnTo>
                    <a:pt x="1255" y="1266"/>
                  </a:lnTo>
                  <a:lnTo>
                    <a:pt x="1782" y="471"/>
                  </a:lnTo>
                  <a:lnTo>
                    <a:pt x="1721" y="436"/>
                  </a:lnTo>
                  <a:lnTo>
                    <a:pt x="1657" y="403"/>
                  </a:lnTo>
                  <a:close/>
                  <a:moveTo>
                    <a:pt x="615" y="334"/>
                  </a:moveTo>
                  <a:lnTo>
                    <a:pt x="574" y="348"/>
                  </a:lnTo>
                  <a:lnTo>
                    <a:pt x="509" y="374"/>
                  </a:lnTo>
                  <a:lnTo>
                    <a:pt x="445" y="403"/>
                  </a:lnTo>
                  <a:lnTo>
                    <a:pt x="382" y="436"/>
                  </a:lnTo>
                  <a:lnTo>
                    <a:pt x="478" y="530"/>
                  </a:lnTo>
                  <a:lnTo>
                    <a:pt x="615" y="334"/>
                  </a:lnTo>
                  <a:close/>
                  <a:moveTo>
                    <a:pt x="1318" y="289"/>
                  </a:moveTo>
                  <a:lnTo>
                    <a:pt x="883" y="937"/>
                  </a:lnTo>
                  <a:lnTo>
                    <a:pt x="990" y="1045"/>
                  </a:lnTo>
                  <a:lnTo>
                    <a:pt x="1466" y="326"/>
                  </a:lnTo>
                  <a:lnTo>
                    <a:pt x="1392" y="305"/>
                  </a:lnTo>
                  <a:lnTo>
                    <a:pt x="1318" y="289"/>
                  </a:lnTo>
                  <a:close/>
                  <a:moveTo>
                    <a:pt x="1052" y="263"/>
                  </a:moveTo>
                  <a:lnTo>
                    <a:pt x="979" y="265"/>
                  </a:lnTo>
                  <a:lnTo>
                    <a:pt x="906" y="271"/>
                  </a:lnTo>
                  <a:lnTo>
                    <a:pt x="622" y="676"/>
                  </a:lnTo>
                  <a:lnTo>
                    <a:pt x="737" y="792"/>
                  </a:lnTo>
                  <a:lnTo>
                    <a:pt x="1091" y="264"/>
                  </a:lnTo>
                  <a:lnTo>
                    <a:pt x="1052" y="263"/>
                  </a:lnTo>
                  <a:close/>
                  <a:moveTo>
                    <a:pt x="1052" y="0"/>
                  </a:moveTo>
                  <a:lnTo>
                    <a:pt x="1146" y="2"/>
                  </a:lnTo>
                  <a:lnTo>
                    <a:pt x="1239" y="10"/>
                  </a:lnTo>
                  <a:lnTo>
                    <a:pt x="1332" y="23"/>
                  </a:lnTo>
                  <a:lnTo>
                    <a:pt x="1423" y="41"/>
                  </a:lnTo>
                  <a:lnTo>
                    <a:pt x="1512" y="64"/>
                  </a:lnTo>
                  <a:lnTo>
                    <a:pt x="1600" y="92"/>
                  </a:lnTo>
                  <a:lnTo>
                    <a:pt x="1687" y="126"/>
                  </a:lnTo>
                  <a:lnTo>
                    <a:pt x="1771" y="164"/>
                  </a:lnTo>
                  <a:lnTo>
                    <a:pt x="1853" y="206"/>
                  </a:lnTo>
                  <a:lnTo>
                    <a:pt x="1933" y="253"/>
                  </a:lnTo>
                  <a:lnTo>
                    <a:pt x="2009" y="304"/>
                  </a:lnTo>
                  <a:lnTo>
                    <a:pt x="2084" y="361"/>
                  </a:lnTo>
                  <a:lnTo>
                    <a:pt x="2155" y="421"/>
                  </a:lnTo>
                  <a:lnTo>
                    <a:pt x="2223" y="485"/>
                  </a:lnTo>
                  <a:lnTo>
                    <a:pt x="2286" y="554"/>
                  </a:lnTo>
                  <a:lnTo>
                    <a:pt x="2345" y="625"/>
                  </a:lnTo>
                  <a:lnTo>
                    <a:pt x="2400" y="698"/>
                  </a:lnTo>
                  <a:lnTo>
                    <a:pt x="2451" y="776"/>
                  </a:lnTo>
                  <a:lnTo>
                    <a:pt x="2498" y="855"/>
                  </a:lnTo>
                  <a:lnTo>
                    <a:pt x="2540" y="937"/>
                  </a:lnTo>
                  <a:lnTo>
                    <a:pt x="2577" y="1023"/>
                  </a:lnTo>
                  <a:lnTo>
                    <a:pt x="2609" y="1109"/>
                  </a:lnTo>
                  <a:lnTo>
                    <a:pt x="2637" y="1197"/>
                  </a:lnTo>
                  <a:lnTo>
                    <a:pt x="2659" y="1288"/>
                  </a:lnTo>
                  <a:lnTo>
                    <a:pt x="2677" y="1380"/>
                  </a:lnTo>
                  <a:lnTo>
                    <a:pt x="2690" y="1474"/>
                  </a:lnTo>
                  <a:lnTo>
                    <a:pt x="2689" y="1488"/>
                  </a:lnTo>
                  <a:lnTo>
                    <a:pt x="2685" y="1501"/>
                  </a:lnTo>
                  <a:lnTo>
                    <a:pt x="2677" y="1513"/>
                  </a:lnTo>
                  <a:lnTo>
                    <a:pt x="2666" y="1522"/>
                  </a:lnTo>
                  <a:lnTo>
                    <a:pt x="2653" y="1527"/>
                  </a:lnTo>
                  <a:lnTo>
                    <a:pt x="2640" y="1529"/>
                  </a:lnTo>
                  <a:lnTo>
                    <a:pt x="1123" y="1529"/>
                  </a:lnTo>
                  <a:lnTo>
                    <a:pt x="1110" y="1528"/>
                  </a:lnTo>
                  <a:lnTo>
                    <a:pt x="1097" y="1523"/>
                  </a:lnTo>
                  <a:lnTo>
                    <a:pt x="1087" y="1515"/>
                  </a:lnTo>
                  <a:lnTo>
                    <a:pt x="14" y="440"/>
                  </a:lnTo>
                  <a:lnTo>
                    <a:pt x="6" y="429"/>
                  </a:lnTo>
                  <a:lnTo>
                    <a:pt x="1" y="416"/>
                  </a:lnTo>
                  <a:lnTo>
                    <a:pt x="0" y="402"/>
                  </a:lnTo>
                  <a:lnTo>
                    <a:pt x="2" y="388"/>
                  </a:lnTo>
                  <a:lnTo>
                    <a:pt x="9" y="375"/>
                  </a:lnTo>
                  <a:lnTo>
                    <a:pt x="18" y="365"/>
                  </a:lnTo>
                  <a:lnTo>
                    <a:pt x="93" y="308"/>
                  </a:lnTo>
                  <a:lnTo>
                    <a:pt x="171" y="256"/>
                  </a:lnTo>
                  <a:lnTo>
                    <a:pt x="250" y="208"/>
                  </a:lnTo>
                  <a:lnTo>
                    <a:pt x="333" y="166"/>
                  </a:lnTo>
                  <a:lnTo>
                    <a:pt x="417" y="128"/>
                  </a:lnTo>
                  <a:lnTo>
                    <a:pt x="504" y="94"/>
                  </a:lnTo>
                  <a:lnTo>
                    <a:pt x="592" y="65"/>
                  </a:lnTo>
                  <a:lnTo>
                    <a:pt x="682" y="42"/>
                  </a:lnTo>
                  <a:lnTo>
                    <a:pt x="773" y="24"/>
                  </a:lnTo>
                  <a:lnTo>
                    <a:pt x="866" y="10"/>
                  </a:lnTo>
                  <a:lnTo>
                    <a:pt x="958" y="3"/>
                  </a:lnTo>
                  <a:lnTo>
                    <a:pt x="105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0" name="Freeform 57"/>
            <p:cNvSpPr>
              <a:spLocks noEditPoints="1"/>
            </p:cNvSpPr>
            <p:nvPr/>
          </p:nvSpPr>
          <p:spPr bwMode="auto">
            <a:xfrm>
              <a:off x="4276725" y="4754563"/>
              <a:ext cx="157163" cy="250825"/>
            </a:xfrm>
            <a:custGeom>
              <a:avLst/>
              <a:gdLst>
                <a:gd name="T0" fmla="*/ 403 w 1481"/>
                <a:gd name="T1" fmla="*/ 446 h 2369"/>
                <a:gd name="T2" fmla="*/ 348 w 1481"/>
                <a:gd name="T3" fmla="*/ 575 h 2369"/>
                <a:gd name="T4" fmla="*/ 301 w 1481"/>
                <a:gd name="T5" fmla="*/ 731 h 2369"/>
                <a:gd name="T6" fmla="*/ 273 w 1481"/>
                <a:gd name="T7" fmla="*/ 891 h 2369"/>
                <a:gd name="T8" fmla="*/ 263 w 1481"/>
                <a:gd name="T9" fmla="*/ 1053 h 2369"/>
                <a:gd name="T10" fmla="*/ 276 w 1481"/>
                <a:gd name="T11" fmla="*/ 1241 h 2369"/>
                <a:gd name="T12" fmla="*/ 312 w 1481"/>
                <a:gd name="T13" fmla="*/ 1423 h 2369"/>
                <a:gd name="T14" fmla="*/ 373 w 1481"/>
                <a:gd name="T15" fmla="*/ 1598 h 2369"/>
                <a:gd name="T16" fmla="*/ 448 w 1481"/>
                <a:gd name="T17" fmla="*/ 1748 h 2369"/>
                <a:gd name="T18" fmla="*/ 529 w 1481"/>
                <a:gd name="T19" fmla="*/ 1872 h 2369"/>
                <a:gd name="T20" fmla="*/ 624 w 1481"/>
                <a:gd name="T21" fmla="*/ 1988 h 2369"/>
                <a:gd name="T22" fmla="*/ 435 w 1481"/>
                <a:gd name="T23" fmla="*/ 383 h 2369"/>
                <a:gd name="T24" fmla="*/ 415 w 1481"/>
                <a:gd name="T25" fmla="*/ 1 h 2369"/>
                <a:gd name="T26" fmla="*/ 439 w 1481"/>
                <a:gd name="T27" fmla="*/ 15 h 2369"/>
                <a:gd name="T28" fmla="*/ 1475 w 1481"/>
                <a:gd name="T29" fmla="*/ 1054 h 2369"/>
                <a:gd name="T30" fmla="*/ 1481 w 1481"/>
                <a:gd name="T31" fmla="*/ 1081 h 2369"/>
                <a:gd name="T32" fmla="*/ 1474 w 1481"/>
                <a:gd name="T33" fmla="*/ 1106 h 2369"/>
                <a:gd name="T34" fmla="*/ 704 w 1481"/>
                <a:gd name="T35" fmla="*/ 2356 h 2369"/>
                <a:gd name="T36" fmla="*/ 679 w 1481"/>
                <a:gd name="T37" fmla="*/ 2368 h 2369"/>
                <a:gd name="T38" fmla="*/ 654 w 1481"/>
                <a:gd name="T39" fmla="*/ 2366 h 2369"/>
                <a:gd name="T40" fmla="*/ 564 w 1481"/>
                <a:gd name="T41" fmla="*/ 2298 h 2369"/>
                <a:gd name="T42" fmla="*/ 429 w 1481"/>
                <a:gd name="T43" fmla="*/ 2166 h 2369"/>
                <a:gd name="T44" fmla="*/ 311 w 1481"/>
                <a:gd name="T45" fmla="*/ 2020 h 2369"/>
                <a:gd name="T46" fmla="*/ 211 w 1481"/>
                <a:gd name="T47" fmla="*/ 1863 h 2369"/>
                <a:gd name="T48" fmla="*/ 128 w 1481"/>
                <a:gd name="T49" fmla="*/ 1696 h 2369"/>
                <a:gd name="T50" fmla="*/ 66 w 1481"/>
                <a:gd name="T51" fmla="*/ 1521 h 2369"/>
                <a:gd name="T52" fmla="*/ 24 w 1481"/>
                <a:gd name="T53" fmla="*/ 1338 h 2369"/>
                <a:gd name="T54" fmla="*/ 3 w 1481"/>
                <a:gd name="T55" fmla="*/ 1150 h 2369"/>
                <a:gd name="T56" fmla="*/ 3 w 1481"/>
                <a:gd name="T57" fmla="*/ 960 h 2369"/>
                <a:gd name="T58" fmla="*/ 24 w 1481"/>
                <a:gd name="T59" fmla="*/ 775 h 2369"/>
                <a:gd name="T60" fmla="*/ 66 w 1481"/>
                <a:gd name="T61" fmla="*/ 593 h 2369"/>
                <a:gd name="T62" fmla="*/ 127 w 1481"/>
                <a:gd name="T63" fmla="*/ 419 h 2369"/>
                <a:gd name="T64" fmla="*/ 209 w 1481"/>
                <a:gd name="T65" fmla="*/ 251 h 2369"/>
                <a:gd name="T66" fmla="*/ 308 w 1481"/>
                <a:gd name="T67" fmla="*/ 93 h 2369"/>
                <a:gd name="T68" fmla="*/ 374 w 1481"/>
                <a:gd name="T69" fmla="*/ 9 h 2369"/>
                <a:gd name="T70" fmla="*/ 401 w 1481"/>
                <a:gd name="T71" fmla="*/ 0 h 2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1" h="2369">
                  <a:moveTo>
                    <a:pt x="435" y="383"/>
                  </a:moveTo>
                  <a:lnTo>
                    <a:pt x="403" y="446"/>
                  </a:lnTo>
                  <a:lnTo>
                    <a:pt x="373" y="510"/>
                  </a:lnTo>
                  <a:lnTo>
                    <a:pt x="348" y="575"/>
                  </a:lnTo>
                  <a:lnTo>
                    <a:pt x="322" y="653"/>
                  </a:lnTo>
                  <a:lnTo>
                    <a:pt x="301" y="731"/>
                  </a:lnTo>
                  <a:lnTo>
                    <a:pt x="284" y="810"/>
                  </a:lnTo>
                  <a:lnTo>
                    <a:pt x="273" y="891"/>
                  </a:lnTo>
                  <a:lnTo>
                    <a:pt x="266" y="972"/>
                  </a:lnTo>
                  <a:lnTo>
                    <a:pt x="263" y="1053"/>
                  </a:lnTo>
                  <a:lnTo>
                    <a:pt x="266" y="1148"/>
                  </a:lnTo>
                  <a:lnTo>
                    <a:pt x="276" y="1241"/>
                  </a:lnTo>
                  <a:lnTo>
                    <a:pt x="291" y="1333"/>
                  </a:lnTo>
                  <a:lnTo>
                    <a:pt x="312" y="1423"/>
                  </a:lnTo>
                  <a:lnTo>
                    <a:pt x="340" y="1512"/>
                  </a:lnTo>
                  <a:lnTo>
                    <a:pt x="373" y="1598"/>
                  </a:lnTo>
                  <a:lnTo>
                    <a:pt x="413" y="1683"/>
                  </a:lnTo>
                  <a:lnTo>
                    <a:pt x="448" y="1748"/>
                  </a:lnTo>
                  <a:lnTo>
                    <a:pt x="487" y="1811"/>
                  </a:lnTo>
                  <a:lnTo>
                    <a:pt x="529" y="1872"/>
                  </a:lnTo>
                  <a:lnTo>
                    <a:pt x="574" y="1931"/>
                  </a:lnTo>
                  <a:lnTo>
                    <a:pt x="624" y="1988"/>
                  </a:lnTo>
                  <a:lnTo>
                    <a:pt x="1162" y="1111"/>
                  </a:lnTo>
                  <a:lnTo>
                    <a:pt x="435" y="383"/>
                  </a:lnTo>
                  <a:close/>
                  <a:moveTo>
                    <a:pt x="401" y="0"/>
                  </a:moveTo>
                  <a:lnTo>
                    <a:pt x="415" y="1"/>
                  </a:lnTo>
                  <a:lnTo>
                    <a:pt x="428" y="6"/>
                  </a:lnTo>
                  <a:lnTo>
                    <a:pt x="439" y="15"/>
                  </a:lnTo>
                  <a:lnTo>
                    <a:pt x="1466" y="1043"/>
                  </a:lnTo>
                  <a:lnTo>
                    <a:pt x="1475" y="1054"/>
                  </a:lnTo>
                  <a:lnTo>
                    <a:pt x="1480" y="1067"/>
                  </a:lnTo>
                  <a:lnTo>
                    <a:pt x="1481" y="1081"/>
                  </a:lnTo>
                  <a:lnTo>
                    <a:pt x="1479" y="1094"/>
                  </a:lnTo>
                  <a:lnTo>
                    <a:pt x="1474" y="1106"/>
                  </a:lnTo>
                  <a:lnTo>
                    <a:pt x="713" y="2345"/>
                  </a:lnTo>
                  <a:lnTo>
                    <a:pt x="704" y="2356"/>
                  </a:lnTo>
                  <a:lnTo>
                    <a:pt x="692" y="2364"/>
                  </a:lnTo>
                  <a:lnTo>
                    <a:pt x="679" y="2368"/>
                  </a:lnTo>
                  <a:lnTo>
                    <a:pt x="670" y="2369"/>
                  </a:lnTo>
                  <a:lnTo>
                    <a:pt x="654" y="2366"/>
                  </a:lnTo>
                  <a:lnTo>
                    <a:pt x="639" y="2359"/>
                  </a:lnTo>
                  <a:lnTo>
                    <a:pt x="564" y="2298"/>
                  </a:lnTo>
                  <a:lnTo>
                    <a:pt x="494" y="2234"/>
                  </a:lnTo>
                  <a:lnTo>
                    <a:pt x="429" y="2166"/>
                  </a:lnTo>
                  <a:lnTo>
                    <a:pt x="368" y="2094"/>
                  </a:lnTo>
                  <a:lnTo>
                    <a:pt x="311" y="2020"/>
                  </a:lnTo>
                  <a:lnTo>
                    <a:pt x="259" y="1944"/>
                  </a:lnTo>
                  <a:lnTo>
                    <a:pt x="211" y="1863"/>
                  </a:lnTo>
                  <a:lnTo>
                    <a:pt x="167" y="1781"/>
                  </a:lnTo>
                  <a:lnTo>
                    <a:pt x="128" y="1696"/>
                  </a:lnTo>
                  <a:lnTo>
                    <a:pt x="95" y="1610"/>
                  </a:lnTo>
                  <a:lnTo>
                    <a:pt x="66" y="1521"/>
                  </a:lnTo>
                  <a:lnTo>
                    <a:pt x="43" y="1430"/>
                  </a:lnTo>
                  <a:lnTo>
                    <a:pt x="24" y="1338"/>
                  </a:lnTo>
                  <a:lnTo>
                    <a:pt x="11" y="1244"/>
                  </a:lnTo>
                  <a:lnTo>
                    <a:pt x="3" y="1150"/>
                  </a:lnTo>
                  <a:lnTo>
                    <a:pt x="0" y="1053"/>
                  </a:lnTo>
                  <a:lnTo>
                    <a:pt x="3" y="960"/>
                  </a:lnTo>
                  <a:lnTo>
                    <a:pt x="11" y="867"/>
                  </a:lnTo>
                  <a:lnTo>
                    <a:pt x="24" y="775"/>
                  </a:lnTo>
                  <a:lnTo>
                    <a:pt x="42" y="684"/>
                  </a:lnTo>
                  <a:lnTo>
                    <a:pt x="66" y="593"/>
                  </a:lnTo>
                  <a:lnTo>
                    <a:pt x="94" y="505"/>
                  </a:lnTo>
                  <a:lnTo>
                    <a:pt x="127" y="419"/>
                  </a:lnTo>
                  <a:lnTo>
                    <a:pt x="165" y="333"/>
                  </a:lnTo>
                  <a:lnTo>
                    <a:pt x="209" y="251"/>
                  </a:lnTo>
                  <a:lnTo>
                    <a:pt x="256" y="170"/>
                  </a:lnTo>
                  <a:lnTo>
                    <a:pt x="308" y="93"/>
                  </a:lnTo>
                  <a:lnTo>
                    <a:pt x="364" y="19"/>
                  </a:lnTo>
                  <a:lnTo>
                    <a:pt x="374" y="9"/>
                  </a:lnTo>
                  <a:lnTo>
                    <a:pt x="387" y="3"/>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1" name="Freeform 58"/>
            <p:cNvSpPr>
              <a:spLocks/>
            </p:cNvSpPr>
            <p:nvPr/>
          </p:nvSpPr>
          <p:spPr bwMode="auto">
            <a:xfrm>
              <a:off x="4373563" y="4878388"/>
              <a:ext cx="250825" cy="161925"/>
            </a:xfrm>
            <a:custGeom>
              <a:avLst/>
              <a:gdLst>
                <a:gd name="T0" fmla="*/ 832 w 2375"/>
                <a:gd name="T1" fmla="*/ 0 h 1530"/>
                <a:gd name="T2" fmla="*/ 2325 w 2375"/>
                <a:gd name="T3" fmla="*/ 0 h 1530"/>
                <a:gd name="T4" fmla="*/ 2338 w 2375"/>
                <a:gd name="T5" fmla="*/ 2 h 1530"/>
                <a:gd name="T6" fmla="*/ 2351 w 2375"/>
                <a:gd name="T7" fmla="*/ 8 h 1530"/>
                <a:gd name="T8" fmla="*/ 2362 w 2375"/>
                <a:gd name="T9" fmla="*/ 17 h 1530"/>
                <a:gd name="T10" fmla="*/ 2370 w 2375"/>
                <a:gd name="T11" fmla="*/ 29 h 1530"/>
                <a:gd name="T12" fmla="*/ 2374 w 2375"/>
                <a:gd name="T13" fmla="*/ 42 h 1530"/>
                <a:gd name="T14" fmla="*/ 2375 w 2375"/>
                <a:gd name="T15" fmla="*/ 56 h 1530"/>
                <a:gd name="T16" fmla="*/ 2362 w 2375"/>
                <a:gd name="T17" fmla="*/ 150 h 1530"/>
                <a:gd name="T18" fmla="*/ 2344 w 2375"/>
                <a:gd name="T19" fmla="*/ 242 h 1530"/>
                <a:gd name="T20" fmla="*/ 2322 w 2375"/>
                <a:gd name="T21" fmla="*/ 333 h 1530"/>
                <a:gd name="T22" fmla="*/ 2294 w 2375"/>
                <a:gd name="T23" fmla="*/ 421 h 1530"/>
                <a:gd name="T24" fmla="*/ 2262 w 2375"/>
                <a:gd name="T25" fmla="*/ 507 h 1530"/>
                <a:gd name="T26" fmla="*/ 2225 w 2375"/>
                <a:gd name="T27" fmla="*/ 592 h 1530"/>
                <a:gd name="T28" fmla="*/ 2183 w 2375"/>
                <a:gd name="T29" fmla="*/ 674 h 1530"/>
                <a:gd name="T30" fmla="*/ 2136 w 2375"/>
                <a:gd name="T31" fmla="*/ 754 h 1530"/>
                <a:gd name="T32" fmla="*/ 2085 w 2375"/>
                <a:gd name="T33" fmla="*/ 831 h 1530"/>
                <a:gd name="T34" fmla="*/ 2030 w 2375"/>
                <a:gd name="T35" fmla="*/ 905 h 1530"/>
                <a:gd name="T36" fmla="*/ 1971 w 2375"/>
                <a:gd name="T37" fmla="*/ 976 h 1530"/>
                <a:gd name="T38" fmla="*/ 1908 w 2375"/>
                <a:gd name="T39" fmla="*/ 1045 h 1530"/>
                <a:gd name="T40" fmla="*/ 1840 w 2375"/>
                <a:gd name="T41" fmla="*/ 1109 h 1530"/>
                <a:gd name="T42" fmla="*/ 1769 w 2375"/>
                <a:gd name="T43" fmla="*/ 1169 h 1530"/>
                <a:gd name="T44" fmla="*/ 1694 w 2375"/>
                <a:gd name="T45" fmla="*/ 1226 h 1530"/>
                <a:gd name="T46" fmla="*/ 1618 w 2375"/>
                <a:gd name="T47" fmla="*/ 1277 h 1530"/>
                <a:gd name="T48" fmla="*/ 1538 w 2375"/>
                <a:gd name="T49" fmla="*/ 1324 h 1530"/>
                <a:gd name="T50" fmla="*/ 1456 w 2375"/>
                <a:gd name="T51" fmla="*/ 1366 h 1530"/>
                <a:gd name="T52" fmla="*/ 1372 w 2375"/>
                <a:gd name="T53" fmla="*/ 1404 h 1530"/>
                <a:gd name="T54" fmla="*/ 1285 w 2375"/>
                <a:gd name="T55" fmla="*/ 1437 h 1530"/>
                <a:gd name="T56" fmla="*/ 1197 w 2375"/>
                <a:gd name="T57" fmla="*/ 1465 h 1530"/>
                <a:gd name="T58" fmla="*/ 1108 w 2375"/>
                <a:gd name="T59" fmla="*/ 1488 h 1530"/>
                <a:gd name="T60" fmla="*/ 1017 w 2375"/>
                <a:gd name="T61" fmla="*/ 1506 h 1530"/>
                <a:gd name="T62" fmla="*/ 924 w 2375"/>
                <a:gd name="T63" fmla="*/ 1519 h 1530"/>
                <a:gd name="T64" fmla="*/ 831 w 2375"/>
                <a:gd name="T65" fmla="*/ 1527 h 1530"/>
                <a:gd name="T66" fmla="*/ 737 w 2375"/>
                <a:gd name="T67" fmla="*/ 1530 h 1530"/>
                <a:gd name="T68" fmla="*/ 644 w 2375"/>
                <a:gd name="T69" fmla="*/ 1527 h 1530"/>
                <a:gd name="T70" fmla="*/ 553 w 2375"/>
                <a:gd name="T71" fmla="*/ 1520 h 1530"/>
                <a:gd name="T72" fmla="*/ 462 w 2375"/>
                <a:gd name="T73" fmla="*/ 1507 h 1530"/>
                <a:gd name="T74" fmla="*/ 373 w 2375"/>
                <a:gd name="T75" fmla="*/ 1490 h 1530"/>
                <a:gd name="T76" fmla="*/ 285 w 2375"/>
                <a:gd name="T77" fmla="*/ 1468 h 1530"/>
                <a:gd name="T78" fmla="*/ 199 w 2375"/>
                <a:gd name="T79" fmla="*/ 1440 h 1530"/>
                <a:gd name="T80" fmla="*/ 113 w 2375"/>
                <a:gd name="T81" fmla="*/ 1407 h 1530"/>
                <a:gd name="T82" fmla="*/ 29 w 2375"/>
                <a:gd name="T83" fmla="*/ 1370 h 1530"/>
                <a:gd name="T84" fmla="*/ 17 w 2375"/>
                <a:gd name="T85" fmla="*/ 1362 h 1530"/>
                <a:gd name="T86" fmla="*/ 8 w 2375"/>
                <a:gd name="T87" fmla="*/ 1352 h 1530"/>
                <a:gd name="T88" fmla="*/ 2 w 2375"/>
                <a:gd name="T89" fmla="*/ 1339 h 1530"/>
                <a:gd name="T90" fmla="*/ 0 w 2375"/>
                <a:gd name="T91" fmla="*/ 1325 h 1530"/>
                <a:gd name="T92" fmla="*/ 2 w 2375"/>
                <a:gd name="T93" fmla="*/ 1311 h 1530"/>
                <a:gd name="T94" fmla="*/ 8 w 2375"/>
                <a:gd name="T95" fmla="*/ 1298 h 1530"/>
                <a:gd name="T96" fmla="*/ 789 w 2375"/>
                <a:gd name="T97" fmla="*/ 24 h 1530"/>
                <a:gd name="T98" fmla="*/ 798 w 2375"/>
                <a:gd name="T99" fmla="*/ 14 h 1530"/>
                <a:gd name="T100" fmla="*/ 808 w 2375"/>
                <a:gd name="T101" fmla="*/ 7 h 1530"/>
                <a:gd name="T102" fmla="*/ 820 w 2375"/>
                <a:gd name="T103" fmla="*/ 2 h 1530"/>
                <a:gd name="T104" fmla="*/ 832 w 2375"/>
                <a:gd name="T105" fmla="*/ 0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75" h="1530">
                  <a:moveTo>
                    <a:pt x="832" y="0"/>
                  </a:moveTo>
                  <a:lnTo>
                    <a:pt x="2325" y="0"/>
                  </a:lnTo>
                  <a:lnTo>
                    <a:pt x="2338" y="2"/>
                  </a:lnTo>
                  <a:lnTo>
                    <a:pt x="2351" y="8"/>
                  </a:lnTo>
                  <a:lnTo>
                    <a:pt x="2362" y="17"/>
                  </a:lnTo>
                  <a:lnTo>
                    <a:pt x="2370" y="29"/>
                  </a:lnTo>
                  <a:lnTo>
                    <a:pt x="2374" y="42"/>
                  </a:lnTo>
                  <a:lnTo>
                    <a:pt x="2375" y="56"/>
                  </a:lnTo>
                  <a:lnTo>
                    <a:pt x="2362" y="150"/>
                  </a:lnTo>
                  <a:lnTo>
                    <a:pt x="2344" y="242"/>
                  </a:lnTo>
                  <a:lnTo>
                    <a:pt x="2322" y="333"/>
                  </a:lnTo>
                  <a:lnTo>
                    <a:pt x="2294" y="421"/>
                  </a:lnTo>
                  <a:lnTo>
                    <a:pt x="2262" y="507"/>
                  </a:lnTo>
                  <a:lnTo>
                    <a:pt x="2225" y="592"/>
                  </a:lnTo>
                  <a:lnTo>
                    <a:pt x="2183" y="674"/>
                  </a:lnTo>
                  <a:lnTo>
                    <a:pt x="2136" y="754"/>
                  </a:lnTo>
                  <a:lnTo>
                    <a:pt x="2085" y="831"/>
                  </a:lnTo>
                  <a:lnTo>
                    <a:pt x="2030" y="905"/>
                  </a:lnTo>
                  <a:lnTo>
                    <a:pt x="1971" y="976"/>
                  </a:lnTo>
                  <a:lnTo>
                    <a:pt x="1908" y="1045"/>
                  </a:lnTo>
                  <a:lnTo>
                    <a:pt x="1840" y="1109"/>
                  </a:lnTo>
                  <a:lnTo>
                    <a:pt x="1769" y="1169"/>
                  </a:lnTo>
                  <a:lnTo>
                    <a:pt x="1694" y="1226"/>
                  </a:lnTo>
                  <a:lnTo>
                    <a:pt x="1618" y="1277"/>
                  </a:lnTo>
                  <a:lnTo>
                    <a:pt x="1538" y="1324"/>
                  </a:lnTo>
                  <a:lnTo>
                    <a:pt x="1456" y="1366"/>
                  </a:lnTo>
                  <a:lnTo>
                    <a:pt x="1372" y="1404"/>
                  </a:lnTo>
                  <a:lnTo>
                    <a:pt x="1285" y="1437"/>
                  </a:lnTo>
                  <a:lnTo>
                    <a:pt x="1197" y="1465"/>
                  </a:lnTo>
                  <a:lnTo>
                    <a:pt x="1108" y="1488"/>
                  </a:lnTo>
                  <a:lnTo>
                    <a:pt x="1017" y="1506"/>
                  </a:lnTo>
                  <a:lnTo>
                    <a:pt x="924" y="1519"/>
                  </a:lnTo>
                  <a:lnTo>
                    <a:pt x="831" y="1527"/>
                  </a:lnTo>
                  <a:lnTo>
                    <a:pt x="737" y="1530"/>
                  </a:lnTo>
                  <a:lnTo>
                    <a:pt x="644" y="1527"/>
                  </a:lnTo>
                  <a:lnTo>
                    <a:pt x="553" y="1520"/>
                  </a:lnTo>
                  <a:lnTo>
                    <a:pt x="462" y="1507"/>
                  </a:lnTo>
                  <a:lnTo>
                    <a:pt x="373" y="1490"/>
                  </a:lnTo>
                  <a:lnTo>
                    <a:pt x="285" y="1468"/>
                  </a:lnTo>
                  <a:lnTo>
                    <a:pt x="199" y="1440"/>
                  </a:lnTo>
                  <a:lnTo>
                    <a:pt x="113" y="1407"/>
                  </a:lnTo>
                  <a:lnTo>
                    <a:pt x="29" y="1370"/>
                  </a:lnTo>
                  <a:lnTo>
                    <a:pt x="17" y="1362"/>
                  </a:lnTo>
                  <a:lnTo>
                    <a:pt x="8" y="1352"/>
                  </a:lnTo>
                  <a:lnTo>
                    <a:pt x="2" y="1339"/>
                  </a:lnTo>
                  <a:lnTo>
                    <a:pt x="0" y="1325"/>
                  </a:lnTo>
                  <a:lnTo>
                    <a:pt x="2" y="1311"/>
                  </a:lnTo>
                  <a:lnTo>
                    <a:pt x="8" y="1298"/>
                  </a:lnTo>
                  <a:lnTo>
                    <a:pt x="789" y="24"/>
                  </a:lnTo>
                  <a:lnTo>
                    <a:pt x="798" y="14"/>
                  </a:lnTo>
                  <a:lnTo>
                    <a:pt x="808" y="7"/>
                  </a:lnTo>
                  <a:lnTo>
                    <a:pt x="820" y="2"/>
                  </a:lnTo>
                  <a:lnTo>
                    <a:pt x="8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2" name="Group 61"/>
          <p:cNvGrpSpPr/>
          <p:nvPr/>
        </p:nvGrpSpPr>
        <p:grpSpPr>
          <a:xfrm>
            <a:off x="2744349" y="2997136"/>
            <a:ext cx="370972" cy="368521"/>
            <a:chOff x="5509038" y="2829908"/>
            <a:chExt cx="376386" cy="373901"/>
          </a:xfrm>
          <a:solidFill>
            <a:schemeClr val="bg1"/>
          </a:solidFill>
        </p:grpSpPr>
        <p:sp>
          <p:nvSpPr>
            <p:cNvPr id="63" name="Freeform 6"/>
            <p:cNvSpPr>
              <a:spLocks/>
            </p:cNvSpPr>
            <p:nvPr/>
          </p:nvSpPr>
          <p:spPr bwMode="auto">
            <a:xfrm>
              <a:off x="5509038" y="2887049"/>
              <a:ext cx="318002" cy="316760"/>
            </a:xfrm>
            <a:custGeom>
              <a:avLst/>
              <a:gdLst>
                <a:gd name="T0" fmla="*/ 910 w 2818"/>
                <a:gd name="T1" fmla="*/ 10 h 2801"/>
                <a:gd name="T2" fmla="*/ 1156 w 2818"/>
                <a:gd name="T3" fmla="*/ 65 h 2801"/>
                <a:gd name="T4" fmla="*/ 1408 w 2818"/>
                <a:gd name="T5" fmla="*/ 164 h 2801"/>
                <a:gd name="T6" fmla="*/ 1660 w 2818"/>
                <a:gd name="T7" fmla="*/ 305 h 2801"/>
                <a:gd name="T8" fmla="*/ 1667 w 2818"/>
                <a:gd name="T9" fmla="*/ 440 h 2801"/>
                <a:gd name="T10" fmla="*/ 1530 w 2818"/>
                <a:gd name="T11" fmla="*/ 624 h 2801"/>
                <a:gd name="T12" fmla="*/ 1309 w 2818"/>
                <a:gd name="T13" fmla="*/ 493 h 2801"/>
                <a:gd name="T14" fmla="*/ 1092 w 2818"/>
                <a:gd name="T15" fmla="*/ 400 h 2801"/>
                <a:gd name="T16" fmla="*/ 884 w 2818"/>
                <a:gd name="T17" fmla="*/ 348 h 2801"/>
                <a:gd name="T18" fmla="*/ 697 w 2818"/>
                <a:gd name="T19" fmla="*/ 340 h 2801"/>
                <a:gd name="T20" fmla="*/ 554 w 2818"/>
                <a:gd name="T21" fmla="*/ 372 h 2801"/>
                <a:gd name="T22" fmla="*/ 445 w 2818"/>
                <a:gd name="T23" fmla="*/ 444 h 2801"/>
                <a:gd name="T24" fmla="*/ 377 w 2818"/>
                <a:gd name="T25" fmla="*/ 547 h 2801"/>
                <a:gd name="T26" fmla="*/ 344 w 2818"/>
                <a:gd name="T27" fmla="*/ 684 h 2801"/>
                <a:gd name="T28" fmla="*/ 348 w 2818"/>
                <a:gd name="T29" fmla="*/ 849 h 2801"/>
                <a:gd name="T30" fmla="*/ 388 w 2818"/>
                <a:gd name="T31" fmla="*/ 1035 h 2801"/>
                <a:gd name="T32" fmla="*/ 465 w 2818"/>
                <a:gd name="T33" fmla="*/ 1236 h 2801"/>
                <a:gd name="T34" fmla="*/ 580 w 2818"/>
                <a:gd name="T35" fmla="*/ 1449 h 2801"/>
                <a:gd name="T36" fmla="*/ 734 w 2818"/>
                <a:gd name="T37" fmla="*/ 1665 h 2801"/>
                <a:gd name="T38" fmla="*/ 927 w 2818"/>
                <a:gd name="T39" fmla="*/ 1879 h 2801"/>
                <a:gd name="T40" fmla="*/ 1138 w 2818"/>
                <a:gd name="T41" fmla="*/ 2066 h 2801"/>
                <a:gd name="T42" fmla="*/ 1357 w 2818"/>
                <a:gd name="T43" fmla="*/ 2222 h 2801"/>
                <a:gd name="T44" fmla="*/ 1578 w 2818"/>
                <a:gd name="T45" fmla="*/ 2342 h 2801"/>
                <a:gd name="T46" fmla="*/ 1795 w 2818"/>
                <a:gd name="T47" fmla="*/ 2422 h 2801"/>
                <a:gd name="T48" fmla="*/ 2000 w 2818"/>
                <a:gd name="T49" fmla="*/ 2461 h 2801"/>
                <a:gd name="T50" fmla="*/ 2171 w 2818"/>
                <a:gd name="T51" fmla="*/ 2454 h 2801"/>
                <a:gd name="T52" fmla="*/ 2303 w 2818"/>
                <a:gd name="T53" fmla="*/ 2409 h 2801"/>
                <a:gd name="T54" fmla="*/ 2399 w 2818"/>
                <a:gd name="T55" fmla="*/ 2326 h 2801"/>
                <a:gd name="T56" fmla="*/ 2455 w 2818"/>
                <a:gd name="T57" fmla="*/ 2214 h 2801"/>
                <a:gd name="T58" fmla="*/ 2477 w 2818"/>
                <a:gd name="T59" fmla="*/ 2073 h 2801"/>
                <a:gd name="T60" fmla="*/ 2465 w 2818"/>
                <a:gd name="T61" fmla="*/ 1906 h 2801"/>
                <a:gd name="T62" fmla="*/ 2410 w 2818"/>
                <a:gd name="T63" fmla="*/ 1701 h 2801"/>
                <a:gd name="T64" fmla="*/ 2294 w 2818"/>
                <a:gd name="T65" fmla="*/ 1449 h 2801"/>
                <a:gd name="T66" fmla="*/ 2252 w 2818"/>
                <a:gd name="T67" fmla="*/ 1241 h 2801"/>
                <a:gd name="T68" fmla="*/ 2436 w 2818"/>
                <a:gd name="T69" fmla="*/ 1087 h 2801"/>
                <a:gd name="T70" fmla="*/ 2568 w 2818"/>
                <a:gd name="T71" fmla="*/ 1244 h 2801"/>
                <a:gd name="T72" fmla="*/ 2701 w 2818"/>
                <a:gd name="T73" fmla="*/ 1513 h 2801"/>
                <a:gd name="T74" fmla="*/ 2785 w 2818"/>
                <a:gd name="T75" fmla="*/ 1772 h 2801"/>
                <a:gd name="T76" fmla="*/ 2817 w 2818"/>
                <a:gd name="T77" fmla="*/ 2001 h 2801"/>
                <a:gd name="T78" fmla="*/ 2807 w 2818"/>
                <a:gd name="T79" fmla="*/ 2209 h 2801"/>
                <a:gd name="T80" fmla="*/ 2751 w 2818"/>
                <a:gd name="T81" fmla="*/ 2393 h 2801"/>
                <a:gd name="T82" fmla="*/ 2654 w 2818"/>
                <a:gd name="T83" fmla="*/ 2550 h 2801"/>
                <a:gd name="T84" fmla="*/ 2525 w 2818"/>
                <a:gd name="T85" fmla="*/ 2669 h 2801"/>
                <a:gd name="T86" fmla="*/ 2371 w 2818"/>
                <a:gd name="T87" fmla="*/ 2749 h 2801"/>
                <a:gd name="T88" fmla="*/ 2194 w 2818"/>
                <a:gd name="T89" fmla="*/ 2792 h 2801"/>
                <a:gd name="T90" fmla="*/ 1982 w 2818"/>
                <a:gd name="T91" fmla="*/ 2799 h 2801"/>
                <a:gd name="T92" fmla="*/ 1727 w 2818"/>
                <a:gd name="T93" fmla="*/ 2755 h 2801"/>
                <a:gd name="T94" fmla="*/ 1464 w 2818"/>
                <a:gd name="T95" fmla="*/ 2661 h 2801"/>
                <a:gd name="T96" fmla="*/ 1198 w 2818"/>
                <a:gd name="T97" fmla="*/ 2522 h 2801"/>
                <a:gd name="T98" fmla="*/ 936 w 2818"/>
                <a:gd name="T99" fmla="*/ 2340 h 2801"/>
                <a:gd name="T100" fmla="*/ 686 w 2818"/>
                <a:gd name="T101" fmla="*/ 2118 h 2801"/>
                <a:gd name="T102" fmla="*/ 486 w 2818"/>
                <a:gd name="T103" fmla="*/ 1897 h 2801"/>
                <a:gd name="T104" fmla="*/ 317 w 2818"/>
                <a:gd name="T105" fmla="*/ 1669 h 2801"/>
                <a:gd name="T106" fmla="*/ 184 w 2818"/>
                <a:gd name="T107" fmla="*/ 1438 h 2801"/>
                <a:gd name="T108" fmla="*/ 86 w 2818"/>
                <a:gd name="T109" fmla="*/ 1209 h 2801"/>
                <a:gd name="T110" fmla="*/ 24 w 2818"/>
                <a:gd name="T111" fmla="*/ 987 h 2801"/>
                <a:gd name="T112" fmla="*/ 0 w 2818"/>
                <a:gd name="T113" fmla="*/ 776 h 2801"/>
                <a:gd name="T114" fmla="*/ 14 w 2818"/>
                <a:gd name="T115" fmla="*/ 579 h 2801"/>
                <a:gd name="T116" fmla="*/ 68 w 2818"/>
                <a:gd name="T117" fmla="*/ 401 h 2801"/>
                <a:gd name="T118" fmla="*/ 163 w 2818"/>
                <a:gd name="T119" fmla="*/ 249 h 2801"/>
                <a:gd name="T120" fmla="*/ 292 w 2818"/>
                <a:gd name="T121" fmla="*/ 132 h 2801"/>
                <a:gd name="T122" fmla="*/ 445 w 2818"/>
                <a:gd name="T123" fmla="*/ 52 h 2801"/>
                <a:gd name="T124" fmla="*/ 623 w 2818"/>
                <a:gd name="T125" fmla="*/ 8 h 2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18" h="2801">
                  <a:moveTo>
                    <a:pt x="753" y="0"/>
                  </a:moveTo>
                  <a:lnTo>
                    <a:pt x="830" y="2"/>
                  </a:lnTo>
                  <a:lnTo>
                    <a:pt x="910" y="10"/>
                  </a:lnTo>
                  <a:lnTo>
                    <a:pt x="991" y="24"/>
                  </a:lnTo>
                  <a:lnTo>
                    <a:pt x="1073" y="41"/>
                  </a:lnTo>
                  <a:lnTo>
                    <a:pt x="1156" y="65"/>
                  </a:lnTo>
                  <a:lnTo>
                    <a:pt x="1240" y="93"/>
                  </a:lnTo>
                  <a:lnTo>
                    <a:pt x="1323" y="127"/>
                  </a:lnTo>
                  <a:lnTo>
                    <a:pt x="1408" y="164"/>
                  </a:lnTo>
                  <a:lnTo>
                    <a:pt x="1492" y="207"/>
                  </a:lnTo>
                  <a:lnTo>
                    <a:pt x="1577" y="254"/>
                  </a:lnTo>
                  <a:lnTo>
                    <a:pt x="1660" y="305"/>
                  </a:lnTo>
                  <a:lnTo>
                    <a:pt x="1744" y="360"/>
                  </a:lnTo>
                  <a:lnTo>
                    <a:pt x="1724" y="379"/>
                  </a:lnTo>
                  <a:lnTo>
                    <a:pt x="1667" y="440"/>
                  </a:lnTo>
                  <a:lnTo>
                    <a:pt x="1615" y="500"/>
                  </a:lnTo>
                  <a:lnTo>
                    <a:pt x="1570" y="563"/>
                  </a:lnTo>
                  <a:lnTo>
                    <a:pt x="1530" y="624"/>
                  </a:lnTo>
                  <a:lnTo>
                    <a:pt x="1456" y="576"/>
                  </a:lnTo>
                  <a:lnTo>
                    <a:pt x="1383" y="532"/>
                  </a:lnTo>
                  <a:lnTo>
                    <a:pt x="1309" y="493"/>
                  </a:lnTo>
                  <a:lnTo>
                    <a:pt x="1236" y="457"/>
                  </a:lnTo>
                  <a:lnTo>
                    <a:pt x="1163" y="426"/>
                  </a:lnTo>
                  <a:lnTo>
                    <a:pt x="1092" y="400"/>
                  </a:lnTo>
                  <a:lnTo>
                    <a:pt x="1021" y="378"/>
                  </a:lnTo>
                  <a:lnTo>
                    <a:pt x="952" y="361"/>
                  </a:lnTo>
                  <a:lnTo>
                    <a:pt x="884" y="348"/>
                  </a:lnTo>
                  <a:lnTo>
                    <a:pt x="817" y="340"/>
                  </a:lnTo>
                  <a:lnTo>
                    <a:pt x="753" y="338"/>
                  </a:lnTo>
                  <a:lnTo>
                    <a:pt x="697" y="340"/>
                  </a:lnTo>
                  <a:lnTo>
                    <a:pt x="646" y="346"/>
                  </a:lnTo>
                  <a:lnTo>
                    <a:pt x="598" y="358"/>
                  </a:lnTo>
                  <a:lnTo>
                    <a:pt x="554" y="372"/>
                  </a:lnTo>
                  <a:lnTo>
                    <a:pt x="514" y="392"/>
                  </a:lnTo>
                  <a:lnTo>
                    <a:pt x="477" y="416"/>
                  </a:lnTo>
                  <a:lnTo>
                    <a:pt x="445" y="444"/>
                  </a:lnTo>
                  <a:lnTo>
                    <a:pt x="419" y="474"/>
                  </a:lnTo>
                  <a:lnTo>
                    <a:pt x="396" y="508"/>
                  </a:lnTo>
                  <a:lnTo>
                    <a:pt x="377" y="547"/>
                  </a:lnTo>
                  <a:lnTo>
                    <a:pt x="362" y="590"/>
                  </a:lnTo>
                  <a:lnTo>
                    <a:pt x="352" y="635"/>
                  </a:lnTo>
                  <a:lnTo>
                    <a:pt x="344" y="684"/>
                  </a:lnTo>
                  <a:lnTo>
                    <a:pt x="341" y="736"/>
                  </a:lnTo>
                  <a:lnTo>
                    <a:pt x="343" y="791"/>
                  </a:lnTo>
                  <a:lnTo>
                    <a:pt x="348" y="849"/>
                  </a:lnTo>
                  <a:lnTo>
                    <a:pt x="357" y="908"/>
                  </a:lnTo>
                  <a:lnTo>
                    <a:pt x="371" y="970"/>
                  </a:lnTo>
                  <a:lnTo>
                    <a:pt x="388" y="1035"/>
                  </a:lnTo>
                  <a:lnTo>
                    <a:pt x="409" y="1100"/>
                  </a:lnTo>
                  <a:lnTo>
                    <a:pt x="436" y="1168"/>
                  </a:lnTo>
                  <a:lnTo>
                    <a:pt x="465" y="1236"/>
                  </a:lnTo>
                  <a:lnTo>
                    <a:pt x="499" y="1306"/>
                  </a:lnTo>
                  <a:lnTo>
                    <a:pt x="538" y="1377"/>
                  </a:lnTo>
                  <a:lnTo>
                    <a:pt x="580" y="1449"/>
                  </a:lnTo>
                  <a:lnTo>
                    <a:pt x="627" y="1520"/>
                  </a:lnTo>
                  <a:lnTo>
                    <a:pt x="678" y="1592"/>
                  </a:lnTo>
                  <a:lnTo>
                    <a:pt x="734" y="1665"/>
                  </a:lnTo>
                  <a:lnTo>
                    <a:pt x="794" y="1737"/>
                  </a:lnTo>
                  <a:lnTo>
                    <a:pt x="859" y="1807"/>
                  </a:lnTo>
                  <a:lnTo>
                    <a:pt x="927" y="1879"/>
                  </a:lnTo>
                  <a:lnTo>
                    <a:pt x="996" y="1945"/>
                  </a:lnTo>
                  <a:lnTo>
                    <a:pt x="1066" y="2007"/>
                  </a:lnTo>
                  <a:lnTo>
                    <a:pt x="1138" y="2066"/>
                  </a:lnTo>
                  <a:lnTo>
                    <a:pt x="1210" y="2123"/>
                  </a:lnTo>
                  <a:lnTo>
                    <a:pt x="1284" y="2173"/>
                  </a:lnTo>
                  <a:lnTo>
                    <a:pt x="1357" y="2222"/>
                  </a:lnTo>
                  <a:lnTo>
                    <a:pt x="1431" y="2266"/>
                  </a:lnTo>
                  <a:lnTo>
                    <a:pt x="1504" y="2306"/>
                  </a:lnTo>
                  <a:lnTo>
                    <a:pt x="1578" y="2342"/>
                  </a:lnTo>
                  <a:lnTo>
                    <a:pt x="1651" y="2373"/>
                  </a:lnTo>
                  <a:lnTo>
                    <a:pt x="1723" y="2400"/>
                  </a:lnTo>
                  <a:lnTo>
                    <a:pt x="1795" y="2422"/>
                  </a:lnTo>
                  <a:lnTo>
                    <a:pt x="1865" y="2440"/>
                  </a:lnTo>
                  <a:lnTo>
                    <a:pt x="1933" y="2452"/>
                  </a:lnTo>
                  <a:lnTo>
                    <a:pt x="2000" y="2461"/>
                  </a:lnTo>
                  <a:lnTo>
                    <a:pt x="2065" y="2463"/>
                  </a:lnTo>
                  <a:lnTo>
                    <a:pt x="2119" y="2461"/>
                  </a:lnTo>
                  <a:lnTo>
                    <a:pt x="2171" y="2454"/>
                  </a:lnTo>
                  <a:lnTo>
                    <a:pt x="2220" y="2443"/>
                  </a:lnTo>
                  <a:lnTo>
                    <a:pt x="2264" y="2428"/>
                  </a:lnTo>
                  <a:lnTo>
                    <a:pt x="2303" y="2409"/>
                  </a:lnTo>
                  <a:lnTo>
                    <a:pt x="2340" y="2385"/>
                  </a:lnTo>
                  <a:lnTo>
                    <a:pt x="2371" y="2357"/>
                  </a:lnTo>
                  <a:lnTo>
                    <a:pt x="2399" y="2326"/>
                  </a:lnTo>
                  <a:lnTo>
                    <a:pt x="2421" y="2293"/>
                  </a:lnTo>
                  <a:lnTo>
                    <a:pt x="2439" y="2256"/>
                  </a:lnTo>
                  <a:lnTo>
                    <a:pt x="2455" y="2214"/>
                  </a:lnTo>
                  <a:lnTo>
                    <a:pt x="2467" y="2170"/>
                  </a:lnTo>
                  <a:lnTo>
                    <a:pt x="2474" y="2123"/>
                  </a:lnTo>
                  <a:lnTo>
                    <a:pt x="2477" y="2073"/>
                  </a:lnTo>
                  <a:lnTo>
                    <a:pt x="2477" y="2020"/>
                  </a:lnTo>
                  <a:lnTo>
                    <a:pt x="2473" y="1964"/>
                  </a:lnTo>
                  <a:lnTo>
                    <a:pt x="2465" y="1906"/>
                  </a:lnTo>
                  <a:lnTo>
                    <a:pt x="2453" y="1847"/>
                  </a:lnTo>
                  <a:lnTo>
                    <a:pt x="2436" y="1785"/>
                  </a:lnTo>
                  <a:lnTo>
                    <a:pt x="2410" y="1701"/>
                  </a:lnTo>
                  <a:lnTo>
                    <a:pt x="2377" y="1618"/>
                  </a:lnTo>
                  <a:lnTo>
                    <a:pt x="2338" y="1533"/>
                  </a:lnTo>
                  <a:lnTo>
                    <a:pt x="2294" y="1449"/>
                  </a:lnTo>
                  <a:lnTo>
                    <a:pt x="2245" y="1364"/>
                  </a:lnTo>
                  <a:lnTo>
                    <a:pt x="2190" y="1280"/>
                  </a:lnTo>
                  <a:lnTo>
                    <a:pt x="2252" y="1241"/>
                  </a:lnTo>
                  <a:lnTo>
                    <a:pt x="2314" y="1195"/>
                  </a:lnTo>
                  <a:lnTo>
                    <a:pt x="2376" y="1144"/>
                  </a:lnTo>
                  <a:lnTo>
                    <a:pt x="2436" y="1087"/>
                  </a:lnTo>
                  <a:lnTo>
                    <a:pt x="2455" y="1068"/>
                  </a:lnTo>
                  <a:lnTo>
                    <a:pt x="2514" y="1155"/>
                  </a:lnTo>
                  <a:lnTo>
                    <a:pt x="2568" y="1244"/>
                  </a:lnTo>
                  <a:lnTo>
                    <a:pt x="2617" y="1333"/>
                  </a:lnTo>
                  <a:lnTo>
                    <a:pt x="2662" y="1424"/>
                  </a:lnTo>
                  <a:lnTo>
                    <a:pt x="2701" y="1513"/>
                  </a:lnTo>
                  <a:lnTo>
                    <a:pt x="2736" y="1603"/>
                  </a:lnTo>
                  <a:lnTo>
                    <a:pt x="2764" y="1692"/>
                  </a:lnTo>
                  <a:lnTo>
                    <a:pt x="2785" y="1772"/>
                  </a:lnTo>
                  <a:lnTo>
                    <a:pt x="2801" y="1850"/>
                  </a:lnTo>
                  <a:lnTo>
                    <a:pt x="2812" y="1927"/>
                  </a:lnTo>
                  <a:lnTo>
                    <a:pt x="2817" y="2001"/>
                  </a:lnTo>
                  <a:lnTo>
                    <a:pt x="2818" y="2073"/>
                  </a:lnTo>
                  <a:lnTo>
                    <a:pt x="2815" y="2142"/>
                  </a:lnTo>
                  <a:lnTo>
                    <a:pt x="2807" y="2209"/>
                  </a:lnTo>
                  <a:lnTo>
                    <a:pt x="2793" y="2273"/>
                  </a:lnTo>
                  <a:lnTo>
                    <a:pt x="2774" y="2335"/>
                  </a:lnTo>
                  <a:lnTo>
                    <a:pt x="2751" y="2393"/>
                  </a:lnTo>
                  <a:lnTo>
                    <a:pt x="2724" y="2449"/>
                  </a:lnTo>
                  <a:lnTo>
                    <a:pt x="2692" y="2501"/>
                  </a:lnTo>
                  <a:lnTo>
                    <a:pt x="2654" y="2550"/>
                  </a:lnTo>
                  <a:lnTo>
                    <a:pt x="2612" y="2596"/>
                  </a:lnTo>
                  <a:lnTo>
                    <a:pt x="2570" y="2634"/>
                  </a:lnTo>
                  <a:lnTo>
                    <a:pt x="2525" y="2669"/>
                  </a:lnTo>
                  <a:lnTo>
                    <a:pt x="2477" y="2700"/>
                  </a:lnTo>
                  <a:lnTo>
                    <a:pt x="2426" y="2726"/>
                  </a:lnTo>
                  <a:lnTo>
                    <a:pt x="2371" y="2749"/>
                  </a:lnTo>
                  <a:lnTo>
                    <a:pt x="2315" y="2767"/>
                  </a:lnTo>
                  <a:lnTo>
                    <a:pt x="2256" y="2782"/>
                  </a:lnTo>
                  <a:lnTo>
                    <a:pt x="2194" y="2792"/>
                  </a:lnTo>
                  <a:lnTo>
                    <a:pt x="2131" y="2799"/>
                  </a:lnTo>
                  <a:lnTo>
                    <a:pt x="2065" y="2801"/>
                  </a:lnTo>
                  <a:lnTo>
                    <a:pt x="1982" y="2799"/>
                  </a:lnTo>
                  <a:lnTo>
                    <a:pt x="1898" y="2789"/>
                  </a:lnTo>
                  <a:lnTo>
                    <a:pt x="1813" y="2775"/>
                  </a:lnTo>
                  <a:lnTo>
                    <a:pt x="1727" y="2755"/>
                  </a:lnTo>
                  <a:lnTo>
                    <a:pt x="1640" y="2729"/>
                  </a:lnTo>
                  <a:lnTo>
                    <a:pt x="1552" y="2698"/>
                  </a:lnTo>
                  <a:lnTo>
                    <a:pt x="1464" y="2661"/>
                  </a:lnTo>
                  <a:lnTo>
                    <a:pt x="1375" y="2620"/>
                  </a:lnTo>
                  <a:lnTo>
                    <a:pt x="1286" y="2574"/>
                  </a:lnTo>
                  <a:lnTo>
                    <a:pt x="1198" y="2522"/>
                  </a:lnTo>
                  <a:lnTo>
                    <a:pt x="1110" y="2466"/>
                  </a:lnTo>
                  <a:lnTo>
                    <a:pt x="1022" y="2405"/>
                  </a:lnTo>
                  <a:lnTo>
                    <a:pt x="936" y="2340"/>
                  </a:lnTo>
                  <a:lnTo>
                    <a:pt x="851" y="2270"/>
                  </a:lnTo>
                  <a:lnTo>
                    <a:pt x="767" y="2196"/>
                  </a:lnTo>
                  <a:lnTo>
                    <a:pt x="686" y="2118"/>
                  </a:lnTo>
                  <a:lnTo>
                    <a:pt x="616" y="2046"/>
                  </a:lnTo>
                  <a:lnTo>
                    <a:pt x="549" y="1972"/>
                  </a:lnTo>
                  <a:lnTo>
                    <a:pt x="486" y="1897"/>
                  </a:lnTo>
                  <a:lnTo>
                    <a:pt x="426" y="1822"/>
                  </a:lnTo>
                  <a:lnTo>
                    <a:pt x="370" y="1746"/>
                  </a:lnTo>
                  <a:lnTo>
                    <a:pt x="317" y="1669"/>
                  </a:lnTo>
                  <a:lnTo>
                    <a:pt x="269" y="1592"/>
                  </a:lnTo>
                  <a:lnTo>
                    <a:pt x="225" y="1515"/>
                  </a:lnTo>
                  <a:lnTo>
                    <a:pt x="184" y="1438"/>
                  </a:lnTo>
                  <a:lnTo>
                    <a:pt x="148" y="1362"/>
                  </a:lnTo>
                  <a:lnTo>
                    <a:pt x="114" y="1285"/>
                  </a:lnTo>
                  <a:lnTo>
                    <a:pt x="86" y="1209"/>
                  </a:lnTo>
                  <a:lnTo>
                    <a:pt x="61" y="1135"/>
                  </a:lnTo>
                  <a:lnTo>
                    <a:pt x="41" y="1061"/>
                  </a:lnTo>
                  <a:lnTo>
                    <a:pt x="24" y="987"/>
                  </a:lnTo>
                  <a:lnTo>
                    <a:pt x="12" y="915"/>
                  </a:lnTo>
                  <a:lnTo>
                    <a:pt x="3" y="844"/>
                  </a:lnTo>
                  <a:lnTo>
                    <a:pt x="0" y="776"/>
                  </a:lnTo>
                  <a:lnTo>
                    <a:pt x="0" y="708"/>
                  </a:lnTo>
                  <a:lnTo>
                    <a:pt x="5" y="643"/>
                  </a:lnTo>
                  <a:lnTo>
                    <a:pt x="14" y="579"/>
                  </a:lnTo>
                  <a:lnTo>
                    <a:pt x="27" y="518"/>
                  </a:lnTo>
                  <a:lnTo>
                    <a:pt x="46" y="459"/>
                  </a:lnTo>
                  <a:lnTo>
                    <a:pt x="68" y="401"/>
                  </a:lnTo>
                  <a:lnTo>
                    <a:pt x="95" y="348"/>
                  </a:lnTo>
                  <a:lnTo>
                    <a:pt x="127" y="297"/>
                  </a:lnTo>
                  <a:lnTo>
                    <a:pt x="163" y="249"/>
                  </a:lnTo>
                  <a:lnTo>
                    <a:pt x="204" y="205"/>
                  </a:lnTo>
                  <a:lnTo>
                    <a:pt x="247" y="166"/>
                  </a:lnTo>
                  <a:lnTo>
                    <a:pt x="292" y="132"/>
                  </a:lnTo>
                  <a:lnTo>
                    <a:pt x="340" y="101"/>
                  </a:lnTo>
                  <a:lnTo>
                    <a:pt x="392" y="75"/>
                  </a:lnTo>
                  <a:lnTo>
                    <a:pt x="445" y="52"/>
                  </a:lnTo>
                  <a:lnTo>
                    <a:pt x="501" y="33"/>
                  </a:lnTo>
                  <a:lnTo>
                    <a:pt x="561" y="19"/>
                  </a:lnTo>
                  <a:lnTo>
                    <a:pt x="623" y="8"/>
                  </a:lnTo>
                  <a:lnTo>
                    <a:pt x="687" y="2"/>
                  </a:lnTo>
                  <a:lnTo>
                    <a:pt x="75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4" name="Freeform 7"/>
            <p:cNvSpPr>
              <a:spLocks/>
            </p:cNvSpPr>
            <p:nvPr/>
          </p:nvSpPr>
          <p:spPr bwMode="auto">
            <a:xfrm>
              <a:off x="5589781" y="2954127"/>
              <a:ext cx="170181" cy="168938"/>
            </a:xfrm>
            <a:custGeom>
              <a:avLst/>
              <a:gdLst>
                <a:gd name="T0" fmla="*/ 370 w 1504"/>
                <a:gd name="T1" fmla="*/ 2 h 1493"/>
                <a:gd name="T2" fmla="*/ 469 w 1504"/>
                <a:gd name="T3" fmla="*/ 22 h 1493"/>
                <a:gd name="T4" fmla="*/ 576 w 1504"/>
                <a:gd name="T5" fmla="*/ 60 h 1493"/>
                <a:gd name="T6" fmla="*/ 688 w 1504"/>
                <a:gd name="T7" fmla="*/ 115 h 1493"/>
                <a:gd name="T8" fmla="*/ 717 w 1504"/>
                <a:gd name="T9" fmla="*/ 206 h 1493"/>
                <a:gd name="T10" fmla="*/ 674 w 1504"/>
                <a:gd name="T11" fmla="*/ 315 h 1493"/>
                <a:gd name="T12" fmla="*/ 644 w 1504"/>
                <a:gd name="T13" fmla="*/ 413 h 1493"/>
                <a:gd name="T14" fmla="*/ 624 w 1504"/>
                <a:gd name="T15" fmla="*/ 497 h 1493"/>
                <a:gd name="T16" fmla="*/ 614 w 1504"/>
                <a:gd name="T17" fmla="*/ 562 h 1493"/>
                <a:gd name="T18" fmla="*/ 608 w 1504"/>
                <a:gd name="T19" fmla="*/ 606 h 1493"/>
                <a:gd name="T20" fmla="*/ 606 w 1504"/>
                <a:gd name="T21" fmla="*/ 626 h 1493"/>
                <a:gd name="T22" fmla="*/ 614 w 1504"/>
                <a:gd name="T23" fmla="*/ 695 h 1493"/>
                <a:gd name="T24" fmla="*/ 639 w 1504"/>
                <a:gd name="T25" fmla="*/ 761 h 1493"/>
                <a:gd name="T26" fmla="*/ 682 w 1504"/>
                <a:gd name="T27" fmla="*/ 816 h 1493"/>
                <a:gd name="T28" fmla="*/ 737 w 1504"/>
                <a:gd name="T29" fmla="*/ 859 h 1493"/>
                <a:gd name="T30" fmla="*/ 802 w 1504"/>
                <a:gd name="T31" fmla="*/ 884 h 1493"/>
                <a:gd name="T32" fmla="*/ 872 w 1504"/>
                <a:gd name="T33" fmla="*/ 890 h 1493"/>
                <a:gd name="T34" fmla="*/ 892 w 1504"/>
                <a:gd name="T35" fmla="*/ 889 h 1493"/>
                <a:gd name="T36" fmla="*/ 937 w 1504"/>
                <a:gd name="T37" fmla="*/ 884 h 1493"/>
                <a:gd name="T38" fmla="*/ 1003 w 1504"/>
                <a:gd name="T39" fmla="*/ 872 h 1493"/>
                <a:gd name="T40" fmla="*/ 1088 w 1504"/>
                <a:gd name="T41" fmla="*/ 853 h 1493"/>
                <a:gd name="T42" fmla="*/ 1186 w 1504"/>
                <a:gd name="T43" fmla="*/ 823 h 1493"/>
                <a:gd name="T44" fmla="*/ 1296 w 1504"/>
                <a:gd name="T45" fmla="*/ 780 h 1493"/>
                <a:gd name="T46" fmla="*/ 1386 w 1504"/>
                <a:gd name="T47" fmla="*/ 807 h 1493"/>
                <a:gd name="T48" fmla="*/ 1440 w 1504"/>
                <a:gd name="T49" fmla="*/ 911 h 1493"/>
                <a:gd name="T50" fmla="*/ 1477 w 1504"/>
                <a:gd name="T51" fmla="*/ 1011 h 1493"/>
                <a:gd name="T52" fmla="*/ 1497 w 1504"/>
                <a:gd name="T53" fmla="*/ 1098 h 1493"/>
                <a:gd name="T54" fmla="*/ 1504 w 1504"/>
                <a:gd name="T55" fmla="*/ 1175 h 1493"/>
                <a:gd name="T56" fmla="*/ 1497 w 1504"/>
                <a:gd name="T57" fmla="*/ 1240 h 1493"/>
                <a:gd name="T58" fmla="*/ 1483 w 1504"/>
                <a:gd name="T59" fmla="*/ 1295 h 1493"/>
                <a:gd name="T60" fmla="*/ 1463 w 1504"/>
                <a:gd name="T61" fmla="*/ 1340 h 1493"/>
                <a:gd name="T62" fmla="*/ 1439 w 1504"/>
                <a:gd name="T63" fmla="*/ 1377 h 1493"/>
                <a:gd name="T64" fmla="*/ 1414 w 1504"/>
                <a:gd name="T65" fmla="*/ 1405 h 1493"/>
                <a:gd name="T66" fmla="*/ 1382 w 1504"/>
                <a:gd name="T67" fmla="*/ 1432 h 1493"/>
                <a:gd name="T68" fmla="*/ 1339 w 1504"/>
                <a:gd name="T69" fmla="*/ 1458 h 1493"/>
                <a:gd name="T70" fmla="*/ 1285 w 1504"/>
                <a:gd name="T71" fmla="*/ 1479 h 1493"/>
                <a:gd name="T72" fmla="*/ 1219 w 1504"/>
                <a:gd name="T73" fmla="*/ 1491 h 1493"/>
                <a:gd name="T74" fmla="*/ 1134 w 1504"/>
                <a:gd name="T75" fmla="*/ 1491 h 1493"/>
                <a:gd name="T76" fmla="*/ 1036 w 1504"/>
                <a:gd name="T77" fmla="*/ 1471 h 1493"/>
                <a:gd name="T78" fmla="*/ 930 w 1504"/>
                <a:gd name="T79" fmla="*/ 1435 h 1493"/>
                <a:gd name="T80" fmla="*/ 819 w 1504"/>
                <a:gd name="T81" fmla="*/ 1381 h 1493"/>
                <a:gd name="T82" fmla="*/ 706 w 1504"/>
                <a:gd name="T83" fmla="*/ 1311 h 1493"/>
                <a:gd name="T84" fmla="*/ 591 w 1504"/>
                <a:gd name="T85" fmla="*/ 1227 h 1493"/>
                <a:gd name="T86" fmla="*/ 477 w 1504"/>
                <a:gd name="T87" fmla="*/ 1129 h 1493"/>
                <a:gd name="T88" fmla="*/ 362 w 1504"/>
                <a:gd name="T89" fmla="*/ 1015 h 1493"/>
                <a:gd name="T90" fmla="*/ 257 w 1504"/>
                <a:gd name="T91" fmla="*/ 892 h 1493"/>
                <a:gd name="T92" fmla="*/ 166 w 1504"/>
                <a:gd name="T93" fmla="*/ 766 h 1493"/>
                <a:gd name="T94" fmla="*/ 93 w 1504"/>
                <a:gd name="T95" fmla="*/ 642 h 1493"/>
                <a:gd name="T96" fmla="*/ 43 w 1504"/>
                <a:gd name="T97" fmla="*/ 531 h 1493"/>
                <a:gd name="T98" fmla="*/ 15 w 1504"/>
                <a:gd name="T99" fmla="*/ 437 h 1493"/>
                <a:gd name="T100" fmla="*/ 1 w 1504"/>
                <a:gd name="T101" fmla="*/ 355 h 1493"/>
                <a:gd name="T102" fmla="*/ 2 w 1504"/>
                <a:gd name="T103" fmla="*/ 285 h 1493"/>
                <a:gd name="T104" fmla="*/ 13 w 1504"/>
                <a:gd name="T105" fmla="*/ 224 h 1493"/>
                <a:gd name="T106" fmla="*/ 31 w 1504"/>
                <a:gd name="T107" fmla="*/ 173 h 1493"/>
                <a:gd name="T108" fmla="*/ 53 w 1504"/>
                <a:gd name="T109" fmla="*/ 133 h 1493"/>
                <a:gd name="T110" fmla="*/ 78 w 1504"/>
                <a:gd name="T111" fmla="*/ 102 h 1493"/>
                <a:gd name="T112" fmla="*/ 105 w 1504"/>
                <a:gd name="T113" fmla="*/ 75 h 1493"/>
                <a:gd name="T114" fmla="*/ 142 w 1504"/>
                <a:gd name="T115" fmla="*/ 48 h 1493"/>
                <a:gd name="T116" fmla="*/ 190 w 1504"/>
                <a:gd name="T117" fmla="*/ 24 h 1493"/>
                <a:gd name="T118" fmla="*/ 250 w 1504"/>
                <a:gd name="T119" fmla="*/ 6 h 1493"/>
                <a:gd name="T120" fmla="*/ 323 w 1504"/>
                <a:gd name="T121" fmla="*/ 0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4" h="1493">
                  <a:moveTo>
                    <a:pt x="323" y="0"/>
                  </a:moveTo>
                  <a:lnTo>
                    <a:pt x="370" y="2"/>
                  </a:lnTo>
                  <a:lnTo>
                    <a:pt x="418" y="10"/>
                  </a:lnTo>
                  <a:lnTo>
                    <a:pt x="469" y="22"/>
                  </a:lnTo>
                  <a:lnTo>
                    <a:pt x="522" y="39"/>
                  </a:lnTo>
                  <a:lnTo>
                    <a:pt x="576" y="60"/>
                  </a:lnTo>
                  <a:lnTo>
                    <a:pt x="631" y="86"/>
                  </a:lnTo>
                  <a:lnTo>
                    <a:pt x="688" y="115"/>
                  </a:lnTo>
                  <a:lnTo>
                    <a:pt x="745" y="148"/>
                  </a:lnTo>
                  <a:lnTo>
                    <a:pt x="717" y="206"/>
                  </a:lnTo>
                  <a:lnTo>
                    <a:pt x="694" y="262"/>
                  </a:lnTo>
                  <a:lnTo>
                    <a:pt x="674" y="315"/>
                  </a:lnTo>
                  <a:lnTo>
                    <a:pt x="658" y="366"/>
                  </a:lnTo>
                  <a:lnTo>
                    <a:pt x="644" y="413"/>
                  </a:lnTo>
                  <a:lnTo>
                    <a:pt x="634" y="456"/>
                  </a:lnTo>
                  <a:lnTo>
                    <a:pt x="624" y="497"/>
                  </a:lnTo>
                  <a:lnTo>
                    <a:pt x="618" y="531"/>
                  </a:lnTo>
                  <a:lnTo>
                    <a:pt x="614" y="562"/>
                  </a:lnTo>
                  <a:lnTo>
                    <a:pt x="611" y="587"/>
                  </a:lnTo>
                  <a:lnTo>
                    <a:pt x="608" y="606"/>
                  </a:lnTo>
                  <a:lnTo>
                    <a:pt x="607" y="620"/>
                  </a:lnTo>
                  <a:lnTo>
                    <a:pt x="606" y="626"/>
                  </a:lnTo>
                  <a:lnTo>
                    <a:pt x="607" y="661"/>
                  </a:lnTo>
                  <a:lnTo>
                    <a:pt x="614" y="695"/>
                  </a:lnTo>
                  <a:lnTo>
                    <a:pt x="624" y="729"/>
                  </a:lnTo>
                  <a:lnTo>
                    <a:pt x="639" y="761"/>
                  </a:lnTo>
                  <a:lnTo>
                    <a:pt x="658" y="790"/>
                  </a:lnTo>
                  <a:lnTo>
                    <a:pt x="682" y="816"/>
                  </a:lnTo>
                  <a:lnTo>
                    <a:pt x="708" y="839"/>
                  </a:lnTo>
                  <a:lnTo>
                    <a:pt x="737" y="859"/>
                  </a:lnTo>
                  <a:lnTo>
                    <a:pt x="769" y="873"/>
                  </a:lnTo>
                  <a:lnTo>
                    <a:pt x="802" y="884"/>
                  </a:lnTo>
                  <a:lnTo>
                    <a:pt x="838" y="890"/>
                  </a:lnTo>
                  <a:lnTo>
                    <a:pt x="872" y="890"/>
                  </a:lnTo>
                  <a:lnTo>
                    <a:pt x="880" y="890"/>
                  </a:lnTo>
                  <a:lnTo>
                    <a:pt x="892" y="889"/>
                  </a:lnTo>
                  <a:lnTo>
                    <a:pt x="912" y="887"/>
                  </a:lnTo>
                  <a:lnTo>
                    <a:pt x="937" y="884"/>
                  </a:lnTo>
                  <a:lnTo>
                    <a:pt x="968" y="880"/>
                  </a:lnTo>
                  <a:lnTo>
                    <a:pt x="1003" y="872"/>
                  </a:lnTo>
                  <a:lnTo>
                    <a:pt x="1044" y="864"/>
                  </a:lnTo>
                  <a:lnTo>
                    <a:pt x="1088" y="853"/>
                  </a:lnTo>
                  <a:lnTo>
                    <a:pt x="1136" y="839"/>
                  </a:lnTo>
                  <a:lnTo>
                    <a:pt x="1186" y="823"/>
                  </a:lnTo>
                  <a:lnTo>
                    <a:pt x="1241" y="804"/>
                  </a:lnTo>
                  <a:lnTo>
                    <a:pt x="1296" y="780"/>
                  </a:lnTo>
                  <a:lnTo>
                    <a:pt x="1355" y="753"/>
                  </a:lnTo>
                  <a:lnTo>
                    <a:pt x="1386" y="807"/>
                  </a:lnTo>
                  <a:lnTo>
                    <a:pt x="1415" y="859"/>
                  </a:lnTo>
                  <a:lnTo>
                    <a:pt x="1440" y="911"/>
                  </a:lnTo>
                  <a:lnTo>
                    <a:pt x="1461" y="962"/>
                  </a:lnTo>
                  <a:lnTo>
                    <a:pt x="1477" y="1011"/>
                  </a:lnTo>
                  <a:lnTo>
                    <a:pt x="1489" y="1056"/>
                  </a:lnTo>
                  <a:lnTo>
                    <a:pt x="1497" y="1098"/>
                  </a:lnTo>
                  <a:lnTo>
                    <a:pt x="1502" y="1137"/>
                  </a:lnTo>
                  <a:lnTo>
                    <a:pt x="1504" y="1175"/>
                  </a:lnTo>
                  <a:lnTo>
                    <a:pt x="1502" y="1208"/>
                  </a:lnTo>
                  <a:lnTo>
                    <a:pt x="1497" y="1240"/>
                  </a:lnTo>
                  <a:lnTo>
                    <a:pt x="1491" y="1269"/>
                  </a:lnTo>
                  <a:lnTo>
                    <a:pt x="1483" y="1295"/>
                  </a:lnTo>
                  <a:lnTo>
                    <a:pt x="1473" y="1318"/>
                  </a:lnTo>
                  <a:lnTo>
                    <a:pt x="1463" y="1340"/>
                  </a:lnTo>
                  <a:lnTo>
                    <a:pt x="1450" y="1360"/>
                  </a:lnTo>
                  <a:lnTo>
                    <a:pt x="1439" y="1377"/>
                  </a:lnTo>
                  <a:lnTo>
                    <a:pt x="1426" y="1391"/>
                  </a:lnTo>
                  <a:lnTo>
                    <a:pt x="1414" y="1405"/>
                  </a:lnTo>
                  <a:lnTo>
                    <a:pt x="1399" y="1418"/>
                  </a:lnTo>
                  <a:lnTo>
                    <a:pt x="1382" y="1432"/>
                  </a:lnTo>
                  <a:lnTo>
                    <a:pt x="1361" y="1445"/>
                  </a:lnTo>
                  <a:lnTo>
                    <a:pt x="1339" y="1458"/>
                  </a:lnTo>
                  <a:lnTo>
                    <a:pt x="1313" y="1469"/>
                  </a:lnTo>
                  <a:lnTo>
                    <a:pt x="1285" y="1479"/>
                  </a:lnTo>
                  <a:lnTo>
                    <a:pt x="1253" y="1487"/>
                  </a:lnTo>
                  <a:lnTo>
                    <a:pt x="1219" y="1491"/>
                  </a:lnTo>
                  <a:lnTo>
                    <a:pt x="1180" y="1493"/>
                  </a:lnTo>
                  <a:lnTo>
                    <a:pt x="1134" y="1491"/>
                  </a:lnTo>
                  <a:lnTo>
                    <a:pt x="1086" y="1484"/>
                  </a:lnTo>
                  <a:lnTo>
                    <a:pt x="1036" y="1471"/>
                  </a:lnTo>
                  <a:lnTo>
                    <a:pt x="983" y="1456"/>
                  </a:lnTo>
                  <a:lnTo>
                    <a:pt x="930" y="1435"/>
                  </a:lnTo>
                  <a:lnTo>
                    <a:pt x="875" y="1410"/>
                  </a:lnTo>
                  <a:lnTo>
                    <a:pt x="819" y="1381"/>
                  </a:lnTo>
                  <a:lnTo>
                    <a:pt x="762" y="1348"/>
                  </a:lnTo>
                  <a:lnTo>
                    <a:pt x="706" y="1311"/>
                  </a:lnTo>
                  <a:lnTo>
                    <a:pt x="648" y="1271"/>
                  </a:lnTo>
                  <a:lnTo>
                    <a:pt x="591" y="1227"/>
                  </a:lnTo>
                  <a:lnTo>
                    <a:pt x="533" y="1180"/>
                  </a:lnTo>
                  <a:lnTo>
                    <a:pt x="477" y="1129"/>
                  </a:lnTo>
                  <a:lnTo>
                    <a:pt x="421" y="1075"/>
                  </a:lnTo>
                  <a:lnTo>
                    <a:pt x="362" y="1015"/>
                  </a:lnTo>
                  <a:lnTo>
                    <a:pt x="308" y="954"/>
                  </a:lnTo>
                  <a:lnTo>
                    <a:pt x="257" y="892"/>
                  </a:lnTo>
                  <a:lnTo>
                    <a:pt x="210" y="830"/>
                  </a:lnTo>
                  <a:lnTo>
                    <a:pt x="166" y="766"/>
                  </a:lnTo>
                  <a:lnTo>
                    <a:pt x="127" y="705"/>
                  </a:lnTo>
                  <a:lnTo>
                    <a:pt x="93" y="642"/>
                  </a:lnTo>
                  <a:lnTo>
                    <a:pt x="64" y="582"/>
                  </a:lnTo>
                  <a:lnTo>
                    <a:pt x="43" y="531"/>
                  </a:lnTo>
                  <a:lnTo>
                    <a:pt x="26" y="482"/>
                  </a:lnTo>
                  <a:lnTo>
                    <a:pt x="15" y="437"/>
                  </a:lnTo>
                  <a:lnTo>
                    <a:pt x="6" y="395"/>
                  </a:lnTo>
                  <a:lnTo>
                    <a:pt x="1" y="355"/>
                  </a:lnTo>
                  <a:lnTo>
                    <a:pt x="0" y="318"/>
                  </a:lnTo>
                  <a:lnTo>
                    <a:pt x="2" y="285"/>
                  </a:lnTo>
                  <a:lnTo>
                    <a:pt x="6" y="252"/>
                  </a:lnTo>
                  <a:lnTo>
                    <a:pt x="13" y="224"/>
                  </a:lnTo>
                  <a:lnTo>
                    <a:pt x="21" y="197"/>
                  </a:lnTo>
                  <a:lnTo>
                    <a:pt x="31" y="173"/>
                  </a:lnTo>
                  <a:lnTo>
                    <a:pt x="41" y="153"/>
                  </a:lnTo>
                  <a:lnTo>
                    <a:pt x="53" y="133"/>
                  </a:lnTo>
                  <a:lnTo>
                    <a:pt x="65" y="116"/>
                  </a:lnTo>
                  <a:lnTo>
                    <a:pt x="78" y="102"/>
                  </a:lnTo>
                  <a:lnTo>
                    <a:pt x="89" y="88"/>
                  </a:lnTo>
                  <a:lnTo>
                    <a:pt x="105" y="75"/>
                  </a:lnTo>
                  <a:lnTo>
                    <a:pt x="122" y="61"/>
                  </a:lnTo>
                  <a:lnTo>
                    <a:pt x="142" y="48"/>
                  </a:lnTo>
                  <a:lnTo>
                    <a:pt x="165" y="35"/>
                  </a:lnTo>
                  <a:lnTo>
                    <a:pt x="190" y="24"/>
                  </a:lnTo>
                  <a:lnTo>
                    <a:pt x="219" y="14"/>
                  </a:lnTo>
                  <a:lnTo>
                    <a:pt x="250" y="6"/>
                  </a:lnTo>
                  <a:lnTo>
                    <a:pt x="285" y="2"/>
                  </a:lnTo>
                  <a:lnTo>
                    <a:pt x="3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5" name="Freeform 8"/>
            <p:cNvSpPr>
              <a:spLocks/>
            </p:cNvSpPr>
            <p:nvPr/>
          </p:nvSpPr>
          <p:spPr bwMode="auto">
            <a:xfrm>
              <a:off x="5677977" y="2829908"/>
              <a:ext cx="207447" cy="206204"/>
            </a:xfrm>
            <a:custGeom>
              <a:avLst/>
              <a:gdLst>
                <a:gd name="T0" fmla="*/ 1289 w 1835"/>
                <a:gd name="T1" fmla="*/ 2 h 1823"/>
                <a:gd name="T2" fmla="*/ 1327 w 1835"/>
                <a:gd name="T3" fmla="*/ 23 h 1823"/>
                <a:gd name="T4" fmla="*/ 1350 w 1835"/>
                <a:gd name="T5" fmla="*/ 60 h 1823"/>
                <a:gd name="T6" fmla="*/ 1776 w 1835"/>
                <a:gd name="T7" fmla="*/ 482 h 1823"/>
                <a:gd name="T8" fmla="*/ 1812 w 1835"/>
                <a:gd name="T9" fmla="*/ 505 h 1823"/>
                <a:gd name="T10" fmla="*/ 1833 w 1835"/>
                <a:gd name="T11" fmla="*/ 543 h 1823"/>
                <a:gd name="T12" fmla="*/ 1832 w 1835"/>
                <a:gd name="T13" fmla="*/ 586 h 1823"/>
                <a:gd name="T14" fmla="*/ 1810 w 1835"/>
                <a:gd name="T15" fmla="*/ 622 h 1823"/>
                <a:gd name="T16" fmla="*/ 1498 w 1835"/>
                <a:gd name="T17" fmla="*/ 929 h 1823"/>
                <a:gd name="T18" fmla="*/ 1459 w 1835"/>
                <a:gd name="T19" fmla="*/ 942 h 1823"/>
                <a:gd name="T20" fmla="*/ 1253 w 1835"/>
                <a:gd name="T21" fmla="*/ 903 h 1823"/>
                <a:gd name="T22" fmla="*/ 1194 w 1835"/>
                <a:gd name="T23" fmla="*/ 1011 h 1823"/>
                <a:gd name="T24" fmla="*/ 1118 w 1835"/>
                <a:gd name="T25" fmla="*/ 1126 h 1823"/>
                <a:gd name="T26" fmla="*/ 1030 w 1835"/>
                <a:gd name="T27" fmla="*/ 1243 h 1823"/>
                <a:gd name="T28" fmla="*/ 930 w 1835"/>
                <a:gd name="T29" fmla="*/ 1362 h 1823"/>
                <a:gd name="T30" fmla="*/ 823 w 1835"/>
                <a:gd name="T31" fmla="*/ 1475 h 1823"/>
                <a:gd name="T32" fmla="*/ 705 w 1835"/>
                <a:gd name="T33" fmla="*/ 1578 h 1823"/>
                <a:gd name="T34" fmla="*/ 585 w 1835"/>
                <a:gd name="T35" fmla="*/ 1659 h 1823"/>
                <a:gd name="T36" fmla="*/ 470 w 1835"/>
                <a:gd name="T37" fmla="*/ 1719 h 1823"/>
                <a:gd name="T38" fmla="*/ 363 w 1835"/>
                <a:gd name="T39" fmla="*/ 1763 h 1823"/>
                <a:gd name="T40" fmla="*/ 268 w 1835"/>
                <a:gd name="T41" fmla="*/ 1792 h 1823"/>
                <a:gd name="T42" fmla="*/ 187 w 1835"/>
                <a:gd name="T43" fmla="*/ 1810 h 1823"/>
                <a:gd name="T44" fmla="*/ 130 w 1835"/>
                <a:gd name="T45" fmla="*/ 1819 h 1823"/>
                <a:gd name="T46" fmla="*/ 95 w 1835"/>
                <a:gd name="T47" fmla="*/ 1823 h 1823"/>
                <a:gd name="T48" fmla="*/ 71 w 1835"/>
                <a:gd name="T49" fmla="*/ 1822 h 1823"/>
                <a:gd name="T50" fmla="*/ 39 w 1835"/>
                <a:gd name="T51" fmla="*/ 1810 h 1823"/>
                <a:gd name="T52" fmla="*/ 14 w 1835"/>
                <a:gd name="T53" fmla="*/ 1785 h 1823"/>
                <a:gd name="T54" fmla="*/ 1 w 1835"/>
                <a:gd name="T55" fmla="*/ 1753 h 1823"/>
                <a:gd name="T56" fmla="*/ 0 w 1835"/>
                <a:gd name="T57" fmla="*/ 1729 h 1823"/>
                <a:gd name="T58" fmla="*/ 3 w 1835"/>
                <a:gd name="T59" fmla="*/ 1695 h 1823"/>
                <a:gd name="T60" fmla="*/ 13 w 1835"/>
                <a:gd name="T61" fmla="*/ 1636 h 1823"/>
                <a:gd name="T62" fmla="*/ 30 w 1835"/>
                <a:gd name="T63" fmla="*/ 1557 h 1823"/>
                <a:gd name="T64" fmla="*/ 61 w 1835"/>
                <a:gd name="T65" fmla="*/ 1463 h 1823"/>
                <a:gd name="T66" fmla="*/ 105 w 1835"/>
                <a:gd name="T67" fmla="*/ 1357 h 1823"/>
                <a:gd name="T68" fmla="*/ 165 w 1835"/>
                <a:gd name="T69" fmla="*/ 1242 h 1823"/>
                <a:gd name="T70" fmla="*/ 247 w 1835"/>
                <a:gd name="T71" fmla="*/ 1124 h 1823"/>
                <a:gd name="T72" fmla="*/ 351 w 1835"/>
                <a:gd name="T73" fmla="*/ 1007 h 1823"/>
                <a:gd name="T74" fmla="*/ 465 w 1835"/>
                <a:gd name="T75" fmla="*/ 899 h 1823"/>
                <a:gd name="T76" fmla="*/ 583 w 1835"/>
                <a:gd name="T77" fmla="*/ 800 h 1823"/>
                <a:gd name="T78" fmla="*/ 703 w 1835"/>
                <a:gd name="T79" fmla="*/ 712 h 1823"/>
                <a:gd name="T80" fmla="*/ 818 w 1835"/>
                <a:gd name="T81" fmla="*/ 637 h 1823"/>
                <a:gd name="T82" fmla="*/ 927 w 1835"/>
                <a:gd name="T83" fmla="*/ 579 h 1823"/>
                <a:gd name="T84" fmla="*/ 888 w 1835"/>
                <a:gd name="T85" fmla="*/ 374 h 1823"/>
                <a:gd name="T86" fmla="*/ 900 w 1835"/>
                <a:gd name="T87" fmla="*/ 335 h 1823"/>
                <a:gd name="T88" fmla="*/ 1208 w 1835"/>
                <a:gd name="T89" fmla="*/ 25 h 1823"/>
                <a:gd name="T90" fmla="*/ 1246 w 1835"/>
                <a:gd name="T91" fmla="*/ 3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35" h="1823">
                  <a:moveTo>
                    <a:pt x="1267" y="0"/>
                  </a:moveTo>
                  <a:lnTo>
                    <a:pt x="1289" y="2"/>
                  </a:lnTo>
                  <a:lnTo>
                    <a:pt x="1310" y="11"/>
                  </a:lnTo>
                  <a:lnTo>
                    <a:pt x="1327" y="23"/>
                  </a:lnTo>
                  <a:lnTo>
                    <a:pt x="1341" y="40"/>
                  </a:lnTo>
                  <a:lnTo>
                    <a:pt x="1350" y="60"/>
                  </a:lnTo>
                  <a:lnTo>
                    <a:pt x="1451" y="381"/>
                  </a:lnTo>
                  <a:lnTo>
                    <a:pt x="1776" y="482"/>
                  </a:lnTo>
                  <a:lnTo>
                    <a:pt x="1796" y="491"/>
                  </a:lnTo>
                  <a:lnTo>
                    <a:pt x="1812" y="505"/>
                  </a:lnTo>
                  <a:lnTo>
                    <a:pt x="1825" y="522"/>
                  </a:lnTo>
                  <a:lnTo>
                    <a:pt x="1833" y="543"/>
                  </a:lnTo>
                  <a:lnTo>
                    <a:pt x="1835" y="565"/>
                  </a:lnTo>
                  <a:lnTo>
                    <a:pt x="1832" y="586"/>
                  </a:lnTo>
                  <a:lnTo>
                    <a:pt x="1824" y="606"/>
                  </a:lnTo>
                  <a:lnTo>
                    <a:pt x="1810" y="622"/>
                  </a:lnTo>
                  <a:lnTo>
                    <a:pt x="1515" y="917"/>
                  </a:lnTo>
                  <a:lnTo>
                    <a:pt x="1498" y="929"/>
                  </a:lnTo>
                  <a:lnTo>
                    <a:pt x="1479" y="937"/>
                  </a:lnTo>
                  <a:lnTo>
                    <a:pt x="1459" y="942"/>
                  </a:lnTo>
                  <a:lnTo>
                    <a:pt x="1439" y="939"/>
                  </a:lnTo>
                  <a:lnTo>
                    <a:pt x="1253" y="903"/>
                  </a:lnTo>
                  <a:lnTo>
                    <a:pt x="1226" y="956"/>
                  </a:lnTo>
                  <a:lnTo>
                    <a:pt x="1194" y="1011"/>
                  </a:lnTo>
                  <a:lnTo>
                    <a:pt x="1158" y="1067"/>
                  </a:lnTo>
                  <a:lnTo>
                    <a:pt x="1118" y="1126"/>
                  </a:lnTo>
                  <a:lnTo>
                    <a:pt x="1075" y="1184"/>
                  </a:lnTo>
                  <a:lnTo>
                    <a:pt x="1030" y="1243"/>
                  </a:lnTo>
                  <a:lnTo>
                    <a:pt x="981" y="1302"/>
                  </a:lnTo>
                  <a:lnTo>
                    <a:pt x="930" y="1362"/>
                  </a:lnTo>
                  <a:lnTo>
                    <a:pt x="877" y="1419"/>
                  </a:lnTo>
                  <a:lnTo>
                    <a:pt x="823" y="1475"/>
                  </a:lnTo>
                  <a:lnTo>
                    <a:pt x="763" y="1529"/>
                  </a:lnTo>
                  <a:lnTo>
                    <a:pt x="705" y="1578"/>
                  </a:lnTo>
                  <a:lnTo>
                    <a:pt x="645" y="1622"/>
                  </a:lnTo>
                  <a:lnTo>
                    <a:pt x="585" y="1659"/>
                  </a:lnTo>
                  <a:lnTo>
                    <a:pt x="528" y="1691"/>
                  </a:lnTo>
                  <a:lnTo>
                    <a:pt x="470" y="1719"/>
                  </a:lnTo>
                  <a:lnTo>
                    <a:pt x="416" y="1743"/>
                  </a:lnTo>
                  <a:lnTo>
                    <a:pt x="363" y="1763"/>
                  </a:lnTo>
                  <a:lnTo>
                    <a:pt x="314" y="1780"/>
                  </a:lnTo>
                  <a:lnTo>
                    <a:pt x="268" y="1792"/>
                  </a:lnTo>
                  <a:lnTo>
                    <a:pt x="226" y="1803"/>
                  </a:lnTo>
                  <a:lnTo>
                    <a:pt x="187" y="1810"/>
                  </a:lnTo>
                  <a:lnTo>
                    <a:pt x="156" y="1816"/>
                  </a:lnTo>
                  <a:lnTo>
                    <a:pt x="130" y="1819"/>
                  </a:lnTo>
                  <a:lnTo>
                    <a:pt x="109" y="1821"/>
                  </a:lnTo>
                  <a:lnTo>
                    <a:pt x="95" y="1823"/>
                  </a:lnTo>
                  <a:lnTo>
                    <a:pt x="88" y="1823"/>
                  </a:lnTo>
                  <a:lnTo>
                    <a:pt x="71" y="1822"/>
                  </a:lnTo>
                  <a:lnTo>
                    <a:pt x="54" y="1817"/>
                  </a:lnTo>
                  <a:lnTo>
                    <a:pt x="39" y="1810"/>
                  </a:lnTo>
                  <a:lnTo>
                    <a:pt x="25" y="1799"/>
                  </a:lnTo>
                  <a:lnTo>
                    <a:pt x="14" y="1785"/>
                  </a:lnTo>
                  <a:lnTo>
                    <a:pt x="5" y="1769"/>
                  </a:lnTo>
                  <a:lnTo>
                    <a:pt x="1" y="1753"/>
                  </a:lnTo>
                  <a:lnTo>
                    <a:pt x="0" y="1735"/>
                  </a:lnTo>
                  <a:lnTo>
                    <a:pt x="0" y="1729"/>
                  </a:lnTo>
                  <a:lnTo>
                    <a:pt x="1" y="1715"/>
                  </a:lnTo>
                  <a:lnTo>
                    <a:pt x="3" y="1695"/>
                  </a:lnTo>
                  <a:lnTo>
                    <a:pt x="7" y="1669"/>
                  </a:lnTo>
                  <a:lnTo>
                    <a:pt x="13" y="1636"/>
                  </a:lnTo>
                  <a:lnTo>
                    <a:pt x="21" y="1599"/>
                  </a:lnTo>
                  <a:lnTo>
                    <a:pt x="30" y="1557"/>
                  </a:lnTo>
                  <a:lnTo>
                    <a:pt x="44" y="1511"/>
                  </a:lnTo>
                  <a:lnTo>
                    <a:pt x="61" y="1463"/>
                  </a:lnTo>
                  <a:lnTo>
                    <a:pt x="81" y="1411"/>
                  </a:lnTo>
                  <a:lnTo>
                    <a:pt x="105" y="1357"/>
                  </a:lnTo>
                  <a:lnTo>
                    <a:pt x="133" y="1299"/>
                  </a:lnTo>
                  <a:lnTo>
                    <a:pt x="165" y="1242"/>
                  </a:lnTo>
                  <a:lnTo>
                    <a:pt x="203" y="1183"/>
                  </a:lnTo>
                  <a:lnTo>
                    <a:pt x="247" y="1124"/>
                  </a:lnTo>
                  <a:lnTo>
                    <a:pt x="295" y="1065"/>
                  </a:lnTo>
                  <a:lnTo>
                    <a:pt x="351" y="1007"/>
                  </a:lnTo>
                  <a:lnTo>
                    <a:pt x="407" y="952"/>
                  </a:lnTo>
                  <a:lnTo>
                    <a:pt x="465" y="899"/>
                  </a:lnTo>
                  <a:lnTo>
                    <a:pt x="525" y="849"/>
                  </a:lnTo>
                  <a:lnTo>
                    <a:pt x="583" y="800"/>
                  </a:lnTo>
                  <a:lnTo>
                    <a:pt x="643" y="754"/>
                  </a:lnTo>
                  <a:lnTo>
                    <a:pt x="703" y="712"/>
                  </a:lnTo>
                  <a:lnTo>
                    <a:pt x="761" y="673"/>
                  </a:lnTo>
                  <a:lnTo>
                    <a:pt x="818" y="637"/>
                  </a:lnTo>
                  <a:lnTo>
                    <a:pt x="873" y="606"/>
                  </a:lnTo>
                  <a:lnTo>
                    <a:pt x="927" y="579"/>
                  </a:lnTo>
                  <a:lnTo>
                    <a:pt x="890" y="395"/>
                  </a:lnTo>
                  <a:lnTo>
                    <a:pt x="888" y="374"/>
                  </a:lnTo>
                  <a:lnTo>
                    <a:pt x="892" y="354"/>
                  </a:lnTo>
                  <a:lnTo>
                    <a:pt x="900" y="335"/>
                  </a:lnTo>
                  <a:lnTo>
                    <a:pt x="913" y="319"/>
                  </a:lnTo>
                  <a:lnTo>
                    <a:pt x="1208" y="25"/>
                  </a:lnTo>
                  <a:lnTo>
                    <a:pt x="1226" y="12"/>
                  </a:lnTo>
                  <a:lnTo>
                    <a:pt x="1246" y="3"/>
                  </a:lnTo>
                  <a:lnTo>
                    <a:pt x="12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6" name="Group 65"/>
          <p:cNvGrpSpPr/>
          <p:nvPr/>
        </p:nvGrpSpPr>
        <p:grpSpPr>
          <a:xfrm>
            <a:off x="4865989" y="3009530"/>
            <a:ext cx="418272" cy="343730"/>
            <a:chOff x="7000875" y="2609851"/>
            <a:chExt cx="481013" cy="395288"/>
          </a:xfrm>
          <a:solidFill>
            <a:schemeClr val="tx1">
              <a:lumMod val="95000"/>
              <a:lumOff val="5000"/>
            </a:schemeClr>
          </a:solidFill>
        </p:grpSpPr>
        <p:sp>
          <p:nvSpPr>
            <p:cNvPr id="67" name="Freeform 39"/>
            <p:cNvSpPr>
              <a:spLocks/>
            </p:cNvSpPr>
            <p:nvPr/>
          </p:nvSpPr>
          <p:spPr bwMode="auto">
            <a:xfrm>
              <a:off x="7000875" y="2638426"/>
              <a:ext cx="419100" cy="366713"/>
            </a:xfrm>
            <a:custGeom>
              <a:avLst/>
              <a:gdLst>
                <a:gd name="T0" fmla="*/ 2249 w 2905"/>
                <a:gd name="T1" fmla="*/ 239 h 2540"/>
                <a:gd name="T2" fmla="*/ 2885 w 2905"/>
                <a:gd name="T3" fmla="*/ 968 h 2540"/>
                <a:gd name="T4" fmla="*/ 2609 w 2905"/>
                <a:gd name="T5" fmla="*/ 1645 h 2540"/>
                <a:gd name="T6" fmla="*/ 2513 w 2905"/>
                <a:gd name="T7" fmla="*/ 1837 h 2540"/>
                <a:gd name="T8" fmla="*/ 2362 w 2905"/>
                <a:gd name="T9" fmla="*/ 1977 h 2540"/>
                <a:gd name="T10" fmla="*/ 2169 w 2905"/>
                <a:gd name="T11" fmla="*/ 2102 h 2540"/>
                <a:gd name="T12" fmla="*/ 2044 w 2905"/>
                <a:gd name="T13" fmla="*/ 2294 h 2540"/>
                <a:gd name="T14" fmla="*/ 1903 w 2905"/>
                <a:gd name="T15" fmla="*/ 2444 h 2540"/>
                <a:gd name="T16" fmla="*/ 1710 w 2905"/>
                <a:gd name="T17" fmla="*/ 2540 h 2540"/>
                <a:gd name="T18" fmla="*/ 1191 w 2905"/>
                <a:gd name="T19" fmla="*/ 2359 h 2540"/>
                <a:gd name="T20" fmla="*/ 1027 w 2905"/>
                <a:gd name="T21" fmla="*/ 2380 h 2540"/>
                <a:gd name="T22" fmla="*/ 934 w 2905"/>
                <a:gd name="T23" fmla="*/ 2229 h 2540"/>
                <a:gd name="T24" fmla="*/ 907 w 2905"/>
                <a:gd name="T25" fmla="*/ 2175 h 2540"/>
                <a:gd name="T26" fmla="*/ 745 w 2905"/>
                <a:gd name="T27" fmla="*/ 2107 h 2540"/>
                <a:gd name="T28" fmla="*/ 735 w 2905"/>
                <a:gd name="T29" fmla="*/ 1941 h 2540"/>
                <a:gd name="T30" fmla="*/ 612 w 2905"/>
                <a:gd name="T31" fmla="*/ 1952 h 2540"/>
                <a:gd name="T32" fmla="*/ 495 w 2905"/>
                <a:gd name="T33" fmla="*/ 1816 h 2540"/>
                <a:gd name="T34" fmla="*/ 490 w 2905"/>
                <a:gd name="T35" fmla="*/ 1730 h 2540"/>
                <a:gd name="T36" fmla="*/ 323 w 2905"/>
                <a:gd name="T37" fmla="*/ 1690 h 2540"/>
                <a:gd name="T38" fmla="*/ 284 w 2905"/>
                <a:gd name="T39" fmla="*/ 1525 h 2540"/>
                <a:gd name="T40" fmla="*/ 0 w 2905"/>
                <a:gd name="T41" fmla="*/ 904 h 2540"/>
                <a:gd name="T42" fmla="*/ 87 w 2905"/>
                <a:gd name="T43" fmla="*/ 837 h 2540"/>
                <a:gd name="T44" fmla="*/ 629 w 2905"/>
                <a:gd name="T45" fmla="*/ 1240 h 2540"/>
                <a:gd name="T46" fmla="*/ 771 w 2905"/>
                <a:gd name="T47" fmla="*/ 1357 h 2540"/>
                <a:gd name="T48" fmla="*/ 760 w 2905"/>
                <a:gd name="T49" fmla="*/ 1479 h 2540"/>
                <a:gd name="T50" fmla="*/ 927 w 2905"/>
                <a:gd name="T51" fmla="*/ 1489 h 2540"/>
                <a:gd name="T52" fmla="*/ 996 w 2905"/>
                <a:gd name="T53" fmla="*/ 1649 h 2540"/>
                <a:gd name="T54" fmla="*/ 1050 w 2905"/>
                <a:gd name="T55" fmla="*/ 1676 h 2540"/>
                <a:gd name="T56" fmla="*/ 1201 w 2905"/>
                <a:gd name="T57" fmla="*/ 1769 h 2540"/>
                <a:gd name="T58" fmla="*/ 1181 w 2905"/>
                <a:gd name="T59" fmla="*/ 1932 h 2540"/>
                <a:gd name="T60" fmla="*/ 1344 w 2905"/>
                <a:gd name="T61" fmla="*/ 1912 h 2540"/>
                <a:gd name="T62" fmla="*/ 1438 w 2905"/>
                <a:gd name="T63" fmla="*/ 2062 h 2540"/>
                <a:gd name="T64" fmla="*/ 1716 w 2905"/>
                <a:gd name="T65" fmla="*/ 2402 h 2540"/>
                <a:gd name="T66" fmla="*/ 1809 w 2905"/>
                <a:gd name="T67" fmla="*/ 2325 h 2540"/>
                <a:gd name="T68" fmla="*/ 1567 w 2905"/>
                <a:gd name="T69" fmla="*/ 2025 h 2540"/>
                <a:gd name="T70" fmla="*/ 1633 w 2905"/>
                <a:gd name="T71" fmla="*/ 1939 h 2540"/>
                <a:gd name="T72" fmla="*/ 1936 w 2905"/>
                <a:gd name="T73" fmla="*/ 2183 h 2540"/>
                <a:gd name="T74" fmla="*/ 2029 w 2905"/>
                <a:gd name="T75" fmla="*/ 2106 h 2540"/>
                <a:gd name="T76" fmla="*/ 1786 w 2905"/>
                <a:gd name="T77" fmla="*/ 1806 h 2540"/>
                <a:gd name="T78" fmla="*/ 1853 w 2905"/>
                <a:gd name="T79" fmla="*/ 1720 h 2540"/>
                <a:gd name="T80" fmla="*/ 2156 w 2905"/>
                <a:gd name="T81" fmla="*/ 1965 h 2540"/>
                <a:gd name="T82" fmla="*/ 2249 w 2905"/>
                <a:gd name="T83" fmla="*/ 1887 h 2540"/>
                <a:gd name="T84" fmla="*/ 2006 w 2905"/>
                <a:gd name="T85" fmla="*/ 1587 h 2540"/>
                <a:gd name="T86" fmla="*/ 2074 w 2905"/>
                <a:gd name="T87" fmla="*/ 1501 h 2540"/>
                <a:gd name="T88" fmla="*/ 2377 w 2905"/>
                <a:gd name="T89" fmla="*/ 1746 h 2540"/>
                <a:gd name="T90" fmla="*/ 2469 w 2905"/>
                <a:gd name="T91" fmla="*/ 1669 h 2540"/>
                <a:gd name="T92" fmla="*/ 2438 w 2905"/>
                <a:gd name="T93" fmla="*/ 1591 h 2540"/>
                <a:gd name="T94" fmla="*/ 2295 w 2905"/>
                <a:gd name="T95" fmla="*/ 1449 h 2540"/>
                <a:gd name="T96" fmla="*/ 2062 w 2905"/>
                <a:gd name="T97" fmla="*/ 1218 h 2540"/>
                <a:gd name="T98" fmla="*/ 1813 w 2905"/>
                <a:gd name="T99" fmla="*/ 970 h 2540"/>
                <a:gd name="T100" fmla="*/ 1616 w 2905"/>
                <a:gd name="T101" fmla="*/ 775 h 2540"/>
                <a:gd name="T102" fmla="*/ 1537 w 2905"/>
                <a:gd name="T103" fmla="*/ 706 h 2540"/>
                <a:gd name="T104" fmla="*/ 1428 w 2905"/>
                <a:gd name="T105" fmla="*/ 754 h 2540"/>
                <a:gd name="T106" fmla="*/ 1226 w 2905"/>
                <a:gd name="T107" fmla="*/ 1069 h 2540"/>
                <a:gd name="T108" fmla="*/ 976 w 2905"/>
                <a:gd name="T109" fmla="*/ 1147 h 2540"/>
                <a:gd name="T110" fmla="*/ 796 w 2905"/>
                <a:gd name="T111" fmla="*/ 1004 h 2540"/>
                <a:gd name="T112" fmla="*/ 1064 w 2905"/>
                <a:gd name="T113" fmla="*/ 203 h 2540"/>
                <a:gd name="T114" fmla="*/ 1158 w 2905"/>
                <a:gd name="T115" fmla="*/ 94 h 2540"/>
                <a:gd name="T116" fmla="*/ 1338 w 2905"/>
                <a:gd name="T117" fmla="*/ 10 h 2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05" h="2540">
                  <a:moveTo>
                    <a:pt x="1451" y="0"/>
                  </a:moveTo>
                  <a:lnTo>
                    <a:pt x="1493" y="3"/>
                  </a:lnTo>
                  <a:lnTo>
                    <a:pt x="1538" y="11"/>
                  </a:lnTo>
                  <a:lnTo>
                    <a:pt x="1585" y="23"/>
                  </a:lnTo>
                  <a:lnTo>
                    <a:pt x="2221" y="222"/>
                  </a:lnTo>
                  <a:lnTo>
                    <a:pt x="2236" y="229"/>
                  </a:lnTo>
                  <a:lnTo>
                    <a:pt x="2249" y="239"/>
                  </a:lnTo>
                  <a:lnTo>
                    <a:pt x="2885" y="870"/>
                  </a:lnTo>
                  <a:lnTo>
                    <a:pt x="2896" y="886"/>
                  </a:lnTo>
                  <a:lnTo>
                    <a:pt x="2903" y="902"/>
                  </a:lnTo>
                  <a:lnTo>
                    <a:pt x="2905" y="919"/>
                  </a:lnTo>
                  <a:lnTo>
                    <a:pt x="2903" y="936"/>
                  </a:lnTo>
                  <a:lnTo>
                    <a:pt x="2896" y="954"/>
                  </a:lnTo>
                  <a:lnTo>
                    <a:pt x="2885" y="968"/>
                  </a:lnTo>
                  <a:lnTo>
                    <a:pt x="2445" y="1405"/>
                  </a:lnTo>
                  <a:lnTo>
                    <a:pt x="2552" y="1511"/>
                  </a:lnTo>
                  <a:lnTo>
                    <a:pt x="2572" y="1534"/>
                  </a:lnTo>
                  <a:lnTo>
                    <a:pt x="2588" y="1560"/>
                  </a:lnTo>
                  <a:lnTo>
                    <a:pt x="2599" y="1587"/>
                  </a:lnTo>
                  <a:lnTo>
                    <a:pt x="2606" y="1615"/>
                  </a:lnTo>
                  <a:lnTo>
                    <a:pt x="2609" y="1645"/>
                  </a:lnTo>
                  <a:lnTo>
                    <a:pt x="2608" y="1675"/>
                  </a:lnTo>
                  <a:lnTo>
                    <a:pt x="2603" y="1705"/>
                  </a:lnTo>
                  <a:lnTo>
                    <a:pt x="2594" y="1734"/>
                  </a:lnTo>
                  <a:lnTo>
                    <a:pt x="2580" y="1762"/>
                  </a:lnTo>
                  <a:lnTo>
                    <a:pt x="2562" y="1790"/>
                  </a:lnTo>
                  <a:lnTo>
                    <a:pt x="2540" y="1815"/>
                  </a:lnTo>
                  <a:lnTo>
                    <a:pt x="2513" y="1837"/>
                  </a:lnTo>
                  <a:lnTo>
                    <a:pt x="2484" y="1857"/>
                  </a:lnTo>
                  <a:lnTo>
                    <a:pt x="2453" y="1870"/>
                  </a:lnTo>
                  <a:lnTo>
                    <a:pt x="2421" y="1879"/>
                  </a:lnTo>
                  <a:lnTo>
                    <a:pt x="2389" y="1883"/>
                  </a:lnTo>
                  <a:lnTo>
                    <a:pt x="2385" y="1915"/>
                  </a:lnTo>
                  <a:lnTo>
                    <a:pt x="2376" y="1947"/>
                  </a:lnTo>
                  <a:lnTo>
                    <a:pt x="2362" y="1977"/>
                  </a:lnTo>
                  <a:lnTo>
                    <a:pt x="2343" y="2007"/>
                  </a:lnTo>
                  <a:lnTo>
                    <a:pt x="2319" y="2033"/>
                  </a:lnTo>
                  <a:lnTo>
                    <a:pt x="2293" y="2056"/>
                  </a:lnTo>
                  <a:lnTo>
                    <a:pt x="2263" y="2075"/>
                  </a:lnTo>
                  <a:lnTo>
                    <a:pt x="2233" y="2089"/>
                  </a:lnTo>
                  <a:lnTo>
                    <a:pt x="2201" y="2098"/>
                  </a:lnTo>
                  <a:lnTo>
                    <a:pt x="2169" y="2102"/>
                  </a:lnTo>
                  <a:lnTo>
                    <a:pt x="2164" y="2134"/>
                  </a:lnTo>
                  <a:lnTo>
                    <a:pt x="2155" y="2166"/>
                  </a:lnTo>
                  <a:lnTo>
                    <a:pt x="2142" y="2196"/>
                  </a:lnTo>
                  <a:lnTo>
                    <a:pt x="2123" y="2226"/>
                  </a:lnTo>
                  <a:lnTo>
                    <a:pt x="2100" y="2252"/>
                  </a:lnTo>
                  <a:lnTo>
                    <a:pt x="2073" y="2275"/>
                  </a:lnTo>
                  <a:lnTo>
                    <a:pt x="2044" y="2294"/>
                  </a:lnTo>
                  <a:lnTo>
                    <a:pt x="2012" y="2308"/>
                  </a:lnTo>
                  <a:lnTo>
                    <a:pt x="1981" y="2316"/>
                  </a:lnTo>
                  <a:lnTo>
                    <a:pt x="1948" y="2321"/>
                  </a:lnTo>
                  <a:lnTo>
                    <a:pt x="1944" y="2352"/>
                  </a:lnTo>
                  <a:lnTo>
                    <a:pt x="1935" y="2385"/>
                  </a:lnTo>
                  <a:lnTo>
                    <a:pt x="1922" y="2415"/>
                  </a:lnTo>
                  <a:lnTo>
                    <a:pt x="1903" y="2444"/>
                  </a:lnTo>
                  <a:lnTo>
                    <a:pt x="1880" y="2471"/>
                  </a:lnTo>
                  <a:lnTo>
                    <a:pt x="1854" y="2492"/>
                  </a:lnTo>
                  <a:lnTo>
                    <a:pt x="1828" y="2510"/>
                  </a:lnTo>
                  <a:lnTo>
                    <a:pt x="1799" y="2524"/>
                  </a:lnTo>
                  <a:lnTo>
                    <a:pt x="1770" y="2533"/>
                  </a:lnTo>
                  <a:lnTo>
                    <a:pt x="1739" y="2539"/>
                  </a:lnTo>
                  <a:lnTo>
                    <a:pt x="1710" y="2540"/>
                  </a:lnTo>
                  <a:lnTo>
                    <a:pt x="1680" y="2537"/>
                  </a:lnTo>
                  <a:lnTo>
                    <a:pt x="1650" y="2530"/>
                  </a:lnTo>
                  <a:lnTo>
                    <a:pt x="1623" y="2519"/>
                  </a:lnTo>
                  <a:lnTo>
                    <a:pt x="1597" y="2503"/>
                  </a:lnTo>
                  <a:lnTo>
                    <a:pt x="1574" y="2483"/>
                  </a:lnTo>
                  <a:lnTo>
                    <a:pt x="1320" y="2231"/>
                  </a:lnTo>
                  <a:lnTo>
                    <a:pt x="1191" y="2359"/>
                  </a:lnTo>
                  <a:lnTo>
                    <a:pt x="1172" y="2375"/>
                  </a:lnTo>
                  <a:lnTo>
                    <a:pt x="1150" y="2387"/>
                  </a:lnTo>
                  <a:lnTo>
                    <a:pt x="1127" y="2394"/>
                  </a:lnTo>
                  <a:lnTo>
                    <a:pt x="1102" y="2396"/>
                  </a:lnTo>
                  <a:lnTo>
                    <a:pt x="1077" y="2395"/>
                  </a:lnTo>
                  <a:lnTo>
                    <a:pt x="1052" y="2389"/>
                  </a:lnTo>
                  <a:lnTo>
                    <a:pt x="1027" y="2380"/>
                  </a:lnTo>
                  <a:lnTo>
                    <a:pt x="1005" y="2365"/>
                  </a:lnTo>
                  <a:lnTo>
                    <a:pt x="983" y="2347"/>
                  </a:lnTo>
                  <a:lnTo>
                    <a:pt x="965" y="2326"/>
                  </a:lnTo>
                  <a:lnTo>
                    <a:pt x="951" y="2303"/>
                  </a:lnTo>
                  <a:lnTo>
                    <a:pt x="941" y="2278"/>
                  </a:lnTo>
                  <a:lnTo>
                    <a:pt x="935" y="2254"/>
                  </a:lnTo>
                  <a:lnTo>
                    <a:pt x="934" y="2229"/>
                  </a:lnTo>
                  <a:lnTo>
                    <a:pt x="936" y="2204"/>
                  </a:lnTo>
                  <a:lnTo>
                    <a:pt x="944" y="2181"/>
                  </a:lnTo>
                  <a:lnTo>
                    <a:pt x="955" y="2160"/>
                  </a:lnTo>
                  <a:lnTo>
                    <a:pt x="971" y="2140"/>
                  </a:lnTo>
                  <a:lnTo>
                    <a:pt x="952" y="2157"/>
                  </a:lnTo>
                  <a:lnTo>
                    <a:pt x="930" y="2168"/>
                  </a:lnTo>
                  <a:lnTo>
                    <a:pt x="907" y="2175"/>
                  </a:lnTo>
                  <a:lnTo>
                    <a:pt x="882" y="2178"/>
                  </a:lnTo>
                  <a:lnTo>
                    <a:pt x="857" y="2176"/>
                  </a:lnTo>
                  <a:lnTo>
                    <a:pt x="832" y="2170"/>
                  </a:lnTo>
                  <a:lnTo>
                    <a:pt x="808" y="2161"/>
                  </a:lnTo>
                  <a:lnTo>
                    <a:pt x="784" y="2147"/>
                  </a:lnTo>
                  <a:lnTo>
                    <a:pt x="763" y="2128"/>
                  </a:lnTo>
                  <a:lnTo>
                    <a:pt x="745" y="2107"/>
                  </a:lnTo>
                  <a:lnTo>
                    <a:pt x="730" y="2084"/>
                  </a:lnTo>
                  <a:lnTo>
                    <a:pt x="721" y="2060"/>
                  </a:lnTo>
                  <a:lnTo>
                    <a:pt x="715" y="2035"/>
                  </a:lnTo>
                  <a:lnTo>
                    <a:pt x="714" y="2011"/>
                  </a:lnTo>
                  <a:lnTo>
                    <a:pt x="716" y="1986"/>
                  </a:lnTo>
                  <a:lnTo>
                    <a:pt x="723" y="1963"/>
                  </a:lnTo>
                  <a:lnTo>
                    <a:pt x="735" y="1941"/>
                  </a:lnTo>
                  <a:lnTo>
                    <a:pt x="751" y="1922"/>
                  </a:lnTo>
                  <a:lnTo>
                    <a:pt x="731" y="1938"/>
                  </a:lnTo>
                  <a:lnTo>
                    <a:pt x="710" y="1949"/>
                  </a:lnTo>
                  <a:lnTo>
                    <a:pt x="686" y="1956"/>
                  </a:lnTo>
                  <a:lnTo>
                    <a:pt x="662" y="1959"/>
                  </a:lnTo>
                  <a:lnTo>
                    <a:pt x="636" y="1957"/>
                  </a:lnTo>
                  <a:lnTo>
                    <a:pt x="612" y="1952"/>
                  </a:lnTo>
                  <a:lnTo>
                    <a:pt x="588" y="1942"/>
                  </a:lnTo>
                  <a:lnTo>
                    <a:pt x="564" y="1928"/>
                  </a:lnTo>
                  <a:lnTo>
                    <a:pt x="543" y="1909"/>
                  </a:lnTo>
                  <a:lnTo>
                    <a:pt x="524" y="1888"/>
                  </a:lnTo>
                  <a:lnTo>
                    <a:pt x="511" y="1866"/>
                  </a:lnTo>
                  <a:lnTo>
                    <a:pt x="501" y="1841"/>
                  </a:lnTo>
                  <a:lnTo>
                    <a:pt x="495" y="1816"/>
                  </a:lnTo>
                  <a:lnTo>
                    <a:pt x="494" y="1792"/>
                  </a:lnTo>
                  <a:lnTo>
                    <a:pt x="497" y="1767"/>
                  </a:lnTo>
                  <a:lnTo>
                    <a:pt x="504" y="1744"/>
                  </a:lnTo>
                  <a:lnTo>
                    <a:pt x="515" y="1722"/>
                  </a:lnTo>
                  <a:lnTo>
                    <a:pt x="530" y="1703"/>
                  </a:lnTo>
                  <a:lnTo>
                    <a:pt x="511" y="1719"/>
                  </a:lnTo>
                  <a:lnTo>
                    <a:pt x="490" y="1730"/>
                  </a:lnTo>
                  <a:lnTo>
                    <a:pt x="466" y="1737"/>
                  </a:lnTo>
                  <a:lnTo>
                    <a:pt x="442" y="1740"/>
                  </a:lnTo>
                  <a:lnTo>
                    <a:pt x="417" y="1738"/>
                  </a:lnTo>
                  <a:lnTo>
                    <a:pt x="392" y="1733"/>
                  </a:lnTo>
                  <a:lnTo>
                    <a:pt x="367" y="1723"/>
                  </a:lnTo>
                  <a:lnTo>
                    <a:pt x="344" y="1709"/>
                  </a:lnTo>
                  <a:lnTo>
                    <a:pt x="323" y="1690"/>
                  </a:lnTo>
                  <a:lnTo>
                    <a:pt x="305" y="1670"/>
                  </a:lnTo>
                  <a:lnTo>
                    <a:pt x="291" y="1647"/>
                  </a:lnTo>
                  <a:lnTo>
                    <a:pt x="281" y="1622"/>
                  </a:lnTo>
                  <a:lnTo>
                    <a:pt x="275" y="1597"/>
                  </a:lnTo>
                  <a:lnTo>
                    <a:pt x="273" y="1573"/>
                  </a:lnTo>
                  <a:lnTo>
                    <a:pt x="276" y="1549"/>
                  </a:lnTo>
                  <a:lnTo>
                    <a:pt x="284" y="1525"/>
                  </a:lnTo>
                  <a:lnTo>
                    <a:pt x="295" y="1504"/>
                  </a:lnTo>
                  <a:lnTo>
                    <a:pt x="311" y="1485"/>
                  </a:lnTo>
                  <a:lnTo>
                    <a:pt x="432" y="1363"/>
                  </a:lnTo>
                  <a:lnTo>
                    <a:pt x="20" y="952"/>
                  </a:lnTo>
                  <a:lnTo>
                    <a:pt x="9" y="938"/>
                  </a:lnTo>
                  <a:lnTo>
                    <a:pt x="2" y="921"/>
                  </a:lnTo>
                  <a:lnTo>
                    <a:pt x="0" y="904"/>
                  </a:lnTo>
                  <a:lnTo>
                    <a:pt x="2" y="887"/>
                  </a:lnTo>
                  <a:lnTo>
                    <a:pt x="9" y="870"/>
                  </a:lnTo>
                  <a:lnTo>
                    <a:pt x="20" y="855"/>
                  </a:lnTo>
                  <a:lnTo>
                    <a:pt x="35" y="844"/>
                  </a:lnTo>
                  <a:lnTo>
                    <a:pt x="51" y="837"/>
                  </a:lnTo>
                  <a:lnTo>
                    <a:pt x="69" y="835"/>
                  </a:lnTo>
                  <a:lnTo>
                    <a:pt x="87" y="837"/>
                  </a:lnTo>
                  <a:lnTo>
                    <a:pt x="103" y="844"/>
                  </a:lnTo>
                  <a:lnTo>
                    <a:pt x="118" y="855"/>
                  </a:lnTo>
                  <a:lnTo>
                    <a:pt x="531" y="1267"/>
                  </a:lnTo>
                  <a:lnTo>
                    <a:pt x="554" y="1253"/>
                  </a:lnTo>
                  <a:lnTo>
                    <a:pt x="577" y="1243"/>
                  </a:lnTo>
                  <a:lnTo>
                    <a:pt x="603" y="1239"/>
                  </a:lnTo>
                  <a:lnTo>
                    <a:pt x="629" y="1240"/>
                  </a:lnTo>
                  <a:lnTo>
                    <a:pt x="656" y="1245"/>
                  </a:lnTo>
                  <a:lnTo>
                    <a:pt x="681" y="1255"/>
                  </a:lnTo>
                  <a:lnTo>
                    <a:pt x="706" y="1269"/>
                  </a:lnTo>
                  <a:lnTo>
                    <a:pt x="728" y="1288"/>
                  </a:lnTo>
                  <a:lnTo>
                    <a:pt x="747" y="1309"/>
                  </a:lnTo>
                  <a:lnTo>
                    <a:pt x="761" y="1333"/>
                  </a:lnTo>
                  <a:lnTo>
                    <a:pt x="771" y="1357"/>
                  </a:lnTo>
                  <a:lnTo>
                    <a:pt x="776" y="1381"/>
                  </a:lnTo>
                  <a:lnTo>
                    <a:pt x="778" y="1407"/>
                  </a:lnTo>
                  <a:lnTo>
                    <a:pt x="775" y="1431"/>
                  </a:lnTo>
                  <a:lnTo>
                    <a:pt x="768" y="1454"/>
                  </a:lnTo>
                  <a:lnTo>
                    <a:pt x="757" y="1476"/>
                  </a:lnTo>
                  <a:lnTo>
                    <a:pt x="741" y="1495"/>
                  </a:lnTo>
                  <a:lnTo>
                    <a:pt x="760" y="1479"/>
                  </a:lnTo>
                  <a:lnTo>
                    <a:pt x="781" y="1467"/>
                  </a:lnTo>
                  <a:lnTo>
                    <a:pt x="805" y="1460"/>
                  </a:lnTo>
                  <a:lnTo>
                    <a:pt x="829" y="1457"/>
                  </a:lnTo>
                  <a:lnTo>
                    <a:pt x="855" y="1459"/>
                  </a:lnTo>
                  <a:lnTo>
                    <a:pt x="879" y="1464"/>
                  </a:lnTo>
                  <a:lnTo>
                    <a:pt x="904" y="1475"/>
                  </a:lnTo>
                  <a:lnTo>
                    <a:pt x="927" y="1489"/>
                  </a:lnTo>
                  <a:lnTo>
                    <a:pt x="949" y="1507"/>
                  </a:lnTo>
                  <a:lnTo>
                    <a:pt x="967" y="1528"/>
                  </a:lnTo>
                  <a:lnTo>
                    <a:pt x="981" y="1551"/>
                  </a:lnTo>
                  <a:lnTo>
                    <a:pt x="990" y="1575"/>
                  </a:lnTo>
                  <a:lnTo>
                    <a:pt x="997" y="1600"/>
                  </a:lnTo>
                  <a:lnTo>
                    <a:pt x="998" y="1625"/>
                  </a:lnTo>
                  <a:lnTo>
                    <a:pt x="996" y="1649"/>
                  </a:lnTo>
                  <a:lnTo>
                    <a:pt x="988" y="1672"/>
                  </a:lnTo>
                  <a:lnTo>
                    <a:pt x="977" y="1694"/>
                  </a:lnTo>
                  <a:lnTo>
                    <a:pt x="961" y="1714"/>
                  </a:lnTo>
                  <a:lnTo>
                    <a:pt x="980" y="1698"/>
                  </a:lnTo>
                  <a:lnTo>
                    <a:pt x="1002" y="1686"/>
                  </a:lnTo>
                  <a:lnTo>
                    <a:pt x="1025" y="1679"/>
                  </a:lnTo>
                  <a:lnTo>
                    <a:pt x="1050" y="1676"/>
                  </a:lnTo>
                  <a:lnTo>
                    <a:pt x="1075" y="1678"/>
                  </a:lnTo>
                  <a:lnTo>
                    <a:pt x="1100" y="1683"/>
                  </a:lnTo>
                  <a:lnTo>
                    <a:pt x="1124" y="1693"/>
                  </a:lnTo>
                  <a:lnTo>
                    <a:pt x="1148" y="1708"/>
                  </a:lnTo>
                  <a:lnTo>
                    <a:pt x="1169" y="1725"/>
                  </a:lnTo>
                  <a:lnTo>
                    <a:pt x="1187" y="1746"/>
                  </a:lnTo>
                  <a:lnTo>
                    <a:pt x="1201" y="1769"/>
                  </a:lnTo>
                  <a:lnTo>
                    <a:pt x="1211" y="1794"/>
                  </a:lnTo>
                  <a:lnTo>
                    <a:pt x="1217" y="1818"/>
                  </a:lnTo>
                  <a:lnTo>
                    <a:pt x="1218" y="1843"/>
                  </a:lnTo>
                  <a:lnTo>
                    <a:pt x="1215" y="1868"/>
                  </a:lnTo>
                  <a:lnTo>
                    <a:pt x="1208" y="1891"/>
                  </a:lnTo>
                  <a:lnTo>
                    <a:pt x="1196" y="1912"/>
                  </a:lnTo>
                  <a:lnTo>
                    <a:pt x="1181" y="1932"/>
                  </a:lnTo>
                  <a:lnTo>
                    <a:pt x="1201" y="1916"/>
                  </a:lnTo>
                  <a:lnTo>
                    <a:pt x="1222" y="1905"/>
                  </a:lnTo>
                  <a:lnTo>
                    <a:pt x="1245" y="1898"/>
                  </a:lnTo>
                  <a:lnTo>
                    <a:pt x="1270" y="1895"/>
                  </a:lnTo>
                  <a:lnTo>
                    <a:pt x="1294" y="1896"/>
                  </a:lnTo>
                  <a:lnTo>
                    <a:pt x="1320" y="1902"/>
                  </a:lnTo>
                  <a:lnTo>
                    <a:pt x="1344" y="1912"/>
                  </a:lnTo>
                  <a:lnTo>
                    <a:pt x="1367" y="1926"/>
                  </a:lnTo>
                  <a:lnTo>
                    <a:pt x="1388" y="1944"/>
                  </a:lnTo>
                  <a:lnTo>
                    <a:pt x="1407" y="1965"/>
                  </a:lnTo>
                  <a:lnTo>
                    <a:pt x="1421" y="1988"/>
                  </a:lnTo>
                  <a:lnTo>
                    <a:pt x="1431" y="2013"/>
                  </a:lnTo>
                  <a:lnTo>
                    <a:pt x="1436" y="2037"/>
                  </a:lnTo>
                  <a:lnTo>
                    <a:pt x="1438" y="2062"/>
                  </a:lnTo>
                  <a:lnTo>
                    <a:pt x="1435" y="2087"/>
                  </a:lnTo>
                  <a:lnTo>
                    <a:pt x="1428" y="2110"/>
                  </a:lnTo>
                  <a:lnTo>
                    <a:pt x="1416" y="2131"/>
                  </a:lnTo>
                  <a:lnTo>
                    <a:pt x="1672" y="2386"/>
                  </a:lnTo>
                  <a:lnTo>
                    <a:pt x="1685" y="2395"/>
                  </a:lnTo>
                  <a:lnTo>
                    <a:pt x="1699" y="2401"/>
                  </a:lnTo>
                  <a:lnTo>
                    <a:pt x="1716" y="2402"/>
                  </a:lnTo>
                  <a:lnTo>
                    <a:pt x="1733" y="2400"/>
                  </a:lnTo>
                  <a:lnTo>
                    <a:pt x="1750" y="2395"/>
                  </a:lnTo>
                  <a:lnTo>
                    <a:pt x="1767" y="2386"/>
                  </a:lnTo>
                  <a:lnTo>
                    <a:pt x="1782" y="2374"/>
                  </a:lnTo>
                  <a:lnTo>
                    <a:pt x="1794" y="2358"/>
                  </a:lnTo>
                  <a:lnTo>
                    <a:pt x="1803" y="2342"/>
                  </a:lnTo>
                  <a:lnTo>
                    <a:pt x="1809" y="2325"/>
                  </a:lnTo>
                  <a:lnTo>
                    <a:pt x="1811" y="2308"/>
                  </a:lnTo>
                  <a:lnTo>
                    <a:pt x="1809" y="2291"/>
                  </a:lnTo>
                  <a:lnTo>
                    <a:pt x="1803" y="2276"/>
                  </a:lnTo>
                  <a:lnTo>
                    <a:pt x="1794" y="2264"/>
                  </a:lnTo>
                  <a:lnTo>
                    <a:pt x="1584" y="2055"/>
                  </a:lnTo>
                  <a:lnTo>
                    <a:pt x="1573" y="2041"/>
                  </a:lnTo>
                  <a:lnTo>
                    <a:pt x="1567" y="2025"/>
                  </a:lnTo>
                  <a:lnTo>
                    <a:pt x="1564" y="2007"/>
                  </a:lnTo>
                  <a:lnTo>
                    <a:pt x="1567" y="1989"/>
                  </a:lnTo>
                  <a:lnTo>
                    <a:pt x="1573" y="1973"/>
                  </a:lnTo>
                  <a:lnTo>
                    <a:pt x="1584" y="1958"/>
                  </a:lnTo>
                  <a:lnTo>
                    <a:pt x="1599" y="1947"/>
                  </a:lnTo>
                  <a:lnTo>
                    <a:pt x="1616" y="1941"/>
                  </a:lnTo>
                  <a:lnTo>
                    <a:pt x="1633" y="1939"/>
                  </a:lnTo>
                  <a:lnTo>
                    <a:pt x="1650" y="1941"/>
                  </a:lnTo>
                  <a:lnTo>
                    <a:pt x="1668" y="1947"/>
                  </a:lnTo>
                  <a:lnTo>
                    <a:pt x="1682" y="1958"/>
                  </a:lnTo>
                  <a:lnTo>
                    <a:pt x="1892" y="2167"/>
                  </a:lnTo>
                  <a:lnTo>
                    <a:pt x="1904" y="2176"/>
                  </a:lnTo>
                  <a:lnTo>
                    <a:pt x="1920" y="2182"/>
                  </a:lnTo>
                  <a:lnTo>
                    <a:pt x="1936" y="2183"/>
                  </a:lnTo>
                  <a:lnTo>
                    <a:pt x="1953" y="2182"/>
                  </a:lnTo>
                  <a:lnTo>
                    <a:pt x="1971" y="2176"/>
                  </a:lnTo>
                  <a:lnTo>
                    <a:pt x="1987" y="2167"/>
                  </a:lnTo>
                  <a:lnTo>
                    <a:pt x="2002" y="2155"/>
                  </a:lnTo>
                  <a:lnTo>
                    <a:pt x="2015" y="2139"/>
                  </a:lnTo>
                  <a:lnTo>
                    <a:pt x="2024" y="2123"/>
                  </a:lnTo>
                  <a:lnTo>
                    <a:pt x="2029" y="2106"/>
                  </a:lnTo>
                  <a:lnTo>
                    <a:pt x="2031" y="2089"/>
                  </a:lnTo>
                  <a:lnTo>
                    <a:pt x="2029" y="2073"/>
                  </a:lnTo>
                  <a:lnTo>
                    <a:pt x="2024" y="2058"/>
                  </a:lnTo>
                  <a:lnTo>
                    <a:pt x="2015" y="2045"/>
                  </a:lnTo>
                  <a:lnTo>
                    <a:pt x="1804" y="1837"/>
                  </a:lnTo>
                  <a:lnTo>
                    <a:pt x="1793" y="1822"/>
                  </a:lnTo>
                  <a:lnTo>
                    <a:pt x="1786" y="1806"/>
                  </a:lnTo>
                  <a:lnTo>
                    <a:pt x="1784" y="1788"/>
                  </a:lnTo>
                  <a:lnTo>
                    <a:pt x="1786" y="1770"/>
                  </a:lnTo>
                  <a:lnTo>
                    <a:pt x="1793" y="1754"/>
                  </a:lnTo>
                  <a:lnTo>
                    <a:pt x="1804" y="1740"/>
                  </a:lnTo>
                  <a:lnTo>
                    <a:pt x="1820" y="1729"/>
                  </a:lnTo>
                  <a:lnTo>
                    <a:pt x="1836" y="1722"/>
                  </a:lnTo>
                  <a:lnTo>
                    <a:pt x="1853" y="1720"/>
                  </a:lnTo>
                  <a:lnTo>
                    <a:pt x="1871" y="1722"/>
                  </a:lnTo>
                  <a:lnTo>
                    <a:pt x="1887" y="1729"/>
                  </a:lnTo>
                  <a:lnTo>
                    <a:pt x="1902" y="1740"/>
                  </a:lnTo>
                  <a:lnTo>
                    <a:pt x="2112" y="1948"/>
                  </a:lnTo>
                  <a:lnTo>
                    <a:pt x="2125" y="1957"/>
                  </a:lnTo>
                  <a:lnTo>
                    <a:pt x="2140" y="1963"/>
                  </a:lnTo>
                  <a:lnTo>
                    <a:pt x="2156" y="1965"/>
                  </a:lnTo>
                  <a:lnTo>
                    <a:pt x="2174" y="1963"/>
                  </a:lnTo>
                  <a:lnTo>
                    <a:pt x="2190" y="1957"/>
                  </a:lnTo>
                  <a:lnTo>
                    <a:pt x="2207" y="1949"/>
                  </a:lnTo>
                  <a:lnTo>
                    <a:pt x="2223" y="1936"/>
                  </a:lnTo>
                  <a:lnTo>
                    <a:pt x="2235" y="1920"/>
                  </a:lnTo>
                  <a:lnTo>
                    <a:pt x="2244" y="1904"/>
                  </a:lnTo>
                  <a:lnTo>
                    <a:pt x="2249" y="1887"/>
                  </a:lnTo>
                  <a:lnTo>
                    <a:pt x="2251" y="1871"/>
                  </a:lnTo>
                  <a:lnTo>
                    <a:pt x="2249" y="1855"/>
                  </a:lnTo>
                  <a:lnTo>
                    <a:pt x="2244" y="1839"/>
                  </a:lnTo>
                  <a:lnTo>
                    <a:pt x="2234" y="1826"/>
                  </a:lnTo>
                  <a:lnTo>
                    <a:pt x="2025" y="1618"/>
                  </a:lnTo>
                  <a:lnTo>
                    <a:pt x="2013" y="1603"/>
                  </a:lnTo>
                  <a:lnTo>
                    <a:pt x="2006" y="1587"/>
                  </a:lnTo>
                  <a:lnTo>
                    <a:pt x="2004" y="1570"/>
                  </a:lnTo>
                  <a:lnTo>
                    <a:pt x="2006" y="1553"/>
                  </a:lnTo>
                  <a:lnTo>
                    <a:pt x="2013" y="1535"/>
                  </a:lnTo>
                  <a:lnTo>
                    <a:pt x="2025" y="1521"/>
                  </a:lnTo>
                  <a:lnTo>
                    <a:pt x="2039" y="1510"/>
                  </a:lnTo>
                  <a:lnTo>
                    <a:pt x="2055" y="1503"/>
                  </a:lnTo>
                  <a:lnTo>
                    <a:pt x="2074" y="1501"/>
                  </a:lnTo>
                  <a:lnTo>
                    <a:pt x="2091" y="1503"/>
                  </a:lnTo>
                  <a:lnTo>
                    <a:pt x="2107" y="1510"/>
                  </a:lnTo>
                  <a:lnTo>
                    <a:pt x="2122" y="1521"/>
                  </a:lnTo>
                  <a:lnTo>
                    <a:pt x="2332" y="1729"/>
                  </a:lnTo>
                  <a:lnTo>
                    <a:pt x="2345" y="1739"/>
                  </a:lnTo>
                  <a:lnTo>
                    <a:pt x="2359" y="1744"/>
                  </a:lnTo>
                  <a:lnTo>
                    <a:pt x="2377" y="1746"/>
                  </a:lnTo>
                  <a:lnTo>
                    <a:pt x="2393" y="1744"/>
                  </a:lnTo>
                  <a:lnTo>
                    <a:pt x="2410" y="1739"/>
                  </a:lnTo>
                  <a:lnTo>
                    <a:pt x="2427" y="1730"/>
                  </a:lnTo>
                  <a:lnTo>
                    <a:pt x="2442" y="1718"/>
                  </a:lnTo>
                  <a:lnTo>
                    <a:pt x="2455" y="1703"/>
                  </a:lnTo>
                  <a:lnTo>
                    <a:pt x="2463" y="1685"/>
                  </a:lnTo>
                  <a:lnTo>
                    <a:pt x="2469" y="1669"/>
                  </a:lnTo>
                  <a:lnTo>
                    <a:pt x="2471" y="1652"/>
                  </a:lnTo>
                  <a:lnTo>
                    <a:pt x="2469" y="1636"/>
                  </a:lnTo>
                  <a:lnTo>
                    <a:pt x="2463" y="1620"/>
                  </a:lnTo>
                  <a:lnTo>
                    <a:pt x="2454" y="1608"/>
                  </a:lnTo>
                  <a:lnTo>
                    <a:pt x="2452" y="1606"/>
                  </a:lnTo>
                  <a:lnTo>
                    <a:pt x="2447" y="1600"/>
                  </a:lnTo>
                  <a:lnTo>
                    <a:pt x="2438" y="1591"/>
                  </a:lnTo>
                  <a:lnTo>
                    <a:pt x="2426" y="1579"/>
                  </a:lnTo>
                  <a:lnTo>
                    <a:pt x="2410" y="1564"/>
                  </a:lnTo>
                  <a:lnTo>
                    <a:pt x="2392" y="1545"/>
                  </a:lnTo>
                  <a:lnTo>
                    <a:pt x="2372" y="1525"/>
                  </a:lnTo>
                  <a:lnTo>
                    <a:pt x="2348" y="1502"/>
                  </a:lnTo>
                  <a:lnTo>
                    <a:pt x="2323" y="1477"/>
                  </a:lnTo>
                  <a:lnTo>
                    <a:pt x="2295" y="1449"/>
                  </a:lnTo>
                  <a:lnTo>
                    <a:pt x="2265" y="1420"/>
                  </a:lnTo>
                  <a:lnTo>
                    <a:pt x="2235" y="1389"/>
                  </a:lnTo>
                  <a:lnTo>
                    <a:pt x="2202" y="1357"/>
                  </a:lnTo>
                  <a:lnTo>
                    <a:pt x="2169" y="1323"/>
                  </a:lnTo>
                  <a:lnTo>
                    <a:pt x="2134" y="1289"/>
                  </a:lnTo>
                  <a:lnTo>
                    <a:pt x="2099" y="1254"/>
                  </a:lnTo>
                  <a:lnTo>
                    <a:pt x="2062" y="1218"/>
                  </a:lnTo>
                  <a:lnTo>
                    <a:pt x="2027" y="1182"/>
                  </a:lnTo>
                  <a:lnTo>
                    <a:pt x="1990" y="1146"/>
                  </a:lnTo>
                  <a:lnTo>
                    <a:pt x="1954" y="1110"/>
                  </a:lnTo>
                  <a:lnTo>
                    <a:pt x="1918" y="1074"/>
                  </a:lnTo>
                  <a:lnTo>
                    <a:pt x="1882" y="1039"/>
                  </a:lnTo>
                  <a:lnTo>
                    <a:pt x="1847" y="1003"/>
                  </a:lnTo>
                  <a:lnTo>
                    <a:pt x="1813" y="970"/>
                  </a:lnTo>
                  <a:lnTo>
                    <a:pt x="1780" y="937"/>
                  </a:lnTo>
                  <a:lnTo>
                    <a:pt x="1748" y="906"/>
                  </a:lnTo>
                  <a:lnTo>
                    <a:pt x="1718" y="875"/>
                  </a:lnTo>
                  <a:lnTo>
                    <a:pt x="1689" y="847"/>
                  </a:lnTo>
                  <a:lnTo>
                    <a:pt x="1663" y="821"/>
                  </a:lnTo>
                  <a:lnTo>
                    <a:pt x="1638" y="797"/>
                  </a:lnTo>
                  <a:lnTo>
                    <a:pt x="1616" y="775"/>
                  </a:lnTo>
                  <a:lnTo>
                    <a:pt x="1596" y="756"/>
                  </a:lnTo>
                  <a:lnTo>
                    <a:pt x="1579" y="740"/>
                  </a:lnTo>
                  <a:lnTo>
                    <a:pt x="1565" y="725"/>
                  </a:lnTo>
                  <a:lnTo>
                    <a:pt x="1560" y="721"/>
                  </a:lnTo>
                  <a:lnTo>
                    <a:pt x="1553" y="715"/>
                  </a:lnTo>
                  <a:lnTo>
                    <a:pt x="1546" y="711"/>
                  </a:lnTo>
                  <a:lnTo>
                    <a:pt x="1537" y="706"/>
                  </a:lnTo>
                  <a:lnTo>
                    <a:pt x="1527" y="704"/>
                  </a:lnTo>
                  <a:lnTo>
                    <a:pt x="1515" y="703"/>
                  </a:lnTo>
                  <a:lnTo>
                    <a:pt x="1501" y="705"/>
                  </a:lnTo>
                  <a:lnTo>
                    <a:pt x="1485" y="711"/>
                  </a:lnTo>
                  <a:lnTo>
                    <a:pt x="1468" y="720"/>
                  </a:lnTo>
                  <a:lnTo>
                    <a:pt x="1449" y="735"/>
                  </a:lnTo>
                  <a:lnTo>
                    <a:pt x="1428" y="754"/>
                  </a:lnTo>
                  <a:lnTo>
                    <a:pt x="1405" y="779"/>
                  </a:lnTo>
                  <a:lnTo>
                    <a:pt x="1383" y="808"/>
                  </a:lnTo>
                  <a:lnTo>
                    <a:pt x="1366" y="837"/>
                  </a:lnTo>
                  <a:lnTo>
                    <a:pt x="1270" y="1012"/>
                  </a:lnTo>
                  <a:lnTo>
                    <a:pt x="1259" y="1031"/>
                  </a:lnTo>
                  <a:lnTo>
                    <a:pt x="1244" y="1050"/>
                  </a:lnTo>
                  <a:lnTo>
                    <a:pt x="1226" y="1069"/>
                  </a:lnTo>
                  <a:lnTo>
                    <a:pt x="1194" y="1096"/>
                  </a:lnTo>
                  <a:lnTo>
                    <a:pt x="1161" y="1119"/>
                  </a:lnTo>
                  <a:lnTo>
                    <a:pt x="1125" y="1136"/>
                  </a:lnTo>
                  <a:lnTo>
                    <a:pt x="1089" y="1147"/>
                  </a:lnTo>
                  <a:lnTo>
                    <a:pt x="1052" y="1153"/>
                  </a:lnTo>
                  <a:lnTo>
                    <a:pt x="1014" y="1153"/>
                  </a:lnTo>
                  <a:lnTo>
                    <a:pt x="976" y="1147"/>
                  </a:lnTo>
                  <a:lnTo>
                    <a:pt x="944" y="1137"/>
                  </a:lnTo>
                  <a:lnTo>
                    <a:pt x="913" y="1123"/>
                  </a:lnTo>
                  <a:lnTo>
                    <a:pt x="883" y="1106"/>
                  </a:lnTo>
                  <a:lnTo>
                    <a:pt x="858" y="1085"/>
                  </a:lnTo>
                  <a:lnTo>
                    <a:pt x="833" y="1061"/>
                  </a:lnTo>
                  <a:lnTo>
                    <a:pt x="813" y="1034"/>
                  </a:lnTo>
                  <a:lnTo>
                    <a:pt x="796" y="1004"/>
                  </a:lnTo>
                  <a:lnTo>
                    <a:pt x="784" y="980"/>
                  </a:lnTo>
                  <a:lnTo>
                    <a:pt x="777" y="955"/>
                  </a:lnTo>
                  <a:lnTo>
                    <a:pt x="772" y="930"/>
                  </a:lnTo>
                  <a:lnTo>
                    <a:pt x="772" y="908"/>
                  </a:lnTo>
                  <a:lnTo>
                    <a:pt x="774" y="886"/>
                  </a:lnTo>
                  <a:lnTo>
                    <a:pt x="781" y="866"/>
                  </a:lnTo>
                  <a:lnTo>
                    <a:pt x="1064" y="203"/>
                  </a:lnTo>
                  <a:lnTo>
                    <a:pt x="1074" y="185"/>
                  </a:lnTo>
                  <a:lnTo>
                    <a:pt x="1086" y="166"/>
                  </a:lnTo>
                  <a:lnTo>
                    <a:pt x="1102" y="147"/>
                  </a:lnTo>
                  <a:lnTo>
                    <a:pt x="1120" y="126"/>
                  </a:lnTo>
                  <a:lnTo>
                    <a:pt x="1130" y="117"/>
                  </a:lnTo>
                  <a:lnTo>
                    <a:pt x="1142" y="106"/>
                  </a:lnTo>
                  <a:lnTo>
                    <a:pt x="1158" y="94"/>
                  </a:lnTo>
                  <a:lnTo>
                    <a:pt x="1176" y="81"/>
                  </a:lnTo>
                  <a:lnTo>
                    <a:pt x="1196" y="67"/>
                  </a:lnTo>
                  <a:lnTo>
                    <a:pt x="1220" y="53"/>
                  </a:lnTo>
                  <a:lnTo>
                    <a:pt x="1245" y="40"/>
                  </a:lnTo>
                  <a:lnTo>
                    <a:pt x="1274" y="28"/>
                  </a:lnTo>
                  <a:lnTo>
                    <a:pt x="1305" y="18"/>
                  </a:lnTo>
                  <a:lnTo>
                    <a:pt x="1338" y="10"/>
                  </a:lnTo>
                  <a:lnTo>
                    <a:pt x="1373" y="3"/>
                  </a:lnTo>
                  <a:lnTo>
                    <a:pt x="1412" y="0"/>
                  </a:lnTo>
                  <a:lnTo>
                    <a:pt x="14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8" name="Freeform 40"/>
            <p:cNvSpPr>
              <a:spLocks noEditPoints="1"/>
            </p:cNvSpPr>
            <p:nvPr/>
          </p:nvSpPr>
          <p:spPr bwMode="auto">
            <a:xfrm>
              <a:off x="7332663" y="2609851"/>
              <a:ext cx="149225" cy="147638"/>
            </a:xfrm>
            <a:custGeom>
              <a:avLst/>
              <a:gdLst>
                <a:gd name="T0" fmla="*/ 671 w 1031"/>
                <a:gd name="T1" fmla="*/ 657 h 1025"/>
                <a:gd name="T2" fmla="*/ 626 w 1031"/>
                <a:gd name="T3" fmla="*/ 679 h 1025"/>
                <a:gd name="T4" fmla="*/ 595 w 1031"/>
                <a:gd name="T5" fmla="*/ 718 h 1025"/>
                <a:gd name="T6" fmla="*/ 584 w 1031"/>
                <a:gd name="T7" fmla="*/ 766 h 1025"/>
                <a:gd name="T8" fmla="*/ 595 w 1031"/>
                <a:gd name="T9" fmla="*/ 817 h 1025"/>
                <a:gd name="T10" fmla="*/ 626 w 1031"/>
                <a:gd name="T11" fmla="*/ 854 h 1025"/>
                <a:gd name="T12" fmla="*/ 671 w 1031"/>
                <a:gd name="T13" fmla="*/ 877 h 1025"/>
                <a:gd name="T14" fmla="*/ 723 w 1031"/>
                <a:gd name="T15" fmla="*/ 877 h 1025"/>
                <a:gd name="T16" fmla="*/ 768 w 1031"/>
                <a:gd name="T17" fmla="*/ 854 h 1025"/>
                <a:gd name="T18" fmla="*/ 800 w 1031"/>
                <a:gd name="T19" fmla="*/ 816 h 1025"/>
                <a:gd name="T20" fmla="*/ 811 w 1031"/>
                <a:gd name="T21" fmla="*/ 766 h 1025"/>
                <a:gd name="T22" fmla="*/ 800 w 1031"/>
                <a:gd name="T23" fmla="*/ 718 h 1025"/>
                <a:gd name="T24" fmla="*/ 768 w 1031"/>
                <a:gd name="T25" fmla="*/ 679 h 1025"/>
                <a:gd name="T26" fmla="*/ 723 w 1031"/>
                <a:gd name="T27" fmla="*/ 657 h 1025"/>
                <a:gd name="T28" fmla="*/ 345 w 1031"/>
                <a:gd name="T29" fmla="*/ 0 h 1025"/>
                <a:gd name="T30" fmla="*/ 391 w 1031"/>
                <a:gd name="T31" fmla="*/ 12 h 1025"/>
                <a:gd name="T32" fmla="*/ 432 w 1031"/>
                <a:gd name="T33" fmla="*/ 39 h 1025"/>
                <a:gd name="T34" fmla="*/ 1007 w 1031"/>
                <a:gd name="T35" fmla="*/ 615 h 1025"/>
                <a:gd name="T36" fmla="*/ 1027 w 1031"/>
                <a:gd name="T37" fmla="*/ 659 h 1025"/>
                <a:gd name="T38" fmla="*/ 1031 w 1031"/>
                <a:gd name="T39" fmla="*/ 705 h 1025"/>
                <a:gd name="T40" fmla="*/ 1019 w 1031"/>
                <a:gd name="T41" fmla="*/ 751 h 1025"/>
                <a:gd name="T42" fmla="*/ 992 w 1031"/>
                <a:gd name="T43" fmla="*/ 791 h 1025"/>
                <a:gd name="T44" fmla="*/ 776 w 1031"/>
                <a:gd name="T45" fmla="*/ 1001 h 1025"/>
                <a:gd name="T46" fmla="*/ 732 w 1031"/>
                <a:gd name="T47" fmla="*/ 1021 h 1025"/>
                <a:gd name="T48" fmla="*/ 686 w 1031"/>
                <a:gd name="T49" fmla="*/ 1025 h 1025"/>
                <a:gd name="T50" fmla="*/ 640 w 1031"/>
                <a:gd name="T51" fmla="*/ 1013 h 1025"/>
                <a:gd name="T52" fmla="*/ 600 w 1031"/>
                <a:gd name="T53" fmla="*/ 985 h 1025"/>
                <a:gd name="T54" fmla="*/ 24 w 1031"/>
                <a:gd name="T55" fmla="*/ 409 h 1025"/>
                <a:gd name="T56" fmla="*/ 4 w 1031"/>
                <a:gd name="T57" fmla="*/ 367 h 1025"/>
                <a:gd name="T58" fmla="*/ 0 w 1031"/>
                <a:gd name="T59" fmla="*/ 320 h 1025"/>
                <a:gd name="T60" fmla="*/ 11 w 1031"/>
                <a:gd name="T61" fmla="*/ 275 h 1025"/>
                <a:gd name="T62" fmla="*/ 40 w 1031"/>
                <a:gd name="T63" fmla="*/ 234 h 1025"/>
                <a:gd name="T64" fmla="*/ 255 w 1031"/>
                <a:gd name="T65" fmla="*/ 24 h 1025"/>
                <a:gd name="T66" fmla="*/ 298 w 1031"/>
                <a:gd name="T67" fmla="*/ 4 h 1025"/>
                <a:gd name="T68" fmla="*/ 345 w 1031"/>
                <a:gd name="T69" fmla="*/ 0 h 1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1" h="1025">
                  <a:moveTo>
                    <a:pt x="698" y="654"/>
                  </a:moveTo>
                  <a:lnTo>
                    <a:pt x="671" y="657"/>
                  </a:lnTo>
                  <a:lnTo>
                    <a:pt x="648" y="665"/>
                  </a:lnTo>
                  <a:lnTo>
                    <a:pt x="626" y="679"/>
                  </a:lnTo>
                  <a:lnTo>
                    <a:pt x="609" y="696"/>
                  </a:lnTo>
                  <a:lnTo>
                    <a:pt x="595" y="718"/>
                  </a:lnTo>
                  <a:lnTo>
                    <a:pt x="587" y="741"/>
                  </a:lnTo>
                  <a:lnTo>
                    <a:pt x="584" y="766"/>
                  </a:lnTo>
                  <a:lnTo>
                    <a:pt x="587" y="793"/>
                  </a:lnTo>
                  <a:lnTo>
                    <a:pt x="595" y="817"/>
                  </a:lnTo>
                  <a:lnTo>
                    <a:pt x="609" y="837"/>
                  </a:lnTo>
                  <a:lnTo>
                    <a:pt x="626" y="854"/>
                  </a:lnTo>
                  <a:lnTo>
                    <a:pt x="648" y="868"/>
                  </a:lnTo>
                  <a:lnTo>
                    <a:pt x="671" y="877"/>
                  </a:lnTo>
                  <a:lnTo>
                    <a:pt x="698" y="880"/>
                  </a:lnTo>
                  <a:lnTo>
                    <a:pt x="723" y="877"/>
                  </a:lnTo>
                  <a:lnTo>
                    <a:pt x="748" y="868"/>
                  </a:lnTo>
                  <a:lnTo>
                    <a:pt x="768" y="854"/>
                  </a:lnTo>
                  <a:lnTo>
                    <a:pt x="785" y="837"/>
                  </a:lnTo>
                  <a:lnTo>
                    <a:pt x="800" y="816"/>
                  </a:lnTo>
                  <a:lnTo>
                    <a:pt x="808" y="793"/>
                  </a:lnTo>
                  <a:lnTo>
                    <a:pt x="811" y="766"/>
                  </a:lnTo>
                  <a:lnTo>
                    <a:pt x="808" y="741"/>
                  </a:lnTo>
                  <a:lnTo>
                    <a:pt x="800" y="718"/>
                  </a:lnTo>
                  <a:lnTo>
                    <a:pt x="785" y="696"/>
                  </a:lnTo>
                  <a:lnTo>
                    <a:pt x="768" y="679"/>
                  </a:lnTo>
                  <a:lnTo>
                    <a:pt x="748" y="665"/>
                  </a:lnTo>
                  <a:lnTo>
                    <a:pt x="723" y="657"/>
                  </a:lnTo>
                  <a:lnTo>
                    <a:pt x="698" y="654"/>
                  </a:lnTo>
                  <a:close/>
                  <a:moveTo>
                    <a:pt x="345" y="0"/>
                  </a:moveTo>
                  <a:lnTo>
                    <a:pt x="368" y="4"/>
                  </a:lnTo>
                  <a:lnTo>
                    <a:pt x="391" y="12"/>
                  </a:lnTo>
                  <a:lnTo>
                    <a:pt x="412" y="24"/>
                  </a:lnTo>
                  <a:lnTo>
                    <a:pt x="432" y="39"/>
                  </a:lnTo>
                  <a:lnTo>
                    <a:pt x="992" y="596"/>
                  </a:lnTo>
                  <a:lnTo>
                    <a:pt x="1007" y="615"/>
                  </a:lnTo>
                  <a:lnTo>
                    <a:pt x="1019" y="637"/>
                  </a:lnTo>
                  <a:lnTo>
                    <a:pt x="1027" y="659"/>
                  </a:lnTo>
                  <a:lnTo>
                    <a:pt x="1031" y="682"/>
                  </a:lnTo>
                  <a:lnTo>
                    <a:pt x="1031" y="705"/>
                  </a:lnTo>
                  <a:lnTo>
                    <a:pt x="1027" y="729"/>
                  </a:lnTo>
                  <a:lnTo>
                    <a:pt x="1019" y="751"/>
                  </a:lnTo>
                  <a:lnTo>
                    <a:pt x="1007" y="771"/>
                  </a:lnTo>
                  <a:lnTo>
                    <a:pt x="992" y="791"/>
                  </a:lnTo>
                  <a:lnTo>
                    <a:pt x="796" y="985"/>
                  </a:lnTo>
                  <a:lnTo>
                    <a:pt x="776" y="1001"/>
                  </a:lnTo>
                  <a:lnTo>
                    <a:pt x="755" y="1013"/>
                  </a:lnTo>
                  <a:lnTo>
                    <a:pt x="732" y="1021"/>
                  </a:lnTo>
                  <a:lnTo>
                    <a:pt x="709" y="1025"/>
                  </a:lnTo>
                  <a:lnTo>
                    <a:pt x="686" y="1025"/>
                  </a:lnTo>
                  <a:lnTo>
                    <a:pt x="663" y="1021"/>
                  </a:lnTo>
                  <a:lnTo>
                    <a:pt x="640" y="1013"/>
                  </a:lnTo>
                  <a:lnTo>
                    <a:pt x="619" y="1001"/>
                  </a:lnTo>
                  <a:lnTo>
                    <a:pt x="600" y="985"/>
                  </a:lnTo>
                  <a:lnTo>
                    <a:pt x="40" y="429"/>
                  </a:lnTo>
                  <a:lnTo>
                    <a:pt x="24" y="409"/>
                  </a:lnTo>
                  <a:lnTo>
                    <a:pt x="11" y="389"/>
                  </a:lnTo>
                  <a:lnTo>
                    <a:pt x="4" y="367"/>
                  </a:lnTo>
                  <a:lnTo>
                    <a:pt x="0" y="344"/>
                  </a:lnTo>
                  <a:lnTo>
                    <a:pt x="0" y="320"/>
                  </a:lnTo>
                  <a:lnTo>
                    <a:pt x="4" y="297"/>
                  </a:lnTo>
                  <a:lnTo>
                    <a:pt x="11" y="275"/>
                  </a:lnTo>
                  <a:lnTo>
                    <a:pt x="24" y="253"/>
                  </a:lnTo>
                  <a:lnTo>
                    <a:pt x="40" y="234"/>
                  </a:lnTo>
                  <a:lnTo>
                    <a:pt x="236" y="39"/>
                  </a:lnTo>
                  <a:lnTo>
                    <a:pt x="255" y="24"/>
                  </a:lnTo>
                  <a:lnTo>
                    <a:pt x="275" y="12"/>
                  </a:lnTo>
                  <a:lnTo>
                    <a:pt x="298" y="4"/>
                  </a:lnTo>
                  <a:lnTo>
                    <a:pt x="321" y="0"/>
                  </a:lnTo>
                  <a:lnTo>
                    <a:pt x="34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9" name="Group 68"/>
          <p:cNvGrpSpPr/>
          <p:nvPr/>
        </p:nvGrpSpPr>
        <p:grpSpPr>
          <a:xfrm>
            <a:off x="3434825" y="2971800"/>
            <a:ext cx="416360" cy="419193"/>
            <a:chOff x="7156450" y="2708275"/>
            <a:chExt cx="233363" cy="234950"/>
          </a:xfrm>
          <a:solidFill>
            <a:schemeClr val="tx1">
              <a:lumMod val="95000"/>
              <a:lumOff val="5000"/>
            </a:schemeClr>
          </a:solidFill>
        </p:grpSpPr>
        <p:sp>
          <p:nvSpPr>
            <p:cNvPr id="70" name="Rectangle 33"/>
            <p:cNvSpPr>
              <a:spLocks noChangeArrowheads="1"/>
            </p:cNvSpPr>
            <p:nvPr/>
          </p:nvSpPr>
          <p:spPr bwMode="auto">
            <a:xfrm>
              <a:off x="7156450" y="2803525"/>
              <a:ext cx="41275" cy="12382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1" name="Freeform 34"/>
            <p:cNvSpPr>
              <a:spLocks noEditPoints="1"/>
            </p:cNvSpPr>
            <p:nvPr/>
          </p:nvSpPr>
          <p:spPr bwMode="auto">
            <a:xfrm>
              <a:off x="7215188" y="2708275"/>
              <a:ext cx="174625" cy="234950"/>
            </a:xfrm>
            <a:custGeom>
              <a:avLst/>
              <a:gdLst>
                <a:gd name="T0" fmla="*/ 790 w 2315"/>
                <a:gd name="T1" fmla="*/ 1051 h 3103"/>
                <a:gd name="T2" fmla="*/ 645 w 2315"/>
                <a:gd name="T3" fmla="*/ 1093 h 3103"/>
                <a:gd name="T4" fmla="*/ 513 w 2315"/>
                <a:gd name="T5" fmla="*/ 1176 h 3103"/>
                <a:gd name="T6" fmla="*/ 407 w 2315"/>
                <a:gd name="T7" fmla="*/ 1297 h 3103"/>
                <a:gd name="T8" fmla="*/ 338 w 2315"/>
                <a:gd name="T9" fmla="*/ 1438 h 3103"/>
                <a:gd name="T10" fmla="*/ 311 w 2315"/>
                <a:gd name="T11" fmla="*/ 1590 h 3103"/>
                <a:gd name="T12" fmla="*/ 324 w 2315"/>
                <a:gd name="T13" fmla="*/ 1743 h 3103"/>
                <a:gd name="T14" fmla="*/ 378 w 2315"/>
                <a:gd name="T15" fmla="*/ 1890 h 3103"/>
                <a:gd name="T16" fmla="*/ 473 w 2315"/>
                <a:gd name="T17" fmla="*/ 2018 h 3103"/>
                <a:gd name="T18" fmla="*/ 600 w 2315"/>
                <a:gd name="T19" fmla="*/ 2115 h 3103"/>
                <a:gd name="T20" fmla="*/ 741 w 2315"/>
                <a:gd name="T21" fmla="*/ 2170 h 3103"/>
                <a:gd name="T22" fmla="*/ 891 w 2315"/>
                <a:gd name="T23" fmla="*/ 2184 h 3103"/>
                <a:gd name="T24" fmla="*/ 1039 w 2315"/>
                <a:gd name="T25" fmla="*/ 2157 h 3103"/>
                <a:gd name="T26" fmla="*/ 1176 w 2315"/>
                <a:gd name="T27" fmla="*/ 2087 h 3103"/>
                <a:gd name="T28" fmla="*/ 1294 w 2315"/>
                <a:gd name="T29" fmla="*/ 1977 h 3103"/>
                <a:gd name="T30" fmla="*/ 1375 w 2315"/>
                <a:gd name="T31" fmla="*/ 1842 h 3103"/>
                <a:gd name="T32" fmla="*/ 1415 w 2315"/>
                <a:gd name="T33" fmla="*/ 1693 h 3103"/>
                <a:gd name="T34" fmla="*/ 1415 w 2315"/>
                <a:gd name="T35" fmla="*/ 1539 h 3103"/>
                <a:gd name="T36" fmla="*/ 1375 w 2315"/>
                <a:gd name="T37" fmla="*/ 1390 h 3103"/>
                <a:gd name="T38" fmla="*/ 1294 w 2315"/>
                <a:gd name="T39" fmla="*/ 1253 h 3103"/>
                <a:gd name="T40" fmla="*/ 1176 w 2315"/>
                <a:gd name="T41" fmla="*/ 1143 h 3103"/>
                <a:gd name="T42" fmla="*/ 1039 w 2315"/>
                <a:gd name="T43" fmla="*/ 1074 h 3103"/>
                <a:gd name="T44" fmla="*/ 891 w 2315"/>
                <a:gd name="T45" fmla="*/ 1046 h 3103"/>
                <a:gd name="T46" fmla="*/ 1320 w 2315"/>
                <a:gd name="T47" fmla="*/ 1046 h 3103"/>
                <a:gd name="T48" fmla="*/ 1417 w 2315"/>
                <a:gd name="T49" fmla="*/ 1140 h 3103"/>
                <a:gd name="T50" fmla="*/ 1515 w 2315"/>
                <a:gd name="T51" fmla="*/ 1297 h 3103"/>
                <a:gd name="T52" fmla="*/ 1571 w 2315"/>
                <a:gd name="T53" fmla="*/ 1468 h 3103"/>
                <a:gd name="T54" fmla="*/ 1584 w 2315"/>
                <a:gd name="T55" fmla="*/ 1647 h 3103"/>
                <a:gd name="T56" fmla="*/ 1555 w 2315"/>
                <a:gd name="T57" fmla="*/ 1825 h 3103"/>
                <a:gd name="T58" fmla="*/ 1484 w 2315"/>
                <a:gd name="T59" fmla="*/ 1992 h 3103"/>
                <a:gd name="T60" fmla="*/ 1664 w 2315"/>
                <a:gd name="T61" fmla="*/ 2118 h 3103"/>
                <a:gd name="T62" fmla="*/ 2315 w 2315"/>
                <a:gd name="T63" fmla="*/ 2800 h 3103"/>
                <a:gd name="T64" fmla="*/ 2307 w 2315"/>
                <a:gd name="T65" fmla="*/ 2859 h 3103"/>
                <a:gd name="T66" fmla="*/ 2276 w 2315"/>
                <a:gd name="T67" fmla="*/ 2943 h 3103"/>
                <a:gd name="T68" fmla="*/ 2209 w 2315"/>
                <a:gd name="T69" fmla="*/ 3030 h 3103"/>
                <a:gd name="T70" fmla="*/ 2128 w 2315"/>
                <a:gd name="T71" fmla="*/ 3078 h 3103"/>
                <a:gd name="T72" fmla="*/ 2053 w 2315"/>
                <a:gd name="T73" fmla="*/ 3099 h 3103"/>
                <a:gd name="T74" fmla="*/ 2010 w 2315"/>
                <a:gd name="T75" fmla="*/ 3103 h 3103"/>
                <a:gd name="T76" fmla="*/ 1403 w 2315"/>
                <a:gd name="T77" fmla="*/ 2335 h 3103"/>
                <a:gd name="T78" fmla="*/ 774 w 2315"/>
                <a:gd name="T79" fmla="*/ 2903 h 3103"/>
                <a:gd name="T80" fmla="*/ 657 w 2315"/>
                <a:gd name="T81" fmla="*/ 2320 h 3103"/>
                <a:gd name="T82" fmla="*/ 544 w 2315"/>
                <a:gd name="T83" fmla="*/ 2903 h 3103"/>
                <a:gd name="T84" fmla="*/ 545 w 2315"/>
                <a:gd name="T85" fmla="*/ 687 h 3103"/>
                <a:gd name="T86" fmla="*/ 657 w 2315"/>
                <a:gd name="T87" fmla="*/ 911 h 3103"/>
                <a:gd name="T88" fmla="*/ 774 w 2315"/>
                <a:gd name="T89" fmla="*/ 0 h 3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15" h="3103">
                  <a:moveTo>
                    <a:pt x="891" y="1046"/>
                  </a:moveTo>
                  <a:lnTo>
                    <a:pt x="841" y="1046"/>
                  </a:lnTo>
                  <a:lnTo>
                    <a:pt x="790" y="1051"/>
                  </a:lnTo>
                  <a:lnTo>
                    <a:pt x="741" y="1061"/>
                  </a:lnTo>
                  <a:lnTo>
                    <a:pt x="693" y="1074"/>
                  </a:lnTo>
                  <a:lnTo>
                    <a:pt x="645" y="1093"/>
                  </a:lnTo>
                  <a:lnTo>
                    <a:pt x="600" y="1116"/>
                  </a:lnTo>
                  <a:lnTo>
                    <a:pt x="555" y="1143"/>
                  </a:lnTo>
                  <a:lnTo>
                    <a:pt x="513" y="1176"/>
                  </a:lnTo>
                  <a:lnTo>
                    <a:pt x="474" y="1213"/>
                  </a:lnTo>
                  <a:lnTo>
                    <a:pt x="438" y="1253"/>
                  </a:lnTo>
                  <a:lnTo>
                    <a:pt x="407" y="1297"/>
                  </a:lnTo>
                  <a:lnTo>
                    <a:pt x="379" y="1342"/>
                  </a:lnTo>
                  <a:lnTo>
                    <a:pt x="356" y="1390"/>
                  </a:lnTo>
                  <a:lnTo>
                    <a:pt x="338" y="1438"/>
                  </a:lnTo>
                  <a:lnTo>
                    <a:pt x="325" y="1487"/>
                  </a:lnTo>
                  <a:lnTo>
                    <a:pt x="316" y="1539"/>
                  </a:lnTo>
                  <a:lnTo>
                    <a:pt x="311" y="1590"/>
                  </a:lnTo>
                  <a:lnTo>
                    <a:pt x="311" y="1641"/>
                  </a:lnTo>
                  <a:lnTo>
                    <a:pt x="316" y="1693"/>
                  </a:lnTo>
                  <a:lnTo>
                    <a:pt x="324" y="1743"/>
                  </a:lnTo>
                  <a:lnTo>
                    <a:pt x="338" y="1794"/>
                  </a:lnTo>
                  <a:lnTo>
                    <a:pt x="356" y="1842"/>
                  </a:lnTo>
                  <a:lnTo>
                    <a:pt x="378" y="1890"/>
                  </a:lnTo>
                  <a:lnTo>
                    <a:pt x="406" y="1935"/>
                  </a:lnTo>
                  <a:lnTo>
                    <a:pt x="437" y="1977"/>
                  </a:lnTo>
                  <a:lnTo>
                    <a:pt x="473" y="2018"/>
                  </a:lnTo>
                  <a:lnTo>
                    <a:pt x="513" y="2054"/>
                  </a:lnTo>
                  <a:lnTo>
                    <a:pt x="554" y="2087"/>
                  </a:lnTo>
                  <a:lnTo>
                    <a:pt x="600" y="2115"/>
                  </a:lnTo>
                  <a:lnTo>
                    <a:pt x="645" y="2138"/>
                  </a:lnTo>
                  <a:lnTo>
                    <a:pt x="693" y="2157"/>
                  </a:lnTo>
                  <a:lnTo>
                    <a:pt x="741" y="2170"/>
                  </a:lnTo>
                  <a:lnTo>
                    <a:pt x="790" y="2179"/>
                  </a:lnTo>
                  <a:lnTo>
                    <a:pt x="841" y="2184"/>
                  </a:lnTo>
                  <a:lnTo>
                    <a:pt x="891" y="2184"/>
                  </a:lnTo>
                  <a:lnTo>
                    <a:pt x="941" y="2179"/>
                  </a:lnTo>
                  <a:lnTo>
                    <a:pt x="990" y="2170"/>
                  </a:lnTo>
                  <a:lnTo>
                    <a:pt x="1039" y="2157"/>
                  </a:lnTo>
                  <a:lnTo>
                    <a:pt x="1087" y="2138"/>
                  </a:lnTo>
                  <a:lnTo>
                    <a:pt x="1132" y="2115"/>
                  </a:lnTo>
                  <a:lnTo>
                    <a:pt x="1176" y="2087"/>
                  </a:lnTo>
                  <a:lnTo>
                    <a:pt x="1218" y="2054"/>
                  </a:lnTo>
                  <a:lnTo>
                    <a:pt x="1258" y="2018"/>
                  </a:lnTo>
                  <a:lnTo>
                    <a:pt x="1294" y="1977"/>
                  </a:lnTo>
                  <a:lnTo>
                    <a:pt x="1326" y="1934"/>
                  </a:lnTo>
                  <a:lnTo>
                    <a:pt x="1352" y="1888"/>
                  </a:lnTo>
                  <a:lnTo>
                    <a:pt x="1375" y="1842"/>
                  </a:lnTo>
                  <a:lnTo>
                    <a:pt x="1393" y="1793"/>
                  </a:lnTo>
                  <a:lnTo>
                    <a:pt x="1406" y="1743"/>
                  </a:lnTo>
                  <a:lnTo>
                    <a:pt x="1415" y="1693"/>
                  </a:lnTo>
                  <a:lnTo>
                    <a:pt x="1419" y="1641"/>
                  </a:lnTo>
                  <a:lnTo>
                    <a:pt x="1419" y="1590"/>
                  </a:lnTo>
                  <a:lnTo>
                    <a:pt x="1415" y="1539"/>
                  </a:lnTo>
                  <a:lnTo>
                    <a:pt x="1406" y="1487"/>
                  </a:lnTo>
                  <a:lnTo>
                    <a:pt x="1393" y="1438"/>
                  </a:lnTo>
                  <a:lnTo>
                    <a:pt x="1375" y="1390"/>
                  </a:lnTo>
                  <a:lnTo>
                    <a:pt x="1352" y="1342"/>
                  </a:lnTo>
                  <a:lnTo>
                    <a:pt x="1325" y="1297"/>
                  </a:lnTo>
                  <a:lnTo>
                    <a:pt x="1294" y="1253"/>
                  </a:lnTo>
                  <a:lnTo>
                    <a:pt x="1258" y="1213"/>
                  </a:lnTo>
                  <a:lnTo>
                    <a:pt x="1218" y="1176"/>
                  </a:lnTo>
                  <a:lnTo>
                    <a:pt x="1176" y="1143"/>
                  </a:lnTo>
                  <a:lnTo>
                    <a:pt x="1132" y="1115"/>
                  </a:lnTo>
                  <a:lnTo>
                    <a:pt x="1086" y="1093"/>
                  </a:lnTo>
                  <a:lnTo>
                    <a:pt x="1039" y="1074"/>
                  </a:lnTo>
                  <a:lnTo>
                    <a:pt x="990" y="1061"/>
                  </a:lnTo>
                  <a:lnTo>
                    <a:pt x="941" y="1051"/>
                  </a:lnTo>
                  <a:lnTo>
                    <a:pt x="891" y="1046"/>
                  </a:lnTo>
                  <a:close/>
                  <a:moveTo>
                    <a:pt x="774" y="0"/>
                  </a:moveTo>
                  <a:lnTo>
                    <a:pt x="1320" y="0"/>
                  </a:lnTo>
                  <a:lnTo>
                    <a:pt x="1320" y="1046"/>
                  </a:lnTo>
                  <a:lnTo>
                    <a:pt x="1348" y="1069"/>
                  </a:lnTo>
                  <a:lnTo>
                    <a:pt x="1375" y="1094"/>
                  </a:lnTo>
                  <a:lnTo>
                    <a:pt x="1417" y="1140"/>
                  </a:lnTo>
                  <a:lnTo>
                    <a:pt x="1455" y="1191"/>
                  </a:lnTo>
                  <a:lnTo>
                    <a:pt x="1488" y="1242"/>
                  </a:lnTo>
                  <a:lnTo>
                    <a:pt x="1515" y="1297"/>
                  </a:lnTo>
                  <a:lnTo>
                    <a:pt x="1538" y="1352"/>
                  </a:lnTo>
                  <a:lnTo>
                    <a:pt x="1557" y="1410"/>
                  </a:lnTo>
                  <a:lnTo>
                    <a:pt x="1571" y="1468"/>
                  </a:lnTo>
                  <a:lnTo>
                    <a:pt x="1580" y="1528"/>
                  </a:lnTo>
                  <a:lnTo>
                    <a:pt x="1584" y="1587"/>
                  </a:lnTo>
                  <a:lnTo>
                    <a:pt x="1584" y="1647"/>
                  </a:lnTo>
                  <a:lnTo>
                    <a:pt x="1579" y="1707"/>
                  </a:lnTo>
                  <a:lnTo>
                    <a:pt x="1569" y="1766"/>
                  </a:lnTo>
                  <a:lnTo>
                    <a:pt x="1555" y="1825"/>
                  </a:lnTo>
                  <a:lnTo>
                    <a:pt x="1536" y="1881"/>
                  </a:lnTo>
                  <a:lnTo>
                    <a:pt x="1512" y="1937"/>
                  </a:lnTo>
                  <a:lnTo>
                    <a:pt x="1484" y="1992"/>
                  </a:lnTo>
                  <a:lnTo>
                    <a:pt x="1451" y="2043"/>
                  </a:lnTo>
                  <a:lnTo>
                    <a:pt x="1579" y="2171"/>
                  </a:lnTo>
                  <a:lnTo>
                    <a:pt x="1664" y="2118"/>
                  </a:lnTo>
                  <a:lnTo>
                    <a:pt x="2315" y="2786"/>
                  </a:lnTo>
                  <a:lnTo>
                    <a:pt x="2315" y="2791"/>
                  </a:lnTo>
                  <a:lnTo>
                    <a:pt x="2315" y="2800"/>
                  </a:lnTo>
                  <a:lnTo>
                    <a:pt x="2314" y="2815"/>
                  </a:lnTo>
                  <a:lnTo>
                    <a:pt x="2311" y="2835"/>
                  </a:lnTo>
                  <a:lnTo>
                    <a:pt x="2307" y="2859"/>
                  </a:lnTo>
                  <a:lnTo>
                    <a:pt x="2300" y="2884"/>
                  </a:lnTo>
                  <a:lnTo>
                    <a:pt x="2290" y="2913"/>
                  </a:lnTo>
                  <a:lnTo>
                    <a:pt x="2276" y="2943"/>
                  </a:lnTo>
                  <a:lnTo>
                    <a:pt x="2257" y="2974"/>
                  </a:lnTo>
                  <a:lnTo>
                    <a:pt x="2234" y="3005"/>
                  </a:lnTo>
                  <a:lnTo>
                    <a:pt x="2209" y="3030"/>
                  </a:lnTo>
                  <a:lnTo>
                    <a:pt x="2183" y="3050"/>
                  </a:lnTo>
                  <a:lnTo>
                    <a:pt x="2156" y="3066"/>
                  </a:lnTo>
                  <a:lnTo>
                    <a:pt x="2128" y="3078"/>
                  </a:lnTo>
                  <a:lnTo>
                    <a:pt x="2101" y="3087"/>
                  </a:lnTo>
                  <a:lnTo>
                    <a:pt x="2076" y="3095"/>
                  </a:lnTo>
                  <a:lnTo>
                    <a:pt x="2053" y="3099"/>
                  </a:lnTo>
                  <a:lnTo>
                    <a:pt x="2034" y="3102"/>
                  </a:lnTo>
                  <a:lnTo>
                    <a:pt x="2019" y="3103"/>
                  </a:lnTo>
                  <a:lnTo>
                    <a:pt x="2010" y="3103"/>
                  </a:lnTo>
                  <a:lnTo>
                    <a:pt x="2006" y="3103"/>
                  </a:lnTo>
                  <a:lnTo>
                    <a:pt x="1355" y="2435"/>
                  </a:lnTo>
                  <a:lnTo>
                    <a:pt x="1403" y="2335"/>
                  </a:lnTo>
                  <a:lnTo>
                    <a:pt x="1320" y="2252"/>
                  </a:lnTo>
                  <a:lnTo>
                    <a:pt x="1320" y="2903"/>
                  </a:lnTo>
                  <a:lnTo>
                    <a:pt x="774" y="2903"/>
                  </a:lnTo>
                  <a:lnTo>
                    <a:pt x="774" y="2345"/>
                  </a:lnTo>
                  <a:lnTo>
                    <a:pt x="715" y="2336"/>
                  </a:lnTo>
                  <a:lnTo>
                    <a:pt x="657" y="2320"/>
                  </a:lnTo>
                  <a:lnTo>
                    <a:pt x="600" y="2300"/>
                  </a:lnTo>
                  <a:lnTo>
                    <a:pt x="544" y="2274"/>
                  </a:lnTo>
                  <a:lnTo>
                    <a:pt x="544" y="2903"/>
                  </a:lnTo>
                  <a:lnTo>
                    <a:pt x="0" y="2903"/>
                  </a:lnTo>
                  <a:lnTo>
                    <a:pt x="0" y="687"/>
                  </a:lnTo>
                  <a:lnTo>
                    <a:pt x="545" y="687"/>
                  </a:lnTo>
                  <a:lnTo>
                    <a:pt x="545" y="957"/>
                  </a:lnTo>
                  <a:lnTo>
                    <a:pt x="601" y="932"/>
                  </a:lnTo>
                  <a:lnTo>
                    <a:pt x="657" y="911"/>
                  </a:lnTo>
                  <a:lnTo>
                    <a:pt x="715" y="896"/>
                  </a:lnTo>
                  <a:lnTo>
                    <a:pt x="774" y="885"/>
                  </a:lnTo>
                  <a:lnTo>
                    <a:pt x="7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73" name="Group 72"/>
          <p:cNvGrpSpPr/>
          <p:nvPr/>
        </p:nvGrpSpPr>
        <p:grpSpPr>
          <a:xfrm>
            <a:off x="2034111" y="2977633"/>
            <a:ext cx="370972" cy="407527"/>
            <a:chOff x="4776788" y="2243138"/>
            <a:chExt cx="434976" cy="477838"/>
          </a:xfrm>
          <a:solidFill>
            <a:schemeClr val="tx1"/>
          </a:solidFill>
        </p:grpSpPr>
        <p:sp>
          <p:nvSpPr>
            <p:cNvPr id="74" name="Freeform 17"/>
            <p:cNvSpPr>
              <a:spLocks noEditPoints="1"/>
            </p:cNvSpPr>
            <p:nvPr/>
          </p:nvSpPr>
          <p:spPr bwMode="auto">
            <a:xfrm>
              <a:off x="4848226" y="2316163"/>
              <a:ext cx="292100" cy="404813"/>
            </a:xfrm>
            <a:custGeom>
              <a:avLst/>
              <a:gdLst>
                <a:gd name="T0" fmla="*/ 750 w 2029"/>
                <a:gd name="T1" fmla="*/ 299 h 2800"/>
                <a:gd name="T2" fmla="*/ 479 w 2029"/>
                <a:gd name="T3" fmla="*/ 466 h 2800"/>
                <a:gd name="T4" fmla="*/ 304 w 2029"/>
                <a:gd name="T5" fmla="*/ 723 h 2800"/>
                <a:gd name="T6" fmla="*/ 259 w 2029"/>
                <a:gd name="T7" fmla="*/ 1034 h 2800"/>
                <a:gd name="T8" fmla="*/ 314 w 2029"/>
                <a:gd name="T9" fmla="*/ 1283 h 2800"/>
                <a:gd name="T10" fmla="*/ 414 w 2029"/>
                <a:gd name="T11" fmla="*/ 1472 h 2800"/>
                <a:gd name="T12" fmla="*/ 530 w 2029"/>
                <a:gd name="T13" fmla="*/ 1646 h 2800"/>
                <a:gd name="T14" fmla="*/ 603 w 2029"/>
                <a:gd name="T15" fmla="*/ 1843 h 2800"/>
                <a:gd name="T16" fmla="*/ 647 w 2029"/>
                <a:gd name="T17" fmla="*/ 1978 h 2800"/>
                <a:gd name="T18" fmla="*/ 1346 w 2029"/>
                <a:gd name="T19" fmla="*/ 2011 h 2800"/>
                <a:gd name="T20" fmla="*/ 1421 w 2029"/>
                <a:gd name="T21" fmla="*/ 1912 h 2800"/>
                <a:gd name="T22" fmla="*/ 1460 w 2029"/>
                <a:gd name="T23" fmla="*/ 1721 h 2800"/>
                <a:gd name="T24" fmla="*/ 1570 w 2029"/>
                <a:gd name="T25" fmla="*/ 1538 h 2800"/>
                <a:gd name="T26" fmla="*/ 1678 w 2029"/>
                <a:gd name="T27" fmla="*/ 1364 h 2800"/>
                <a:gd name="T28" fmla="*/ 1756 w 2029"/>
                <a:gd name="T29" fmla="*/ 1143 h 2800"/>
                <a:gd name="T30" fmla="*/ 1760 w 2029"/>
                <a:gd name="T31" fmla="*/ 844 h 2800"/>
                <a:gd name="T32" fmla="*/ 1634 w 2029"/>
                <a:gd name="T33" fmla="*/ 559 h 2800"/>
                <a:gd name="T34" fmla="*/ 1397 w 2029"/>
                <a:gd name="T35" fmla="*/ 352 h 2800"/>
                <a:gd name="T36" fmla="*/ 1084 w 2029"/>
                <a:gd name="T37" fmla="*/ 258 h 2800"/>
                <a:gd name="T38" fmla="*/ 1258 w 2029"/>
                <a:gd name="T39" fmla="*/ 29 h 2800"/>
                <a:gd name="T40" fmla="*/ 1613 w 2029"/>
                <a:gd name="T41" fmla="*/ 188 h 2800"/>
                <a:gd name="T42" fmla="*/ 1877 w 2029"/>
                <a:gd name="T43" fmla="*/ 461 h 2800"/>
                <a:gd name="T44" fmla="*/ 2015 w 2029"/>
                <a:gd name="T45" fmla="*/ 815 h 2800"/>
                <a:gd name="T46" fmla="*/ 2013 w 2029"/>
                <a:gd name="T47" fmla="*/ 1166 h 2800"/>
                <a:gd name="T48" fmla="*/ 1934 w 2029"/>
                <a:gd name="T49" fmla="*/ 1424 h 2800"/>
                <a:gd name="T50" fmla="*/ 1825 w 2029"/>
                <a:gd name="T51" fmla="*/ 1617 h 2800"/>
                <a:gd name="T52" fmla="*/ 1714 w 2029"/>
                <a:gd name="T53" fmla="*/ 1785 h 2800"/>
                <a:gd name="T54" fmla="*/ 1677 w 2029"/>
                <a:gd name="T55" fmla="*/ 1934 h 2800"/>
                <a:gd name="T56" fmla="*/ 1572 w 2029"/>
                <a:gd name="T57" fmla="*/ 2150 h 2800"/>
                <a:gd name="T58" fmla="*/ 1487 w 2029"/>
                <a:gd name="T59" fmla="*/ 2294 h 2800"/>
                <a:gd name="T60" fmla="*/ 1480 w 2029"/>
                <a:gd name="T61" fmla="*/ 2429 h 2800"/>
                <a:gd name="T62" fmla="*/ 1476 w 2029"/>
                <a:gd name="T63" fmla="*/ 2492 h 2800"/>
                <a:gd name="T64" fmla="*/ 1446 w 2029"/>
                <a:gd name="T65" fmla="*/ 2575 h 2800"/>
                <a:gd name="T66" fmla="*/ 1340 w 2029"/>
                <a:gd name="T67" fmla="*/ 2666 h 2800"/>
                <a:gd name="T68" fmla="*/ 1184 w 2029"/>
                <a:gd name="T69" fmla="*/ 2779 h 2800"/>
                <a:gd name="T70" fmla="*/ 891 w 2029"/>
                <a:gd name="T71" fmla="*/ 2798 h 2800"/>
                <a:gd name="T72" fmla="*/ 762 w 2029"/>
                <a:gd name="T73" fmla="*/ 2698 h 2800"/>
                <a:gd name="T74" fmla="*/ 607 w 2029"/>
                <a:gd name="T75" fmla="*/ 2606 h 2800"/>
                <a:gd name="T76" fmla="*/ 556 w 2029"/>
                <a:gd name="T77" fmla="*/ 2509 h 2800"/>
                <a:gd name="T78" fmla="*/ 551 w 2029"/>
                <a:gd name="T79" fmla="*/ 2466 h 2800"/>
                <a:gd name="T80" fmla="*/ 545 w 2029"/>
                <a:gd name="T81" fmla="*/ 2350 h 2800"/>
                <a:gd name="T82" fmla="*/ 538 w 2029"/>
                <a:gd name="T83" fmla="*/ 2221 h 2800"/>
                <a:gd name="T84" fmla="*/ 376 w 2029"/>
                <a:gd name="T85" fmla="*/ 2025 h 2800"/>
                <a:gd name="T86" fmla="*/ 340 w 2029"/>
                <a:gd name="T87" fmla="*/ 1839 h 2800"/>
                <a:gd name="T88" fmla="*/ 248 w 2029"/>
                <a:gd name="T89" fmla="*/ 1682 h 2800"/>
                <a:gd name="T90" fmla="*/ 138 w 2029"/>
                <a:gd name="T91" fmla="*/ 1508 h 2800"/>
                <a:gd name="T92" fmla="*/ 41 w 2029"/>
                <a:gd name="T93" fmla="*/ 1278 h 2800"/>
                <a:gd name="T94" fmla="*/ 0 w 2029"/>
                <a:gd name="T95" fmla="*/ 973 h 2800"/>
                <a:gd name="T96" fmla="*/ 80 w 2029"/>
                <a:gd name="T97" fmla="*/ 595 h 2800"/>
                <a:gd name="T98" fmla="*/ 298 w 2029"/>
                <a:gd name="T99" fmla="*/ 286 h 2800"/>
                <a:gd name="T100" fmla="*/ 621 w 2029"/>
                <a:gd name="T101" fmla="*/ 77 h 2800"/>
                <a:gd name="T102" fmla="*/ 1014 w 2029"/>
                <a:gd name="T103" fmla="*/ 0 h 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9" h="2800">
                  <a:moveTo>
                    <a:pt x="1014" y="255"/>
                  </a:moveTo>
                  <a:lnTo>
                    <a:pt x="945" y="258"/>
                  </a:lnTo>
                  <a:lnTo>
                    <a:pt x="878" y="266"/>
                  </a:lnTo>
                  <a:lnTo>
                    <a:pt x="813" y="281"/>
                  </a:lnTo>
                  <a:lnTo>
                    <a:pt x="750" y="299"/>
                  </a:lnTo>
                  <a:lnTo>
                    <a:pt x="690" y="324"/>
                  </a:lnTo>
                  <a:lnTo>
                    <a:pt x="632" y="354"/>
                  </a:lnTo>
                  <a:lnTo>
                    <a:pt x="578" y="387"/>
                  </a:lnTo>
                  <a:lnTo>
                    <a:pt x="527" y="424"/>
                  </a:lnTo>
                  <a:lnTo>
                    <a:pt x="479" y="466"/>
                  </a:lnTo>
                  <a:lnTo>
                    <a:pt x="435" y="511"/>
                  </a:lnTo>
                  <a:lnTo>
                    <a:pt x="396" y="559"/>
                  </a:lnTo>
                  <a:lnTo>
                    <a:pt x="361" y="611"/>
                  </a:lnTo>
                  <a:lnTo>
                    <a:pt x="330" y="666"/>
                  </a:lnTo>
                  <a:lnTo>
                    <a:pt x="304" y="723"/>
                  </a:lnTo>
                  <a:lnTo>
                    <a:pt x="284" y="783"/>
                  </a:lnTo>
                  <a:lnTo>
                    <a:pt x="270" y="844"/>
                  </a:lnTo>
                  <a:lnTo>
                    <a:pt x="260" y="908"/>
                  </a:lnTo>
                  <a:lnTo>
                    <a:pt x="257" y="973"/>
                  </a:lnTo>
                  <a:lnTo>
                    <a:pt x="259" y="1034"/>
                  </a:lnTo>
                  <a:lnTo>
                    <a:pt x="264" y="1090"/>
                  </a:lnTo>
                  <a:lnTo>
                    <a:pt x="273" y="1143"/>
                  </a:lnTo>
                  <a:lnTo>
                    <a:pt x="284" y="1193"/>
                  </a:lnTo>
                  <a:lnTo>
                    <a:pt x="298" y="1240"/>
                  </a:lnTo>
                  <a:lnTo>
                    <a:pt x="314" y="1283"/>
                  </a:lnTo>
                  <a:lnTo>
                    <a:pt x="331" y="1325"/>
                  </a:lnTo>
                  <a:lnTo>
                    <a:pt x="351" y="1364"/>
                  </a:lnTo>
                  <a:lnTo>
                    <a:pt x="371" y="1402"/>
                  </a:lnTo>
                  <a:lnTo>
                    <a:pt x="393" y="1437"/>
                  </a:lnTo>
                  <a:lnTo>
                    <a:pt x="414" y="1472"/>
                  </a:lnTo>
                  <a:lnTo>
                    <a:pt x="437" y="1505"/>
                  </a:lnTo>
                  <a:lnTo>
                    <a:pt x="458" y="1537"/>
                  </a:lnTo>
                  <a:lnTo>
                    <a:pt x="483" y="1573"/>
                  </a:lnTo>
                  <a:lnTo>
                    <a:pt x="507" y="1610"/>
                  </a:lnTo>
                  <a:lnTo>
                    <a:pt x="530" y="1646"/>
                  </a:lnTo>
                  <a:lnTo>
                    <a:pt x="551" y="1683"/>
                  </a:lnTo>
                  <a:lnTo>
                    <a:pt x="569" y="1721"/>
                  </a:lnTo>
                  <a:lnTo>
                    <a:pt x="584" y="1760"/>
                  </a:lnTo>
                  <a:lnTo>
                    <a:pt x="595" y="1800"/>
                  </a:lnTo>
                  <a:lnTo>
                    <a:pt x="603" y="1843"/>
                  </a:lnTo>
                  <a:lnTo>
                    <a:pt x="605" y="1888"/>
                  </a:lnTo>
                  <a:lnTo>
                    <a:pt x="608" y="1912"/>
                  </a:lnTo>
                  <a:lnTo>
                    <a:pt x="617" y="1936"/>
                  </a:lnTo>
                  <a:lnTo>
                    <a:pt x="630" y="1958"/>
                  </a:lnTo>
                  <a:lnTo>
                    <a:pt x="647" y="1978"/>
                  </a:lnTo>
                  <a:lnTo>
                    <a:pt x="665" y="1996"/>
                  </a:lnTo>
                  <a:lnTo>
                    <a:pt x="683" y="2011"/>
                  </a:lnTo>
                  <a:lnTo>
                    <a:pt x="701" y="2025"/>
                  </a:lnTo>
                  <a:lnTo>
                    <a:pt x="1328" y="2025"/>
                  </a:lnTo>
                  <a:lnTo>
                    <a:pt x="1346" y="2011"/>
                  </a:lnTo>
                  <a:lnTo>
                    <a:pt x="1364" y="1996"/>
                  </a:lnTo>
                  <a:lnTo>
                    <a:pt x="1383" y="1978"/>
                  </a:lnTo>
                  <a:lnTo>
                    <a:pt x="1399" y="1958"/>
                  </a:lnTo>
                  <a:lnTo>
                    <a:pt x="1412" y="1936"/>
                  </a:lnTo>
                  <a:lnTo>
                    <a:pt x="1421" y="1912"/>
                  </a:lnTo>
                  <a:lnTo>
                    <a:pt x="1424" y="1888"/>
                  </a:lnTo>
                  <a:lnTo>
                    <a:pt x="1426" y="1843"/>
                  </a:lnTo>
                  <a:lnTo>
                    <a:pt x="1434" y="1800"/>
                  </a:lnTo>
                  <a:lnTo>
                    <a:pt x="1445" y="1760"/>
                  </a:lnTo>
                  <a:lnTo>
                    <a:pt x="1460" y="1721"/>
                  </a:lnTo>
                  <a:lnTo>
                    <a:pt x="1478" y="1684"/>
                  </a:lnTo>
                  <a:lnTo>
                    <a:pt x="1498" y="1646"/>
                  </a:lnTo>
                  <a:lnTo>
                    <a:pt x="1520" y="1610"/>
                  </a:lnTo>
                  <a:lnTo>
                    <a:pt x="1545" y="1574"/>
                  </a:lnTo>
                  <a:lnTo>
                    <a:pt x="1570" y="1538"/>
                  </a:lnTo>
                  <a:lnTo>
                    <a:pt x="1592" y="1506"/>
                  </a:lnTo>
                  <a:lnTo>
                    <a:pt x="1614" y="1473"/>
                  </a:lnTo>
                  <a:lnTo>
                    <a:pt x="1636" y="1438"/>
                  </a:lnTo>
                  <a:lnTo>
                    <a:pt x="1658" y="1402"/>
                  </a:lnTo>
                  <a:lnTo>
                    <a:pt x="1678" y="1364"/>
                  </a:lnTo>
                  <a:lnTo>
                    <a:pt x="1698" y="1325"/>
                  </a:lnTo>
                  <a:lnTo>
                    <a:pt x="1715" y="1283"/>
                  </a:lnTo>
                  <a:lnTo>
                    <a:pt x="1731" y="1240"/>
                  </a:lnTo>
                  <a:lnTo>
                    <a:pt x="1745" y="1193"/>
                  </a:lnTo>
                  <a:lnTo>
                    <a:pt x="1756" y="1143"/>
                  </a:lnTo>
                  <a:lnTo>
                    <a:pt x="1765" y="1090"/>
                  </a:lnTo>
                  <a:lnTo>
                    <a:pt x="1770" y="1034"/>
                  </a:lnTo>
                  <a:lnTo>
                    <a:pt x="1772" y="973"/>
                  </a:lnTo>
                  <a:lnTo>
                    <a:pt x="1769" y="908"/>
                  </a:lnTo>
                  <a:lnTo>
                    <a:pt x="1760" y="844"/>
                  </a:lnTo>
                  <a:lnTo>
                    <a:pt x="1745" y="782"/>
                  </a:lnTo>
                  <a:lnTo>
                    <a:pt x="1725" y="723"/>
                  </a:lnTo>
                  <a:lnTo>
                    <a:pt x="1700" y="666"/>
                  </a:lnTo>
                  <a:lnTo>
                    <a:pt x="1668" y="610"/>
                  </a:lnTo>
                  <a:lnTo>
                    <a:pt x="1634" y="559"/>
                  </a:lnTo>
                  <a:lnTo>
                    <a:pt x="1594" y="511"/>
                  </a:lnTo>
                  <a:lnTo>
                    <a:pt x="1550" y="466"/>
                  </a:lnTo>
                  <a:lnTo>
                    <a:pt x="1503" y="424"/>
                  </a:lnTo>
                  <a:lnTo>
                    <a:pt x="1451" y="386"/>
                  </a:lnTo>
                  <a:lnTo>
                    <a:pt x="1397" y="352"/>
                  </a:lnTo>
                  <a:lnTo>
                    <a:pt x="1339" y="324"/>
                  </a:lnTo>
                  <a:lnTo>
                    <a:pt x="1278" y="299"/>
                  </a:lnTo>
                  <a:lnTo>
                    <a:pt x="1216" y="281"/>
                  </a:lnTo>
                  <a:lnTo>
                    <a:pt x="1151" y="266"/>
                  </a:lnTo>
                  <a:lnTo>
                    <a:pt x="1084" y="258"/>
                  </a:lnTo>
                  <a:lnTo>
                    <a:pt x="1014" y="255"/>
                  </a:lnTo>
                  <a:close/>
                  <a:moveTo>
                    <a:pt x="1014" y="0"/>
                  </a:moveTo>
                  <a:lnTo>
                    <a:pt x="1097" y="3"/>
                  </a:lnTo>
                  <a:lnTo>
                    <a:pt x="1179" y="13"/>
                  </a:lnTo>
                  <a:lnTo>
                    <a:pt x="1258" y="29"/>
                  </a:lnTo>
                  <a:lnTo>
                    <a:pt x="1335" y="50"/>
                  </a:lnTo>
                  <a:lnTo>
                    <a:pt x="1408" y="77"/>
                  </a:lnTo>
                  <a:lnTo>
                    <a:pt x="1480" y="109"/>
                  </a:lnTo>
                  <a:lnTo>
                    <a:pt x="1548" y="147"/>
                  </a:lnTo>
                  <a:lnTo>
                    <a:pt x="1613" y="188"/>
                  </a:lnTo>
                  <a:lnTo>
                    <a:pt x="1673" y="235"/>
                  </a:lnTo>
                  <a:lnTo>
                    <a:pt x="1731" y="286"/>
                  </a:lnTo>
                  <a:lnTo>
                    <a:pt x="1783" y="340"/>
                  </a:lnTo>
                  <a:lnTo>
                    <a:pt x="1833" y="399"/>
                  </a:lnTo>
                  <a:lnTo>
                    <a:pt x="1877" y="461"/>
                  </a:lnTo>
                  <a:lnTo>
                    <a:pt x="1915" y="526"/>
                  </a:lnTo>
                  <a:lnTo>
                    <a:pt x="1949" y="595"/>
                  </a:lnTo>
                  <a:lnTo>
                    <a:pt x="1976" y="667"/>
                  </a:lnTo>
                  <a:lnTo>
                    <a:pt x="1999" y="739"/>
                  </a:lnTo>
                  <a:lnTo>
                    <a:pt x="2015" y="815"/>
                  </a:lnTo>
                  <a:lnTo>
                    <a:pt x="2025" y="893"/>
                  </a:lnTo>
                  <a:lnTo>
                    <a:pt x="2029" y="973"/>
                  </a:lnTo>
                  <a:lnTo>
                    <a:pt x="2026" y="1041"/>
                  </a:lnTo>
                  <a:lnTo>
                    <a:pt x="2021" y="1105"/>
                  </a:lnTo>
                  <a:lnTo>
                    <a:pt x="2013" y="1166"/>
                  </a:lnTo>
                  <a:lnTo>
                    <a:pt x="2001" y="1224"/>
                  </a:lnTo>
                  <a:lnTo>
                    <a:pt x="1988" y="1278"/>
                  </a:lnTo>
                  <a:lnTo>
                    <a:pt x="1972" y="1329"/>
                  </a:lnTo>
                  <a:lnTo>
                    <a:pt x="1953" y="1378"/>
                  </a:lnTo>
                  <a:lnTo>
                    <a:pt x="1934" y="1424"/>
                  </a:lnTo>
                  <a:lnTo>
                    <a:pt x="1913" y="1466"/>
                  </a:lnTo>
                  <a:lnTo>
                    <a:pt x="1892" y="1507"/>
                  </a:lnTo>
                  <a:lnTo>
                    <a:pt x="1869" y="1546"/>
                  </a:lnTo>
                  <a:lnTo>
                    <a:pt x="1847" y="1583"/>
                  </a:lnTo>
                  <a:lnTo>
                    <a:pt x="1825" y="1617"/>
                  </a:lnTo>
                  <a:lnTo>
                    <a:pt x="1803" y="1649"/>
                  </a:lnTo>
                  <a:lnTo>
                    <a:pt x="1781" y="1681"/>
                  </a:lnTo>
                  <a:lnTo>
                    <a:pt x="1756" y="1719"/>
                  </a:lnTo>
                  <a:lnTo>
                    <a:pt x="1733" y="1753"/>
                  </a:lnTo>
                  <a:lnTo>
                    <a:pt x="1714" y="1785"/>
                  </a:lnTo>
                  <a:lnTo>
                    <a:pt x="1700" y="1813"/>
                  </a:lnTo>
                  <a:lnTo>
                    <a:pt x="1689" y="1839"/>
                  </a:lnTo>
                  <a:lnTo>
                    <a:pt x="1682" y="1864"/>
                  </a:lnTo>
                  <a:lnTo>
                    <a:pt x="1680" y="1888"/>
                  </a:lnTo>
                  <a:lnTo>
                    <a:pt x="1677" y="1934"/>
                  </a:lnTo>
                  <a:lnTo>
                    <a:pt x="1667" y="1980"/>
                  </a:lnTo>
                  <a:lnTo>
                    <a:pt x="1652" y="2025"/>
                  </a:lnTo>
                  <a:lnTo>
                    <a:pt x="1630" y="2068"/>
                  </a:lnTo>
                  <a:lnTo>
                    <a:pt x="1604" y="2110"/>
                  </a:lnTo>
                  <a:lnTo>
                    <a:pt x="1572" y="2150"/>
                  </a:lnTo>
                  <a:lnTo>
                    <a:pt x="1534" y="2187"/>
                  </a:lnTo>
                  <a:lnTo>
                    <a:pt x="1491" y="2221"/>
                  </a:lnTo>
                  <a:lnTo>
                    <a:pt x="1490" y="2242"/>
                  </a:lnTo>
                  <a:lnTo>
                    <a:pt x="1489" y="2267"/>
                  </a:lnTo>
                  <a:lnTo>
                    <a:pt x="1487" y="2294"/>
                  </a:lnTo>
                  <a:lnTo>
                    <a:pt x="1486" y="2322"/>
                  </a:lnTo>
                  <a:lnTo>
                    <a:pt x="1484" y="2350"/>
                  </a:lnTo>
                  <a:lnTo>
                    <a:pt x="1483" y="2378"/>
                  </a:lnTo>
                  <a:lnTo>
                    <a:pt x="1481" y="2405"/>
                  </a:lnTo>
                  <a:lnTo>
                    <a:pt x="1480" y="2429"/>
                  </a:lnTo>
                  <a:lnTo>
                    <a:pt x="1479" y="2449"/>
                  </a:lnTo>
                  <a:lnTo>
                    <a:pt x="1478" y="2466"/>
                  </a:lnTo>
                  <a:lnTo>
                    <a:pt x="1478" y="2476"/>
                  </a:lnTo>
                  <a:lnTo>
                    <a:pt x="1476" y="2479"/>
                  </a:lnTo>
                  <a:lnTo>
                    <a:pt x="1476" y="2492"/>
                  </a:lnTo>
                  <a:lnTo>
                    <a:pt x="1474" y="2506"/>
                  </a:lnTo>
                  <a:lnTo>
                    <a:pt x="1470" y="2522"/>
                  </a:lnTo>
                  <a:lnTo>
                    <a:pt x="1465" y="2539"/>
                  </a:lnTo>
                  <a:lnTo>
                    <a:pt x="1457" y="2557"/>
                  </a:lnTo>
                  <a:lnTo>
                    <a:pt x="1446" y="2575"/>
                  </a:lnTo>
                  <a:lnTo>
                    <a:pt x="1432" y="2594"/>
                  </a:lnTo>
                  <a:lnTo>
                    <a:pt x="1416" y="2613"/>
                  </a:lnTo>
                  <a:lnTo>
                    <a:pt x="1395" y="2631"/>
                  </a:lnTo>
                  <a:lnTo>
                    <a:pt x="1370" y="2650"/>
                  </a:lnTo>
                  <a:lnTo>
                    <a:pt x="1340" y="2666"/>
                  </a:lnTo>
                  <a:lnTo>
                    <a:pt x="1307" y="2683"/>
                  </a:lnTo>
                  <a:lnTo>
                    <a:pt x="1267" y="2698"/>
                  </a:lnTo>
                  <a:lnTo>
                    <a:pt x="1244" y="2727"/>
                  </a:lnTo>
                  <a:lnTo>
                    <a:pt x="1216" y="2754"/>
                  </a:lnTo>
                  <a:lnTo>
                    <a:pt x="1184" y="2779"/>
                  </a:lnTo>
                  <a:lnTo>
                    <a:pt x="1162" y="2790"/>
                  </a:lnTo>
                  <a:lnTo>
                    <a:pt x="1138" y="2798"/>
                  </a:lnTo>
                  <a:lnTo>
                    <a:pt x="1113" y="2800"/>
                  </a:lnTo>
                  <a:lnTo>
                    <a:pt x="916" y="2800"/>
                  </a:lnTo>
                  <a:lnTo>
                    <a:pt x="891" y="2798"/>
                  </a:lnTo>
                  <a:lnTo>
                    <a:pt x="867" y="2790"/>
                  </a:lnTo>
                  <a:lnTo>
                    <a:pt x="845" y="2779"/>
                  </a:lnTo>
                  <a:lnTo>
                    <a:pt x="813" y="2754"/>
                  </a:lnTo>
                  <a:lnTo>
                    <a:pt x="785" y="2727"/>
                  </a:lnTo>
                  <a:lnTo>
                    <a:pt x="762" y="2698"/>
                  </a:lnTo>
                  <a:lnTo>
                    <a:pt x="720" y="2681"/>
                  </a:lnTo>
                  <a:lnTo>
                    <a:pt x="684" y="2664"/>
                  </a:lnTo>
                  <a:lnTo>
                    <a:pt x="653" y="2646"/>
                  </a:lnTo>
                  <a:lnTo>
                    <a:pt x="628" y="2626"/>
                  </a:lnTo>
                  <a:lnTo>
                    <a:pt x="607" y="2606"/>
                  </a:lnTo>
                  <a:lnTo>
                    <a:pt x="590" y="2585"/>
                  </a:lnTo>
                  <a:lnTo>
                    <a:pt x="578" y="2566"/>
                  </a:lnTo>
                  <a:lnTo>
                    <a:pt x="567" y="2546"/>
                  </a:lnTo>
                  <a:lnTo>
                    <a:pt x="561" y="2527"/>
                  </a:lnTo>
                  <a:lnTo>
                    <a:pt x="556" y="2509"/>
                  </a:lnTo>
                  <a:lnTo>
                    <a:pt x="554" y="2494"/>
                  </a:lnTo>
                  <a:lnTo>
                    <a:pt x="552" y="2479"/>
                  </a:lnTo>
                  <a:lnTo>
                    <a:pt x="552" y="2479"/>
                  </a:lnTo>
                  <a:lnTo>
                    <a:pt x="552" y="2476"/>
                  </a:lnTo>
                  <a:lnTo>
                    <a:pt x="551" y="2466"/>
                  </a:lnTo>
                  <a:lnTo>
                    <a:pt x="550" y="2449"/>
                  </a:lnTo>
                  <a:lnTo>
                    <a:pt x="549" y="2429"/>
                  </a:lnTo>
                  <a:lnTo>
                    <a:pt x="548" y="2405"/>
                  </a:lnTo>
                  <a:lnTo>
                    <a:pt x="546" y="2378"/>
                  </a:lnTo>
                  <a:lnTo>
                    <a:pt x="545" y="2350"/>
                  </a:lnTo>
                  <a:lnTo>
                    <a:pt x="543" y="2322"/>
                  </a:lnTo>
                  <a:lnTo>
                    <a:pt x="542" y="2294"/>
                  </a:lnTo>
                  <a:lnTo>
                    <a:pt x="540" y="2267"/>
                  </a:lnTo>
                  <a:lnTo>
                    <a:pt x="539" y="2242"/>
                  </a:lnTo>
                  <a:lnTo>
                    <a:pt x="538" y="2221"/>
                  </a:lnTo>
                  <a:lnTo>
                    <a:pt x="495" y="2187"/>
                  </a:lnTo>
                  <a:lnTo>
                    <a:pt x="457" y="2150"/>
                  </a:lnTo>
                  <a:lnTo>
                    <a:pt x="425" y="2110"/>
                  </a:lnTo>
                  <a:lnTo>
                    <a:pt x="398" y="2068"/>
                  </a:lnTo>
                  <a:lnTo>
                    <a:pt x="376" y="2025"/>
                  </a:lnTo>
                  <a:lnTo>
                    <a:pt x="362" y="1980"/>
                  </a:lnTo>
                  <a:lnTo>
                    <a:pt x="352" y="1934"/>
                  </a:lnTo>
                  <a:lnTo>
                    <a:pt x="349" y="1888"/>
                  </a:lnTo>
                  <a:lnTo>
                    <a:pt x="347" y="1864"/>
                  </a:lnTo>
                  <a:lnTo>
                    <a:pt x="340" y="1839"/>
                  </a:lnTo>
                  <a:lnTo>
                    <a:pt x="329" y="1813"/>
                  </a:lnTo>
                  <a:lnTo>
                    <a:pt x="315" y="1785"/>
                  </a:lnTo>
                  <a:lnTo>
                    <a:pt x="296" y="1753"/>
                  </a:lnTo>
                  <a:lnTo>
                    <a:pt x="274" y="1719"/>
                  </a:lnTo>
                  <a:lnTo>
                    <a:pt x="248" y="1682"/>
                  </a:lnTo>
                  <a:lnTo>
                    <a:pt x="227" y="1650"/>
                  </a:lnTo>
                  <a:lnTo>
                    <a:pt x="205" y="1617"/>
                  </a:lnTo>
                  <a:lnTo>
                    <a:pt x="182" y="1583"/>
                  </a:lnTo>
                  <a:lnTo>
                    <a:pt x="160" y="1546"/>
                  </a:lnTo>
                  <a:lnTo>
                    <a:pt x="138" y="1508"/>
                  </a:lnTo>
                  <a:lnTo>
                    <a:pt x="116" y="1466"/>
                  </a:lnTo>
                  <a:lnTo>
                    <a:pt x="95" y="1424"/>
                  </a:lnTo>
                  <a:lnTo>
                    <a:pt x="76" y="1378"/>
                  </a:lnTo>
                  <a:lnTo>
                    <a:pt x="57" y="1329"/>
                  </a:lnTo>
                  <a:lnTo>
                    <a:pt x="41" y="1278"/>
                  </a:lnTo>
                  <a:lnTo>
                    <a:pt x="28" y="1224"/>
                  </a:lnTo>
                  <a:lnTo>
                    <a:pt x="16" y="1166"/>
                  </a:lnTo>
                  <a:lnTo>
                    <a:pt x="8" y="1105"/>
                  </a:lnTo>
                  <a:lnTo>
                    <a:pt x="2" y="1041"/>
                  </a:lnTo>
                  <a:lnTo>
                    <a:pt x="0" y="973"/>
                  </a:lnTo>
                  <a:lnTo>
                    <a:pt x="4" y="893"/>
                  </a:lnTo>
                  <a:lnTo>
                    <a:pt x="14" y="815"/>
                  </a:lnTo>
                  <a:lnTo>
                    <a:pt x="30" y="739"/>
                  </a:lnTo>
                  <a:lnTo>
                    <a:pt x="53" y="667"/>
                  </a:lnTo>
                  <a:lnTo>
                    <a:pt x="80" y="595"/>
                  </a:lnTo>
                  <a:lnTo>
                    <a:pt x="114" y="526"/>
                  </a:lnTo>
                  <a:lnTo>
                    <a:pt x="152" y="461"/>
                  </a:lnTo>
                  <a:lnTo>
                    <a:pt x="196" y="399"/>
                  </a:lnTo>
                  <a:lnTo>
                    <a:pt x="246" y="340"/>
                  </a:lnTo>
                  <a:lnTo>
                    <a:pt x="298" y="286"/>
                  </a:lnTo>
                  <a:lnTo>
                    <a:pt x="356" y="235"/>
                  </a:lnTo>
                  <a:lnTo>
                    <a:pt x="416" y="188"/>
                  </a:lnTo>
                  <a:lnTo>
                    <a:pt x="481" y="147"/>
                  </a:lnTo>
                  <a:lnTo>
                    <a:pt x="549" y="109"/>
                  </a:lnTo>
                  <a:lnTo>
                    <a:pt x="621" y="77"/>
                  </a:lnTo>
                  <a:lnTo>
                    <a:pt x="695" y="50"/>
                  </a:lnTo>
                  <a:lnTo>
                    <a:pt x="771" y="29"/>
                  </a:lnTo>
                  <a:lnTo>
                    <a:pt x="850" y="13"/>
                  </a:lnTo>
                  <a:lnTo>
                    <a:pt x="932" y="3"/>
                  </a:lnTo>
                  <a:lnTo>
                    <a:pt x="10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5" name="Freeform 18"/>
            <p:cNvSpPr>
              <a:spLocks/>
            </p:cNvSpPr>
            <p:nvPr/>
          </p:nvSpPr>
          <p:spPr bwMode="auto">
            <a:xfrm>
              <a:off x="4984751" y="2243138"/>
              <a:ext cx="19050" cy="46038"/>
            </a:xfrm>
            <a:custGeom>
              <a:avLst/>
              <a:gdLst>
                <a:gd name="T0" fmla="*/ 63 w 127"/>
                <a:gd name="T1" fmla="*/ 0 h 318"/>
                <a:gd name="T2" fmla="*/ 63 w 127"/>
                <a:gd name="T3" fmla="*/ 0 h 318"/>
                <a:gd name="T4" fmla="*/ 80 w 127"/>
                <a:gd name="T5" fmla="*/ 2 h 318"/>
                <a:gd name="T6" fmla="*/ 96 w 127"/>
                <a:gd name="T7" fmla="*/ 9 h 318"/>
                <a:gd name="T8" fmla="*/ 109 w 127"/>
                <a:gd name="T9" fmla="*/ 19 h 318"/>
                <a:gd name="T10" fmla="*/ 119 w 127"/>
                <a:gd name="T11" fmla="*/ 32 h 318"/>
                <a:gd name="T12" fmla="*/ 125 w 127"/>
                <a:gd name="T13" fmla="*/ 47 h 318"/>
                <a:gd name="T14" fmla="*/ 127 w 127"/>
                <a:gd name="T15" fmla="*/ 64 h 318"/>
                <a:gd name="T16" fmla="*/ 127 w 127"/>
                <a:gd name="T17" fmla="*/ 254 h 318"/>
                <a:gd name="T18" fmla="*/ 125 w 127"/>
                <a:gd name="T19" fmla="*/ 272 h 318"/>
                <a:gd name="T20" fmla="*/ 119 w 127"/>
                <a:gd name="T21" fmla="*/ 286 h 318"/>
                <a:gd name="T22" fmla="*/ 109 w 127"/>
                <a:gd name="T23" fmla="*/ 300 h 318"/>
                <a:gd name="T24" fmla="*/ 96 w 127"/>
                <a:gd name="T25" fmla="*/ 309 h 318"/>
                <a:gd name="T26" fmla="*/ 80 w 127"/>
                <a:gd name="T27" fmla="*/ 315 h 318"/>
                <a:gd name="T28" fmla="*/ 63 w 127"/>
                <a:gd name="T29" fmla="*/ 318 h 318"/>
                <a:gd name="T30" fmla="*/ 47 w 127"/>
                <a:gd name="T31" fmla="*/ 315 h 318"/>
                <a:gd name="T32" fmla="*/ 31 w 127"/>
                <a:gd name="T33" fmla="*/ 309 h 318"/>
                <a:gd name="T34" fmla="*/ 18 w 127"/>
                <a:gd name="T35" fmla="*/ 300 h 318"/>
                <a:gd name="T36" fmla="*/ 8 w 127"/>
                <a:gd name="T37" fmla="*/ 286 h 318"/>
                <a:gd name="T38" fmla="*/ 2 w 127"/>
                <a:gd name="T39" fmla="*/ 272 h 318"/>
                <a:gd name="T40" fmla="*/ 0 w 127"/>
                <a:gd name="T41" fmla="*/ 254 h 318"/>
                <a:gd name="T42" fmla="*/ 0 w 127"/>
                <a:gd name="T43" fmla="*/ 64 h 318"/>
                <a:gd name="T44" fmla="*/ 2 w 127"/>
                <a:gd name="T45" fmla="*/ 47 h 318"/>
                <a:gd name="T46" fmla="*/ 8 w 127"/>
                <a:gd name="T47" fmla="*/ 32 h 318"/>
                <a:gd name="T48" fmla="*/ 18 w 127"/>
                <a:gd name="T49" fmla="*/ 19 h 318"/>
                <a:gd name="T50" fmla="*/ 31 w 127"/>
                <a:gd name="T51" fmla="*/ 9 h 318"/>
                <a:gd name="T52" fmla="*/ 47 w 127"/>
                <a:gd name="T53" fmla="*/ 2 h 318"/>
                <a:gd name="T54" fmla="*/ 63 w 127"/>
                <a:gd name="T5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7" h="318">
                  <a:moveTo>
                    <a:pt x="63" y="0"/>
                  </a:moveTo>
                  <a:lnTo>
                    <a:pt x="63" y="0"/>
                  </a:lnTo>
                  <a:lnTo>
                    <a:pt x="80" y="2"/>
                  </a:lnTo>
                  <a:lnTo>
                    <a:pt x="96" y="9"/>
                  </a:lnTo>
                  <a:lnTo>
                    <a:pt x="109" y="19"/>
                  </a:lnTo>
                  <a:lnTo>
                    <a:pt x="119" y="32"/>
                  </a:lnTo>
                  <a:lnTo>
                    <a:pt x="125" y="47"/>
                  </a:lnTo>
                  <a:lnTo>
                    <a:pt x="127" y="64"/>
                  </a:lnTo>
                  <a:lnTo>
                    <a:pt x="127" y="254"/>
                  </a:lnTo>
                  <a:lnTo>
                    <a:pt x="125" y="272"/>
                  </a:lnTo>
                  <a:lnTo>
                    <a:pt x="119" y="286"/>
                  </a:lnTo>
                  <a:lnTo>
                    <a:pt x="109" y="300"/>
                  </a:lnTo>
                  <a:lnTo>
                    <a:pt x="96" y="309"/>
                  </a:lnTo>
                  <a:lnTo>
                    <a:pt x="80" y="315"/>
                  </a:lnTo>
                  <a:lnTo>
                    <a:pt x="63" y="318"/>
                  </a:lnTo>
                  <a:lnTo>
                    <a:pt x="47" y="315"/>
                  </a:lnTo>
                  <a:lnTo>
                    <a:pt x="31" y="309"/>
                  </a:lnTo>
                  <a:lnTo>
                    <a:pt x="18" y="300"/>
                  </a:lnTo>
                  <a:lnTo>
                    <a:pt x="8" y="286"/>
                  </a:lnTo>
                  <a:lnTo>
                    <a:pt x="2" y="272"/>
                  </a:lnTo>
                  <a:lnTo>
                    <a:pt x="0" y="254"/>
                  </a:lnTo>
                  <a:lnTo>
                    <a:pt x="0" y="64"/>
                  </a:lnTo>
                  <a:lnTo>
                    <a:pt x="2" y="47"/>
                  </a:lnTo>
                  <a:lnTo>
                    <a:pt x="8" y="32"/>
                  </a:lnTo>
                  <a:lnTo>
                    <a:pt x="18" y="19"/>
                  </a:lnTo>
                  <a:lnTo>
                    <a:pt x="31" y="9"/>
                  </a:lnTo>
                  <a:lnTo>
                    <a:pt x="47" y="2"/>
                  </a:lnTo>
                  <a:lnTo>
                    <a:pt x="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6" name="Freeform 19"/>
            <p:cNvSpPr>
              <a:spLocks/>
            </p:cNvSpPr>
            <p:nvPr/>
          </p:nvSpPr>
          <p:spPr bwMode="auto">
            <a:xfrm>
              <a:off x="4881563" y="2271713"/>
              <a:ext cx="31750" cy="41275"/>
            </a:xfrm>
            <a:custGeom>
              <a:avLst/>
              <a:gdLst>
                <a:gd name="T0" fmla="*/ 64 w 224"/>
                <a:gd name="T1" fmla="*/ 0 h 293"/>
                <a:gd name="T2" fmla="*/ 80 w 224"/>
                <a:gd name="T3" fmla="*/ 2 h 293"/>
                <a:gd name="T4" fmla="*/ 95 w 224"/>
                <a:gd name="T5" fmla="*/ 8 h 293"/>
                <a:gd name="T6" fmla="*/ 109 w 224"/>
                <a:gd name="T7" fmla="*/ 18 h 293"/>
                <a:gd name="T8" fmla="*/ 119 w 224"/>
                <a:gd name="T9" fmla="*/ 32 h 293"/>
                <a:gd name="T10" fmla="*/ 216 w 224"/>
                <a:gd name="T11" fmla="*/ 197 h 293"/>
                <a:gd name="T12" fmla="*/ 222 w 224"/>
                <a:gd name="T13" fmla="*/ 213 h 293"/>
                <a:gd name="T14" fmla="*/ 224 w 224"/>
                <a:gd name="T15" fmla="*/ 230 h 293"/>
                <a:gd name="T16" fmla="*/ 222 w 224"/>
                <a:gd name="T17" fmla="*/ 245 h 293"/>
                <a:gd name="T18" fmla="*/ 216 w 224"/>
                <a:gd name="T19" fmla="*/ 261 h 293"/>
                <a:gd name="T20" fmla="*/ 206 w 224"/>
                <a:gd name="T21" fmla="*/ 274 h 293"/>
                <a:gd name="T22" fmla="*/ 193 w 224"/>
                <a:gd name="T23" fmla="*/ 285 h 293"/>
                <a:gd name="T24" fmla="*/ 177 w 224"/>
                <a:gd name="T25" fmla="*/ 291 h 293"/>
                <a:gd name="T26" fmla="*/ 160 w 224"/>
                <a:gd name="T27" fmla="*/ 293 h 293"/>
                <a:gd name="T28" fmla="*/ 143 w 224"/>
                <a:gd name="T29" fmla="*/ 291 h 293"/>
                <a:gd name="T30" fmla="*/ 129 w 224"/>
                <a:gd name="T31" fmla="*/ 285 h 293"/>
                <a:gd name="T32" fmla="*/ 115 w 224"/>
                <a:gd name="T33" fmla="*/ 274 h 293"/>
                <a:gd name="T34" fmla="*/ 105 w 224"/>
                <a:gd name="T35" fmla="*/ 261 h 293"/>
                <a:gd name="T36" fmla="*/ 8 w 224"/>
                <a:gd name="T37" fmla="*/ 95 h 293"/>
                <a:gd name="T38" fmla="*/ 2 w 224"/>
                <a:gd name="T39" fmla="*/ 80 h 293"/>
                <a:gd name="T40" fmla="*/ 0 w 224"/>
                <a:gd name="T41" fmla="*/ 63 h 293"/>
                <a:gd name="T42" fmla="*/ 2 w 224"/>
                <a:gd name="T43" fmla="*/ 48 h 293"/>
                <a:gd name="T44" fmla="*/ 8 w 224"/>
                <a:gd name="T45" fmla="*/ 32 h 293"/>
                <a:gd name="T46" fmla="*/ 19 w 224"/>
                <a:gd name="T47" fmla="*/ 19 h 293"/>
                <a:gd name="T48" fmla="*/ 31 w 224"/>
                <a:gd name="T49" fmla="*/ 9 h 293"/>
                <a:gd name="T50" fmla="*/ 48 w 224"/>
                <a:gd name="T51" fmla="*/ 2 h 293"/>
                <a:gd name="T52" fmla="*/ 64 w 224"/>
                <a:gd name="T5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3">
                  <a:moveTo>
                    <a:pt x="64" y="0"/>
                  </a:moveTo>
                  <a:lnTo>
                    <a:pt x="80" y="2"/>
                  </a:lnTo>
                  <a:lnTo>
                    <a:pt x="95" y="8"/>
                  </a:lnTo>
                  <a:lnTo>
                    <a:pt x="109" y="18"/>
                  </a:lnTo>
                  <a:lnTo>
                    <a:pt x="119" y="32"/>
                  </a:lnTo>
                  <a:lnTo>
                    <a:pt x="216" y="197"/>
                  </a:lnTo>
                  <a:lnTo>
                    <a:pt x="222" y="213"/>
                  </a:lnTo>
                  <a:lnTo>
                    <a:pt x="224" y="230"/>
                  </a:lnTo>
                  <a:lnTo>
                    <a:pt x="222" y="245"/>
                  </a:lnTo>
                  <a:lnTo>
                    <a:pt x="216" y="261"/>
                  </a:lnTo>
                  <a:lnTo>
                    <a:pt x="206" y="274"/>
                  </a:lnTo>
                  <a:lnTo>
                    <a:pt x="193" y="285"/>
                  </a:lnTo>
                  <a:lnTo>
                    <a:pt x="177" y="291"/>
                  </a:lnTo>
                  <a:lnTo>
                    <a:pt x="160" y="293"/>
                  </a:lnTo>
                  <a:lnTo>
                    <a:pt x="143" y="291"/>
                  </a:lnTo>
                  <a:lnTo>
                    <a:pt x="129" y="285"/>
                  </a:lnTo>
                  <a:lnTo>
                    <a:pt x="115" y="274"/>
                  </a:lnTo>
                  <a:lnTo>
                    <a:pt x="105" y="261"/>
                  </a:lnTo>
                  <a:lnTo>
                    <a:pt x="8" y="95"/>
                  </a:lnTo>
                  <a:lnTo>
                    <a:pt x="2" y="80"/>
                  </a:lnTo>
                  <a:lnTo>
                    <a:pt x="0" y="63"/>
                  </a:lnTo>
                  <a:lnTo>
                    <a:pt x="2" y="48"/>
                  </a:lnTo>
                  <a:lnTo>
                    <a:pt x="8" y="32"/>
                  </a:lnTo>
                  <a:lnTo>
                    <a:pt x="19" y="19"/>
                  </a:lnTo>
                  <a:lnTo>
                    <a:pt x="31" y="9"/>
                  </a:lnTo>
                  <a:lnTo>
                    <a:pt x="48"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7" name="Freeform 20"/>
            <p:cNvSpPr>
              <a:spLocks/>
            </p:cNvSpPr>
            <p:nvPr/>
          </p:nvSpPr>
          <p:spPr bwMode="auto">
            <a:xfrm>
              <a:off x="4805363" y="2346325"/>
              <a:ext cx="41275" cy="33338"/>
            </a:xfrm>
            <a:custGeom>
              <a:avLst/>
              <a:gdLst>
                <a:gd name="T0" fmla="*/ 64 w 294"/>
                <a:gd name="T1" fmla="*/ 0 h 222"/>
                <a:gd name="T2" fmla="*/ 79 w 294"/>
                <a:gd name="T3" fmla="*/ 2 h 222"/>
                <a:gd name="T4" fmla="*/ 96 w 294"/>
                <a:gd name="T5" fmla="*/ 8 h 222"/>
                <a:gd name="T6" fmla="*/ 263 w 294"/>
                <a:gd name="T7" fmla="*/ 103 h 222"/>
                <a:gd name="T8" fmla="*/ 276 w 294"/>
                <a:gd name="T9" fmla="*/ 114 h 222"/>
                <a:gd name="T10" fmla="*/ 286 w 294"/>
                <a:gd name="T11" fmla="*/ 127 h 222"/>
                <a:gd name="T12" fmla="*/ 292 w 294"/>
                <a:gd name="T13" fmla="*/ 142 h 222"/>
                <a:gd name="T14" fmla="*/ 294 w 294"/>
                <a:gd name="T15" fmla="*/ 158 h 222"/>
                <a:gd name="T16" fmla="*/ 292 w 294"/>
                <a:gd name="T17" fmla="*/ 175 h 222"/>
                <a:gd name="T18" fmla="*/ 286 w 294"/>
                <a:gd name="T19" fmla="*/ 190 h 222"/>
                <a:gd name="T20" fmla="*/ 275 w 294"/>
                <a:gd name="T21" fmla="*/ 204 h 222"/>
                <a:gd name="T22" fmla="*/ 262 w 294"/>
                <a:gd name="T23" fmla="*/ 214 h 222"/>
                <a:gd name="T24" fmla="*/ 246 w 294"/>
                <a:gd name="T25" fmla="*/ 220 h 222"/>
                <a:gd name="T26" fmla="*/ 230 w 294"/>
                <a:gd name="T27" fmla="*/ 222 h 222"/>
                <a:gd name="T28" fmla="*/ 213 w 294"/>
                <a:gd name="T29" fmla="*/ 220 h 222"/>
                <a:gd name="T30" fmla="*/ 198 w 294"/>
                <a:gd name="T31" fmla="*/ 213 h 222"/>
                <a:gd name="T32" fmla="*/ 31 w 294"/>
                <a:gd name="T33" fmla="*/ 118 h 222"/>
                <a:gd name="T34" fmla="*/ 18 w 294"/>
                <a:gd name="T35" fmla="*/ 108 h 222"/>
                <a:gd name="T36" fmla="*/ 8 w 294"/>
                <a:gd name="T37" fmla="*/ 95 h 222"/>
                <a:gd name="T38" fmla="*/ 2 w 294"/>
                <a:gd name="T39" fmla="*/ 80 h 222"/>
                <a:gd name="T40" fmla="*/ 0 w 294"/>
                <a:gd name="T41" fmla="*/ 63 h 222"/>
                <a:gd name="T42" fmla="*/ 2 w 294"/>
                <a:gd name="T43" fmla="*/ 47 h 222"/>
                <a:gd name="T44" fmla="*/ 8 w 294"/>
                <a:gd name="T45" fmla="*/ 31 h 222"/>
                <a:gd name="T46" fmla="*/ 19 w 294"/>
                <a:gd name="T47" fmla="*/ 18 h 222"/>
                <a:gd name="T48" fmla="*/ 32 w 294"/>
                <a:gd name="T49" fmla="*/ 8 h 222"/>
                <a:gd name="T50" fmla="*/ 47 w 294"/>
                <a:gd name="T51" fmla="*/ 2 h 222"/>
                <a:gd name="T52" fmla="*/ 64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64" y="0"/>
                  </a:moveTo>
                  <a:lnTo>
                    <a:pt x="79" y="2"/>
                  </a:lnTo>
                  <a:lnTo>
                    <a:pt x="96" y="8"/>
                  </a:lnTo>
                  <a:lnTo>
                    <a:pt x="263" y="103"/>
                  </a:lnTo>
                  <a:lnTo>
                    <a:pt x="276" y="114"/>
                  </a:lnTo>
                  <a:lnTo>
                    <a:pt x="286" y="127"/>
                  </a:lnTo>
                  <a:lnTo>
                    <a:pt x="292" y="142"/>
                  </a:lnTo>
                  <a:lnTo>
                    <a:pt x="294" y="158"/>
                  </a:lnTo>
                  <a:lnTo>
                    <a:pt x="292" y="175"/>
                  </a:lnTo>
                  <a:lnTo>
                    <a:pt x="286" y="190"/>
                  </a:lnTo>
                  <a:lnTo>
                    <a:pt x="275" y="204"/>
                  </a:lnTo>
                  <a:lnTo>
                    <a:pt x="262" y="214"/>
                  </a:lnTo>
                  <a:lnTo>
                    <a:pt x="246" y="220"/>
                  </a:lnTo>
                  <a:lnTo>
                    <a:pt x="230" y="222"/>
                  </a:lnTo>
                  <a:lnTo>
                    <a:pt x="213" y="220"/>
                  </a:lnTo>
                  <a:lnTo>
                    <a:pt x="198" y="213"/>
                  </a:lnTo>
                  <a:lnTo>
                    <a:pt x="31" y="118"/>
                  </a:lnTo>
                  <a:lnTo>
                    <a:pt x="18" y="108"/>
                  </a:lnTo>
                  <a:lnTo>
                    <a:pt x="8" y="95"/>
                  </a:lnTo>
                  <a:lnTo>
                    <a:pt x="2" y="80"/>
                  </a:lnTo>
                  <a:lnTo>
                    <a:pt x="0" y="63"/>
                  </a:lnTo>
                  <a:lnTo>
                    <a:pt x="2" y="47"/>
                  </a:lnTo>
                  <a:lnTo>
                    <a:pt x="8" y="31"/>
                  </a:lnTo>
                  <a:lnTo>
                    <a:pt x="19" y="18"/>
                  </a:lnTo>
                  <a:lnTo>
                    <a:pt x="32" y="8"/>
                  </a:lnTo>
                  <a:lnTo>
                    <a:pt x="47"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8" name="Freeform 21"/>
            <p:cNvSpPr>
              <a:spLocks/>
            </p:cNvSpPr>
            <p:nvPr/>
          </p:nvSpPr>
          <p:spPr bwMode="auto">
            <a:xfrm>
              <a:off x="4776788" y="2449513"/>
              <a:ext cx="46038" cy="19050"/>
            </a:xfrm>
            <a:custGeom>
              <a:avLst/>
              <a:gdLst>
                <a:gd name="T0" fmla="*/ 64 w 321"/>
                <a:gd name="T1" fmla="*/ 0 h 128"/>
                <a:gd name="T2" fmla="*/ 257 w 321"/>
                <a:gd name="T3" fmla="*/ 0 h 128"/>
                <a:gd name="T4" fmla="*/ 273 w 321"/>
                <a:gd name="T5" fmla="*/ 4 h 128"/>
                <a:gd name="T6" fmla="*/ 289 w 321"/>
                <a:gd name="T7" fmla="*/ 10 h 128"/>
                <a:gd name="T8" fmla="*/ 302 w 321"/>
                <a:gd name="T9" fmla="*/ 19 h 128"/>
                <a:gd name="T10" fmla="*/ 312 w 321"/>
                <a:gd name="T11" fmla="*/ 33 h 128"/>
                <a:gd name="T12" fmla="*/ 318 w 321"/>
                <a:gd name="T13" fmla="*/ 47 h 128"/>
                <a:gd name="T14" fmla="*/ 321 w 321"/>
                <a:gd name="T15" fmla="*/ 65 h 128"/>
                <a:gd name="T16" fmla="*/ 318 w 321"/>
                <a:gd name="T17" fmla="*/ 82 h 128"/>
                <a:gd name="T18" fmla="*/ 312 w 321"/>
                <a:gd name="T19" fmla="*/ 96 h 128"/>
                <a:gd name="T20" fmla="*/ 302 w 321"/>
                <a:gd name="T21" fmla="*/ 110 h 128"/>
                <a:gd name="T22" fmla="*/ 289 w 321"/>
                <a:gd name="T23" fmla="*/ 119 h 128"/>
                <a:gd name="T24" fmla="*/ 273 w 321"/>
                <a:gd name="T25" fmla="*/ 126 h 128"/>
                <a:gd name="T26" fmla="*/ 257 w 321"/>
                <a:gd name="T27" fmla="*/ 128 h 128"/>
                <a:gd name="T28" fmla="*/ 64 w 321"/>
                <a:gd name="T29" fmla="*/ 128 h 128"/>
                <a:gd name="T30" fmla="*/ 47 w 321"/>
                <a:gd name="T31" fmla="*/ 126 h 128"/>
                <a:gd name="T32" fmla="*/ 32 w 321"/>
                <a:gd name="T33" fmla="*/ 119 h 128"/>
                <a:gd name="T34" fmla="*/ 19 w 321"/>
                <a:gd name="T35" fmla="*/ 110 h 128"/>
                <a:gd name="T36" fmla="*/ 9 w 321"/>
                <a:gd name="T37" fmla="*/ 96 h 128"/>
                <a:gd name="T38" fmla="*/ 2 w 321"/>
                <a:gd name="T39" fmla="*/ 82 h 128"/>
                <a:gd name="T40" fmla="*/ 0 w 321"/>
                <a:gd name="T41" fmla="*/ 65 h 128"/>
                <a:gd name="T42" fmla="*/ 2 w 321"/>
                <a:gd name="T43" fmla="*/ 47 h 128"/>
                <a:gd name="T44" fmla="*/ 9 w 321"/>
                <a:gd name="T45" fmla="*/ 33 h 128"/>
                <a:gd name="T46" fmla="*/ 19 w 321"/>
                <a:gd name="T47" fmla="*/ 19 h 128"/>
                <a:gd name="T48" fmla="*/ 32 w 321"/>
                <a:gd name="T49" fmla="*/ 10 h 128"/>
                <a:gd name="T50" fmla="*/ 47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3" y="4"/>
                  </a:lnTo>
                  <a:lnTo>
                    <a:pt x="289" y="10"/>
                  </a:lnTo>
                  <a:lnTo>
                    <a:pt x="302" y="19"/>
                  </a:lnTo>
                  <a:lnTo>
                    <a:pt x="312" y="33"/>
                  </a:lnTo>
                  <a:lnTo>
                    <a:pt x="318" y="47"/>
                  </a:lnTo>
                  <a:lnTo>
                    <a:pt x="321" y="65"/>
                  </a:lnTo>
                  <a:lnTo>
                    <a:pt x="318" y="82"/>
                  </a:lnTo>
                  <a:lnTo>
                    <a:pt x="312" y="96"/>
                  </a:lnTo>
                  <a:lnTo>
                    <a:pt x="302" y="110"/>
                  </a:lnTo>
                  <a:lnTo>
                    <a:pt x="289" y="119"/>
                  </a:lnTo>
                  <a:lnTo>
                    <a:pt x="273" y="126"/>
                  </a:lnTo>
                  <a:lnTo>
                    <a:pt x="257" y="128"/>
                  </a:lnTo>
                  <a:lnTo>
                    <a:pt x="64" y="128"/>
                  </a:lnTo>
                  <a:lnTo>
                    <a:pt x="47" y="126"/>
                  </a:lnTo>
                  <a:lnTo>
                    <a:pt x="32" y="119"/>
                  </a:lnTo>
                  <a:lnTo>
                    <a:pt x="19" y="110"/>
                  </a:lnTo>
                  <a:lnTo>
                    <a:pt x="9" y="96"/>
                  </a:lnTo>
                  <a:lnTo>
                    <a:pt x="2" y="82"/>
                  </a:lnTo>
                  <a:lnTo>
                    <a:pt x="0" y="65"/>
                  </a:lnTo>
                  <a:lnTo>
                    <a:pt x="2" y="47"/>
                  </a:lnTo>
                  <a:lnTo>
                    <a:pt x="9" y="33"/>
                  </a:lnTo>
                  <a:lnTo>
                    <a:pt x="19" y="19"/>
                  </a:lnTo>
                  <a:lnTo>
                    <a:pt x="32" y="10"/>
                  </a:lnTo>
                  <a:lnTo>
                    <a:pt x="47"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9" name="Freeform 22"/>
            <p:cNvSpPr>
              <a:spLocks/>
            </p:cNvSpPr>
            <p:nvPr/>
          </p:nvSpPr>
          <p:spPr bwMode="auto">
            <a:xfrm>
              <a:off x="4805363" y="2540000"/>
              <a:ext cx="41275" cy="31750"/>
            </a:xfrm>
            <a:custGeom>
              <a:avLst/>
              <a:gdLst>
                <a:gd name="T0" fmla="*/ 230 w 294"/>
                <a:gd name="T1" fmla="*/ 0 h 224"/>
                <a:gd name="T2" fmla="*/ 247 w 294"/>
                <a:gd name="T3" fmla="*/ 3 h 224"/>
                <a:gd name="T4" fmla="*/ 262 w 294"/>
                <a:gd name="T5" fmla="*/ 9 h 224"/>
                <a:gd name="T6" fmla="*/ 275 w 294"/>
                <a:gd name="T7" fmla="*/ 19 h 224"/>
                <a:gd name="T8" fmla="*/ 286 w 294"/>
                <a:gd name="T9" fmla="*/ 33 h 224"/>
                <a:gd name="T10" fmla="*/ 292 w 294"/>
                <a:gd name="T11" fmla="*/ 48 h 224"/>
                <a:gd name="T12" fmla="*/ 294 w 294"/>
                <a:gd name="T13" fmla="*/ 65 h 224"/>
                <a:gd name="T14" fmla="*/ 292 w 294"/>
                <a:gd name="T15" fmla="*/ 80 h 224"/>
                <a:gd name="T16" fmla="*/ 286 w 294"/>
                <a:gd name="T17" fmla="*/ 96 h 224"/>
                <a:gd name="T18" fmla="*/ 275 w 294"/>
                <a:gd name="T19" fmla="*/ 110 h 224"/>
                <a:gd name="T20" fmla="*/ 263 w 294"/>
                <a:gd name="T21" fmla="*/ 120 h 224"/>
                <a:gd name="T22" fmla="*/ 96 w 294"/>
                <a:gd name="T23" fmla="*/ 215 h 224"/>
                <a:gd name="T24" fmla="*/ 80 w 294"/>
                <a:gd name="T25" fmla="*/ 221 h 224"/>
                <a:gd name="T26" fmla="*/ 64 w 294"/>
                <a:gd name="T27" fmla="*/ 224 h 224"/>
                <a:gd name="T28" fmla="*/ 47 w 294"/>
                <a:gd name="T29" fmla="*/ 221 h 224"/>
                <a:gd name="T30" fmla="*/ 32 w 294"/>
                <a:gd name="T31" fmla="*/ 216 h 224"/>
                <a:gd name="T32" fmla="*/ 19 w 294"/>
                <a:gd name="T33" fmla="*/ 205 h 224"/>
                <a:gd name="T34" fmla="*/ 8 w 294"/>
                <a:gd name="T35" fmla="*/ 192 h 224"/>
                <a:gd name="T36" fmla="*/ 2 w 294"/>
                <a:gd name="T37" fmla="*/ 176 h 224"/>
                <a:gd name="T38" fmla="*/ 0 w 294"/>
                <a:gd name="T39" fmla="*/ 159 h 224"/>
                <a:gd name="T40" fmla="*/ 2 w 294"/>
                <a:gd name="T41" fmla="*/ 144 h 224"/>
                <a:gd name="T42" fmla="*/ 8 w 294"/>
                <a:gd name="T43" fmla="*/ 128 h 224"/>
                <a:gd name="T44" fmla="*/ 18 w 294"/>
                <a:gd name="T45" fmla="*/ 116 h 224"/>
                <a:gd name="T46" fmla="*/ 31 w 294"/>
                <a:gd name="T47" fmla="*/ 105 h 224"/>
                <a:gd name="T48" fmla="*/ 198 w 294"/>
                <a:gd name="T49" fmla="*/ 10 h 224"/>
                <a:gd name="T50" fmla="*/ 215 w 294"/>
                <a:gd name="T51" fmla="*/ 2 h 224"/>
                <a:gd name="T52" fmla="*/ 230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230" y="0"/>
                  </a:moveTo>
                  <a:lnTo>
                    <a:pt x="247" y="3"/>
                  </a:lnTo>
                  <a:lnTo>
                    <a:pt x="262" y="9"/>
                  </a:lnTo>
                  <a:lnTo>
                    <a:pt x="275" y="19"/>
                  </a:lnTo>
                  <a:lnTo>
                    <a:pt x="286" y="33"/>
                  </a:lnTo>
                  <a:lnTo>
                    <a:pt x="292" y="48"/>
                  </a:lnTo>
                  <a:lnTo>
                    <a:pt x="294" y="65"/>
                  </a:lnTo>
                  <a:lnTo>
                    <a:pt x="292" y="80"/>
                  </a:lnTo>
                  <a:lnTo>
                    <a:pt x="286" y="96"/>
                  </a:lnTo>
                  <a:lnTo>
                    <a:pt x="275" y="110"/>
                  </a:lnTo>
                  <a:lnTo>
                    <a:pt x="263" y="120"/>
                  </a:lnTo>
                  <a:lnTo>
                    <a:pt x="96" y="215"/>
                  </a:lnTo>
                  <a:lnTo>
                    <a:pt x="80" y="221"/>
                  </a:lnTo>
                  <a:lnTo>
                    <a:pt x="64" y="224"/>
                  </a:lnTo>
                  <a:lnTo>
                    <a:pt x="47" y="221"/>
                  </a:lnTo>
                  <a:lnTo>
                    <a:pt x="32" y="216"/>
                  </a:lnTo>
                  <a:lnTo>
                    <a:pt x="19" y="205"/>
                  </a:lnTo>
                  <a:lnTo>
                    <a:pt x="8" y="192"/>
                  </a:lnTo>
                  <a:lnTo>
                    <a:pt x="2" y="176"/>
                  </a:lnTo>
                  <a:lnTo>
                    <a:pt x="0" y="159"/>
                  </a:lnTo>
                  <a:lnTo>
                    <a:pt x="2" y="144"/>
                  </a:lnTo>
                  <a:lnTo>
                    <a:pt x="8" y="128"/>
                  </a:lnTo>
                  <a:lnTo>
                    <a:pt x="18" y="116"/>
                  </a:lnTo>
                  <a:lnTo>
                    <a:pt x="31" y="105"/>
                  </a:lnTo>
                  <a:lnTo>
                    <a:pt x="198" y="10"/>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0" name="Freeform 23"/>
            <p:cNvSpPr>
              <a:spLocks/>
            </p:cNvSpPr>
            <p:nvPr/>
          </p:nvSpPr>
          <p:spPr bwMode="auto">
            <a:xfrm>
              <a:off x="5141913" y="2540000"/>
              <a:ext cx="41275" cy="31750"/>
            </a:xfrm>
            <a:custGeom>
              <a:avLst/>
              <a:gdLst>
                <a:gd name="T0" fmla="*/ 64 w 294"/>
                <a:gd name="T1" fmla="*/ 0 h 224"/>
                <a:gd name="T2" fmla="*/ 80 w 294"/>
                <a:gd name="T3" fmla="*/ 2 h 224"/>
                <a:gd name="T4" fmla="*/ 96 w 294"/>
                <a:gd name="T5" fmla="*/ 10 h 224"/>
                <a:gd name="T6" fmla="*/ 263 w 294"/>
                <a:gd name="T7" fmla="*/ 105 h 224"/>
                <a:gd name="T8" fmla="*/ 276 w 294"/>
                <a:gd name="T9" fmla="*/ 116 h 224"/>
                <a:gd name="T10" fmla="*/ 286 w 294"/>
                <a:gd name="T11" fmla="*/ 128 h 224"/>
                <a:gd name="T12" fmla="*/ 292 w 294"/>
                <a:gd name="T13" fmla="*/ 144 h 224"/>
                <a:gd name="T14" fmla="*/ 294 w 294"/>
                <a:gd name="T15" fmla="*/ 159 h 224"/>
                <a:gd name="T16" fmla="*/ 292 w 294"/>
                <a:gd name="T17" fmla="*/ 176 h 224"/>
                <a:gd name="T18" fmla="*/ 286 w 294"/>
                <a:gd name="T19" fmla="*/ 192 h 224"/>
                <a:gd name="T20" fmla="*/ 275 w 294"/>
                <a:gd name="T21" fmla="*/ 205 h 224"/>
                <a:gd name="T22" fmla="*/ 262 w 294"/>
                <a:gd name="T23" fmla="*/ 216 h 224"/>
                <a:gd name="T24" fmla="*/ 247 w 294"/>
                <a:gd name="T25" fmla="*/ 221 h 224"/>
                <a:gd name="T26" fmla="*/ 230 w 294"/>
                <a:gd name="T27" fmla="*/ 224 h 224"/>
                <a:gd name="T28" fmla="*/ 214 w 294"/>
                <a:gd name="T29" fmla="*/ 221 h 224"/>
                <a:gd name="T30" fmla="*/ 198 w 294"/>
                <a:gd name="T31" fmla="*/ 215 h 224"/>
                <a:gd name="T32" fmla="*/ 31 w 294"/>
                <a:gd name="T33" fmla="*/ 120 h 224"/>
                <a:gd name="T34" fmla="*/ 19 w 294"/>
                <a:gd name="T35" fmla="*/ 110 h 224"/>
                <a:gd name="T36" fmla="*/ 8 w 294"/>
                <a:gd name="T37" fmla="*/ 96 h 224"/>
                <a:gd name="T38" fmla="*/ 2 w 294"/>
                <a:gd name="T39" fmla="*/ 80 h 224"/>
                <a:gd name="T40" fmla="*/ 0 w 294"/>
                <a:gd name="T41" fmla="*/ 65 h 224"/>
                <a:gd name="T42" fmla="*/ 2 w 294"/>
                <a:gd name="T43" fmla="*/ 48 h 224"/>
                <a:gd name="T44" fmla="*/ 8 w 294"/>
                <a:gd name="T45" fmla="*/ 33 h 224"/>
                <a:gd name="T46" fmla="*/ 19 w 294"/>
                <a:gd name="T47" fmla="*/ 19 h 224"/>
                <a:gd name="T48" fmla="*/ 32 w 294"/>
                <a:gd name="T49" fmla="*/ 9 h 224"/>
                <a:gd name="T50" fmla="*/ 47 w 294"/>
                <a:gd name="T51" fmla="*/ 3 h 224"/>
                <a:gd name="T52" fmla="*/ 64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64" y="0"/>
                  </a:moveTo>
                  <a:lnTo>
                    <a:pt x="80" y="2"/>
                  </a:lnTo>
                  <a:lnTo>
                    <a:pt x="96" y="10"/>
                  </a:lnTo>
                  <a:lnTo>
                    <a:pt x="263" y="105"/>
                  </a:lnTo>
                  <a:lnTo>
                    <a:pt x="276" y="116"/>
                  </a:lnTo>
                  <a:lnTo>
                    <a:pt x="286" y="128"/>
                  </a:lnTo>
                  <a:lnTo>
                    <a:pt x="292" y="144"/>
                  </a:lnTo>
                  <a:lnTo>
                    <a:pt x="294" y="159"/>
                  </a:lnTo>
                  <a:lnTo>
                    <a:pt x="292" y="176"/>
                  </a:lnTo>
                  <a:lnTo>
                    <a:pt x="286" y="192"/>
                  </a:lnTo>
                  <a:lnTo>
                    <a:pt x="275" y="205"/>
                  </a:lnTo>
                  <a:lnTo>
                    <a:pt x="262" y="216"/>
                  </a:lnTo>
                  <a:lnTo>
                    <a:pt x="247" y="221"/>
                  </a:lnTo>
                  <a:lnTo>
                    <a:pt x="230" y="224"/>
                  </a:lnTo>
                  <a:lnTo>
                    <a:pt x="214" y="221"/>
                  </a:lnTo>
                  <a:lnTo>
                    <a:pt x="198" y="215"/>
                  </a:lnTo>
                  <a:lnTo>
                    <a:pt x="31" y="120"/>
                  </a:lnTo>
                  <a:lnTo>
                    <a:pt x="19" y="110"/>
                  </a:lnTo>
                  <a:lnTo>
                    <a:pt x="8" y="96"/>
                  </a:lnTo>
                  <a:lnTo>
                    <a:pt x="2" y="80"/>
                  </a:lnTo>
                  <a:lnTo>
                    <a:pt x="0" y="65"/>
                  </a:lnTo>
                  <a:lnTo>
                    <a:pt x="2" y="48"/>
                  </a:lnTo>
                  <a:lnTo>
                    <a:pt x="8" y="33"/>
                  </a:lnTo>
                  <a:lnTo>
                    <a:pt x="19" y="19"/>
                  </a:lnTo>
                  <a:lnTo>
                    <a:pt x="32" y="9"/>
                  </a:lnTo>
                  <a:lnTo>
                    <a:pt x="47" y="3"/>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1" name="Freeform 24"/>
            <p:cNvSpPr>
              <a:spLocks/>
            </p:cNvSpPr>
            <p:nvPr/>
          </p:nvSpPr>
          <p:spPr bwMode="auto">
            <a:xfrm>
              <a:off x="5165726" y="2449513"/>
              <a:ext cx="46038" cy="19050"/>
            </a:xfrm>
            <a:custGeom>
              <a:avLst/>
              <a:gdLst>
                <a:gd name="T0" fmla="*/ 64 w 321"/>
                <a:gd name="T1" fmla="*/ 0 h 128"/>
                <a:gd name="T2" fmla="*/ 257 w 321"/>
                <a:gd name="T3" fmla="*/ 0 h 128"/>
                <a:gd name="T4" fmla="*/ 274 w 321"/>
                <a:gd name="T5" fmla="*/ 4 h 128"/>
                <a:gd name="T6" fmla="*/ 290 w 321"/>
                <a:gd name="T7" fmla="*/ 10 h 128"/>
                <a:gd name="T8" fmla="*/ 302 w 321"/>
                <a:gd name="T9" fmla="*/ 19 h 128"/>
                <a:gd name="T10" fmla="*/ 312 w 321"/>
                <a:gd name="T11" fmla="*/ 33 h 128"/>
                <a:gd name="T12" fmla="*/ 319 w 321"/>
                <a:gd name="T13" fmla="*/ 47 h 128"/>
                <a:gd name="T14" fmla="*/ 321 w 321"/>
                <a:gd name="T15" fmla="*/ 65 h 128"/>
                <a:gd name="T16" fmla="*/ 319 w 321"/>
                <a:gd name="T17" fmla="*/ 82 h 128"/>
                <a:gd name="T18" fmla="*/ 312 w 321"/>
                <a:gd name="T19" fmla="*/ 96 h 128"/>
                <a:gd name="T20" fmla="*/ 302 w 321"/>
                <a:gd name="T21" fmla="*/ 110 h 128"/>
                <a:gd name="T22" fmla="*/ 290 w 321"/>
                <a:gd name="T23" fmla="*/ 119 h 128"/>
                <a:gd name="T24" fmla="*/ 274 w 321"/>
                <a:gd name="T25" fmla="*/ 126 h 128"/>
                <a:gd name="T26" fmla="*/ 257 w 321"/>
                <a:gd name="T27" fmla="*/ 128 h 128"/>
                <a:gd name="T28" fmla="*/ 64 w 321"/>
                <a:gd name="T29" fmla="*/ 128 h 128"/>
                <a:gd name="T30" fmla="*/ 48 w 321"/>
                <a:gd name="T31" fmla="*/ 126 h 128"/>
                <a:gd name="T32" fmla="*/ 32 w 321"/>
                <a:gd name="T33" fmla="*/ 119 h 128"/>
                <a:gd name="T34" fmla="*/ 19 w 321"/>
                <a:gd name="T35" fmla="*/ 110 h 128"/>
                <a:gd name="T36" fmla="*/ 9 w 321"/>
                <a:gd name="T37" fmla="*/ 96 h 128"/>
                <a:gd name="T38" fmla="*/ 3 w 321"/>
                <a:gd name="T39" fmla="*/ 82 h 128"/>
                <a:gd name="T40" fmla="*/ 0 w 321"/>
                <a:gd name="T41" fmla="*/ 65 h 128"/>
                <a:gd name="T42" fmla="*/ 3 w 321"/>
                <a:gd name="T43" fmla="*/ 47 h 128"/>
                <a:gd name="T44" fmla="*/ 9 w 321"/>
                <a:gd name="T45" fmla="*/ 33 h 128"/>
                <a:gd name="T46" fmla="*/ 19 w 321"/>
                <a:gd name="T47" fmla="*/ 19 h 128"/>
                <a:gd name="T48" fmla="*/ 32 w 321"/>
                <a:gd name="T49" fmla="*/ 10 h 128"/>
                <a:gd name="T50" fmla="*/ 48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4" y="4"/>
                  </a:lnTo>
                  <a:lnTo>
                    <a:pt x="290" y="10"/>
                  </a:lnTo>
                  <a:lnTo>
                    <a:pt x="302" y="19"/>
                  </a:lnTo>
                  <a:lnTo>
                    <a:pt x="312" y="33"/>
                  </a:lnTo>
                  <a:lnTo>
                    <a:pt x="319" y="47"/>
                  </a:lnTo>
                  <a:lnTo>
                    <a:pt x="321" y="65"/>
                  </a:lnTo>
                  <a:lnTo>
                    <a:pt x="319" y="82"/>
                  </a:lnTo>
                  <a:lnTo>
                    <a:pt x="312" y="96"/>
                  </a:lnTo>
                  <a:lnTo>
                    <a:pt x="302" y="110"/>
                  </a:lnTo>
                  <a:lnTo>
                    <a:pt x="290" y="119"/>
                  </a:lnTo>
                  <a:lnTo>
                    <a:pt x="274" y="126"/>
                  </a:lnTo>
                  <a:lnTo>
                    <a:pt x="257" y="128"/>
                  </a:lnTo>
                  <a:lnTo>
                    <a:pt x="64" y="128"/>
                  </a:lnTo>
                  <a:lnTo>
                    <a:pt x="48" y="126"/>
                  </a:lnTo>
                  <a:lnTo>
                    <a:pt x="32" y="119"/>
                  </a:lnTo>
                  <a:lnTo>
                    <a:pt x="19" y="110"/>
                  </a:lnTo>
                  <a:lnTo>
                    <a:pt x="9" y="96"/>
                  </a:lnTo>
                  <a:lnTo>
                    <a:pt x="3" y="82"/>
                  </a:lnTo>
                  <a:lnTo>
                    <a:pt x="0" y="65"/>
                  </a:lnTo>
                  <a:lnTo>
                    <a:pt x="3" y="47"/>
                  </a:lnTo>
                  <a:lnTo>
                    <a:pt x="9" y="33"/>
                  </a:lnTo>
                  <a:lnTo>
                    <a:pt x="19" y="19"/>
                  </a:lnTo>
                  <a:lnTo>
                    <a:pt x="32" y="10"/>
                  </a:lnTo>
                  <a:lnTo>
                    <a:pt x="48"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2" name="Freeform 25"/>
            <p:cNvSpPr>
              <a:spLocks/>
            </p:cNvSpPr>
            <p:nvPr/>
          </p:nvSpPr>
          <p:spPr bwMode="auto">
            <a:xfrm>
              <a:off x="5141913" y="2346325"/>
              <a:ext cx="41275" cy="33338"/>
            </a:xfrm>
            <a:custGeom>
              <a:avLst/>
              <a:gdLst>
                <a:gd name="T0" fmla="*/ 230 w 294"/>
                <a:gd name="T1" fmla="*/ 0 h 222"/>
                <a:gd name="T2" fmla="*/ 247 w 294"/>
                <a:gd name="T3" fmla="*/ 2 h 222"/>
                <a:gd name="T4" fmla="*/ 262 w 294"/>
                <a:gd name="T5" fmla="*/ 8 h 222"/>
                <a:gd name="T6" fmla="*/ 275 w 294"/>
                <a:gd name="T7" fmla="*/ 18 h 222"/>
                <a:gd name="T8" fmla="*/ 286 w 294"/>
                <a:gd name="T9" fmla="*/ 31 h 222"/>
                <a:gd name="T10" fmla="*/ 292 w 294"/>
                <a:gd name="T11" fmla="*/ 47 h 222"/>
                <a:gd name="T12" fmla="*/ 294 w 294"/>
                <a:gd name="T13" fmla="*/ 63 h 222"/>
                <a:gd name="T14" fmla="*/ 292 w 294"/>
                <a:gd name="T15" fmla="*/ 80 h 222"/>
                <a:gd name="T16" fmla="*/ 286 w 294"/>
                <a:gd name="T17" fmla="*/ 95 h 222"/>
                <a:gd name="T18" fmla="*/ 276 w 294"/>
                <a:gd name="T19" fmla="*/ 108 h 222"/>
                <a:gd name="T20" fmla="*/ 263 w 294"/>
                <a:gd name="T21" fmla="*/ 118 h 222"/>
                <a:gd name="T22" fmla="*/ 96 w 294"/>
                <a:gd name="T23" fmla="*/ 213 h 222"/>
                <a:gd name="T24" fmla="*/ 80 w 294"/>
                <a:gd name="T25" fmla="*/ 220 h 222"/>
                <a:gd name="T26" fmla="*/ 64 w 294"/>
                <a:gd name="T27" fmla="*/ 222 h 222"/>
                <a:gd name="T28" fmla="*/ 48 w 294"/>
                <a:gd name="T29" fmla="*/ 220 h 222"/>
                <a:gd name="T30" fmla="*/ 32 w 294"/>
                <a:gd name="T31" fmla="*/ 214 h 222"/>
                <a:gd name="T32" fmla="*/ 19 w 294"/>
                <a:gd name="T33" fmla="*/ 204 h 222"/>
                <a:gd name="T34" fmla="*/ 8 w 294"/>
                <a:gd name="T35" fmla="*/ 190 h 222"/>
                <a:gd name="T36" fmla="*/ 2 w 294"/>
                <a:gd name="T37" fmla="*/ 175 h 222"/>
                <a:gd name="T38" fmla="*/ 0 w 294"/>
                <a:gd name="T39" fmla="*/ 158 h 222"/>
                <a:gd name="T40" fmla="*/ 2 w 294"/>
                <a:gd name="T41" fmla="*/ 142 h 222"/>
                <a:gd name="T42" fmla="*/ 8 w 294"/>
                <a:gd name="T43" fmla="*/ 127 h 222"/>
                <a:gd name="T44" fmla="*/ 19 w 294"/>
                <a:gd name="T45" fmla="*/ 114 h 222"/>
                <a:gd name="T46" fmla="*/ 31 w 294"/>
                <a:gd name="T47" fmla="*/ 103 h 222"/>
                <a:gd name="T48" fmla="*/ 198 w 294"/>
                <a:gd name="T49" fmla="*/ 8 h 222"/>
                <a:gd name="T50" fmla="*/ 215 w 294"/>
                <a:gd name="T51" fmla="*/ 2 h 222"/>
                <a:gd name="T52" fmla="*/ 230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230" y="0"/>
                  </a:moveTo>
                  <a:lnTo>
                    <a:pt x="247" y="2"/>
                  </a:lnTo>
                  <a:lnTo>
                    <a:pt x="262" y="8"/>
                  </a:lnTo>
                  <a:lnTo>
                    <a:pt x="275" y="18"/>
                  </a:lnTo>
                  <a:lnTo>
                    <a:pt x="286" y="31"/>
                  </a:lnTo>
                  <a:lnTo>
                    <a:pt x="292" y="47"/>
                  </a:lnTo>
                  <a:lnTo>
                    <a:pt x="294" y="63"/>
                  </a:lnTo>
                  <a:lnTo>
                    <a:pt x="292" y="80"/>
                  </a:lnTo>
                  <a:lnTo>
                    <a:pt x="286" y="95"/>
                  </a:lnTo>
                  <a:lnTo>
                    <a:pt x="276" y="108"/>
                  </a:lnTo>
                  <a:lnTo>
                    <a:pt x="263" y="118"/>
                  </a:lnTo>
                  <a:lnTo>
                    <a:pt x="96" y="213"/>
                  </a:lnTo>
                  <a:lnTo>
                    <a:pt x="80" y="220"/>
                  </a:lnTo>
                  <a:lnTo>
                    <a:pt x="64" y="222"/>
                  </a:lnTo>
                  <a:lnTo>
                    <a:pt x="48" y="220"/>
                  </a:lnTo>
                  <a:lnTo>
                    <a:pt x="32" y="214"/>
                  </a:lnTo>
                  <a:lnTo>
                    <a:pt x="19" y="204"/>
                  </a:lnTo>
                  <a:lnTo>
                    <a:pt x="8" y="190"/>
                  </a:lnTo>
                  <a:lnTo>
                    <a:pt x="2" y="175"/>
                  </a:lnTo>
                  <a:lnTo>
                    <a:pt x="0" y="158"/>
                  </a:lnTo>
                  <a:lnTo>
                    <a:pt x="2" y="142"/>
                  </a:lnTo>
                  <a:lnTo>
                    <a:pt x="8" y="127"/>
                  </a:lnTo>
                  <a:lnTo>
                    <a:pt x="19" y="114"/>
                  </a:lnTo>
                  <a:lnTo>
                    <a:pt x="31" y="103"/>
                  </a:lnTo>
                  <a:lnTo>
                    <a:pt x="198" y="8"/>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3" name="Freeform 26"/>
            <p:cNvSpPr>
              <a:spLocks/>
            </p:cNvSpPr>
            <p:nvPr/>
          </p:nvSpPr>
          <p:spPr bwMode="auto">
            <a:xfrm>
              <a:off x="5075238" y="2271713"/>
              <a:ext cx="31750" cy="41275"/>
            </a:xfrm>
            <a:custGeom>
              <a:avLst/>
              <a:gdLst>
                <a:gd name="T0" fmla="*/ 159 w 224"/>
                <a:gd name="T1" fmla="*/ 0 h 292"/>
                <a:gd name="T2" fmla="*/ 176 w 224"/>
                <a:gd name="T3" fmla="*/ 2 h 292"/>
                <a:gd name="T4" fmla="*/ 192 w 224"/>
                <a:gd name="T5" fmla="*/ 9 h 292"/>
                <a:gd name="T6" fmla="*/ 205 w 224"/>
                <a:gd name="T7" fmla="*/ 19 h 292"/>
                <a:gd name="T8" fmla="*/ 216 w 224"/>
                <a:gd name="T9" fmla="*/ 32 h 292"/>
                <a:gd name="T10" fmla="*/ 222 w 224"/>
                <a:gd name="T11" fmla="*/ 48 h 292"/>
                <a:gd name="T12" fmla="*/ 224 w 224"/>
                <a:gd name="T13" fmla="*/ 63 h 292"/>
                <a:gd name="T14" fmla="*/ 222 w 224"/>
                <a:gd name="T15" fmla="*/ 80 h 292"/>
                <a:gd name="T16" fmla="*/ 216 w 224"/>
                <a:gd name="T17" fmla="*/ 95 h 292"/>
                <a:gd name="T18" fmla="*/ 119 w 224"/>
                <a:gd name="T19" fmla="*/ 261 h 292"/>
                <a:gd name="T20" fmla="*/ 109 w 224"/>
                <a:gd name="T21" fmla="*/ 274 h 292"/>
                <a:gd name="T22" fmla="*/ 95 w 224"/>
                <a:gd name="T23" fmla="*/ 285 h 292"/>
                <a:gd name="T24" fmla="*/ 81 w 224"/>
                <a:gd name="T25" fmla="*/ 290 h 292"/>
                <a:gd name="T26" fmla="*/ 64 w 224"/>
                <a:gd name="T27" fmla="*/ 292 h 292"/>
                <a:gd name="T28" fmla="*/ 48 w 224"/>
                <a:gd name="T29" fmla="*/ 290 h 292"/>
                <a:gd name="T30" fmla="*/ 32 w 224"/>
                <a:gd name="T31" fmla="*/ 284 h 292"/>
                <a:gd name="T32" fmla="*/ 18 w 224"/>
                <a:gd name="T33" fmla="*/ 273 h 292"/>
                <a:gd name="T34" fmla="*/ 8 w 224"/>
                <a:gd name="T35" fmla="*/ 261 h 292"/>
                <a:gd name="T36" fmla="*/ 2 w 224"/>
                <a:gd name="T37" fmla="*/ 245 h 292"/>
                <a:gd name="T38" fmla="*/ 0 w 224"/>
                <a:gd name="T39" fmla="*/ 230 h 292"/>
                <a:gd name="T40" fmla="*/ 2 w 224"/>
                <a:gd name="T41" fmla="*/ 213 h 292"/>
                <a:gd name="T42" fmla="*/ 8 w 224"/>
                <a:gd name="T43" fmla="*/ 197 h 292"/>
                <a:gd name="T44" fmla="*/ 105 w 224"/>
                <a:gd name="T45" fmla="*/ 32 h 292"/>
                <a:gd name="T46" fmla="*/ 115 w 224"/>
                <a:gd name="T47" fmla="*/ 18 h 292"/>
                <a:gd name="T48" fmla="*/ 129 w 224"/>
                <a:gd name="T49" fmla="*/ 8 h 292"/>
                <a:gd name="T50" fmla="*/ 144 w 224"/>
                <a:gd name="T51" fmla="*/ 2 h 292"/>
                <a:gd name="T52" fmla="*/ 159 w 224"/>
                <a:gd name="T53"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2">
                  <a:moveTo>
                    <a:pt x="159" y="0"/>
                  </a:moveTo>
                  <a:lnTo>
                    <a:pt x="176" y="2"/>
                  </a:lnTo>
                  <a:lnTo>
                    <a:pt x="192" y="9"/>
                  </a:lnTo>
                  <a:lnTo>
                    <a:pt x="205" y="19"/>
                  </a:lnTo>
                  <a:lnTo>
                    <a:pt x="216" y="32"/>
                  </a:lnTo>
                  <a:lnTo>
                    <a:pt x="222" y="48"/>
                  </a:lnTo>
                  <a:lnTo>
                    <a:pt x="224" y="63"/>
                  </a:lnTo>
                  <a:lnTo>
                    <a:pt x="222" y="80"/>
                  </a:lnTo>
                  <a:lnTo>
                    <a:pt x="216" y="95"/>
                  </a:lnTo>
                  <a:lnTo>
                    <a:pt x="119" y="261"/>
                  </a:lnTo>
                  <a:lnTo>
                    <a:pt x="109" y="274"/>
                  </a:lnTo>
                  <a:lnTo>
                    <a:pt x="95" y="285"/>
                  </a:lnTo>
                  <a:lnTo>
                    <a:pt x="81" y="290"/>
                  </a:lnTo>
                  <a:lnTo>
                    <a:pt x="64" y="292"/>
                  </a:lnTo>
                  <a:lnTo>
                    <a:pt x="48" y="290"/>
                  </a:lnTo>
                  <a:lnTo>
                    <a:pt x="32" y="284"/>
                  </a:lnTo>
                  <a:lnTo>
                    <a:pt x="18" y="273"/>
                  </a:lnTo>
                  <a:lnTo>
                    <a:pt x="8" y="261"/>
                  </a:lnTo>
                  <a:lnTo>
                    <a:pt x="2" y="245"/>
                  </a:lnTo>
                  <a:lnTo>
                    <a:pt x="0" y="230"/>
                  </a:lnTo>
                  <a:lnTo>
                    <a:pt x="2" y="213"/>
                  </a:lnTo>
                  <a:lnTo>
                    <a:pt x="8" y="197"/>
                  </a:lnTo>
                  <a:lnTo>
                    <a:pt x="105" y="32"/>
                  </a:lnTo>
                  <a:lnTo>
                    <a:pt x="115" y="18"/>
                  </a:lnTo>
                  <a:lnTo>
                    <a:pt x="129" y="8"/>
                  </a:lnTo>
                  <a:lnTo>
                    <a:pt x="144" y="2"/>
                  </a:lnTo>
                  <a:lnTo>
                    <a:pt x="1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4" name="Freeform 27"/>
            <p:cNvSpPr>
              <a:spLocks/>
            </p:cNvSpPr>
            <p:nvPr/>
          </p:nvSpPr>
          <p:spPr bwMode="auto">
            <a:xfrm>
              <a:off x="4972051" y="2382838"/>
              <a:ext cx="44450" cy="142875"/>
            </a:xfrm>
            <a:custGeom>
              <a:avLst/>
              <a:gdLst>
                <a:gd name="T0" fmla="*/ 154 w 308"/>
                <a:gd name="T1" fmla="*/ 0 h 991"/>
                <a:gd name="T2" fmla="*/ 186 w 308"/>
                <a:gd name="T3" fmla="*/ 2 h 991"/>
                <a:gd name="T4" fmla="*/ 213 w 308"/>
                <a:gd name="T5" fmla="*/ 8 h 991"/>
                <a:gd name="T6" fmla="*/ 238 w 308"/>
                <a:gd name="T7" fmla="*/ 17 h 991"/>
                <a:gd name="T8" fmla="*/ 259 w 308"/>
                <a:gd name="T9" fmla="*/ 30 h 991"/>
                <a:gd name="T10" fmla="*/ 277 w 308"/>
                <a:gd name="T11" fmla="*/ 47 h 991"/>
                <a:gd name="T12" fmla="*/ 291 w 308"/>
                <a:gd name="T13" fmla="*/ 67 h 991"/>
                <a:gd name="T14" fmla="*/ 301 w 308"/>
                <a:gd name="T15" fmla="*/ 91 h 991"/>
                <a:gd name="T16" fmla="*/ 306 w 308"/>
                <a:gd name="T17" fmla="*/ 119 h 991"/>
                <a:gd name="T18" fmla="*/ 308 w 308"/>
                <a:gd name="T19" fmla="*/ 150 h 991"/>
                <a:gd name="T20" fmla="*/ 308 w 308"/>
                <a:gd name="T21" fmla="*/ 375 h 991"/>
                <a:gd name="T22" fmla="*/ 307 w 308"/>
                <a:gd name="T23" fmla="*/ 405 h 991"/>
                <a:gd name="T24" fmla="*/ 304 w 308"/>
                <a:gd name="T25" fmla="*/ 435 h 991"/>
                <a:gd name="T26" fmla="*/ 301 w 308"/>
                <a:gd name="T27" fmla="*/ 466 h 991"/>
                <a:gd name="T28" fmla="*/ 240 w 308"/>
                <a:gd name="T29" fmla="*/ 920 h 991"/>
                <a:gd name="T30" fmla="*/ 236 w 308"/>
                <a:gd name="T31" fmla="*/ 942 h 991"/>
                <a:gd name="T32" fmla="*/ 229 w 308"/>
                <a:gd name="T33" fmla="*/ 959 h 991"/>
                <a:gd name="T34" fmla="*/ 219 w 308"/>
                <a:gd name="T35" fmla="*/ 972 h 991"/>
                <a:gd name="T36" fmla="*/ 207 w 308"/>
                <a:gd name="T37" fmla="*/ 981 h 991"/>
                <a:gd name="T38" fmla="*/ 192 w 308"/>
                <a:gd name="T39" fmla="*/ 987 h 991"/>
                <a:gd name="T40" fmla="*/ 174 w 308"/>
                <a:gd name="T41" fmla="*/ 990 h 991"/>
                <a:gd name="T42" fmla="*/ 154 w 308"/>
                <a:gd name="T43" fmla="*/ 991 h 991"/>
                <a:gd name="T44" fmla="*/ 135 w 308"/>
                <a:gd name="T45" fmla="*/ 990 h 991"/>
                <a:gd name="T46" fmla="*/ 117 w 308"/>
                <a:gd name="T47" fmla="*/ 987 h 991"/>
                <a:gd name="T48" fmla="*/ 102 w 308"/>
                <a:gd name="T49" fmla="*/ 981 h 991"/>
                <a:gd name="T50" fmla="*/ 90 w 308"/>
                <a:gd name="T51" fmla="*/ 972 h 991"/>
                <a:gd name="T52" fmla="*/ 80 w 308"/>
                <a:gd name="T53" fmla="*/ 959 h 991"/>
                <a:gd name="T54" fmla="*/ 73 w 308"/>
                <a:gd name="T55" fmla="*/ 942 h 991"/>
                <a:gd name="T56" fmla="*/ 69 w 308"/>
                <a:gd name="T57" fmla="*/ 920 h 991"/>
                <a:gd name="T58" fmla="*/ 8 w 308"/>
                <a:gd name="T59" fmla="*/ 466 h 991"/>
                <a:gd name="T60" fmla="*/ 5 w 308"/>
                <a:gd name="T61" fmla="*/ 435 h 991"/>
                <a:gd name="T62" fmla="*/ 2 w 308"/>
                <a:gd name="T63" fmla="*/ 405 h 991"/>
                <a:gd name="T64" fmla="*/ 0 w 308"/>
                <a:gd name="T65" fmla="*/ 375 h 991"/>
                <a:gd name="T66" fmla="*/ 0 w 308"/>
                <a:gd name="T67" fmla="*/ 150 h 991"/>
                <a:gd name="T68" fmla="*/ 3 w 308"/>
                <a:gd name="T69" fmla="*/ 119 h 991"/>
                <a:gd name="T70" fmla="*/ 8 w 308"/>
                <a:gd name="T71" fmla="*/ 91 h 991"/>
                <a:gd name="T72" fmla="*/ 18 w 308"/>
                <a:gd name="T73" fmla="*/ 67 h 991"/>
                <a:gd name="T74" fmla="*/ 32 w 308"/>
                <a:gd name="T75" fmla="*/ 47 h 991"/>
                <a:gd name="T76" fmla="*/ 50 w 308"/>
                <a:gd name="T77" fmla="*/ 30 h 991"/>
                <a:gd name="T78" fmla="*/ 71 w 308"/>
                <a:gd name="T79" fmla="*/ 17 h 991"/>
                <a:gd name="T80" fmla="*/ 96 w 308"/>
                <a:gd name="T81" fmla="*/ 8 h 991"/>
                <a:gd name="T82" fmla="*/ 123 w 308"/>
                <a:gd name="T83" fmla="*/ 2 h 991"/>
                <a:gd name="T84" fmla="*/ 154 w 308"/>
                <a:gd name="T85" fmla="*/ 0 h 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8" h="991">
                  <a:moveTo>
                    <a:pt x="154" y="0"/>
                  </a:moveTo>
                  <a:lnTo>
                    <a:pt x="186" y="2"/>
                  </a:lnTo>
                  <a:lnTo>
                    <a:pt x="213" y="8"/>
                  </a:lnTo>
                  <a:lnTo>
                    <a:pt x="238" y="17"/>
                  </a:lnTo>
                  <a:lnTo>
                    <a:pt x="259" y="30"/>
                  </a:lnTo>
                  <a:lnTo>
                    <a:pt x="277" y="47"/>
                  </a:lnTo>
                  <a:lnTo>
                    <a:pt x="291" y="67"/>
                  </a:lnTo>
                  <a:lnTo>
                    <a:pt x="301" y="91"/>
                  </a:lnTo>
                  <a:lnTo>
                    <a:pt x="306" y="119"/>
                  </a:lnTo>
                  <a:lnTo>
                    <a:pt x="308" y="150"/>
                  </a:lnTo>
                  <a:lnTo>
                    <a:pt x="308" y="375"/>
                  </a:lnTo>
                  <a:lnTo>
                    <a:pt x="307" y="405"/>
                  </a:lnTo>
                  <a:lnTo>
                    <a:pt x="304" y="435"/>
                  </a:lnTo>
                  <a:lnTo>
                    <a:pt x="301" y="466"/>
                  </a:lnTo>
                  <a:lnTo>
                    <a:pt x="240" y="920"/>
                  </a:lnTo>
                  <a:lnTo>
                    <a:pt x="236" y="942"/>
                  </a:lnTo>
                  <a:lnTo>
                    <a:pt x="229" y="959"/>
                  </a:lnTo>
                  <a:lnTo>
                    <a:pt x="219" y="972"/>
                  </a:lnTo>
                  <a:lnTo>
                    <a:pt x="207" y="981"/>
                  </a:lnTo>
                  <a:lnTo>
                    <a:pt x="192" y="987"/>
                  </a:lnTo>
                  <a:lnTo>
                    <a:pt x="174" y="990"/>
                  </a:lnTo>
                  <a:lnTo>
                    <a:pt x="154" y="991"/>
                  </a:lnTo>
                  <a:lnTo>
                    <a:pt x="135" y="990"/>
                  </a:lnTo>
                  <a:lnTo>
                    <a:pt x="117" y="987"/>
                  </a:lnTo>
                  <a:lnTo>
                    <a:pt x="102" y="981"/>
                  </a:lnTo>
                  <a:lnTo>
                    <a:pt x="90" y="972"/>
                  </a:lnTo>
                  <a:lnTo>
                    <a:pt x="80" y="959"/>
                  </a:lnTo>
                  <a:lnTo>
                    <a:pt x="73" y="942"/>
                  </a:lnTo>
                  <a:lnTo>
                    <a:pt x="69" y="920"/>
                  </a:lnTo>
                  <a:lnTo>
                    <a:pt x="8" y="466"/>
                  </a:lnTo>
                  <a:lnTo>
                    <a:pt x="5" y="435"/>
                  </a:lnTo>
                  <a:lnTo>
                    <a:pt x="2" y="405"/>
                  </a:lnTo>
                  <a:lnTo>
                    <a:pt x="0" y="375"/>
                  </a:lnTo>
                  <a:lnTo>
                    <a:pt x="0" y="150"/>
                  </a:lnTo>
                  <a:lnTo>
                    <a:pt x="3" y="119"/>
                  </a:lnTo>
                  <a:lnTo>
                    <a:pt x="8" y="91"/>
                  </a:lnTo>
                  <a:lnTo>
                    <a:pt x="18" y="67"/>
                  </a:lnTo>
                  <a:lnTo>
                    <a:pt x="32" y="47"/>
                  </a:lnTo>
                  <a:lnTo>
                    <a:pt x="50" y="30"/>
                  </a:lnTo>
                  <a:lnTo>
                    <a:pt x="71" y="17"/>
                  </a:lnTo>
                  <a:lnTo>
                    <a:pt x="96" y="8"/>
                  </a:lnTo>
                  <a:lnTo>
                    <a:pt x="123" y="2"/>
                  </a:lnTo>
                  <a:lnTo>
                    <a:pt x="1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5" name="Freeform 28"/>
            <p:cNvSpPr>
              <a:spLocks/>
            </p:cNvSpPr>
            <p:nvPr/>
          </p:nvSpPr>
          <p:spPr bwMode="auto">
            <a:xfrm>
              <a:off x="4970463" y="2543175"/>
              <a:ext cx="47625" cy="46038"/>
            </a:xfrm>
            <a:custGeom>
              <a:avLst/>
              <a:gdLst>
                <a:gd name="T0" fmla="*/ 160 w 321"/>
                <a:gd name="T1" fmla="*/ 0 h 319"/>
                <a:gd name="T2" fmla="*/ 193 w 321"/>
                <a:gd name="T3" fmla="*/ 4 h 319"/>
                <a:gd name="T4" fmla="*/ 222 w 321"/>
                <a:gd name="T5" fmla="*/ 14 h 319"/>
                <a:gd name="T6" fmla="*/ 250 w 321"/>
                <a:gd name="T7" fmla="*/ 28 h 319"/>
                <a:gd name="T8" fmla="*/ 274 w 321"/>
                <a:gd name="T9" fmla="*/ 47 h 319"/>
                <a:gd name="T10" fmla="*/ 294 w 321"/>
                <a:gd name="T11" fmla="*/ 71 h 319"/>
                <a:gd name="T12" fmla="*/ 308 w 321"/>
                <a:gd name="T13" fmla="*/ 98 h 319"/>
                <a:gd name="T14" fmla="*/ 318 w 321"/>
                <a:gd name="T15" fmla="*/ 128 h 319"/>
                <a:gd name="T16" fmla="*/ 321 w 321"/>
                <a:gd name="T17" fmla="*/ 159 h 319"/>
                <a:gd name="T18" fmla="*/ 318 w 321"/>
                <a:gd name="T19" fmla="*/ 192 h 319"/>
                <a:gd name="T20" fmla="*/ 308 w 321"/>
                <a:gd name="T21" fmla="*/ 222 h 319"/>
                <a:gd name="T22" fmla="*/ 294 w 321"/>
                <a:gd name="T23" fmla="*/ 249 h 319"/>
                <a:gd name="T24" fmla="*/ 274 w 321"/>
                <a:gd name="T25" fmla="*/ 272 h 319"/>
                <a:gd name="T26" fmla="*/ 250 w 321"/>
                <a:gd name="T27" fmla="*/ 291 h 319"/>
                <a:gd name="T28" fmla="*/ 222 w 321"/>
                <a:gd name="T29" fmla="*/ 306 h 319"/>
                <a:gd name="T30" fmla="*/ 193 w 321"/>
                <a:gd name="T31" fmla="*/ 315 h 319"/>
                <a:gd name="T32" fmla="*/ 160 w 321"/>
                <a:gd name="T33" fmla="*/ 319 h 319"/>
                <a:gd name="T34" fmla="*/ 128 w 321"/>
                <a:gd name="T35" fmla="*/ 315 h 319"/>
                <a:gd name="T36" fmla="*/ 99 w 321"/>
                <a:gd name="T37" fmla="*/ 306 h 319"/>
                <a:gd name="T38" fmla="*/ 71 w 321"/>
                <a:gd name="T39" fmla="*/ 291 h 319"/>
                <a:gd name="T40" fmla="*/ 47 w 321"/>
                <a:gd name="T41" fmla="*/ 272 h 319"/>
                <a:gd name="T42" fmla="*/ 27 w 321"/>
                <a:gd name="T43" fmla="*/ 249 h 319"/>
                <a:gd name="T44" fmla="*/ 13 w 321"/>
                <a:gd name="T45" fmla="*/ 222 h 319"/>
                <a:gd name="T46" fmla="*/ 3 w 321"/>
                <a:gd name="T47" fmla="*/ 192 h 319"/>
                <a:gd name="T48" fmla="*/ 0 w 321"/>
                <a:gd name="T49" fmla="*/ 159 h 319"/>
                <a:gd name="T50" fmla="*/ 3 w 321"/>
                <a:gd name="T51" fmla="*/ 128 h 319"/>
                <a:gd name="T52" fmla="*/ 13 w 321"/>
                <a:gd name="T53" fmla="*/ 98 h 319"/>
                <a:gd name="T54" fmla="*/ 27 w 321"/>
                <a:gd name="T55" fmla="*/ 71 h 319"/>
                <a:gd name="T56" fmla="*/ 47 w 321"/>
                <a:gd name="T57" fmla="*/ 47 h 319"/>
                <a:gd name="T58" fmla="*/ 71 w 321"/>
                <a:gd name="T59" fmla="*/ 28 h 319"/>
                <a:gd name="T60" fmla="*/ 99 w 321"/>
                <a:gd name="T61" fmla="*/ 14 h 319"/>
                <a:gd name="T62" fmla="*/ 128 w 321"/>
                <a:gd name="T63" fmla="*/ 4 h 319"/>
                <a:gd name="T64" fmla="*/ 160 w 321"/>
                <a:gd name="T6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1" h="319">
                  <a:moveTo>
                    <a:pt x="160" y="0"/>
                  </a:moveTo>
                  <a:lnTo>
                    <a:pt x="193" y="4"/>
                  </a:lnTo>
                  <a:lnTo>
                    <a:pt x="222" y="14"/>
                  </a:lnTo>
                  <a:lnTo>
                    <a:pt x="250" y="28"/>
                  </a:lnTo>
                  <a:lnTo>
                    <a:pt x="274" y="47"/>
                  </a:lnTo>
                  <a:lnTo>
                    <a:pt x="294" y="71"/>
                  </a:lnTo>
                  <a:lnTo>
                    <a:pt x="308" y="98"/>
                  </a:lnTo>
                  <a:lnTo>
                    <a:pt x="318" y="128"/>
                  </a:lnTo>
                  <a:lnTo>
                    <a:pt x="321" y="159"/>
                  </a:lnTo>
                  <a:lnTo>
                    <a:pt x="318" y="192"/>
                  </a:lnTo>
                  <a:lnTo>
                    <a:pt x="308" y="222"/>
                  </a:lnTo>
                  <a:lnTo>
                    <a:pt x="294" y="249"/>
                  </a:lnTo>
                  <a:lnTo>
                    <a:pt x="274" y="272"/>
                  </a:lnTo>
                  <a:lnTo>
                    <a:pt x="250" y="291"/>
                  </a:lnTo>
                  <a:lnTo>
                    <a:pt x="222" y="306"/>
                  </a:lnTo>
                  <a:lnTo>
                    <a:pt x="193" y="315"/>
                  </a:lnTo>
                  <a:lnTo>
                    <a:pt x="160" y="319"/>
                  </a:lnTo>
                  <a:lnTo>
                    <a:pt x="128" y="315"/>
                  </a:lnTo>
                  <a:lnTo>
                    <a:pt x="99" y="306"/>
                  </a:lnTo>
                  <a:lnTo>
                    <a:pt x="71" y="291"/>
                  </a:lnTo>
                  <a:lnTo>
                    <a:pt x="47" y="272"/>
                  </a:lnTo>
                  <a:lnTo>
                    <a:pt x="27" y="249"/>
                  </a:lnTo>
                  <a:lnTo>
                    <a:pt x="13" y="222"/>
                  </a:lnTo>
                  <a:lnTo>
                    <a:pt x="3" y="192"/>
                  </a:lnTo>
                  <a:lnTo>
                    <a:pt x="0" y="159"/>
                  </a:lnTo>
                  <a:lnTo>
                    <a:pt x="3" y="128"/>
                  </a:lnTo>
                  <a:lnTo>
                    <a:pt x="13" y="98"/>
                  </a:lnTo>
                  <a:lnTo>
                    <a:pt x="27" y="71"/>
                  </a:lnTo>
                  <a:lnTo>
                    <a:pt x="47" y="47"/>
                  </a:lnTo>
                  <a:lnTo>
                    <a:pt x="71" y="28"/>
                  </a:lnTo>
                  <a:lnTo>
                    <a:pt x="99" y="14"/>
                  </a:lnTo>
                  <a:lnTo>
                    <a:pt x="128" y="4"/>
                  </a:lnTo>
                  <a:lnTo>
                    <a:pt x="16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sp>
        <p:nvSpPr>
          <p:cNvPr id="104" name="Rectangle 13"/>
          <p:cNvSpPr>
            <a:spLocks noChangeArrowheads="1"/>
          </p:cNvSpPr>
          <p:nvPr/>
        </p:nvSpPr>
        <p:spPr bwMode="auto">
          <a:xfrm rot="16200000" flipH="1">
            <a:off x="7209850" y="1579700"/>
            <a:ext cx="4571999" cy="4460606"/>
          </a:xfrm>
          <a:prstGeom prst="rect">
            <a:avLst/>
          </a:prstGeom>
          <a:solidFill>
            <a:schemeClr val="accent1">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07" name="TextBox 106"/>
          <p:cNvSpPr txBox="1"/>
          <p:nvPr/>
        </p:nvSpPr>
        <p:spPr>
          <a:xfrm>
            <a:off x="7219267" y="1894343"/>
            <a:ext cx="3209101" cy="400110"/>
          </a:xfrm>
          <a:prstGeom prst="rect">
            <a:avLst/>
          </a:prstGeom>
          <a:noFill/>
        </p:spPr>
        <p:txBody>
          <a:bodyPr wrap="square" rtlCol="0">
            <a:spAutoFit/>
          </a:bodyPr>
          <a:lstStyle/>
          <a:p>
            <a:pPr algn="ctr"/>
            <a:r>
              <a:rPr lang="en-US" sz="2000" b="1" dirty="0">
                <a:solidFill>
                  <a:schemeClr val="bg1"/>
                </a:solidFill>
                <a:latin typeface="Arial" panose="020B0604020202020204" pitchFamily="34" charset="0"/>
                <a:cs typeface="Arial" panose="020B0604020202020204" pitchFamily="34" charset="0"/>
              </a:rPr>
              <a:t>Recall (Sensitivity)</a:t>
            </a:r>
            <a:endParaRPr lang="en-US" sz="2000" b="1" dirty="0">
              <a:solidFill>
                <a:schemeClr val="bg1"/>
              </a:solidFill>
              <a:latin typeface="Arial" panose="020B0604020202020204" pitchFamily="34" charset="0"/>
              <a:ea typeface="Calibri Light" charset="0"/>
              <a:cs typeface="Arial" panose="020B0604020202020204" pitchFamily="34" charset="0"/>
            </a:endParaRPr>
          </a:p>
        </p:txBody>
      </p:sp>
      <p:cxnSp>
        <p:nvCxnSpPr>
          <p:cNvPr id="34" name="Straight Connector 33"/>
          <p:cNvCxnSpPr/>
          <p:nvPr/>
        </p:nvCxnSpPr>
        <p:spPr>
          <a:xfrm>
            <a:off x="7402599" y="2472263"/>
            <a:ext cx="304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ACF58A1C-56E8-4477-8DEE-6B858F9FA206}"/>
              </a:ext>
            </a:extLst>
          </p:cNvPr>
          <p:cNvSpPr/>
          <p:nvPr/>
        </p:nvSpPr>
        <p:spPr>
          <a:xfrm>
            <a:off x="2476919" y="817570"/>
            <a:ext cx="2992596" cy="369332"/>
          </a:xfrm>
          <a:prstGeom prst="rect">
            <a:avLst/>
          </a:prstGeom>
        </p:spPr>
        <p:txBody>
          <a:bodyPr wrap="square">
            <a:spAutoFit/>
          </a:bodyPr>
          <a:lstStyle/>
          <a:p>
            <a:r>
              <a:rPr lang="en-US" b="1" dirty="0">
                <a:solidFill>
                  <a:srgbClr val="003366"/>
                </a:solidFill>
                <a:latin typeface="Arial" panose="020B0604020202020204" pitchFamily="34" charset="0"/>
                <a:cs typeface="Arial" panose="020B0604020202020204" pitchFamily="34" charset="0"/>
              </a:rPr>
              <a:t>Evaluation Parameters</a:t>
            </a:r>
            <a:endParaRPr lang="en-PK" dirty="0">
              <a:solidFill>
                <a:srgbClr val="003366"/>
              </a:solidFill>
              <a:latin typeface="Arial" panose="020B0604020202020204" pitchFamily="34" charset="0"/>
              <a:cs typeface="Arial" panose="020B0604020202020204" pitchFamily="34" charset="0"/>
            </a:endParaRPr>
          </a:p>
        </p:txBody>
      </p:sp>
      <p:grpSp>
        <p:nvGrpSpPr>
          <p:cNvPr id="95" name="Group 94">
            <a:extLst>
              <a:ext uri="{FF2B5EF4-FFF2-40B4-BE49-F238E27FC236}">
                <a16:creationId xmlns:a16="http://schemas.microsoft.com/office/drawing/2014/main" id="{EECA07D4-AF94-4DE3-A350-F0EF3516667D}"/>
              </a:ext>
            </a:extLst>
          </p:cNvPr>
          <p:cNvGrpSpPr/>
          <p:nvPr/>
        </p:nvGrpSpPr>
        <p:grpSpPr>
          <a:xfrm>
            <a:off x="1289872" y="2979025"/>
            <a:ext cx="368137" cy="353484"/>
            <a:chOff x="4616450" y="4732338"/>
            <a:chExt cx="638175" cy="612774"/>
          </a:xfrm>
          <a:solidFill>
            <a:schemeClr val="tx1"/>
          </a:solidFill>
        </p:grpSpPr>
        <p:sp>
          <p:nvSpPr>
            <p:cNvPr id="96" name="Freeform 50">
              <a:extLst>
                <a:ext uri="{FF2B5EF4-FFF2-40B4-BE49-F238E27FC236}">
                  <a16:creationId xmlns:a16="http://schemas.microsoft.com/office/drawing/2014/main" id="{351E1825-047E-4361-870A-A80221EB65E0}"/>
                </a:ext>
              </a:extLst>
            </p:cNvPr>
            <p:cNvSpPr>
              <a:spLocks noEditPoints="1"/>
            </p:cNvSpPr>
            <p:nvPr/>
          </p:nvSpPr>
          <p:spPr bwMode="auto">
            <a:xfrm>
              <a:off x="4616450" y="4883150"/>
              <a:ext cx="638175" cy="461962"/>
            </a:xfrm>
            <a:custGeom>
              <a:avLst/>
              <a:gdLst>
                <a:gd name="T0" fmla="*/ 1731 w 3614"/>
                <a:gd name="T1" fmla="*/ 469 h 2623"/>
                <a:gd name="T2" fmla="*/ 1630 w 3614"/>
                <a:gd name="T3" fmla="*/ 601 h 2623"/>
                <a:gd name="T4" fmla="*/ 1456 w 3614"/>
                <a:gd name="T5" fmla="*/ 738 h 2623"/>
                <a:gd name="T6" fmla="*/ 1390 w 3614"/>
                <a:gd name="T7" fmla="*/ 965 h 2623"/>
                <a:gd name="T8" fmla="*/ 1454 w 3614"/>
                <a:gd name="T9" fmla="*/ 1181 h 2623"/>
                <a:gd name="T10" fmla="*/ 1614 w 3614"/>
                <a:gd name="T11" fmla="*/ 1306 h 2623"/>
                <a:gd name="T12" fmla="*/ 1862 w 3614"/>
                <a:gd name="T13" fmla="*/ 1379 h 2623"/>
                <a:gd name="T14" fmla="*/ 2016 w 3614"/>
                <a:gd name="T15" fmla="*/ 1451 h 2623"/>
                <a:gd name="T16" fmla="*/ 2079 w 3614"/>
                <a:gd name="T17" fmla="*/ 1577 h 2623"/>
                <a:gd name="T18" fmla="*/ 2044 w 3614"/>
                <a:gd name="T19" fmla="*/ 1747 h 2623"/>
                <a:gd name="T20" fmla="*/ 1909 w 3614"/>
                <a:gd name="T21" fmla="*/ 1846 h 2623"/>
                <a:gd name="T22" fmla="*/ 1763 w 3614"/>
                <a:gd name="T23" fmla="*/ 1848 h 2623"/>
                <a:gd name="T24" fmla="*/ 1626 w 3614"/>
                <a:gd name="T25" fmla="*/ 1760 h 2623"/>
                <a:gd name="T26" fmla="*/ 1568 w 3614"/>
                <a:gd name="T27" fmla="*/ 1627 h 2623"/>
                <a:gd name="T28" fmla="*/ 1483 w 3614"/>
                <a:gd name="T29" fmla="*/ 1587 h 2623"/>
                <a:gd name="T30" fmla="*/ 1376 w 3614"/>
                <a:gd name="T31" fmla="*/ 1648 h 2623"/>
                <a:gd name="T32" fmla="*/ 1411 w 3614"/>
                <a:gd name="T33" fmla="*/ 1802 h 2623"/>
                <a:gd name="T34" fmla="*/ 1538 w 3614"/>
                <a:gd name="T35" fmla="*/ 1950 h 2623"/>
                <a:gd name="T36" fmla="*/ 1720 w 3614"/>
                <a:gd name="T37" fmla="*/ 2071 h 2623"/>
                <a:gd name="T38" fmla="*/ 1780 w 3614"/>
                <a:gd name="T39" fmla="*/ 2149 h 2623"/>
                <a:gd name="T40" fmla="*/ 1903 w 3614"/>
                <a:gd name="T41" fmla="*/ 2128 h 2623"/>
                <a:gd name="T42" fmla="*/ 1975 w 3614"/>
                <a:gd name="T43" fmla="*/ 2011 h 2623"/>
                <a:gd name="T44" fmla="*/ 2170 w 3614"/>
                <a:gd name="T45" fmla="*/ 1896 h 2623"/>
                <a:gd name="T46" fmla="*/ 2275 w 3614"/>
                <a:gd name="T47" fmla="*/ 1695 h 2623"/>
                <a:gd name="T48" fmla="*/ 2256 w 3614"/>
                <a:gd name="T49" fmla="*/ 1446 h 2623"/>
                <a:gd name="T50" fmla="*/ 2150 w 3614"/>
                <a:gd name="T51" fmla="*/ 1301 h 2623"/>
                <a:gd name="T52" fmla="*/ 1968 w 3614"/>
                <a:gd name="T53" fmla="*/ 1212 h 2623"/>
                <a:gd name="T54" fmla="*/ 1778 w 3614"/>
                <a:gd name="T55" fmla="*/ 1169 h 2623"/>
                <a:gd name="T56" fmla="*/ 1631 w 3614"/>
                <a:gd name="T57" fmla="*/ 1083 h 2623"/>
                <a:gd name="T58" fmla="*/ 1588 w 3614"/>
                <a:gd name="T59" fmla="*/ 953 h 2623"/>
                <a:gd name="T60" fmla="*/ 1639 w 3614"/>
                <a:gd name="T61" fmla="*/ 816 h 2623"/>
                <a:gd name="T62" fmla="*/ 1786 w 3614"/>
                <a:gd name="T63" fmla="*/ 743 h 2623"/>
                <a:gd name="T64" fmla="*/ 1944 w 3614"/>
                <a:gd name="T65" fmla="*/ 772 h 2623"/>
                <a:gd name="T66" fmla="*/ 2030 w 3614"/>
                <a:gd name="T67" fmla="*/ 884 h 2623"/>
                <a:gd name="T68" fmla="*/ 2101 w 3614"/>
                <a:gd name="T69" fmla="*/ 939 h 2623"/>
                <a:gd name="T70" fmla="*/ 2215 w 3614"/>
                <a:gd name="T71" fmla="*/ 901 h 2623"/>
                <a:gd name="T72" fmla="*/ 2212 w 3614"/>
                <a:gd name="T73" fmla="*/ 786 h 2623"/>
                <a:gd name="T74" fmla="*/ 2083 w 3614"/>
                <a:gd name="T75" fmla="*/ 638 h 2623"/>
                <a:gd name="T76" fmla="*/ 1927 w 3614"/>
                <a:gd name="T77" fmla="*/ 509 h 2623"/>
                <a:gd name="T78" fmla="*/ 1867 w 3614"/>
                <a:gd name="T79" fmla="*/ 431 h 2623"/>
                <a:gd name="T80" fmla="*/ 2380 w 3614"/>
                <a:gd name="T81" fmla="*/ 59 h 2623"/>
                <a:gd name="T82" fmla="*/ 2801 w 3614"/>
                <a:gd name="T83" fmla="*/ 452 h 2623"/>
                <a:gd name="T84" fmla="*/ 3171 w 3614"/>
                <a:gd name="T85" fmla="*/ 952 h 2623"/>
                <a:gd name="T86" fmla="*/ 3455 w 3614"/>
                <a:gd name="T87" fmla="*/ 1490 h 2623"/>
                <a:gd name="T88" fmla="*/ 3589 w 3614"/>
                <a:gd name="T89" fmla="*/ 1965 h 2623"/>
                <a:gd name="T90" fmla="*/ 3611 w 3614"/>
                <a:gd name="T91" fmla="*/ 2335 h 2623"/>
                <a:gd name="T92" fmla="*/ 3517 w 3614"/>
                <a:gd name="T93" fmla="*/ 2525 h 2623"/>
                <a:gd name="T94" fmla="*/ 3326 w 3614"/>
                <a:gd name="T95" fmla="*/ 2619 h 2623"/>
                <a:gd name="T96" fmla="*/ 204 w 3614"/>
                <a:gd name="T97" fmla="*/ 2596 h 2623"/>
                <a:gd name="T98" fmla="*/ 45 w 3614"/>
                <a:gd name="T99" fmla="*/ 2458 h 2623"/>
                <a:gd name="T100" fmla="*/ 1 w 3614"/>
                <a:gd name="T101" fmla="*/ 2215 h 2623"/>
                <a:gd name="T102" fmla="*/ 61 w 3614"/>
                <a:gd name="T103" fmla="*/ 1780 h 2623"/>
                <a:gd name="T104" fmla="*/ 261 w 3614"/>
                <a:gd name="T105" fmla="*/ 1275 h 2623"/>
                <a:gd name="T106" fmla="*/ 583 w 3614"/>
                <a:gd name="T107" fmla="*/ 744 h 2623"/>
                <a:gd name="T108" fmla="*/ 977 w 3614"/>
                <a:gd name="T109" fmla="*/ 279 h 2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14" h="2623">
                  <a:moveTo>
                    <a:pt x="1801" y="428"/>
                  </a:moveTo>
                  <a:lnTo>
                    <a:pt x="1780" y="431"/>
                  </a:lnTo>
                  <a:lnTo>
                    <a:pt x="1761" y="439"/>
                  </a:lnTo>
                  <a:lnTo>
                    <a:pt x="1744" y="452"/>
                  </a:lnTo>
                  <a:lnTo>
                    <a:pt x="1731" y="469"/>
                  </a:lnTo>
                  <a:lnTo>
                    <a:pt x="1723" y="487"/>
                  </a:lnTo>
                  <a:lnTo>
                    <a:pt x="1720" y="509"/>
                  </a:lnTo>
                  <a:lnTo>
                    <a:pt x="1720" y="576"/>
                  </a:lnTo>
                  <a:lnTo>
                    <a:pt x="1674" y="587"/>
                  </a:lnTo>
                  <a:lnTo>
                    <a:pt x="1630" y="601"/>
                  </a:lnTo>
                  <a:lnTo>
                    <a:pt x="1590" y="619"/>
                  </a:lnTo>
                  <a:lnTo>
                    <a:pt x="1552" y="641"/>
                  </a:lnTo>
                  <a:lnTo>
                    <a:pt x="1520" y="666"/>
                  </a:lnTo>
                  <a:lnTo>
                    <a:pt x="1486" y="700"/>
                  </a:lnTo>
                  <a:lnTo>
                    <a:pt x="1456" y="738"/>
                  </a:lnTo>
                  <a:lnTo>
                    <a:pt x="1433" y="777"/>
                  </a:lnTo>
                  <a:lnTo>
                    <a:pt x="1413" y="820"/>
                  </a:lnTo>
                  <a:lnTo>
                    <a:pt x="1400" y="866"/>
                  </a:lnTo>
                  <a:lnTo>
                    <a:pt x="1392" y="915"/>
                  </a:lnTo>
                  <a:lnTo>
                    <a:pt x="1390" y="965"/>
                  </a:lnTo>
                  <a:lnTo>
                    <a:pt x="1392" y="1016"/>
                  </a:lnTo>
                  <a:lnTo>
                    <a:pt x="1401" y="1063"/>
                  </a:lnTo>
                  <a:lnTo>
                    <a:pt x="1414" y="1108"/>
                  </a:lnTo>
                  <a:lnTo>
                    <a:pt x="1434" y="1151"/>
                  </a:lnTo>
                  <a:lnTo>
                    <a:pt x="1454" y="1181"/>
                  </a:lnTo>
                  <a:lnTo>
                    <a:pt x="1477" y="1210"/>
                  </a:lnTo>
                  <a:lnTo>
                    <a:pt x="1502" y="1236"/>
                  </a:lnTo>
                  <a:lnTo>
                    <a:pt x="1531" y="1259"/>
                  </a:lnTo>
                  <a:lnTo>
                    <a:pt x="1562" y="1279"/>
                  </a:lnTo>
                  <a:lnTo>
                    <a:pt x="1614" y="1306"/>
                  </a:lnTo>
                  <a:lnTo>
                    <a:pt x="1666" y="1325"/>
                  </a:lnTo>
                  <a:lnTo>
                    <a:pt x="1719" y="1343"/>
                  </a:lnTo>
                  <a:lnTo>
                    <a:pt x="1773" y="1357"/>
                  </a:lnTo>
                  <a:lnTo>
                    <a:pt x="1829" y="1370"/>
                  </a:lnTo>
                  <a:lnTo>
                    <a:pt x="1862" y="1379"/>
                  </a:lnTo>
                  <a:lnTo>
                    <a:pt x="1896" y="1388"/>
                  </a:lnTo>
                  <a:lnTo>
                    <a:pt x="1929" y="1400"/>
                  </a:lnTo>
                  <a:lnTo>
                    <a:pt x="1960" y="1414"/>
                  </a:lnTo>
                  <a:lnTo>
                    <a:pt x="1990" y="1431"/>
                  </a:lnTo>
                  <a:lnTo>
                    <a:pt x="2016" y="1451"/>
                  </a:lnTo>
                  <a:lnTo>
                    <a:pt x="2040" y="1475"/>
                  </a:lnTo>
                  <a:lnTo>
                    <a:pt x="2055" y="1496"/>
                  </a:lnTo>
                  <a:lnTo>
                    <a:pt x="2066" y="1520"/>
                  </a:lnTo>
                  <a:lnTo>
                    <a:pt x="2074" y="1547"/>
                  </a:lnTo>
                  <a:lnTo>
                    <a:pt x="2079" y="1577"/>
                  </a:lnTo>
                  <a:lnTo>
                    <a:pt x="2081" y="1609"/>
                  </a:lnTo>
                  <a:lnTo>
                    <a:pt x="2079" y="1647"/>
                  </a:lnTo>
                  <a:lnTo>
                    <a:pt x="2071" y="1683"/>
                  </a:lnTo>
                  <a:lnTo>
                    <a:pt x="2060" y="1716"/>
                  </a:lnTo>
                  <a:lnTo>
                    <a:pt x="2044" y="1747"/>
                  </a:lnTo>
                  <a:lnTo>
                    <a:pt x="2023" y="1775"/>
                  </a:lnTo>
                  <a:lnTo>
                    <a:pt x="1999" y="1799"/>
                  </a:lnTo>
                  <a:lnTo>
                    <a:pt x="1971" y="1818"/>
                  </a:lnTo>
                  <a:lnTo>
                    <a:pt x="1941" y="1834"/>
                  </a:lnTo>
                  <a:lnTo>
                    <a:pt x="1909" y="1846"/>
                  </a:lnTo>
                  <a:lnTo>
                    <a:pt x="1874" y="1854"/>
                  </a:lnTo>
                  <a:lnTo>
                    <a:pt x="1853" y="1856"/>
                  </a:lnTo>
                  <a:lnTo>
                    <a:pt x="1832" y="1857"/>
                  </a:lnTo>
                  <a:lnTo>
                    <a:pt x="1797" y="1855"/>
                  </a:lnTo>
                  <a:lnTo>
                    <a:pt x="1763" y="1848"/>
                  </a:lnTo>
                  <a:lnTo>
                    <a:pt x="1731" y="1838"/>
                  </a:lnTo>
                  <a:lnTo>
                    <a:pt x="1700" y="1824"/>
                  </a:lnTo>
                  <a:lnTo>
                    <a:pt x="1673" y="1806"/>
                  </a:lnTo>
                  <a:lnTo>
                    <a:pt x="1648" y="1784"/>
                  </a:lnTo>
                  <a:lnTo>
                    <a:pt x="1626" y="1760"/>
                  </a:lnTo>
                  <a:lnTo>
                    <a:pt x="1611" y="1738"/>
                  </a:lnTo>
                  <a:lnTo>
                    <a:pt x="1597" y="1712"/>
                  </a:lnTo>
                  <a:lnTo>
                    <a:pt x="1586" y="1682"/>
                  </a:lnTo>
                  <a:lnTo>
                    <a:pt x="1575" y="1647"/>
                  </a:lnTo>
                  <a:lnTo>
                    <a:pt x="1568" y="1627"/>
                  </a:lnTo>
                  <a:lnTo>
                    <a:pt x="1557" y="1612"/>
                  </a:lnTo>
                  <a:lnTo>
                    <a:pt x="1541" y="1599"/>
                  </a:lnTo>
                  <a:lnTo>
                    <a:pt x="1524" y="1590"/>
                  </a:lnTo>
                  <a:lnTo>
                    <a:pt x="1504" y="1586"/>
                  </a:lnTo>
                  <a:lnTo>
                    <a:pt x="1483" y="1587"/>
                  </a:lnTo>
                  <a:lnTo>
                    <a:pt x="1438" y="1594"/>
                  </a:lnTo>
                  <a:lnTo>
                    <a:pt x="1418" y="1601"/>
                  </a:lnTo>
                  <a:lnTo>
                    <a:pt x="1399" y="1613"/>
                  </a:lnTo>
                  <a:lnTo>
                    <a:pt x="1386" y="1630"/>
                  </a:lnTo>
                  <a:lnTo>
                    <a:pt x="1376" y="1648"/>
                  </a:lnTo>
                  <a:lnTo>
                    <a:pt x="1372" y="1669"/>
                  </a:lnTo>
                  <a:lnTo>
                    <a:pt x="1373" y="1691"/>
                  </a:lnTo>
                  <a:lnTo>
                    <a:pt x="1384" y="1731"/>
                  </a:lnTo>
                  <a:lnTo>
                    <a:pt x="1396" y="1767"/>
                  </a:lnTo>
                  <a:lnTo>
                    <a:pt x="1411" y="1802"/>
                  </a:lnTo>
                  <a:lnTo>
                    <a:pt x="1430" y="1834"/>
                  </a:lnTo>
                  <a:lnTo>
                    <a:pt x="1454" y="1869"/>
                  </a:lnTo>
                  <a:lnTo>
                    <a:pt x="1480" y="1900"/>
                  </a:lnTo>
                  <a:lnTo>
                    <a:pt x="1509" y="1927"/>
                  </a:lnTo>
                  <a:lnTo>
                    <a:pt x="1538" y="1950"/>
                  </a:lnTo>
                  <a:lnTo>
                    <a:pt x="1570" y="1969"/>
                  </a:lnTo>
                  <a:lnTo>
                    <a:pt x="1617" y="1990"/>
                  </a:lnTo>
                  <a:lnTo>
                    <a:pt x="1668" y="2007"/>
                  </a:lnTo>
                  <a:lnTo>
                    <a:pt x="1720" y="2019"/>
                  </a:lnTo>
                  <a:lnTo>
                    <a:pt x="1720" y="2071"/>
                  </a:lnTo>
                  <a:lnTo>
                    <a:pt x="1723" y="2093"/>
                  </a:lnTo>
                  <a:lnTo>
                    <a:pt x="1731" y="2112"/>
                  </a:lnTo>
                  <a:lnTo>
                    <a:pt x="1744" y="2128"/>
                  </a:lnTo>
                  <a:lnTo>
                    <a:pt x="1761" y="2141"/>
                  </a:lnTo>
                  <a:lnTo>
                    <a:pt x="1780" y="2149"/>
                  </a:lnTo>
                  <a:lnTo>
                    <a:pt x="1801" y="2152"/>
                  </a:lnTo>
                  <a:lnTo>
                    <a:pt x="1846" y="2152"/>
                  </a:lnTo>
                  <a:lnTo>
                    <a:pt x="1867" y="2149"/>
                  </a:lnTo>
                  <a:lnTo>
                    <a:pt x="1887" y="2141"/>
                  </a:lnTo>
                  <a:lnTo>
                    <a:pt x="1903" y="2128"/>
                  </a:lnTo>
                  <a:lnTo>
                    <a:pt x="1915" y="2112"/>
                  </a:lnTo>
                  <a:lnTo>
                    <a:pt x="1924" y="2093"/>
                  </a:lnTo>
                  <a:lnTo>
                    <a:pt x="1927" y="2071"/>
                  </a:lnTo>
                  <a:lnTo>
                    <a:pt x="1927" y="2022"/>
                  </a:lnTo>
                  <a:lnTo>
                    <a:pt x="1975" y="2011"/>
                  </a:lnTo>
                  <a:lnTo>
                    <a:pt x="2020" y="1996"/>
                  </a:lnTo>
                  <a:lnTo>
                    <a:pt x="2061" y="1977"/>
                  </a:lnTo>
                  <a:lnTo>
                    <a:pt x="2101" y="1954"/>
                  </a:lnTo>
                  <a:lnTo>
                    <a:pt x="2137" y="1927"/>
                  </a:lnTo>
                  <a:lnTo>
                    <a:pt x="2170" y="1896"/>
                  </a:lnTo>
                  <a:lnTo>
                    <a:pt x="2200" y="1861"/>
                  </a:lnTo>
                  <a:lnTo>
                    <a:pt x="2226" y="1823"/>
                  </a:lnTo>
                  <a:lnTo>
                    <a:pt x="2246" y="1782"/>
                  </a:lnTo>
                  <a:lnTo>
                    <a:pt x="2263" y="1740"/>
                  </a:lnTo>
                  <a:lnTo>
                    <a:pt x="2275" y="1695"/>
                  </a:lnTo>
                  <a:lnTo>
                    <a:pt x="2282" y="1647"/>
                  </a:lnTo>
                  <a:lnTo>
                    <a:pt x="2284" y="1598"/>
                  </a:lnTo>
                  <a:lnTo>
                    <a:pt x="2280" y="1545"/>
                  </a:lnTo>
                  <a:lnTo>
                    <a:pt x="2272" y="1494"/>
                  </a:lnTo>
                  <a:lnTo>
                    <a:pt x="2256" y="1446"/>
                  </a:lnTo>
                  <a:lnTo>
                    <a:pt x="2241" y="1412"/>
                  </a:lnTo>
                  <a:lnTo>
                    <a:pt x="2222" y="1381"/>
                  </a:lnTo>
                  <a:lnTo>
                    <a:pt x="2201" y="1352"/>
                  </a:lnTo>
                  <a:lnTo>
                    <a:pt x="2177" y="1325"/>
                  </a:lnTo>
                  <a:lnTo>
                    <a:pt x="2150" y="1301"/>
                  </a:lnTo>
                  <a:lnTo>
                    <a:pt x="2119" y="1278"/>
                  </a:lnTo>
                  <a:lnTo>
                    <a:pt x="2085" y="1257"/>
                  </a:lnTo>
                  <a:lnTo>
                    <a:pt x="2047" y="1239"/>
                  </a:lnTo>
                  <a:lnTo>
                    <a:pt x="2009" y="1224"/>
                  </a:lnTo>
                  <a:lnTo>
                    <a:pt x="1968" y="1212"/>
                  </a:lnTo>
                  <a:lnTo>
                    <a:pt x="1926" y="1202"/>
                  </a:lnTo>
                  <a:lnTo>
                    <a:pt x="1885" y="1195"/>
                  </a:lnTo>
                  <a:lnTo>
                    <a:pt x="1848" y="1187"/>
                  </a:lnTo>
                  <a:lnTo>
                    <a:pt x="1813" y="1179"/>
                  </a:lnTo>
                  <a:lnTo>
                    <a:pt x="1778" y="1169"/>
                  </a:lnTo>
                  <a:lnTo>
                    <a:pt x="1744" y="1158"/>
                  </a:lnTo>
                  <a:lnTo>
                    <a:pt x="1713" y="1144"/>
                  </a:lnTo>
                  <a:lnTo>
                    <a:pt x="1683" y="1128"/>
                  </a:lnTo>
                  <a:lnTo>
                    <a:pt x="1656" y="1108"/>
                  </a:lnTo>
                  <a:lnTo>
                    <a:pt x="1631" y="1083"/>
                  </a:lnTo>
                  <a:lnTo>
                    <a:pt x="1616" y="1061"/>
                  </a:lnTo>
                  <a:lnTo>
                    <a:pt x="1604" y="1036"/>
                  </a:lnTo>
                  <a:lnTo>
                    <a:pt x="1595" y="1011"/>
                  </a:lnTo>
                  <a:lnTo>
                    <a:pt x="1590" y="983"/>
                  </a:lnTo>
                  <a:lnTo>
                    <a:pt x="1588" y="953"/>
                  </a:lnTo>
                  <a:lnTo>
                    <a:pt x="1590" y="922"/>
                  </a:lnTo>
                  <a:lnTo>
                    <a:pt x="1596" y="893"/>
                  </a:lnTo>
                  <a:lnTo>
                    <a:pt x="1606" y="865"/>
                  </a:lnTo>
                  <a:lnTo>
                    <a:pt x="1620" y="840"/>
                  </a:lnTo>
                  <a:lnTo>
                    <a:pt x="1639" y="816"/>
                  </a:lnTo>
                  <a:lnTo>
                    <a:pt x="1662" y="794"/>
                  </a:lnTo>
                  <a:lnTo>
                    <a:pt x="1689" y="775"/>
                  </a:lnTo>
                  <a:lnTo>
                    <a:pt x="1719" y="761"/>
                  </a:lnTo>
                  <a:lnTo>
                    <a:pt x="1752" y="750"/>
                  </a:lnTo>
                  <a:lnTo>
                    <a:pt x="1786" y="743"/>
                  </a:lnTo>
                  <a:lnTo>
                    <a:pt x="1822" y="741"/>
                  </a:lnTo>
                  <a:lnTo>
                    <a:pt x="1855" y="742"/>
                  </a:lnTo>
                  <a:lnTo>
                    <a:pt x="1887" y="749"/>
                  </a:lnTo>
                  <a:lnTo>
                    <a:pt x="1916" y="759"/>
                  </a:lnTo>
                  <a:lnTo>
                    <a:pt x="1944" y="772"/>
                  </a:lnTo>
                  <a:lnTo>
                    <a:pt x="1968" y="788"/>
                  </a:lnTo>
                  <a:lnTo>
                    <a:pt x="1990" y="809"/>
                  </a:lnTo>
                  <a:lnTo>
                    <a:pt x="2005" y="830"/>
                  </a:lnTo>
                  <a:lnTo>
                    <a:pt x="2020" y="855"/>
                  </a:lnTo>
                  <a:lnTo>
                    <a:pt x="2030" y="884"/>
                  </a:lnTo>
                  <a:lnTo>
                    <a:pt x="2039" y="901"/>
                  </a:lnTo>
                  <a:lnTo>
                    <a:pt x="2050" y="916"/>
                  </a:lnTo>
                  <a:lnTo>
                    <a:pt x="2066" y="927"/>
                  </a:lnTo>
                  <a:lnTo>
                    <a:pt x="2082" y="934"/>
                  </a:lnTo>
                  <a:lnTo>
                    <a:pt x="2101" y="939"/>
                  </a:lnTo>
                  <a:lnTo>
                    <a:pt x="2119" y="938"/>
                  </a:lnTo>
                  <a:lnTo>
                    <a:pt x="2163" y="932"/>
                  </a:lnTo>
                  <a:lnTo>
                    <a:pt x="2183" y="925"/>
                  </a:lnTo>
                  <a:lnTo>
                    <a:pt x="2200" y="916"/>
                  </a:lnTo>
                  <a:lnTo>
                    <a:pt x="2215" y="901"/>
                  </a:lnTo>
                  <a:lnTo>
                    <a:pt x="2226" y="884"/>
                  </a:lnTo>
                  <a:lnTo>
                    <a:pt x="2231" y="865"/>
                  </a:lnTo>
                  <a:lnTo>
                    <a:pt x="2232" y="844"/>
                  </a:lnTo>
                  <a:lnTo>
                    <a:pt x="2228" y="824"/>
                  </a:lnTo>
                  <a:lnTo>
                    <a:pt x="2212" y="786"/>
                  </a:lnTo>
                  <a:lnTo>
                    <a:pt x="2193" y="751"/>
                  </a:lnTo>
                  <a:lnTo>
                    <a:pt x="2170" y="718"/>
                  </a:lnTo>
                  <a:lnTo>
                    <a:pt x="2143" y="688"/>
                  </a:lnTo>
                  <a:lnTo>
                    <a:pt x="2115" y="661"/>
                  </a:lnTo>
                  <a:lnTo>
                    <a:pt x="2083" y="638"/>
                  </a:lnTo>
                  <a:lnTo>
                    <a:pt x="2048" y="618"/>
                  </a:lnTo>
                  <a:lnTo>
                    <a:pt x="2011" y="600"/>
                  </a:lnTo>
                  <a:lnTo>
                    <a:pt x="1970" y="587"/>
                  </a:lnTo>
                  <a:lnTo>
                    <a:pt x="1927" y="577"/>
                  </a:lnTo>
                  <a:lnTo>
                    <a:pt x="1927" y="509"/>
                  </a:lnTo>
                  <a:lnTo>
                    <a:pt x="1924" y="488"/>
                  </a:lnTo>
                  <a:lnTo>
                    <a:pt x="1916" y="469"/>
                  </a:lnTo>
                  <a:lnTo>
                    <a:pt x="1903" y="452"/>
                  </a:lnTo>
                  <a:lnTo>
                    <a:pt x="1887" y="439"/>
                  </a:lnTo>
                  <a:lnTo>
                    <a:pt x="1867" y="431"/>
                  </a:lnTo>
                  <a:lnTo>
                    <a:pt x="1846" y="428"/>
                  </a:lnTo>
                  <a:lnTo>
                    <a:pt x="1801" y="428"/>
                  </a:lnTo>
                  <a:close/>
                  <a:moveTo>
                    <a:pt x="1321" y="0"/>
                  </a:moveTo>
                  <a:lnTo>
                    <a:pt x="2292" y="0"/>
                  </a:lnTo>
                  <a:lnTo>
                    <a:pt x="2380" y="59"/>
                  </a:lnTo>
                  <a:lnTo>
                    <a:pt x="2467" y="126"/>
                  </a:lnTo>
                  <a:lnTo>
                    <a:pt x="2553" y="199"/>
                  </a:lnTo>
                  <a:lnTo>
                    <a:pt x="2638" y="279"/>
                  </a:lnTo>
                  <a:lnTo>
                    <a:pt x="2720" y="363"/>
                  </a:lnTo>
                  <a:lnTo>
                    <a:pt x="2801" y="452"/>
                  </a:lnTo>
                  <a:lnTo>
                    <a:pt x="2880" y="547"/>
                  </a:lnTo>
                  <a:lnTo>
                    <a:pt x="2957" y="643"/>
                  </a:lnTo>
                  <a:lnTo>
                    <a:pt x="3031" y="744"/>
                  </a:lnTo>
                  <a:lnTo>
                    <a:pt x="3103" y="848"/>
                  </a:lnTo>
                  <a:lnTo>
                    <a:pt x="3171" y="952"/>
                  </a:lnTo>
                  <a:lnTo>
                    <a:pt x="3235" y="1059"/>
                  </a:lnTo>
                  <a:lnTo>
                    <a:pt x="3296" y="1167"/>
                  </a:lnTo>
                  <a:lnTo>
                    <a:pt x="3354" y="1275"/>
                  </a:lnTo>
                  <a:lnTo>
                    <a:pt x="3406" y="1382"/>
                  </a:lnTo>
                  <a:lnTo>
                    <a:pt x="3455" y="1490"/>
                  </a:lnTo>
                  <a:lnTo>
                    <a:pt x="3494" y="1588"/>
                  </a:lnTo>
                  <a:lnTo>
                    <a:pt x="3526" y="1684"/>
                  </a:lnTo>
                  <a:lnTo>
                    <a:pt x="3552" y="1780"/>
                  </a:lnTo>
                  <a:lnTo>
                    <a:pt x="3573" y="1873"/>
                  </a:lnTo>
                  <a:lnTo>
                    <a:pt x="3589" y="1965"/>
                  </a:lnTo>
                  <a:lnTo>
                    <a:pt x="3600" y="2052"/>
                  </a:lnTo>
                  <a:lnTo>
                    <a:pt x="3608" y="2136"/>
                  </a:lnTo>
                  <a:lnTo>
                    <a:pt x="3613" y="2215"/>
                  </a:lnTo>
                  <a:lnTo>
                    <a:pt x="3614" y="2289"/>
                  </a:lnTo>
                  <a:lnTo>
                    <a:pt x="3611" y="2335"/>
                  </a:lnTo>
                  <a:lnTo>
                    <a:pt x="3603" y="2378"/>
                  </a:lnTo>
                  <a:lnTo>
                    <a:pt x="3588" y="2419"/>
                  </a:lnTo>
                  <a:lnTo>
                    <a:pt x="3569" y="2458"/>
                  </a:lnTo>
                  <a:lnTo>
                    <a:pt x="3545" y="2493"/>
                  </a:lnTo>
                  <a:lnTo>
                    <a:pt x="3517" y="2525"/>
                  </a:lnTo>
                  <a:lnTo>
                    <a:pt x="3484" y="2553"/>
                  </a:lnTo>
                  <a:lnTo>
                    <a:pt x="3449" y="2577"/>
                  </a:lnTo>
                  <a:lnTo>
                    <a:pt x="3411" y="2596"/>
                  </a:lnTo>
                  <a:lnTo>
                    <a:pt x="3369" y="2610"/>
                  </a:lnTo>
                  <a:lnTo>
                    <a:pt x="3326" y="2619"/>
                  </a:lnTo>
                  <a:lnTo>
                    <a:pt x="3280" y="2623"/>
                  </a:lnTo>
                  <a:lnTo>
                    <a:pt x="333" y="2623"/>
                  </a:lnTo>
                  <a:lnTo>
                    <a:pt x="288" y="2619"/>
                  </a:lnTo>
                  <a:lnTo>
                    <a:pt x="244" y="2610"/>
                  </a:lnTo>
                  <a:lnTo>
                    <a:pt x="204" y="2596"/>
                  </a:lnTo>
                  <a:lnTo>
                    <a:pt x="164" y="2577"/>
                  </a:lnTo>
                  <a:lnTo>
                    <a:pt x="129" y="2553"/>
                  </a:lnTo>
                  <a:lnTo>
                    <a:pt x="98" y="2525"/>
                  </a:lnTo>
                  <a:lnTo>
                    <a:pt x="69" y="2493"/>
                  </a:lnTo>
                  <a:lnTo>
                    <a:pt x="45" y="2458"/>
                  </a:lnTo>
                  <a:lnTo>
                    <a:pt x="26" y="2419"/>
                  </a:lnTo>
                  <a:lnTo>
                    <a:pt x="12" y="2378"/>
                  </a:lnTo>
                  <a:lnTo>
                    <a:pt x="3" y="2335"/>
                  </a:lnTo>
                  <a:lnTo>
                    <a:pt x="0" y="2289"/>
                  </a:lnTo>
                  <a:lnTo>
                    <a:pt x="1" y="2215"/>
                  </a:lnTo>
                  <a:lnTo>
                    <a:pt x="5" y="2136"/>
                  </a:lnTo>
                  <a:lnTo>
                    <a:pt x="13" y="2052"/>
                  </a:lnTo>
                  <a:lnTo>
                    <a:pt x="25" y="1965"/>
                  </a:lnTo>
                  <a:lnTo>
                    <a:pt x="41" y="1873"/>
                  </a:lnTo>
                  <a:lnTo>
                    <a:pt x="61" y="1780"/>
                  </a:lnTo>
                  <a:lnTo>
                    <a:pt x="88" y="1684"/>
                  </a:lnTo>
                  <a:lnTo>
                    <a:pt x="121" y="1588"/>
                  </a:lnTo>
                  <a:lnTo>
                    <a:pt x="159" y="1490"/>
                  </a:lnTo>
                  <a:lnTo>
                    <a:pt x="208" y="1382"/>
                  </a:lnTo>
                  <a:lnTo>
                    <a:pt x="261" y="1275"/>
                  </a:lnTo>
                  <a:lnTo>
                    <a:pt x="318" y="1167"/>
                  </a:lnTo>
                  <a:lnTo>
                    <a:pt x="379" y="1059"/>
                  </a:lnTo>
                  <a:lnTo>
                    <a:pt x="444" y="952"/>
                  </a:lnTo>
                  <a:lnTo>
                    <a:pt x="512" y="848"/>
                  </a:lnTo>
                  <a:lnTo>
                    <a:pt x="583" y="744"/>
                  </a:lnTo>
                  <a:lnTo>
                    <a:pt x="657" y="643"/>
                  </a:lnTo>
                  <a:lnTo>
                    <a:pt x="733" y="547"/>
                  </a:lnTo>
                  <a:lnTo>
                    <a:pt x="812" y="452"/>
                  </a:lnTo>
                  <a:lnTo>
                    <a:pt x="894" y="363"/>
                  </a:lnTo>
                  <a:lnTo>
                    <a:pt x="977" y="279"/>
                  </a:lnTo>
                  <a:lnTo>
                    <a:pt x="1061" y="199"/>
                  </a:lnTo>
                  <a:lnTo>
                    <a:pt x="1147" y="126"/>
                  </a:lnTo>
                  <a:lnTo>
                    <a:pt x="1233" y="59"/>
                  </a:lnTo>
                  <a:lnTo>
                    <a:pt x="1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97" name="Freeform 51">
              <a:extLst>
                <a:ext uri="{FF2B5EF4-FFF2-40B4-BE49-F238E27FC236}">
                  <a16:creationId xmlns:a16="http://schemas.microsoft.com/office/drawing/2014/main" id="{4ACD8BCF-D3D3-4565-B4F0-2EEE08EA9E9F}"/>
                </a:ext>
              </a:extLst>
            </p:cNvPr>
            <p:cNvSpPr>
              <a:spLocks/>
            </p:cNvSpPr>
            <p:nvPr/>
          </p:nvSpPr>
          <p:spPr bwMode="auto">
            <a:xfrm>
              <a:off x="4800600" y="4732338"/>
              <a:ext cx="276225" cy="115887"/>
            </a:xfrm>
            <a:custGeom>
              <a:avLst/>
              <a:gdLst>
                <a:gd name="T0" fmla="*/ 780 w 1563"/>
                <a:gd name="T1" fmla="*/ 0 h 657"/>
                <a:gd name="T2" fmla="*/ 782 w 1563"/>
                <a:gd name="T3" fmla="*/ 0 h 657"/>
                <a:gd name="T4" fmla="*/ 1417 w 1563"/>
                <a:gd name="T5" fmla="*/ 2 h 657"/>
                <a:gd name="T6" fmla="*/ 1448 w 1563"/>
                <a:gd name="T7" fmla="*/ 6 h 657"/>
                <a:gd name="T8" fmla="*/ 1475 w 1563"/>
                <a:gd name="T9" fmla="*/ 15 h 657"/>
                <a:gd name="T10" fmla="*/ 1501 w 1563"/>
                <a:gd name="T11" fmla="*/ 28 h 657"/>
                <a:gd name="T12" fmla="*/ 1521 w 1563"/>
                <a:gd name="T13" fmla="*/ 46 h 657"/>
                <a:gd name="T14" fmla="*/ 1539 w 1563"/>
                <a:gd name="T15" fmla="*/ 67 h 657"/>
                <a:gd name="T16" fmla="*/ 1551 w 1563"/>
                <a:gd name="T17" fmla="*/ 91 h 657"/>
                <a:gd name="T18" fmla="*/ 1560 w 1563"/>
                <a:gd name="T19" fmla="*/ 118 h 657"/>
                <a:gd name="T20" fmla="*/ 1563 w 1563"/>
                <a:gd name="T21" fmla="*/ 145 h 657"/>
                <a:gd name="T22" fmla="*/ 1561 w 1563"/>
                <a:gd name="T23" fmla="*/ 174 h 657"/>
                <a:gd name="T24" fmla="*/ 1552 w 1563"/>
                <a:gd name="T25" fmla="*/ 202 h 657"/>
                <a:gd name="T26" fmla="*/ 1538 w 1563"/>
                <a:gd name="T27" fmla="*/ 229 h 657"/>
                <a:gd name="T28" fmla="*/ 1254 w 1563"/>
                <a:gd name="T29" fmla="*/ 657 h 657"/>
                <a:gd name="T30" fmla="*/ 310 w 1563"/>
                <a:gd name="T31" fmla="*/ 657 h 657"/>
                <a:gd name="T32" fmla="*/ 25 w 1563"/>
                <a:gd name="T33" fmla="*/ 229 h 657"/>
                <a:gd name="T34" fmla="*/ 11 w 1563"/>
                <a:gd name="T35" fmla="*/ 202 h 657"/>
                <a:gd name="T36" fmla="*/ 2 w 1563"/>
                <a:gd name="T37" fmla="*/ 174 h 657"/>
                <a:gd name="T38" fmla="*/ 0 w 1563"/>
                <a:gd name="T39" fmla="*/ 145 h 657"/>
                <a:gd name="T40" fmla="*/ 3 w 1563"/>
                <a:gd name="T41" fmla="*/ 118 h 657"/>
                <a:gd name="T42" fmla="*/ 12 w 1563"/>
                <a:gd name="T43" fmla="*/ 91 h 657"/>
                <a:gd name="T44" fmla="*/ 25 w 1563"/>
                <a:gd name="T45" fmla="*/ 67 h 657"/>
                <a:gd name="T46" fmla="*/ 41 w 1563"/>
                <a:gd name="T47" fmla="*/ 46 h 657"/>
                <a:gd name="T48" fmla="*/ 63 w 1563"/>
                <a:gd name="T49" fmla="*/ 28 h 657"/>
                <a:gd name="T50" fmla="*/ 87 w 1563"/>
                <a:gd name="T51" fmla="*/ 15 h 657"/>
                <a:gd name="T52" fmla="*/ 115 w 1563"/>
                <a:gd name="T53" fmla="*/ 6 h 657"/>
                <a:gd name="T54" fmla="*/ 145 w 1563"/>
                <a:gd name="T55" fmla="*/ 2 h 657"/>
                <a:gd name="T56" fmla="*/ 780 w 1563"/>
                <a:gd name="T57"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3" h="657">
                  <a:moveTo>
                    <a:pt x="780" y="0"/>
                  </a:moveTo>
                  <a:lnTo>
                    <a:pt x="782" y="0"/>
                  </a:lnTo>
                  <a:lnTo>
                    <a:pt x="1417" y="2"/>
                  </a:lnTo>
                  <a:lnTo>
                    <a:pt x="1448" y="6"/>
                  </a:lnTo>
                  <a:lnTo>
                    <a:pt x="1475" y="15"/>
                  </a:lnTo>
                  <a:lnTo>
                    <a:pt x="1501" y="28"/>
                  </a:lnTo>
                  <a:lnTo>
                    <a:pt x="1521" y="46"/>
                  </a:lnTo>
                  <a:lnTo>
                    <a:pt x="1539" y="67"/>
                  </a:lnTo>
                  <a:lnTo>
                    <a:pt x="1551" y="91"/>
                  </a:lnTo>
                  <a:lnTo>
                    <a:pt x="1560" y="118"/>
                  </a:lnTo>
                  <a:lnTo>
                    <a:pt x="1563" y="145"/>
                  </a:lnTo>
                  <a:lnTo>
                    <a:pt x="1561" y="174"/>
                  </a:lnTo>
                  <a:lnTo>
                    <a:pt x="1552" y="202"/>
                  </a:lnTo>
                  <a:lnTo>
                    <a:pt x="1538" y="229"/>
                  </a:lnTo>
                  <a:lnTo>
                    <a:pt x="1254" y="657"/>
                  </a:lnTo>
                  <a:lnTo>
                    <a:pt x="310" y="657"/>
                  </a:lnTo>
                  <a:lnTo>
                    <a:pt x="25" y="229"/>
                  </a:lnTo>
                  <a:lnTo>
                    <a:pt x="11" y="202"/>
                  </a:lnTo>
                  <a:lnTo>
                    <a:pt x="2" y="174"/>
                  </a:lnTo>
                  <a:lnTo>
                    <a:pt x="0" y="145"/>
                  </a:lnTo>
                  <a:lnTo>
                    <a:pt x="3" y="118"/>
                  </a:lnTo>
                  <a:lnTo>
                    <a:pt x="12" y="91"/>
                  </a:lnTo>
                  <a:lnTo>
                    <a:pt x="25" y="67"/>
                  </a:lnTo>
                  <a:lnTo>
                    <a:pt x="41" y="46"/>
                  </a:lnTo>
                  <a:lnTo>
                    <a:pt x="63" y="28"/>
                  </a:lnTo>
                  <a:lnTo>
                    <a:pt x="87" y="15"/>
                  </a:lnTo>
                  <a:lnTo>
                    <a:pt x="115" y="6"/>
                  </a:lnTo>
                  <a:lnTo>
                    <a:pt x="145" y="2"/>
                  </a:lnTo>
                  <a:lnTo>
                    <a:pt x="7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grpSp>
        <p:nvGrpSpPr>
          <p:cNvPr id="98" name="Group 97">
            <a:extLst>
              <a:ext uri="{FF2B5EF4-FFF2-40B4-BE49-F238E27FC236}">
                <a16:creationId xmlns:a16="http://schemas.microsoft.com/office/drawing/2014/main" id="{F64FD112-1724-472C-82EF-957A5ADE8CDF}"/>
              </a:ext>
            </a:extLst>
          </p:cNvPr>
          <p:cNvGrpSpPr/>
          <p:nvPr/>
        </p:nvGrpSpPr>
        <p:grpSpPr>
          <a:xfrm>
            <a:off x="10645932" y="1727365"/>
            <a:ext cx="710285" cy="622107"/>
            <a:chOff x="5509038" y="2829908"/>
            <a:chExt cx="376386" cy="373901"/>
          </a:xfrm>
          <a:solidFill>
            <a:schemeClr val="bg1"/>
          </a:solidFill>
        </p:grpSpPr>
        <p:sp>
          <p:nvSpPr>
            <p:cNvPr id="99" name="Freeform 6">
              <a:extLst>
                <a:ext uri="{FF2B5EF4-FFF2-40B4-BE49-F238E27FC236}">
                  <a16:creationId xmlns:a16="http://schemas.microsoft.com/office/drawing/2014/main" id="{B1C9C8A1-6605-4D4E-9354-4714C032ACDE}"/>
                </a:ext>
              </a:extLst>
            </p:cNvPr>
            <p:cNvSpPr>
              <a:spLocks/>
            </p:cNvSpPr>
            <p:nvPr/>
          </p:nvSpPr>
          <p:spPr bwMode="auto">
            <a:xfrm>
              <a:off x="5509038" y="2887049"/>
              <a:ext cx="318002" cy="316760"/>
            </a:xfrm>
            <a:custGeom>
              <a:avLst/>
              <a:gdLst>
                <a:gd name="T0" fmla="*/ 910 w 2818"/>
                <a:gd name="T1" fmla="*/ 10 h 2801"/>
                <a:gd name="T2" fmla="*/ 1156 w 2818"/>
                <a:gd name="T3" fmla="*/ 65 h 2801"/>
                <a:gd name="T4" fmla="*/ 1408 w 2818"/>
                <a:gd name="T5" fmla="*/ 164 h 2801"/>
                <a:gd name="T6" fmla="*/ 1660 w 2818"/>
                <a:gd name="T7" fmla="*/ 305 h 2801"/>
                <a:gd name="T8" fmla="*/ 1667 w 2818"/>
                <a:gd name="T9" fmla="*/ 440 h 2801"/>
                <a:gd name="T10" fmla="*/ 1530 w 2818"/>
                <a:gd name="T11" fmla="*/ 624 h 2801"/>
                <a:gd name="T12" fmla="*/ 1309 w 2818"/>
                <a:gd name="T13" fmla="*/ 493 h 2801"/>
                <a:gd name="T14" fmla="*/ 1092 w 2818"/>
                <a:gd name="T15" fmla="*/ 400 h 2801"/>
                <a:gd name="T16" fmla="*/ 884 w 2818"/>
                <a:gd name="T17" fmla="*/ 348 h 2801"/>
                <a:gd name="T18" fmla="*/ 697 w 2818"/>
                <a:gd name="T19" fmla="*/ 340 h 2801"/>
                <a:gd name="T20" fmla="*/ 554 w 2818"/>
                <a:gd name="T21" fmla="*/ 372 h 2801"/>
                <a:gd name="T22" fmla="*/ 445 w 2818"/>
                <a:gd name="T23" fmla="*/ 444 h 2801"/>
                <a:gd name="T24" fmla="*/ 377 w 2818"/>
                <a:gd name="T25" fmla="*/ 547 h 2801"/>
                <a:gd name="T26" fmla="*/ 344 w 2818"/>
                <a:gd name="T27" fmla="*/ 684 h 2801"/>
                <a:gd name="T28" fmla="*/ 348 w 2818"/>
                <a:gd name="T29" fmla="*/ 849 h 2801"/>
                <a:gd name="T30" fmla="*/ 388 w 2818"/>
                <a:gd name="T31" fmla="*/ 1035 h 2801"/>
                <a:gd name="T32" fmla="*/ 465 w 2818"/>
                <a:gd name="T33" fmla="*/ 1236 h 2801"/>
                <a:gd name="T34" fmla="*/ 580 w 2818"/>
                <a:gd name="T35" fmla="*/ 1449 h 2801"/>
                <a:gd name="T36" fmla="*/ 734 w 2818"/>
                <a:gd name="T37" fmla="*/ 1665 h 2801"/>
                <a:gd name="T38" fmla="*/ 927 w 2818"/>
                <a:gd name="T39" fmla="*/ 1879 h 2801"/>
                <a:gd name="T40" fmla="*/ 1138 w 2818"/>
                <a:gd name="T41" fmla="*/ 2066 h 2801"/>
                <a:gd name="T42" fmla="*/ 1357 w 2818"/>
                <a:gd name="T43" fmla="*/ 2222 h 2801"/>
                <a:gd name="T44" fmla="*/ 1578 w 2818"/>
                <a:gd name="T45" fmla="*/ 2342 h 2801"/>
                <a:gd name="T46" fmla="*/ 1795 w 2818"/>
                <a:gd name="T47" fmla="*/ 2422 h 2801"/>
                <a:gd name="T48" fmla="*/ 2000 w 2818"/>
                <a:gd name="T49" fmla="*/ 2461 h 2801"/>
                <a:gd name="T50" fmla="*/ 2171 w 2818"/>
                <a:gd name="T51" fmla="*/ 2454 h 2801"/>
                <a:gd name="T52" fmla="*/ 2303 w 2818"/>
                <a:gd name="T53" fmla="*/ 2409 h 2801"/>
                <a:gd name="T54" fmla="*/ 2399 w 2818"/>
                <a:gd name="T55" fmla="*/ 2326 h 2801"/>
                <a:gd name="T56" fmla="*/ 2455 w 2818"/>
                <a:gd name="T57" fmla="*/ 2214 h 2801"/>
                <a:gd name="T58" fmla="*/ 2477 w 2818"/>
                <a:gd name="T59" fmla="*/ 2073 h 2801"/>
                <a:gd name="T60" fmla="*/ 2465 w 2818"/>
                <a:gd name="T61" fmla="*/ 1906 h 2801"/>
                <a:gd name="T62" fmla="*/ 2410 w 2818"/>
                <a:gd name="T63" fmla="*/ 1701 h 2801"/>
                <a:gd name="T64" fmla="*/ 2294 w 2818"/>
                <a:gd name="T65" fmla="*/ 1449 h 2801"/>
                <a:gd name="T66" fmla="*/ 2252 w 2818"/>
                <a:gd name="T67" fmla="*/ 1241 h 2801"/>
                <a:gd name="T68" fmla="*/ 2436 w 2818"/>
                <a:gd name="T69" fmla="*/ 1087 h 2801"/>
                <a:gd name="T70" fmla="*/ 2568 w 2818"/>
                <a:gd name="T71" fmla="*/ 1244 h 2801"/>
                <a:gd name="T72" fmla="*/ 2701 w 2818"/>
                <a:gd name="T73" fmla="*/ 1513 h 2801"/>
                <a:gd name="T74" fmla="*/ 2785 w 2818"/>
                <a:gd name="T75" fmla="*/ 1772 h 2801"/>
                <a:gd name="T76" fmla="*/ 2817 w 2818"/>
                <a:gd name="T77" fmla="*/ 2001 h 2801"/>
                <a:gd name="T78" fmla="*/ 2807 w 2818"/>
                <a:gd name="T79" fmla="*/ 2209 h 2801"/>
                <a:gd name="T80" fmla="*/ 2751 w 2818"/>
                <a:gd name="T81" fmla="*/ 2393 h 2801"/>
                <a:gd name="T82" fmla="*/ 2654 w 2818"/>
                <a:gd name="T83" fmla="*/ 2550 h 2801"/>
                <a:gd name="T84" fmla="*/ 2525 w 2818"/>
                <a:gd name="T85" fmla="*/ 2669 h 2801"/>
                <a:gd name="T86" fmla="*/ 2371 w 2818"/>
                <a:gd name="T87" fmla="*/ 2749 h 2801"/>
                <a:gd name="T88" fmla="*/ 2194 w 2818"/>
                <a:gd name="T89" fmla="*/ 2792 h 2801"/>
                <a:gd name="T90" fmla="*/ 1982 w 2818"/>
                <a:gd name="T91" fmla="*/ 2799 h 2801"/>
                <a:gd name="T92" fmla="*/ 1727 w 2818"/>
                <a:gd name="T93" fmla="*/ 2755 h 2801"/>
                <a:gd name="T94" fmla="*/ 1464 w 2818"/>
                <a:gd name="T95" fmla="*/ 2661 h 2801"/>
                <a:gd name="T96" fmla="*/ 1198 w 2818"/>
                <a:gd name="T97" fmla="*/ 2522 h 2801"/>
                <a:gd name="T98" fmla="*/ 936 w 2818"/>
                <a:gd name="T99" fmla="*/ 2340 h 2801"/>
                <a:gd name="T100" fmla="*/ 686 w 2818"/>
                <a:gd name="T101" fmla="*/ 2118 h 2801"/>
                <a:gd name="T102" fmla="*/ 486 w 2818"/>
                <a:gd name="T103" fmla="*/ 1897 h 2801"/>
                <a:gd name="T104" fmla="*/ 317 w 2818"/>
                <a:gd name="T105" fmla="*/ 1669 h 2801"/>
                <a:gd name="T106" fmla="*/ 184 w 2818"/>
                <a:gd name="T107" fmla="*/ 1438 h 2801"/>
                <a:gd name="T108" fmla="*/ 86 w 2818"/>
                <a:gd name="T109" fmla="*/ 1209 h 2801"/>
                <a:gd name="T110" fmla="*/ 24 w 2818"/>
                <a:gd name="T111" fmla="*/ 987 h 2801"/>
                <a:gd name="T112" fmla="*/ 0 w 2818"/>
                <a:gd name="T113" fmla="*/ 776 h 2801"/>
                <a:gd name="T114" fmla="*/ 14 w 2818"/>
                <a:gd name="T115" fmla="*/ 579 h 2801"/>
                <a:gd name="T116" fmla="*/ 68 w 2818"/>
                <a:gd name="T117" fmla="*/ 401 h 2801"/>
                <a:gd name="T118" fmla="*/ 163 w 2818"/>
                <a:gd name="T119" fmla="*/ 249 h 2801"/>
                <a:gd name="T120" fmla="*/ 292 w 2818"/>
                <a:gd name="T121" fmla="*/ 132 h 2801"/>
                <a:gd name="T122" fmla="*/ 445 w 2818"/>
                <a:gd name="T123" fmla="*/ 52 h 2801"/>
                <a:gd name="T124" fmla="*/ 623 w 2818"/>
                <a:gd name="T125" fmla="*/ 8 h 2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18" h="2801">
                  <a:moveTo>
                    <a:pt x="753" y="0"/>
                  </a:moveTo>
                  <a:lnTo>
                    <a:pt x="830" y="2"/>
                  </a:lnTo>
                  <a:lnTo>
                    <a:pt x="910" y="10"/>
                  </a:lnTo>
                  <a:lnTo>
                    <a:pt x="991" y="24"/>
                  </a:lnTo>
                  <a:lnTo>
                    <a:pt x="1073" y="41"/>
                  </a:lnTo>
                  <a:lnTo>
                    <a:pt x="1156" y="65"/>
                  </a:lnTo>
                  <a:lnTo>
                    <a:pt x="1240" y="93"/>
                  </a:lnTo>
                  <a:lnTo>
                    <a:pt x="1323" y="127"/>
                  </a:lnTo>
                  <a:lnTo>
                    <a:pt x="1408" y="164"/>
                  </a:lnTo>
                  <a:lnTo>
                    <a:pt x="1492" y="207"/>
                  </a:lnTo>
                  <a:lnTo>
                    <a:pt x="1577" y="254"/>
                  </a:lnTo>
                  <a:lnTo>
                    <a:pt x="1660" y="305"/>
                  </a:lnTo>
                  <a:lnTo>
                    <a:pt x="1744" y="360"/>
                  </a:lnTo>
                  <a:lnTo>
                    <a:pt x="1724" y="379"/>
                  </a:lnTo>
                  <a:lnTo>
                    <a:pt x="1667" y="440"/>
                  </a:lnTo>
                  <a:lnTo>
                    <a:pt x="1615" y="500"/>
                  </a:lnTo>
                  <a:lnTo>
                    <a:pt x="1570" y="563"/>
                  </a:lnTo>
                  <a:lnTo>
                    <a:pt x="1530" y="624"/>
                  </a:lnTo>
                  <a:lnTo>
                    <a:pt x="1456" y="576"/>
                  </a:lnTo>
                  <a:lnTo>
                    <a:pt x="1383" y="532"/>
                  </a:lnTo>
                  <a:lnTo>
                    <a:pt x="1309" y="493"/>
                  </a:lnTo>
                  <a:lnTo>
                    <a:pt x="1236" y="457"/>
                  </a:lnTo>
                  <a:lnTo>
                    <a:pt x="1163" y="426"/>
                  </a:lnTo>
                  <a:lnTo>
                    <a:pt x="1092" y="400"/>
                  </a:lnTo>
                  <a:lnTo>
                    <a:pt x="1021" y="378"/>
                  </a:lnTo>
                  <a:lnTo>
                    <a:pt x="952" y="361"/>
                  </a:lnTo>
                  <a:lnTo>
                    <a:pt x="884" y="348"/>
                  </a:lnTo>
                  <a:lnTo>
                    <a:pt x="817" y="340"/>
                  </a:lnTo>
                  <a:lnTo>
                    <a:pt x="753" y="338"/>
                  </a:lnTo>
                  <a:lnTo>
                    <a:pt x="697" y="340"/>
                  </a:lnTo>
                  <a:lnTo>
                    <a:pt x="646" y="346"/>
                  </a:lnTo>
                  <a:lnTo>
                    <a:pt x="598" y="358"/>
                  </a:lnTo>
                  <a:lnTo>
                    <a:pt x="554" y="372"/>
                  </a:lnTo>
                  <a:lnTo>
                    <a:pt x="514" y="392"/>
                  </a:lnTo>
                  <a:lnTo>
                    <a:pt x="477" y="416"/>
                  </a:lnTo>
                  <a:lnTo>
                    <a:pt x="445" y="444"/>
                  </a:lnTo>
                  <a:lnTo>
                    <a:pt x="419" y="474"/>
                  </a:lnTo>
                  <a:lnTo>
                    <a:pt x="396" y="508"/>
                  </a:lnTo>
                  <a:lnTo>
                    <a:pt x="377" y="547"/>
                  </a:lnTo>
                  <a:lnTo>
                    <a:pt x="362" y="590"/>
                  </a:lnTo>
                  <a:lnTo>
                    <a:pt x="352" y="635"/>
                  </a:lnTo>
                  <a:lnTo>
                    <a:pt x="344" y="684"/>
                  </a:lnTo>
                  <a:lnTo>
                    <a:pt x="341" y="736"/>
                  </a:lnTo>
                  <a:lnTo>
                    <a:pt x="343" y="791"/>
                  </a:lnTo>
                  <a:lnTo>
                    <a:pt x="348" y="849"/>
                  </a:lnTo>
                  <a:lnTo>
                    <a:pt x="357" y="908"/>
                  </a:lnTo>
                  <a:lnTo>
                    <a:pt x="371" y="970"/>
                  </a:lnTo>
                  <a:lnTo>
                    <a:pt x="388" y="1035"/>
                  </a:lnTo>
                  <a:lnTo>
                    <a:pt x="409" y="1100"/>
                  </a:lnTo>
                  <a:lnTo>
                    <a:pt x="436" y="1168"/>
                  </a:lnTo>
                  <a:lnTo>
                    <a:pt x="465" y="1236"/>
                  </a:lnTo>
                  <a:lnTo>
                    <a:pt x="499" y="1306"/>
                  </a:lnTo>
                  <a:lnTo>
                    <a:pt x="538" y="1377"/>
                  </a:lnTo>
                  <a:lnTo>
                    <a:pt x="580" y="1449"/>
                  </a:lnTo>
                  <a:lnTo>
                    <a:pt x="627" y="1520"/>
                  </a:lnTo>
                  <a:lnTo>
                    <a:pt x="678" y="1592"/>
                  </a:lnTo>
                  <a:lnTo>
                    <a:pt x="734" y="1665"/>
                  </a:lnTo>
                  <a:lnTo>
                    <a:pt x="794" y="1737"/>
                  </a:lnTo>
                  <a:lnTo>
                    <a:pt x="859" y="1807"/>
                  </a:lnTo>
                  <a:lnTo>
                    <a:pt x="927" y="1879"/>
                  </a:lnTo>
                  <a:lnTo>
                    <a:pt x="996" y="1945"/>
                  </a:lnTo>
                  <a:lnTo>
                    <a:pt x="1066" y="2007"/>
                  </a:lnTo>
                  <a:lnTo>
                    <a:pt x="1138" y="2066"/>
                  </a:lnTo>
                  <a:lnTo>
                    <a:pt x="1210" y="2123"/>
                  </a:lnTo>
                  <a:lnTo>
                    <a:pt x="1284" y="2173"/>
                  </a:lnTo>
                  <a:lnTo>
                    <a:pt x="1357" y="2222"/>
                  </a:lnTo>
                  <a:lnTo>
                    <a:pt x="1431" y="2266"/>
                  </a:lnTo>
                  <a:lnTo>
                    <a:pt x="1504" y="2306"/>
                  </a:lnTo>
                  <a:lnTo>
                    <a:pt x="1578" y="2342"/>
                  </a:lnTo>
                  <a:lnTo>
                    <a:pt x="1651" y="2373"/>
                  </a:lnTo>
                  <a:lnTo>
                    <a:pt x="1723" y="2400"/>
                  </a:lnTo>
                  <a:lnTo>
                    <a:pt x="1795" y="2422"/>
                  </a:lnTo>
                  <a:lnTo>
                    <a:pt x="1865" y="2440"/>
                  </a:lnTo>
                  <a:lnTo>
                    <a:pt x="1933" y="2452"/>
                  </a:lnTo>
                  <a:lnTo>
                    <a:pt x="2000" y="2461"/>
                  </a:lnTo>
                  <a:lnTo>
                    <a:pt x="2065" y="2463"/>
                  </a:lnTo>
                  <a:lnTo>
                    <a:pt x="2119" y="2461"/>
                  </a:lnTo>
                  <a:lnTo>
                    <a:pt x="2171" y="2454"/>
                  </a:lnTo>
                  <a:lnTo>
                    <a:pt x="2220" y="2443"/>
                  </a:lnTo>
                  <a:lnTo>
                    <a:pt x="2264" y="2428"/>
                  </a:lnTo>
                  <a:lnTo>
                    <a:pt x="2303" y="2409"/>
                  </a:lnTo>
                  <a:lnTo>
                    <a:pt x="2340" y="2385"/>
                  </a:lnTo>
                  <a:lnTo>
                    <a:pt x="2371" y="2357"/>
                  </a:lnTo>
                  <a:lnTo>
                    <a:pt x="2399" y="2326"/>
                  </a:lnTo>
                  <a:lnTo>
                    <a:pt x="2421" y="2293"/>
                  </a:lnTo>
                  <a:lnTo>
                    <a:pt x="2439" y="2256"/>
                  </a:lnTo>
                  <a:lnTo>
                    <a:pt x="2455" y="2214"/>
                  </a:lnTo>
                  <a:lnTo>
                    <a:pt x="2467" y="2170"/>
                  </a:lnTo>
                  <a:lnTo>
                    <a:pt x="2474" y="2123"/>
                  </a:lnTo>
                  <a:lnTo>
                    <a:pt x="2477" y="2073"/>
                  </a:lnTo>
                  <a:lnTo>
                    <a:pt x="2477" y="2020"/>
                  </a:lnTo>
                  <a:lnTo>
                    <a:pt x="2473" y="1964"/>
                  </a:lnTo>
                  <a:lnTo>
                    <a:pt x="2465" y="1906"/>
                  </a:lnTo>
                  <a:lnTo>
                    <a:pt x="2453" y="1847"/>
                  </a:lnTo>
                  <a:lnTo>
                    <a:pt x="2436" y="1785"/>
                  </a:lnTo>
                  <a:lnTo>
                    <a:pt x="2410" y="1701"/>
                  </a:lnTo>
                  <a:lnTo>
                    <a:pt x="2377" y="1618"/>
                  </a:lnTo>
                  <a:lnTo>
                    <a:pt x="2338" y="1533"/>
                  </a:lnTo>
                  <a:lnTo>
                    <a:pt x="2294" y="1449"/>
                  </a:lnTo>
                  <a:lnTo>
                    <a:pt x="2245" y="1364"/>
                  </a:lnTo>
                  <a:lnTo>
                    <a:pt x="2190" y="1280"/>
                  </a:lnTo>
                  <a:lnTo>
                    <a:pt x="2252" y="1241"/>
                  </a:lnTo>
                  <a:lnTo>
                    <a:pt x="2314" y="1195"/>
                  </a:lnTo>
                  <a:lnTo>
                    <a:pt x="2376" y="1144"/>
                  </a:lnTo>
                  <a:lnTo>
                    <a:pt x="2436" y="1087"/>
                  </a:lnTo>
                  <a:lnTo>
                    <a:pt x="2455" y="1068"/>
                  </a:lnTo>
                  <a:lnTo>
                    <a:pt x="2514" y="1155"/>
                  </a:lnTo>
                  <a:lnTo>
                    <a:pt x="2568" y="1244"/>
                  </a:lnTo>
                  <a:lnTo>
                    <a:pt x="2617" y="1333"/>
                  </a:lnTo>
                  <a:lnTo>
                    <a:pt x="2662" y="1424"/>
                  </a:lnTo>
                  <a:lnTo>
                    <a:pt x="2701" y="1513"/>
                  </a:lnTo>
                  <a:lnTo>
                    <a:pt x="2736" y="1603"/>
                  </a:lnTo>
                  <a:lnTo>
                    <a:pt x="2764" y="1692"/>
                  </a:lnTo>
                  <a:lnTo>
                    <a:pt x="2785" y="1772"/>
                  </a:lnTo>
                  <a:lnTo>
                    <a:pt x="2801" y="1850"/>
                  </a:lnTo>
                  <a:lnTo>
                    <a:pt x="2812" y="1927"/>
                  </a:lnTo>
                  <a:lnTo>
                    <a:pt x="2817" y="2001"/>
                  </a:lnTo>
                  <a:lnTo>
                    <a:pt x="2818" y="2073"/>
                  </a:lnTo>
                  <a:lnTo>
                    <a:pt x="2815" y="2142"/>
                  </a:lnTo>
                  <a:lnTo>
                    <a:pt x="2807" y="2209"/>
                  </a:lnTo>
                  <a:lnTo>
                    <a:pt x="2793" y="2273"/>
                  </a:lnTo>
                  <a:lnTo>
                    <a:pt x="2774" y="2335"/>
                  </a:lnTo>
                  <a:lnTo>
                    <a:pt x="2751" y="2393"/>
                  </a:lnTo>
                  <a:lnTo>
                    <a:pt x="2724" y="2449"/>
                  </a:lnTo>
                  <a:lnTo>
                    <a:pt x="2692" y="2501"/>
                  </a:lnTo>
                  <a:lnTo>
                    <a:pt x="2654" y="2550"/>
                  </a:lnTo>
                  <a:lnTo>
                    <a:pt x="2612" y="2596"/>
                  </a:lnTo>
                  <a:lnTo>
                    <a:pt x="2570" y="2634"/>
                  </a:lnTo>
                  <a:lnTo>
                    <a:pt x="2525" y="2669"/>
                  </a:lnTo>
                  <a:lnTo>
                    <a:pt x="2477" y="2700"/>
                  </a:lnTo>
                  <a:lnTo>
                    <a:pt x="2426" y="2726"/>
                  </a:lnTo>
                  <a:lnTo>
                    <a:pt x="2371" y="2749"/>
                  </a:lnTo>
                  <a:lnTo>
                    <a:pt x="2315" y="2767"/>
                  </a:lnTo>
                  <a:lnTo>
                    <a:pt x="2256" y="2782"/>
                  </a:lnTo>
                  <a:lnTo>
                    <a:pt x="2194" y="2792"/>
                  </a:lnTo>
                  <a:lnTo>
                    <a:pt x="2131" y="2799"/>
                  </a:lnTo>
                  <a:lnTo>
                    <a:pt x="2065" y="2801"/>
                  </a:lnTo>
                  <a:lnTo>
                    <a:pt x="1982" y="2799"/>
                  </a:lnTo>
                  <a:lnTo>
                    <a:pt x="1898" y="2789"/>
                  </a:lnTo>
                  <a:lnTo>
                    <a:pt x="1813" y="2775"/>
                  </a:lnTo>
                  <a:lnTo>
                    <a:pt x="1727" y="2755"/>
                  </a:lnTo>
                  <a:lnTo>
                    <a:pt x="1640" y="2729"/>
                  </a:lnTo>
                  <a:lnTo>
                    <a:pt x="1552" y="2698"/>
                  </a:lnTo>
                  <a:lnTo>
                    <a:pt x="1464" y="2661"/>
                  </a:lnTo>
                  <a:lnTo>
                    <a:pt x="1375" y="2620"/>
                  </a:lnTo>
                  <a:lnTo>
                    <a:pt x="1286" y="2574"/>
                  </a:lnTo>
                  <a:lnTo>
                    <a:pt x="1198" y="2522"/>
                  </a:lnTo>
                  <a:lnTo>
                    <a:pt x="1110" y="2466"/>
                  </a:lnTo>
                  <a:lnTo>
                    <a:pt x="1022" y="2405"/>
                  </a:lnTo>
                  <a:lnTo>
                    <a:pt x="936" y="2340"/>
                  </a:lnTo>
                  <a:lnTo>
                    <a:pt x="851" y="2270"/>
                  </a:lnTo>
                  <a:lnTo>
                    <a:pt x="767" y="2196"/>
                  </a:lnTo>
                  <a:lnTo>
                    <a:pt x="686" y="2118"/>
                  </a:lnTo>
                  <a:lnTo>
                    <a:pt x="616" y="2046"/>
                  </a:lnTo>
                  <a:lnTo>
                    <a:pt x="549" y="1972"/>
                  </a:lnTo>
                  <a:lnTo>
                    <a:pt x="486" y="1897"/>
                  </a:lnTo>
                  <a:lnTo>
                    <a:pt x="426" y="1822"/>
                  </a:lnTo>
                  <a:lnTo>
                    <a:pt x="370" y="1746"/>
                  </a:lnTo>
                  <a:lnTo>
                    <a:pt x="317" y="1669"/>
                  </a:lnTo>
                  <a:lnTo>
                    <a:pt x="269" y="1592"/>
                  </a:lnTo>
                  <a:lnTo>
                    <a:pt x="225" y="1515"/>
                  </a:lnTo>
                  <a:lnTo>
                    <a:pt x="184" y="1438"/>
                  </a:lnTo>
                  <a:lnTo>
                    <a:pt x="148" y="1362"/>
                  </a:lnTo>
                  <a:lnTo>
                    <a:pt x="114" y="1285"/>
                  </a:lnTo>
                  <a:lnTo>
                    <a:pt x="86" y="1209"/>
                  </a:lnTo>
                  <a:lnTo>
                    <a:pt x="61" y="1135"/>
                  </a:lnTo>
                  <a:lnTo>
                    <a:pt x="41" y="1061"/>
                  </a:lnTo>
                  <a:lnTo>
                    <a:pt x="24" y="987"/>
                  </a:lnTo>
                  <a:lnTo>
                    <a:pt x="12" y="915"/>
                  </a:lnTo>
                  <a:lnTo>
                    <a:pt x="3" y="844"/>
                  </a:lnTo>
                  <a:lnTo>
                    <a:pt x="0" y="776"/>
                  </a:lnTo>
                  <a:lnTo>
                    <a:pt x="0" y="708"/>
                  </a:lnTo>
                  <a:lnTo>
                    <a:pt x="5" y="643"/>
                  </a:lnTo>
                  <a:lnTo>
                    <a:pt x="14" y="579"/>
                  </a:lnTo>
                  <a:lnTo>
                    <a:pt x="27" y="518"/>
                  </a:lnTo>
                  <a:lnTo>
                    <a:pt x="46" y="459"/>
                  </a:lnTo>
                  <a:lnTo>
                    <a:pt x="68" y="401"/>
                  </a:lnTo>
                  <a:lnTo>
                    <a:pt x="95" y="348"/>
                  </a:lnTo>
                  <a:lnTo>
                    <a:pt x="127" y="297"/>
                  </a:lnTo>
                  <a:lnTo>
                    <a:pt x="163" y="249"/>
                  </a:lnTo>
                  <a:lnTo>
                    <a:pt x="204" y="205"/>
                  </a:lnTo>
                  <a:lnTo>
                    <a:pt x="247" y="166"/>
                  </a:lnTo>
                  <a:lnTo>
                    <a:pt x="292" y="132"/>
                  </a:lnTo>
                  <a:lnTo>
                    <a:pt x="340" y="101"/>
                  </a:lnTo>
                  <a:lnTo>
                    <a:pt x="392" y="75"/>
                  </a:lnTo>
                  <a:lnTo>
                    <a:pt x="445" y="52"/>
                  </a:lnTo>
                  <a:lnTo>
                    <a:pt x="501" y="33"/>
                  </a:lnTo>
                  <a:lnTo>
                    <a:pt x="561" y="19"/>
                  </a:lnTo>
                  <a:lnTo>
                    <a:pt x="623" y="8"/>
                  </a:lnTo>
                  <a:lnTo>
                    <a:pt x="687" y="2"/>
                  </a:lnTo>
                  <a:lnTo>
                    <a:pt x="75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00" name="Freeform 7">
              <a:extLst>
                <a:ext uri="{FF2B5EF4-FFF2-40B4-BE49-F238E27FC236}">
                  <a16:creationId xmlns:a16="http://schemas.microsoft.com/office/drawing/2014/main" id="{4576A584-BBE9-4B2F-8E39-21F6D570142C}"/>
                </a:ext>
              </a:extLst>
            </p:cNvPr>
            <p:cNvSpPr>
              <a:spLocks/>
            </p:cNvSpPr>
            <p:nvPr/>
          </p:nvSpPr>
          <p:spPr bwMode="auto">
            <a:xfrm>
              <a:off x="5589781" y="2954127"/>
              <a:ext cx="170181" cy="168938"/>
            </a:xfrm>
            <a:custGeom>
              <a:avLst/>
              <a:gdLst>
                <a:gd name="T0" fmla="*/ 370 w 1504"/>
                <a:gd name="T1" fmla="*/ 2 h 1493"/>
                <a:gd name="T2" fmla="*/ 469 w 1504"/>
                <a:gd name="T3" fmla="*/ 22 h 1493"/>
                <a:gd name="T4" fmla="*/ 576 w 1504"/>
                <a:gd name="T5" fmla="*/ 60 h 1493"/>
                <a:gd name="T6" fmla="*/ 688 w 1504"/>
                <a:gd name="T7" fmla="*/ 115 h 1493"/>
                <a:gd name="T8" fmla="*/ 717 w 1504"/>
                <a:gd name="T9" fmla="*/ 206 h 1493"/>
                <a:gd name="T10" fmla="*/ 674 w 1504"/>
                <a:gd name="T11" fmla="*/ 315 h 1493"/>
                <a:gd name="T12" fmla="*/ 644 w 1504"/>
                <a:gd name="T13" fmla="*/ 413 h 1493"/>
                <a:gd name="T14" fmla="*/ 624 w 1504"/>
                <a:gd name="T15" fmla="*/ 497 h 1493"/>
                <a:gd name="T16" fmla="*/ 614 w 1504"/>
                <a:gd name="T17" fmla="*/ 562 h 1493"/>
                <a:gd name="T18" fmla="*/ 608 w 1504"/>
                <a:gd name="T19" fmla="*/ 606 h 1493"/>
                <a:gd name="T20" fmla="*/ 606 w 1504"/>
                <a:gd name="T21" fmla="*/ 626 h 1493"/>
                <a:gd name="T22" fmla="*/ 614 w 1504"/>
                <a:gd name="T23" fmla="*/ 695 h 1493"/>
                <a:gd name="T24" fmla="*/ 639 w 1504"/>
                <a:gd name="T25" fmla="*/ 761 h 1493"/>
                <a:gd name="T26" fmla="*/ 682 w 1504"/>
                <a:gd name="T27" fmla="*/ 816 h 1493"/>
                <a:gd name="T28" fmla="*/ 737 w 1504"/>
                <a:gd name="T29" fmla="*/ 859 h 1493"/>
                <a:gd name="T30" fmla="*/ 802 w 1504"/>
                <a:gd name="T31" fmla="*/ 884 h 1493"/>
                <a:gd name="T32" fmla="*/ 872 w 1504"/>
                <a:gd name="T33" fmla="*/ 890 h 1493"/>
                <a:gd name="T34" fmla="*/ 892 w 1504"/>
                <a:gd name="T35" fmla="*/ 889 h 1493"/>
                <a:gd name="T36" fmla="*/ 937 w 1504"/>
                <a:gd name="T37" fmla="*/ 884 h 1493"/>
                <a:gd name="T38" fmla="*/ 1003 w 1504"/>
                <a:gd name="T39" fmla="*/ 872 h 1493"/>
                <a:gd name="T40" fmla="*/ 1088 w 1504"/>
                <a:gd name="T41" fmla="*/ 853 h 1493"/>
                <a:gd name="T42" fmla="*/ 1186 w 1504"/>
                <a:gd name="T43" fmla="*/ 823 h 1493"/>
                <a:gd name="T44" fmla="*/ 1296 w 1504"/>
                <a:gd name="T45" fmla="*/ 780 h 1493"/>
                <a:gd name="T46" fmla="*/ 1386 w 1504"/>
                <a:gd name="T47" fmla="*/ 807 h 1493"/>
                <a:gd name="T48" fmla="*/ 1440 w 1504"/>
                <a:gd name="T49" fmla="*/ 911 h 1493"/>
                <a:gd name="T50" fmla="*/ 1477 w 1504"/>
                <a:gd name="T51" fmla="*/ 1011 h 1493"/>
                <a:gd name="T52" fmla="*/ 1497 w 1504"/>
                <a:gd name="T53" fmla="*/ 1098 h 1493"/>
                <a:gd name="T54" fmla="*/ 1504 w 1504"/>
                <a:gd name="T55" fmla="*/ 1175 h 1493"/>
                <a:gd name="T56" fmla="*/ 1497 w 1504"/>
                <a:gd name="T57" fmla="*/ 1240 h 1493"/>
                <a:gd name="T58" fmla="*/ 1483 w 1504"/>
                <a:gd name="T59" fmla="*/ 1295 h 1493"/>
                <a:gd name="T60" fmla="*/ 1463 w 1504"/>
                <a:gd name="T61" fmla="*/ 1340 h 1493"/>
                <a:gd name="T62" fmla="*/ 1439 w 1504"/>
                <a:gd name="T63" fmla="*/ 1377 h 1493"/>
                <a:gd name="T64" fmla="*/ 1414 w 1504"/>
                <a:gd name="T65" fmla="*/ 1405 h 1493"/>
                <a:gd name="T66" fmla="*/ 1382 w 1504"/>
                <a:gd name="T67" fmla="*/ 1432 h 1493"/>
                <a:gd name="T68" fmla="*/ 1339 w 1504"/>
                <a:gd name="T69" fmla="*/ 1458 h 1493"/>
                <a:gd name="T70" fmla="*/ 1285 w 1504"/>
                <a:gd name="T71" fmla="*/ 1479 h 1493"/>
                <a:gd name="T72" fmla="*/ 1219 w 1504"/>
                <a:gd name="T73" fmla="*/ 1491 h 1493"/>
                <a:gd name="T74" fmla="*/ 1134 w 1504"/>
                <a:gd name="T75" fmla="*/ 1491 h 1493"/>
                <a:gd name="T76" fmla="*/ 1036 w 1504"/>
                <a:gd name="T77" fmla="*/ 1471 h 1493"/>
                <a:gd name="T78" fmla="*/ 930 w 1504"/>
                <a:gd name="T79" fmla="*/ 1435 h 1493"/>
                <a:gd name="T80" fmla="*/ 819 w 1504"/>
                <a:gd name="T81" fmla="*/ 1381 h 1493"/>
                <a:gd name="T82" fmla="*/ 706 w 1504"/>
                <a:gd name="T83" fmla="*/ 1311 h 1493"/>
                <a:gd name="T84" fmla="*/ 591 w 1504"/>
                <a:gd name="T85" fmla="*/ 1227 h 1493"/>
                <a:gd name="T86" fmla="*/ 477 w 1504"/>
                <a:gd name="T87" fmla="*/ 1129 h 1493"/>
                <a:gd name="T88" fmla="*/ 362 w 1504"/>
                <a:gd name="T89" fmla="*/ 1015 h 1493"/>
                <a:gd name="T90" fmla="*/ 257 w 1504"/>
                <a:gd name="T91" fmla="*/ 892 h 1493"/>
                <a:gd name="T92" fmla="*/ 166 w 1504"/>
                <a:gd name="T93" fmla="*/ 766 h 1493"/>
                <a:gd name="T94" fmla="*/ 93 w 1504"/>
                <a:gd name="T95" fmla="*/ 642 h 1493"/>
                <a:gd name="T96" fmla="*/ 43 w 1504"/>
                <a:gd name="T97" fmla="*/ 531 h 1493"/>
                <a:gd name="T98" fmla="*/ 15 w 1504"/>
                <a:gd name="T99" fmla="*/ 437 h 1493"/>
                <a:gd name="T100" fmla="*/ 1 w 1504"/>
                <a:gd name="T101" fmla="*/ 355 h 1493"/>
                <a:gd name="T102" fmla="*/ 2 w 1504"/>
                <a:gd name="T103" fmla="*/ 285 h 1493"/>
                <a:gd name="T104" fmla="*/ 13 w 1504"/>
                <a:gd name="T105" fmla="*/ 224 h 1493"/>
                <a:gd name="T106" fmla="*/ 31 w 1504"/>
                <a:gd name="T107" fmla="*/ 173 h 1493"/>
                <a:gd name="T108" fmla="*/ 53 w 1504"/>
                <a:gd name="T109" fmla="*/ 133 h 1493"/>
                <a:gd name="T110" fmla="*/ 78 w 1504"/>
                <a:gd name="T111" fmla="*/ 102 h 1493"/>
                <a:gd name="T112" fmla="*/ 105 w 1504"/>
                <a:gd name="T113" fmla="*/ 75 h 1493"/>
                <a:gd name="T114" fmla="*/ 142 w 1504"/>
                <a:gd name="T115" fmla="*/ 48 h 1493"/>
                <a:gd name="T116" fmla="*/ 190 w 1504"/>
                <a:gd name="T117" fmla="*/ 24 h 1493"/>
                <a:gd name="T118" fmla="*/ 250 w 1504"/>
                <a:gd name="T119" fmla="*/ 6 h 1493"/>
                <a:gd name="T120" fmla="*/ 323 w 1504"/>
                <a:gd name="T121" fmla="*/ 0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4" h="1493">
                  <a:moveTo>
                    <a:pt x="323" y="0"/>
                  </a:moveTo>
                  <a:lnTo>
                    <a:pt x="370" y="2"/>
                  </a:lnTo>
                  <a:lnTo>
                    <a:pt x="418" y="10"/>
                  </a:lnTo>
                  <a:lnTo>
                    <a:pt x="469" y="22"/>
                  </a:lnTo>
                  <a:lnTo>
                    <a:pt x="522" y="39"/>
                  </a:lnTo>
                  <a:lnTo>
                    <a:pt x="576" y="60"/>
                  </a:lnTo>
                  <a:lnTo>
                    <a:pt x="631" y="86"/>
                  </a:lnTo>
                  <a:lnTo>
                    <a:pt x="688" y="115"/>
                  </a:lnTo>
                  <a:lnTo>
                    <a:pt x="745" y="148"/>
                  </a:lnTo>
                  <a:lnTo>
                    <a:pt x="717" y="206"/>
                  </a:lnTo>
                  <a:lnTo>
                    <a:pt x="694" y="262"/>
                  </a:lnTo>
                  <a:lnTo>
                    <a:pt x="674" y="315"/>
                  </a:lnTo>
                  <a:lnTo>
                    <a:pt x="658" y="366"/>
                  </a:lnTo>
                  <a:lnTo>
                    <a:pt x="644" y="413"/>
                  </a:lnTo>
                  <a:lnTo>
                    <a:pt x="634" y="456"/>
                  </a:lnTo>
                  <a:lnTo>
                    <a:pt x="624" y="497"/>
                  </a:lnTo>
                  <a:lnTo>
                    <a:pt x="618" y="531"/>
                  </a:lnTo>
                  <a:lnTo>
                    <a:pt x="614" y="562"/>
                  </a:lnTo>
                  <a:lnTo>
                    <a:pt x="611" y="587"/>
                  </a:lnTo>
                  <a:lnTo>
                    <a:pt x="608" y="606"/>
                  </a:lnTo>
                  <a:lnTo>
                    <a:pt x="607" y="620"/>
                  </a:lnTo>
                  <a:lnTo>
                    <a:pt x="606" y="626"/>
                  </a:lnTo>
                  <a:lnTo>
                    <a:pt x="607" y="661"/>
                  </a:lnTo>
                  <a:lnTo>
                    <a:pt x="614" y="695"/>
                  </a:lnTo>
                  <a:lnTo>
                    <a:pt x="624" y="729"/>
                  </a:lnTo>
                  <a:lnTo>
                    <a:pt x="639" y="761"/>
                  </a:lnTo>
                  <a:lnTo>
                    <a:pt x="658" y="790"/>
                  </a:lnTo>
                  <a:lnTo>
                    <a:pt x="682" y="816"/>
                  </a:lnTo>
                  <a:lnTo>
                    <a:pt x="708" y="839"/>
                  </a:lnTo>
                  <a:lnTo>
                    <a:pt x="737" y="859"/>
                  </a:lnTo>
                  <a:lnTo>
                    <a:pt x="769" y="873"/>
                  </a:lnTo>
                  <a:lnTo>
                    <a:pt x="802" y="884"/>
                  </a:lnTo>
                  <a:lnTo>
                    <a:pt x="838" y="890"/>
                  </a:lnTo>
                  <a:lnTo>
                    <a:pt x="872" y="890"/>
                  </a:lnTo>
                  <a:lnTo>
                    <a:pt x="880" y="890"/>
                  </a:lnTo>
                  <a:lnTo>
                    <a:pt x="892" y="889"/>
                  </a:lnTo>
                  <a:lnTo>
                    <a:pt x="912" y="887"/>
                  </a:lnTo>
                  <a:lnTo>
                    <a:pt x="937" y="884"/>
                  </a:lnTo>
                  <a:lnTo>
                    <a:pt x="968" y="880"/>
                  </a:lnTo>
                  <a:lnTo>
                    <a:pt x="1003" y="872"/>
                  </a:lnTo>
                  <a:lnTo>
                    <a:pt x="1044" y="864"/>
                  </a:lnTo>
                  <a:lnTo>
                    <a:pt x="1088" y="853"/>
                  </a:lnTo>
                  <a:lnTo>
                    <a:pt x="1136" y="839"/>
                  </a:lnTo>
                  <a:lnTo>
                    <a:pt x="1186" y="823"/>
                  </a:lnTo>
                  <a:lnTo>
                    <a:pt x="1241" y="804"/>
                  </a:lnTo>
                  <a:lnTo>
                    <a:pt x="1296" y="780"/>
                  </a:lnTo>
                  <a:lnTo>
                    <a:pt x="1355" y="753"/>
                  </a:lnTo>
                  <a:lnTo>
                    <a:pt x="1386" y="807"/>
                  </a:lnTo>
                  <a:lnTo>
                    <a:pt x="1415" y="859"/>
                  </a:lnTo>
                  <a:lnTo>
                    <a:pt x="1440" y="911"/>
                  </a:lnTo>
                  <a:lnTo>
                    <a:pt x="1461" y="962"/>
                  </a:lnTo>
                  <a:lnTo>
                    <a:pt x="1477" y="1011"/>
                  </a:lnTo>
                  <a:lnTo>
                    <a:pt x="1489" y="1056"/>
                  </a:lnTo>
                  <a:lnTo>
                    <a:pt x="1497" y="1098"/>
                  </a:lnTo>
                  <a:lnTo>
                    <a:pt x="1502" y="1137"/>
                  </a:lnTo>
                  <a:lnTo>
                    <a:pt x="1504" y="1175"/>
                  </a:lnTo>
                  <a:lnTo>
                    <a:pt x="1502" y="1208"/>
                  </a:lnTo>
                  <a:lnTo>
                    <a:pt x="1497" y="1240"/>
                  </a:lnTo>
                  <a:lnTo>
                    <a:pt x="1491" y="1269"/>
                  </a:lnTo>
                  <a:lnTo>
                    <a:pt x="1483" y="1295"/>
                  </a:lnTo>
                  <a:lnTo>
                    <a:pt x="1473" y="1318"/>
                  </a:lnTo>
                  <a:lnTo>
                    <a:pt x="1463" y="1340"/>
                  </a:lnTo>
                  <a:lnTo>
                    <a:pt x="1450" y="1360"/>
                  </a:lnTo>
                  <a:lnTo>
                    <a:pt x="1439" y="1377"/>
                  </a:lnTo>
                  <a:lnTo>
                    <a:pt x="1426" y="1391"/>
                  </a:lnTo>
                  <a:lnTo>
                    <a:pt x="1414" y="1405"/>
                  </a:lnTo>
                  <a:lnTo>
                    <a:pt x="1399" y="1418"/>
                  </a:lnTo>
                  <a:lnTo>
                    <a:pt x="1382" y="1432"/>
                  </a:lnTo>
                  <a:lnTo>
                    <a:pt x="1361" y="1445"/>
                  </a:lnTo>
                  <a:lnTo>
                    <a:pt x="1339" y="1458"/>
                  </a:lnTo>
                  <a:lnTo>
                    <a:pt x="1313" y="1469"/>
                  </a:lnTo>
                  <a:lnTo>
                    <a:pt x="1285" y="1479"/>
                  </a:lnTo>
                  <a:lnTo>
                    <a:pt x="1253" y="1487"/>
                  </a:lnTo>
                  <a:lnTo>
                    <a:pt x="1219" y="1491"/>
                  </a:lnTo>
                  <a:lnTo>
                    <a:pt x="1180" y="1493"/>
                  </a:lnTo>
                  <a:lnTo>
                    <a:pt x="1134" y="1491"/>
                  </a:lnTo>
                  <a:lnTo>
                    <a:pt x="1086" y="1484"/>
                  </a:lnTo>
                  <a:lnTo>
                    <a:pt x="1036" y="1471"/>
                  </a:lnTo>
                  <a:lnTo>
                    <a:pt x="983" y="1456"/>
                  </a:lnTo>
                  <a:lnTo>
                    <a:pt x="930" y="1435"/>
                  </a:lnTo>
                  <a:lnTo>
                    <a:pt x="875" y="1410"/>
                  </a:lnTo>
                  <a:lnTo>
                    <a:pt x="819" y="1381"/>
                  </a:lnTo>
                  <a:lnTo>
                    <a:pt x="762" y="1348"/>
                  </a:lnTo>
                  <a:lnTo>
                    <a:pt x="706" y="1311"/>
                  </a:lnTo>
                  <a:lnTo>
                    <a:pt x="648" y="1271"/>
                  </a:lnTo>
                  <a:lnTo>
                    <a:pt x="591" y="1227"/>
                  </a:lnTo>
                  <a:lnTo>
                    <a:pt x="533" y="1180"/>
                  </a:lnTo>
                  <a:lnTo>
                    <a:pt x="477" y="1129"/>
                  </a:lnTo>
                  <a:lnTo>
                    <a:pt x="421" y="1075"/>
                  </a:lnTo>
                  <a:lnTo>
                    <a:pt x="362" y="1015"/>
                  </a:lnTo>
                  <a:lnTo>
                    <a:pt x="308" y="954"/>
                  </a:lnTo>
                  <a:lnTo>
                    <a:pt x="257" y="892"/>
                  </a:lnTo>
                  <a:lnTo>
                    <a:pt x="210" y="830"/>
                  </a:lnTo>
                  <a:lnTo>
                    <a:pt x="166" y="766"/>
                  </a:lnTo>
                  <a:lnTo>
                    <a:pt x="127" y="705"/>
                  </a:lnTo>
                  <a:lnTo>
                    <a:pt x="93" y="642"/>
                  </a:lnTo>
                  <a:lnTo>
                    <a:pt x="64" y="582"/>
                  </a:lnTo>
                  <a:lnTo>
                    <a:pt x="43" y="531"/>
                  </a:lnTo>
                  <a:lnTo>
                    <a:pt x="26" y="482"/>
                  </a:lnTo>
                  <a:lnTo>
                    <a:pt x="15" y="437"/>
                  </a:lnTo>
                  <a:lnTo>
                    <a:pt x="6" y="395"/>
                  </a:lnTo>
                  <a:lnTo>
                    <a:pt x="1" y="355"/>
                  </a:lnTo>
                  <a:lnTo>
                    <a:pt x="0" y="318"/>
                  </a:lnTo>
                  <a:lnTo>
                    <a:pt x="2" y="285"/>
                  </a:lnTo>
                  <a:lnTo>
                    <a:pt x="6" y="252"/>
                  </a:lnTo>
                  <a:lnTo>
                    <a:pt x="13" y="224"/>
                  </a:lnTo>
                  <a:lnTo>
                    <a:pt x="21" y="197"/>
                  </a:lnTo>
                  <a:lnTo>
                    <a:pt x="31" y="173"/>
                  </a:lnTo>
                  <a:lnTo>
                    <a:pt x="41" y="153"/>
                  </a:lnTo>
                  <a:lnTo>
                    <a:pt x="53" y="133"/>
                  </a:lnTo>
                  <a:lnTo>
                    <a:pt x="65" y="116"/>
                  </a:lnTo>
                  <a:lnTo>
                    <a:pt x="78" y="102"/>
                  </a:lnTo>
                  <a:lnTo>
                    <a:pt x="89" y="88"/>
                  </a:lnTo>
                  <a:lnTo>
                    <a:pt x="105" y="75"/>
                  </a:lnTo>
                  <a:lnTo>
                    <a:pt x="122" y="61"/>
                  </a:lnTo>
                  <a:lnTo>
                    <a:pt x="142" y="48"/>
                  </a:lnTo>
                  <a:lnTo>
                    <a:pt x="165" y="35"/>
                  </a:lnTo>
                  <a:lnTo>
                    <a:pt x="190" y="24"/>
                  </a:lnTo>
                  <a:lnTo>
                    <a:pt x="219" y="14"/>
                  </a:lnTo>
                  <a:lnTo>
                    <a:pt x="250" y="6"/>
                  </a:lnTo>
                  <a:lnTo>
                    <a:pt x="285" y="2"/>
                  </a:lnTo>
                  <a:lnTo>
                    <a:pt x="3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02" name="Freeform 8">
              <a:extLst>
                <a:ext uri="{FF2B5EF4-FFF2-40B4-BE49-F238E27FC236}">
                  <a16:creationId xmlns:a16="http://schemas.microsoft.com/office/drawing/2014/main" id="{4CC071D0-20CC-4926-ACEC-61C9CFA4F33F}"/>
                </a:ext>
              </a:extLst>
            </p:cNvPr>
            <p:cNvSpPr>
              <a:spLocks/>
            </p:cNvSpPr>
            <p:nvPr/>
          </p:nvSpPr>
          <p:spPr bwMode="auto">
            <a:xfrm>
              <a:off x="5677977" y="2829908"/>
              <a:ext cx="207447" cy="206204"/>
            </a:xfrm>
            <a:custGeom>
              <a:avLst/>
              <a:gdLst>
                <a:gd name="T0" fmla="*/ 1289 w 1835"/>
                <a:gd name="T1" fmla="*/ 2 h 1823"/>
                <a:gd name="T2" fmla="*/ 1327 w 1835"/>
                <a:gd name="T3" fmla="*/ 23 h 1823"/>
                <a:gd name="T4" fmla="*/ 1350 w 1835"/>
                <a:gd name="T5" fmla="*/ 60 h 1823"/>
                <a:gd name="T6" fmla="*/ 1776 w 1835"/>
                <a:gd name="T7" fmla="*/ 482 h 1823"/>
                <a:gd name="T8" fmla="*/ 1812 w 1835"/>
                <a:gd name="T9" fmla="*/ 505 h 1823"/>
                <a:gd name="T10" fmla="*/ 1833 w 1835"/>
                <a:gd name="T11" fmla="*/ 543 h 1823"/>
                <a:gd name="T12" fmla="*/ 1832 w 1835"/>
                <a:gd name="T13" fmla="*/ 586 h 1823"/>
                <a:gd name="T14" fmla="*/ 1810 w 1835"/>
                <a:gd name="T15" fmla="*/ 622 h 1823"/>
                <a:gd name="T16" fmla="*/ 1498 w 1835"/>
                <a:gd name="T17" fmla="*/ 929 h 1823"/>
                <a:gd name="T18" fmla="*/ 1459 w 1835"/>
                <a:gd name="T19" fmla="*/ 942 h 1823"/>
                <a:gd name="T20" fmla="*/ 1253 w 1835"/>
                <a:gd name="T21" fmla="*/ 903 h 1823"/>
                <a:gd name="T22" fmla="*/ 1194 w 1835"/>
                <a:gd name="T23" fmla="*/ 1011 h 1823"/>
                <a:gd name="T24" fmla="*/ 1118 w 1835"/>
                <a:gd name="T25" fmla="*/ 1126 h 1823"/>
                <a:gd name="T26" fmla="*/ 1030 w 1835"/>
                <a:gd name="T27" fmla="*/ 1243 h 1823"/>
                <a:gd name="T28" fmla="*/ 930 w 1835"/>
                <a:gd name="T29" fmla="*/ 1362 h 1823"/>
                <a:gd name="T30" fmla="*/ 823 w 1835"/>
                <a:gd name="T31" fmla="*/ 1475 h 1823"/>
                <a:gd name="T32" fmla="*/ 705 w 1835"/>
                <a:gd name="T33" fmla="*/ 1578 h 1823"/>
                <a:gd name="T34" fmla="*/ 585 w 1835"/>
                <a:gd name="T35" fmla="*/ 1659 h 1823"/>
                <a:gd name="T36" fmla="*/ 470 w 1835"/>
                <a:gd name="T37" fmla="*/ 1719 h 1823"/>
                <a:gd name="T38" fmla="*/ 363 w 1835"/>
                <a:gd name="T39" fmla="*/ 1763 h 1823"/>
                <a:gd name="T40" fmla="*/ 268 w 1835"/>
                <a:gd name="T41" fmla="*/ 1792 h 1823"/>
                <a:gd name="T42" fmla="*/ 187 w 1835"/>
                <a:gd name="T43" fmla="*/ 1810 h 1823"/>
                <a:gd name="T44" fmla="*/ 130 w 1835"/>
                <a:gd name="T45" fmla="*/ 1819 h 1823"/>
                <a:gd name="T46" fmla="*/ 95 w 1835"/>
                <a:gd name="T47" fmla="*/ 1823 h 1823"/>
                <a:gd name="T48" fmla="*/ 71 w 1835"/>
                <a:gd name="T49" fmla="*/ 1822 h 1823"/>
                <a:gd name="T50" fmla="*/ 39 w 1835"/>
                <a:gd name="T51" fmla="*/ 1810 h 1823"/>
                <a:gd name="T52" fmla="*/ 14 w 1835"/>
                <a:gd name="T53" fmla="*/ 1785 h 1823"/>
                <a:gd name="T54" fmla="*/ 1 w 1835"/>
                <a:gd name="T55" fmla="*/ 1753 h 1823"/>
                <a:gd name="T56" fmla="*/ 0 w 1835"/>
                <a:gd name="T57" fmla="*/ 1729 h 1823"/>
                <a:gd name="T58" fmla="*/ 3 w 1835"/>
                <a:gd name="T59" fmla="*/ 1695 h 1823"/>
                <a:gd name="T60" fmla="*/ 13 w 1835"/>
                <a:gd name="T61" fmla="*/ 1636 h 1823"/>
                <a:gd name="T62" fmla="*/ 30 w 1835"/>
                <a:gd name="T63" fmla="*/ 1557 h 1823"/>
                <a:gd name="T64" fmla="*/ 61 w 1835"/>
                <a:gd name="T65" fmla="*/ 1463 h 1823"/>
                <a:gd name="T66" fmla="*/ 105 w 1835"/>
                <a:gd name="T67" fmla="*/ 1357 h 1823"/>
                <a:gd name="T68" fmla="*/ 165 w 1835"/>
                <a:gd name="T69" fmla="*/ 1242 h 1823"/>
                <a:gd name="T70" fmla="*/ 247 w 1835"/>
                <a:gd name="T71" fmla="*/ 1124 h 1823"/>
                <a:gd name="T72" fmla="*/ 351 w 1835"/>
                <a:gd name="T73" fmla="*/ 1007 h 1823"/>
                <a:gd name="T74" fmla="*/ 465 w 1835"/>
                <a:gd name="T75" fmla="*/ 899 h 1823"/>
                <a:gd name="T76" fmla="*/ 583 w 1835"/>
                <a:gd name="T77" fmla="*/ 800 h 1823"/>
                <a:gd name="T78" fmla="*/ 703 w 1835"/>
                <a:gd name="T79" fmla="*/ 712 h 1823"/>
                <a:gd name="T80" fmla="*/ 818 w 1835"/>
                <a:gd name="T81" fmla="*/ 637 h 1823"/>
                <a:gd name="T82" fmla="*/ 927 w 1835"/>
                <a:gd name="T83" fmla="*/ 579 h 1823"/>
                <a:gd name="T84" fmla="*/ 888 w 1835"/>
                <a:gd name="T85" fmla="*/ 374 h 1823"/>
                <a:gd name="T86" fmla="*/ 900 w 1835"/>
                <a:gd name="T87" fmla="*/ 335 h 1823"/>
                <a:gd name="T88" fmla="*/ 1208 w 1835"/>
                <a:gd name="T89" fmla="*/ 25 h 1823"/>
                <a:gd name="T90" fmla="*/ 1246 w 1835"/>
                <a:gd name="T91" fmla="*/ 3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35" h="1823">
                  <a:moveTo>
                    <a:pt x="1267" y="0"/>
                  </a:moveTo>
                  <a:lnTo>
                    <a:pt x="1289" y="2"/>
                  </a:lnTo>
                  <a:lnTo>
                    <a:pt x="1310" y="11"/>
                  </a:lnTo>
                  <a:lnTo>
                    <a:pt x="1327" y="23"/>
                  </a:lnTo>
                  <a:lnTo>
                    <a:pt x="1341" y="40"/>
                  </a:lnTo>
                  <a:lnTo>
                    <a:pt x="1350" y="60"/>
                  </a:lnTo>
                  <a:lnTo>
                    <a:pt x="1451" y="381"/>
                  </a:lnTo>
                  <a:lnTo>
                    <a:pt x="1776" y="482"/>
                  </a:lnTo>
                  <a:lnTo>
                    <a:pt x="1796" y="491"/>
                  </a:lnTo>
                  <a:lnTo>
                    <a:pt x="1812" y="505"/>
                  </a:lnTo>
                  <a:lnTo>
                    <a:pt x="1825" y="522"/>
                  </a:lnTo>
                  <a:lnTo>
                    <a:pt x="1833" y="543"/>
                  </a:lnTo>
                  <a:lnTo>
                    <a:pt x="1835" y="565"/>
                  </a:lnTo>
                  <a:lnTo>
                    <a:pt x="1832" y="586"/>
                  </a:lnTo>
                  <a:lnTo>
                    <a:pt x="1824" y="606"/>
                  </a:lnTo>
                  <a:lnTo>
                    <a:pt x="1810" y="622"/>
                  </a:lnTo>
                  <a:lnTo>
                    <a:pt x="1515" y="917"/>
                  </a:lnTo>
                  <a:lnTo>
                    <a:pt x="1498" y="929"/>
                  </a:lnTo>
                  <a:lnTo>
                    <a:pt x="1479" y="937"/>
                  </a:lnTo>
                  <a:lnTo>
                    <a:pt x="1459" y="942"/>
                  </a:lnTo>
                  <a:lnTo>
                    <a:pt x="1439" y="939"/>
                  </a:lnTo>
                  <a:lnTo>
                    <a:pt x="1253" y="903"/>
                  </a:lnTo>
                  <a:lnTo>
                    <a:pt x="1226" y="956"/>
                  </a:lnTo>
                  <a:lnTo>
                    <a:pt x="1194" y="1011"/>
                  </a:lnTo>
                  <a:lnTo>
                    <a:pt x="1158" y="1067"/>
                  </a:lnTo>
                  <a:lnTo>
                    <a:pt x="1118" y="1126"/>
                  </a:lnTo>
                  <a:lnTo>
                    <a:pt x="1075" y="1184"/>
                  </a:lnTo>
                  <a:lnTo>
                    <a:pt x="1030" y="1243"/>
                  </a:lnTo>
                  <a:lnTo>
                    <a:pt x="981" y="1302"/>
                  </a:lnTo>
                  <a:lnTo>
                    <a:pt x="930" y="1362"/>
                  </a:lnTo>
                  <a:lnTo>
                    <a:pt x="877" y="1419"/>
                  </a:lnTo>
                  <a:lnTo>
                    <a:pt x="823" y="1475"/>
                  </a:lnTo>
                  <a:lnTo>
                    <a:pt x="763" y="1529"/>
                  </a:lnTo>
                  <a:lnTo>
                    <a:pt x="705" y="1578"/>
                  </a:lnTo>
                  <a:lnTo>
                    <a:pt x="645" y="1622"/>
                  </a:lnTo>
                  <a:lnTo>
                    <a:pt x="585" y="1659"/>
                  </a:lnTo>
                  <a:lnTo>
                    <a:pt x="528" y="1691"/>
                  </a:lnTo>
                  <a:lnTo>
                    <a:pt x="470" y="1719"/>
                  </a:lnTo>
                  <a:lnTo>
                    <a:pt x="416" y="1743"/>
                  </a:lnTo>
                  <a:lnTo>
                    <a:pt x="363" y="1763"/>
                  </a:lnTo>
                  <a:lnTo>
                    <a:pt x="314" y="1780"/>
                  </a:lnTo>
                  <a:lnTo>
                    <a:pt x="268" y="1792"/>
                  </a:lnTo>
                  <a:lnTo>
                    <a:pt x="226" y="1803"/>
                  </a:lnTo>
                  <a:lnTo>
                    <a:pt x="187" y="1810"/>
                  </a:lnTo>
                  <a:lnTo>
                    <a:pt x="156" y="1816"/>
                  </a:lnTo>
                  <a:lnTo>
                    <a:pt x="130" y="1819"/>
                  </a:lnTo>
                  <a:lnTo>
                    <a:pt x="109" y="1821"/>
                  </a:lnTo>
                  <a:lnTo>
                    <a:pt x="95" y="1823"/>
                  </a:lnTo>
                  <a:lnTo>
                    <a:pt x="88" y="1823"/>
                  </a:lnTo>
                  <a:lnTo>
                    <a:pt x="71" y="1822"/>
                  </a:lnTo>
                  <a:lnTo>
                    <a:pt x="54" y="1817"/>
                  </a:lnTo>
                  <a:lnTo>
                    <a:pt x="39" y="1810"/>
                  </a:lnTo>
                  <a:lnTo>
                    <a:pt x="25" y="1799"/>
                  </a:lnTo>
                  <a:lnTo>
                    <a:pt x="14" y="1785"/>
                  </a:lnTo>
                  <a:lnTo>
                    <a:pt x="5" y="1769"/>
                  </a:lnTo>
                  <a:lnTo>
                    <a:pt x="1" y="1753"/>
                  </a:lnTo>
                  <a:lnTo>
                    <a:pt x="0" y="1735"/>
                  </a:lnTo>
                  <a:lnTo>
                    <a:pt x="0" y="1729"/>
                  </a:lnTo>
                  <a:lnTo>
                    <a:pt x="1" y="1715"/>
                  </a:lnTo>
                  <a:lnTo>
                    <a:pt x="3" y="1695"/>
                  </a:lnTo>
                  <a:lnTo>
                    <a:pt x="7" y="1669"/>
                  </a:lnTo>
                  <a:lnTo>
                    <a:pt x="13" y="1636"/>
                  </a:lnTo>
                  <a:lnTo>
                    <a:pt x="21" y="1599"/>
                  </a:lnTo>
                  <a:lnTo>
                    <a:pt x="30" y="1557"/>
                  </a:lnTo>
                  <a:lnTo>
                    <a:pt x="44" y="1511"/>
                  </a:lnTo>
                  <a:lnTo>
                    <a:pt x="61" y="1463"/>
                  </a:lnTo>
                  <a:lnTo>
                    <a:pt x="81" y="1411"/>
                  </a:lnTo>
                  <a:lnTo>
                    <a:pt x="105" y="1357"/>
                  </a:lnTo>
                  <a:lnTo>
                    <a:pt x="133" y="1299"/>
                  </a:lnTo>
                  <a:lnTo>
                    <a:pt x="165" y="1242"/>
                  </a:lnTo>
                  <a:lnTo>
                    <a:pt x="203" y="1183"/>
                  </a:lnTo>
                  <a:lnTo>
                    <a:pt x="247" y="1124"/>
                  </a:lnTo>
                  <a:lnTo>
                    <a:pt x="295" y="1065"/>
                  </a:lnTo>
                  <a:lnTo>
                    <a:pt x="351" y="1007"/>
                  </a:lnTo>
                  <a:lnTo>
                    <a:pt x="407" y="952"/>
                  </a:lnTo>
                  <a:lnTo>
                    <a:pt x="465" y="899"/>
                  </a:lnTo>
                  <a:lnTo>
                    <a:pt x="525" y="849"/>
                  </a:lnTo>
                  <a:lnTo>
                    <a:pt x="583" y="800"/>
                  </a:lnTo>
                  <a:lnTo>
                    <a:pt x="643" y="754"/>
                  </a:lnTo>
                  <a:lnTo>
                    <a:pt x="703" y="712"/>
                  </a:lnTo>
                  <a:lnTo>
                    <a:pt x="761" y="673"/>
                  </a:lnTo>
                  <a:lnTo>
                    <a:pt x="818" y="637"/>
                  </a:lnTo>
                  <a:lnTo>
                    <a:pt x="873" y="606"/>
                  </a:lnTo>
                  <a:lnTo>
                    <a:pt x="927" y="579"/>
                  </a:lnTo>
                  <a:lnTo>
                    <a:pt x="890" y="395"/>
                  </a:lnTo>
                  <a:lnTo>
                    <a:pt x="888" y="374"/>
                  </a:lnTo>
                  <a:lnTo>
                    <a:pt x="892" y="354"/>
                  </a:lnTo>
                  <a:lnTo>
                    <a:pt x="900" y="335"/>
                  </a:lnTo>
                  <a:lnTo>
                    <a:pt x="913" y="319"/>
                  </a:lnTo>
                  <a:lnTo>
                    <a:pt x="1208" y="25"/>
                  </a:lnTo>
                  <a:lnTo>
                    <a:pt x="1226" y="12"/>
                  </a:lnTo>
                  <a:lnTo>
                    <a:pt x="1246" y="3"/>
                  </a:lnTo>
                  <a:lnTo>
                    <a:pt x="12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sp>
        <p:nvSpPr>
          <p:cNvPr id="90" name="TextBox 89">
            <a:extLst>
              <a:ext uri="{FF2B5EF4-FFF2-40B4-BE49-F238E27FC236}">
                <a16:creationId xmlns:a16="http://schemas.microsoft.com/office/drawing/2014/main" id="{905CECA2-DA79-4531-B32F-CA5C0AF9D4AB}"/>
              </a:ext>
            </a:extLst>
          </p:cNvPr>
          <p:cNvSpPr txBox="1"/>
          <p:nvPr/>
        </p:nvSpPr>
        <p:spPr>
          <a:xfrm>
            <a:off x="7308613" y="2700099"/>
            <a:ext cx="4267582"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200" b="1" dirty="0">
                <a:solidFill>
                  <a:schemeClr val="bg1"/>
                </a:solidFill>
                <a:latin typeface="Arial" panose="020B0604020202020204" pitchFamily="34" charset="0"/>
                <a:cs typeface="Arial" panose="020B0604020202020204" pitchFamily="34" charset="0"/>
              </a:rPr>
              <a:t>The ratio of true positives to the actual positives (true positives + false negatives).</a:t>
            </a:r>
          </a:p>
        </p:txBody>
      </p:sp>
      <p:sp>
        <p:nvSpPr>
          <p:cNvPr id="87" name="TextBox 86">
            <a:extLst>
              <a:ext uri="{FF2B5EF4-FFF2-40B4-BE49-F238E27FC236}">
                <a16:creationId xmlns:a16="http://schemas.microsoft.com/office/drawing/2014/main" id="{977A1E35-F3D9-433B-A1D5-89CCF7FE4F3E}"/>
              </a:ext>
            </a:extLst>
          </p:cNvPr>
          <p:cNvSpPr txBox="1"/>
          <p:nvPr/>
        </p:nvSpPr>
        <p:spPr>
          <a:xfrm rot="16200000" flipH="1">
            <a:off x="565528" y="4257154"/>
            <a:ext cx="1875361" cy="307777"/>
          </a:xfrm>
          <a:prstGeom prst="rect">
            <a:avLst/>
          </a:prstGeom>
          <a:noFill/>
        </p:spPr>
        <p:txBody>
          <a:bodyPr wrap="square" rtlCol="0">
            <a:spAutoFit/>
          </a:bodyPr>
          <a:lstStyle/>
          <a:p>
            <a:pPr algn="r"/>
            <a:r>
              <a:rPr lang="en-US" sz="1400" b="1" dirty="0">
                <a:latin typeface="Arial" panose="020B0604020202020204" pitchFamily="34" charset="0"/>
                <a:ea typeface="Calibri Light" charset="0"/>
                <a:cs typeface="Arial" panose="020B0604020202020204" pitchFamily="34" charset="0"/>
              </a:rPr>
              <a:t>Accuracy</a:t>
            </a:r>
          </a:p>
        </p:txBody>
      </p:sp>
      <p:sp>
        <p:nvSpPr>
          <p:cNvPr id="89" name="TextBox 88">
            <a:extLst>
              <a:ext uri="{FF2B5EF4-FFF2-40B4-BE49-F238E27FC236}">
                <a16:creationId xmlns:a16="http://schemas.microsoft.com/office/drawing/2014/main" id="{82BDCDD8-3C17-42F1-B459-3A299879EE07}"/>
              </a:ext>
            </a:extLst>
          </p:cNvPr>
          <p:cNvSpPr txBox="1"/>
          <p:nvPr/>
        </p:nvSpPr>
        <p:spPr>
          <a:xfrm rot="16200000" flipH="1">
            <a:off x="1404925" y="4135788"/>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Precision</a:t>
            </a:r>
          </a:p>
        </p:txBody>
      </p:sp>
      <p:sp>
        <p:nvSpPr>
          <p:cNvPr id="91" name="TextBox 90">
            <a:extLst>
              <a:ext uri="{FF2B5EF4-FFF2-40B4-BE49-F238E27FC236}">
                <a16:creationId xmlns:a16="http://schemas.microsoft.com/office/drawing/2014/main" id="{5BF5B055-4034-4DEA-B49F-A1A1BABCD3F9}"/>
              </a:ext>
            </a:extLst>
          </p:cNvPr>
          <p:cNvSpPr txBox="1"/>
          <p:nvPr/>
        </p:nvSpPr>
        <p:spPr>
          <a:xfrm rot="16200000" flipH="1">
            <a:off x="2115163" y="4028067"/>
            <a:ext cx="1632631" cy="523220"/>
          </a:xfrm>
          <a:prstGeom prst="rect">
            <a:avLst/>
          </a:prstGeom>
          <a:noFill/>
        </p:spPr>
        <p:txBody>
          <a:bodyPr wrap="square" rtlCol="0">
            <a:spAutoFit/>
          </a:bodyPr>
          <a:lstStyle/>
          <a:p>
            <a:pPr algn="r"/>
            <a:r>
              <a:rPr lang="en-US" sz="1400" b="1" dirty="0">
                <a:solidFill>
                  <a:schemeClr val="bg1"/>
                </a:solidFill>
                <a:latin typeface="Arial" panose="020B0604020202020204" pitchFamily="34" charset="0"/>
                <a:cs typeface="Arial" panose="020B0604020202020204" pitchFamily="34" charset="0"/>
              </a:rPr>
              <a:t>Recall (Sensitivity)</a:t>
            </a:r>
          </a:p>
        </p:txBody>
      </p:sp>
      <p:sp>
        <p:nvSpPr>
          <p:cNvPr id="92" name="TextBox 91">
            <a:extLst>
              <a:ext uri="{FF2B5EF4-FFF2-40B4-BE49-F238E27FC236}">
                <a16:creationId xmlns:a16="http://schemas.microsoft.com/office/drawing/2014/main" id="{BDC95510-4C56-48DB-BCF6-2DE9FB9F6E14}"/>
              </a:ext>
            </a:extLst>
          </p:cNvPr>
          <p:cNvSpPr txBox="1"/>
          <p:nvPr/>
        </p:nvSpPr>
        <p:spPr>
          <a:xfrm rot="16200000" flipH="1">
            <a:off x="2828333" y="4135788"/>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F1 Score</a:t>
            </a:r>
          </a:p>
        </p:txBody>
      </p:sp>
      <p:sp>
        <p:nvSpPr>
          <p:cNvPr id="103" name="TextBox 102">
            <a:extLst>
              <a:ext uri="{FF2B5EF4-FFF2-40B4-BE49-F238E27FC236}">
                <a16:creationId xmlns:a16="http://schemas.microsoft.com/office/drawing/2014/main" id="{4BC75801-5076-4E52-94AF-68078ABF4C76}"/>
              </a:ext>
            </a:extLst>
          </p:cNvPr>
          <p:cNvSpPr txBox="1"/>
          <p:nvPr/>
        </p:nvSpPr>
        <p:spPr>
          <a:xfrm rot="16200000" flipH="1">
            <a:off x="4260453" y="4135787"/>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Confusion Matrix</a:t>
            </a:r>
          </a:p>
        </p:txBody>
      </p:sp>
      <p:sp>
        <p:nvSpPr>
          <p:cNvPr id="105" name="TextBox 104">
            <a:extLst>
              <a:ext uri="{FF2B5EF4-FFF2-40B4-BE49-F238E27FC236}">
                <a16:creationId xmlns:a16="http://schemas.microsoft.com/office/drawing/2014/main" id="{1AD2B83C-FFDE-4B33-BC67-8E78AF5B1560}"/>
              </a:ext>
            </a:extLst>
          </p:cNvPr>
          <p:cNvSpPr txBox="1"/>
          <p:nvPr/>
        </p:nvSpPr>
        <p:spPr>
          <a:xfrm rot="16200000" flipH="1">
            <a:off x="3705748" y="3961977"/>
            <a:ext cx="1237663"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ROC-AUC</a:t>
            </a:r>
          </a:p>
        </p:txBody>
      </p:sp>
      <p:pic>
        <p:nvPicPr>
          <p:cNvPr id="86" name="Picture 85">
            <a:extLst>
              <a:ext uri="{FF2B5EF4-FFF2-40B4-BE49-F238E27FC236}">
                <a16:creationId xmlns:a16="http://schemas.microsoft.com/office/drawing/2014/main" id="{18FE510F-F0D9-4E1F-A1DB-325507509C9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24655"/>
            <a:ext cx="1606471" cy="1606471"/>
          </a:xfrm>
          <a:prstGeom prst="rect">
            <a:avLst/>
          </a:prstGeom>
        </p:spPr>
      </p:pic>
    </p:spTree>
    <p:extLst>
      <p:ext uri="{BB962C8B-B14F-4D97-AF65-F5344CB8AC3E}">
        <p14:creationId xmlns:p14="http://schemas.microsoft.com/office/powerpoint/2010/main" val="2076891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 name="Rectangle 13"/>
          <p:cNvSpPr>
            <a:spLocks noChangeArrowheads="1"/>
          </p:cNvSpPr>
          <p:nvPr/>
        </p:nvSpPr>
        <p:spPr bwMode="auto">
          <a:xfrm rot="16200000" flipH="1">
            <a:off x="7156415" y="1579710"/>
            <a:ext cx="4571999" cy="4460606"/>
          </a:xfrm>
          <a:prstGeom prst="rect">
            <a:avLst/>
          </a:prstGeom>
          <a:solidFill>
            <a:schemeClr val="accent1">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07" name="TextBox 106"/>
          <p:cNvSpPr txBox="1"/>
          <p:nvPr/>
        </p:nvSpPr>
        <p:spPr>
          <a:xfrm>
            <a:off x="7390718" y="1751468"/>
            <a:ext cx="2309778" cy="400110"/>
          </a:xfrm>
          <a:prstGeom prst="rect">
            <a:avLst/>
          </a:prstGeom>
          <a:noFill/>
        </p:spPr>
        <p:txBody>
          <a:bodyPr wrap="square" rtlCol="0">
            <a:spAutoFit/>
          </a:bodyPr>
          <a:lstStyle/>
          <a:p>
            <a:r>
              <a:rPr lang="en-US" sz="2000" b="1" dirty="0">
                <a:solidFill>
                  <a:schemeClr val="bg1"/>
                </a:solidFill>
                <a:latin typeface="Arial" panose="020B0604020202020204" pitchFamily="34" charset="0"/>
                <a:cs typeface="Arial" panose="020B0604020202020204" pitchFamily="34" charset="0"/>
              </a:rPr>
              <a:t>F1 Score</a:t>
            </a:r>
          </a:p>
        </p:txBody>
      </p:sp>
      <p:cxnSp>
        <p:nvCxnSpPr>
          <p:cNvPr id="34" name="Straight Connector 33"/>
          <p:cNvCxnSpPr/>
          <p:nvPr/>
        </p:nvCxnSpPr>
        <p:spPr>
          <a:xfrm>
            <a:off x="7402599" y="2472263"/>
            <a:ext cx="304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ACF58A1C-56E8-4477-8DEE-6B858F9FA206}"/>
              </a:ext>
            </a:extLst>
          </p:cNvPr>
          <p:cNvSpPr/>
          <p:nvPr/>
        </p:nvSpPr>
        <p:spPr>
          <a:xfrm>
            <a:off x="2476919" y="817570"/>
            <a:ext cx="2992596" cy="369332"/>
          </a:xfrm>
          <a:prstGeom prst="rect">
            <a:avLst/>
          </a:prstGeom>
        </p:spPr>
        <p:txBody>
          <a:bodyPr wrap="square">
            <a:spAutoFit/>
          </a:bodyPr>
          <a:lstStyle/>
          <a:p>
            <a:r>
              <a:rPr lang="en-US" b="1" dirty="0">
                <a:solidFill>
                  <a:srgbClr val="003366"/>
                </a:solidFill>
                <a:latin typeface="Arial" panose="020B0604020202020204" pitchFamily="34" charset="0"/>
                <a:cs typeface="Arial" panose="020B0604020202020204" pitchFamily="34" charset="0"/>
              </a:rPr>
              <a:t>Evaluation Parameters</a:t>
            </a:r>
            <a:endParaRPr lang="en-PK" dirty="0">
              <a:solidFill>
                <a:srgbClr val="003366"/>
              </a:solidFill>
              <a:latin typeface="Arial" panose="020B0604020202020204" pitchFamily="34" charset="0"/>
              <a:cs typeface="Arial" panose="020B0604020202020204" pitchFamily="34" charset="0"/>
            </a:endParaRPr>
          </a:p>
        </p:txBody>
      </p:sp>
      <p:grpSp>
        <p:nvGrpSpPr>
          <p:cNvPr id="103" name="Group 102">
            <a:extLst>
              <a:ext uri="{FF2B5EF4-FFF2-40B4-BE49-F238E27FC236}">
                <a16:creationId xmlns:a16="http://schemas.microsoft.com/office/drawing/2014/main" id="{85CF188B-55EC-441E-AE95-8EBEB8E4C78E}"/>
              </a:ext>
            </a:extLst>
          </p:cNvPr>
          <p:cNvGrpSpPr/>
          <p:nvPr/>
        </p:nvGrpSpPr>
        <p:grpSpPr>
          <a:xfrm>
            <a:off x="9673700" y="1724025"/>
            <a:ext cx="653892" cy="613104"/>
            <a:chOff x="7156450" y="2708275"/>
            <a:chExt cx="233363" cy="234950"/>
          </a:xfrm>
          <a:solidFill>
            <a:schemeClr val="bg1"/>
          </a:solidFill>
        </p:grpSpPr>
        <p:sp>
          <p:nvSpPr>
            <p:cNvPr id="105" name="Rectangle 33">
              <a:extLst>
                <a:ext uri="{FF2B5EF4-FFF2-40B4-BE49-F238E27FC236}">
                  <a16:creationId xmlns:a16="http://schemas.microsoft.com/office/drawing/2014/main" id="{3839EDBC-2121-49D0-BC0F-636B4BB89550}"/>
                </a:ext>
              </a:extLst>
            </p:cNvPr>
            <p:cNvSpPr>
              <a:spLocks noChangeArrowheads="1"/>
            </p:cNvSpPr>
            <p:nvPr/>
          </p:nvSpPr>
          <p:spPr bwMode="auto">
            <a:xfrm>
              <a:off x="7156450" y="2803525"/>
              <a:ext cx="41275" cy="12382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06" name="Freeform 34">
              <a:extLst>
                <a:ext uri="{FF2B5EF4-FFF2-40B4-BE49-F238E27FC236}">
                  <a16:creationId xmlns:a16="http://schemas.microsoft.com/office/drawing/2014/main" id="{E296A4F4-D6E4-47DA-9A7D-5C2C3D2F8C41}"/>
                </a:ext>
              </a:extLst>
            </p:cNvPr>
            <p:cNvSpPr>
              <a:spLocks noEditPoints="1"/>
            </p:cNvSpPr>
            <p:nvPr/>
          </p:nvSpPr>
          <p:spPr bwMode="auto">
            <a:xfrm>
              <a:off x="7215188" y="2708275"/>
              <a:ext cx="174625" cy="234950"/>
            </a:xfrm>
            <a:custGeom>
              <a:avLst/>
              <a:gdLst>
                <a:gd name="T0" fmla="*/ 790 w 2315"/>
                <a:gd name="T1" fmla="*/ 1051 h 3103"/>
                <a:gd name="T2" fmla="*/ 645 w 2315"/>
                <a:gd name="T3" fmla="*/ 1093 h 3103"/>
                <a:gd name="T4" fmla="*/ 513 w 2315"/>
                <a:gd name="T5" fmla="*/ 1176 h 3103"/>
                <a:gd name="T6" fmla="*/ 407 w 2315"/>
                <a:gd name="T7" fmla="*/ 1297 h 3103"/>
                <a:gd name="T8" fmla="*/ 338 w 2315"/>
                <a:gd name="T9" fmla="*/ 1438 h 3103"/>
                <a:gd name="T10" fmla="*/ 311 w 2315"/>
                <a:gd name="T11" fmla="*/ 1590 h 3103"/>
                <a:gd name="T12" fmla="*/ 324 w 2315"/>
                <a:gd name="T13" fmla="*/ 1743 h 3103"/>
                <a:gd name="T14" fmla="*/ 378 w 2315"/>
                <a:gd name="T15" fmla="*/ 1890 h 3103"/>
                <a:gd name="T16" fmla="*/ 473 w 2315"/>
                <a:gd name="T17" fmla="*/ 2018 h 3103"/>
                <a:gd name="T18" fmla="*/ 600 w 2315"/>
                <a:gd name="T19" fmla="*/ 2115 h 3103"/>
                <a:gd name="T20" fmla="*/ 741 w 2315"/>
                <a:gd name="T21" fmla="*/ 2170 h 3103"/>
                <a:gd name="T22" fmla="*/ 891 w 2315"/>
                <a:gd name="T23" fmla="*/ 2184 h 3103"/>
                <a:gd name="T24" fmla="*/ 1039 w 2315"/>
                <a:gd name="T25" fmla="*/ 2157 h 3103"/>
                <a:gd name="T26" fmla="*/ 1176 w 2315"/>
                <a:gd name="T27" fmla="*/ 2087 h 3103"/>
                <a:gd name="T28" fmla="*/ 1294 w 2315"/>
                <a:gd name="T29" fmla="*/ 1977 h 3103"/>
                <a:gd name="T30" fmla="*/ 1375 w 2315"/>
                <a:gd name="T31" fmla="*/ 1842 h 3103"/>
                <a:gd name="T32" fmla="*/ 1415 w 2315"/>
                <a:gd name="T33" fmla="*/ 1693 h 3103"/>
                <a:gd name="T34" fmla="*/ 1415 w 2315"/>
                <a:gd name="T35" fmla="*/ 1539 h 3103"/>
                <a:gd name="T36" fmla="*/ 1375 w 2315"/>
                <a:gd name="T37" fmla="*/ 1390 h 3103"/>
                <a:gd name="T38" fmla="*/ 1294 w 2315"/>
                <a:gd name="T39" fmla="*/ 1253 h 3103"/>
                <a:gd name="T40" fmla="*/ 1176 w 2315"/>
                <a:gd name="T41" fmla="*/ 1143 h 3103"/>
                <a:gd name="T42" fmla="*/ 1039 w 2315"/>
                <a:gd name="T43" fmla="*/ 1074 h 3103"/>
                <a:gd name="T44" fmla="*/ 891 w 2315"/>
                <a:gd name="T45" fmla="*/ 1046 h 3103"/>
                <a:gd name="T46" fmla="*/ 1320 w 2315"/>
                <a:gd name="T47" fmla="*/ 1046 h 3103"/>
                <a:gd name="T48" fmla="*/ 1417 w 2315"/>
                <a:gd name="T49" fmla="*/ 1140 h 3103"/>
                <a:gd name="T50" fmla="*/ 1515 w 2315"/>
                <a:gd name="T51" fmla="*/ 1297 h 3103"/>
                <a:gd name="T52" fmla="*/ 1571 w 2315"/>
                <a:gd name="T53" fmla="*/ 1468 h 3103"/>
                <a:gd name="T54" fmla="*/ 1584 w 2315"/>
                <a:gd name="T55" fmla="*/ 1647 h 3103"/>
                <a:gd name="T56" fmla="*/ 1555 w 2315"/>
                <a:gd name="T57" fmla="*/ 1825 h 3103"/>
                <a:gd name="T58" fmla="*/ 1484 w 2315"/>
                <a:gd name="T59" fmla="*/ 1992 h 3103"/>
                <a:gd name="T60" fmla="*/ 1664 w 2315"/>
                <a:gd name="T61" fmla="*/ 2118 h 3103"/>
                <a:gd name="T62" fmla="*/ 2315 w 2315"/>
                <a:gd name="T63" fmla="*/ 2800 h 3103"/>
                <a:gd name="T64" fmla="*/ 2307 w 2315"/>
                <a:gd name="T65" fmla="*/ 2859 h 3103"/>
                <a:gd name="T66" fmla="*/ 2276 w 2315"/>
                <a:gd name="T67" fmla="*/ 2943 h 3103"/>
                <a:gd name="T68" fmla="*/ 2209 w 2315"/>
                <a:gd name="T69" fmla="*/ 3030 h 3103"/>
                <a:gd name="T70" fmla="*/ 2128 w 2315"/>
                <a:gd name="T71" fmla="*/ 3078 h 3103"/>
                <a:gd name="T72" fmla="*/ 2053 w 2315"/>
                <a:gd name="T73" fmla="*/ 3099 h 3103"/>
                <a:gd name="T74" fmla="*/ 2010 w 2315"/>
                <a:gd name="T75" fmla="*/ 3103 h 3103"/>
                <a:gd name="T76" fmla="*/ 1403 w 2315"/>
                <a:gd name="T77" fmla="*/ 2335 h 3103"/>
                <a:gd name="T78" fmla="*/ 774 w 2315"/>
                <a:gd name="T79" fmla="*/ 2903 h 3103"/>
                <a:gd name="T80" fmla="*/ 657 w 2315"/>
                <a:gd name="T81" fmla="*/ 2320 h 3103"/>
                <a:gd name="T82" fmla="*/ 544 w 2315"/>
                <a:gd name="T83" fmla="*/ 2903 h 3103"/>
                <a:gd name="T84" fmla="*/ 545 w 2315"/>
                <a:gd name="T85" fmla="*/ 687 h 3103"/>
                <a:gd name="T86" fmla="*/ 657 w 2315"/>
                <a:gd name="T87" fmla="*/ 911 h 3103"/>
                <a:gd name="T88" fmla="*/ 774 w 2315"/>
                <a:gd name="T89" fmla="*/ 0 h 3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15" h="3103">
                  <a:moveTo>
                    <a:pt x="891" y="1046"/>
                  </a:moveTo>
                  <a:lnTo>
                    <a:pt x="841" y="1046"/>
                  </a:lnTo>
                  <a:lnTo>
                    <a:pt x="790" y="1051"/>
                  </a:lnTo>
                  <a:lnTo>
                    <a:pt x="741" y="1061"/>
                  </a:lnTo>
                  <a:lnTo>
                    <a:pt x="693" y="1074"/>
                  </a:lnTo>
                  <a:lnTo>
                    <a:pt x="645" y="1093"/>
                  </a:lnTo>
                  <a:lnTo>
                    <a:pt x="600" y="1116"/>
                  </a:lnTo>
                  <a:lnTo>
                    <a:pt x="555" y="1143"/>
                  </a:lnTo>
                  <a:lnTo>
                    <a:pt x="513" y="1176"/>
                  </a:lnTo>
                  <a:lnTo>
                    <a:pt x="474" y="1213"/>
                  </a:lnTo>
                  <a:lnTo>
                    <a:pt x="438" y="1253"/>
                  </a:lnTo>
                  <a:lnTo>
                    <a:pt x="407" y="1297"/>
                  </a:lnTo>
                  <a:lnTo>
                    <a:pt x="379" y="1342"/>
                  </a:lnTo>
                  <a:lnTo>
                    <a:pt x="356" y="1390"/>
                  </a:lnTo>
                  <a:lnTo>
                    <a:pt x="338" y="1438"/>
                  </a:lnTo>
                  <a:lnTo>
                    <a:pt x="325" y="1487"/>
                  </a:lnTo>
                  <a:lnTo>
                    <a:pt x="316" y="1539"/>
                  </a:lnTo>
                  <a:lnTo>
                    <a:pt x="311" y="1590"/>
                  </a:lnTo>
                  <a:lnTo>
                    <a:pt x="311" y="1641"/>
                  </a:lnTo>
                  <a:lnTo>
                    <a:pt x="316" y="1693"/>
                  </a:lnTo>
                  <a:lnTo>
                    <a:pt x="324" y="1743"/>
                  </a:lnTo>
                  <a:lnTo>
                    <a:pt x="338" y="1794"/>
                  </a:lnTo>
                  <a:lnTo>
                    <a:pt x="356" y="1842"/>
                  </a:lnTo>
                  <a:lnTo>
                    <a:pt x="378" y="1890"/>
                  </a:lnTo>
                  <a:lnTo>
                    <a:pt x="406" y="1935"/>
                  </a:lnTo>
                  <a:lnTo>
                    <a:pt x="437" y="1977"/>
                  </a:lnTo>
                  <a:lnTo>
                    <a:pt x="473" y="2018"/>
                  </a:lnTo>
                  <a:lnTo>
                    <a:pt x="513" y="2054"/>
                  </a:lnTo>
                  <a:lnTo>
                    <a:pt x="554" y="2087"/>
                  </a:lnTo>
                  <a:lnTo>
                    <a:pt x="600" y="2115"/>
                  </a:lnTo>
                  <a:lnTo>
                    <a:pt x="645" y="2138"/>
                  </a:lnTo>
                  <a:lnTo>
                    <a:pt x="693" y="2157"/>
                  </a:lnTo>
                  <a:lnTo>
                    <a:pt x="741" y="2170"/>
                  </a:lnTo>
                  <a:lnTo>
                    <a:pt x="790" y="2179"/>
                  </a:lnTo>
                  <a:lnTo>
                    <a:pt x="841" y="2184"/>
                  </a:lnTo>
                  <a:lnTo>
                    <a:pt x="891" y="2184"/>
                  </a:lnTo>
                  <a:lnTo>
                    <a:pt x="941" y="2179"/>
                  </a:lnTo>
                  <a:lnTo>
                    <a:pt x="990" y="2170"/>
                  </a:lnTo>
                  <a:lnTo>
                    <a:pt x="1039" y="2157"/>
                  </a:lnTo>
                  <a:lnTo>
                    <a:pt x="1087" y="2138"/>
                  </a:lnTo>
                  <a:lnTo>
                    <a:pt x="1132" y="2115"/>
                  </a:lnTo>
                  <a:lnTo>
                    <a:pt x="1176" y="2087"/>
                  </a:lnTo>
                  <a:lnTo>
                    <a:pt x="1218" y="2054"/>
                  </a:lnTo>
                  <a:lnTo>
                    <a:pt x="1258" y="2018"/>
                  </a:lnTo>
                  <a:lnTo>
                    <a:pt x="1294" y="1977"/>
                  </a:lnTo>
                  <a:lnTo>
                    <a:pt x="1326" y="1934"/>
                  </a:lnTo>
                  <a:lnTo>
                    <a:pt x="1352" y="1888"/>
                  </a:lnTo>
                  <a:lnTo>
                    <a:pt x="1375" y="1842"/>
                  </a:lnTo>
                  <a:lnTo>
                    <a:pt x="1393" y="1793"/>
                  </a:lnTo>
                  <a:lnTo>
                    <a:pt x="1406" y="1743"/>
                  </a:lnTo>
                  <a:lnTo>
                    <a:pt x="1415" y="1693"/>
                  </a:lnTo>
                  <a:lnTo>
                    <a:pt x="1419" y="1641"/>
                  </a:lnTo>
                  <a:lnTo>
                    <a:pt x="1419" y="1590"/>
                  </a:lnTo>
                  <a:lnTo>
                    <a:pt x="1415" y="1539"/>
                  </a:lnTo>
                  <a:lnTo>
                    <a:pt x="1406" y="1487"/>
                  </a:lnTo>
                  <a:lnTo>
                    <a:pt x="1393" y="1438"/>
                  </a:lnTo>
                  <a:lnTo>
                    <a:pt x="1375" y="1390"/>
                  </a:lnTo>
                  <a:lnTo>
                    <a:pt x="1352" y="1342"/>
                  </a:lnTo>
                  <a:lnTo>
                    <a:pt x="1325" y="1297"/>
                  </a:lnTo>
                  <a:lnTo>
                    <a:pt x="1294" y="1253"/>
                  </a:lnTo>
                  <a:lnTo>
                    <a:pt x="1258" y="1213"/>
                  </a:lnTo>
                  <a:lnTo>
                    <a:pt x="1218" y="1176"/>
                  </a:lnTo>
                  <a:lnTo>
                    <a:pt x="1176" y="1143"/>
                  </a:lnTo>
                  <a:lnTo>
                    <a:pt x="1132" y="1115"/>
                  </a:lnTo>
                  <a:lnTo>
                    <a:pt x="1086" y="1093"/>
                  </a:lnTo>
                  <a:lnTo>
                    <a:pt x="1039" y="1074"/>
                  </a:lnTo>
                  <a:lnTo>
                    <a:pt x="990" y="1061"/>
                  </a:lnTo>
                  <a:lnTo>
                    <a:pt x="941" y="1051"/>
                  </a:lnTo>
                  <a:lnTo>
                    <a:pt x="891" y="1046"/>
                  </a:lnTo>
                  <a:close/>
                  <a:moveTo>
                    <a:pt x="774" y="0"/>
                  </a:moveTo>
                  <a:lnTo>
                    <a:pt x="1320" y="0"/>
                  </a:lnTo>
                  <a:lnTo>
                    <a:pt x="1320" y="1046"/>
                  </a:lnTo>
                  <a:lnTo>
                    <a:pt x="1348" y="1069"/>
                  </a:lnTo>
                  <a:lnTo>
                    <a:pt x="1375" y="1094"/>
                  </a:lnTo>
                  <a:lnTo>
                    <a:pt x="1417" y="1140"/>
                  </a:lnTo>
                  <a:lnTo>
                    <a:pt x="1455" y="1191"/>
                  </a:lnTo>
                  <a:lnTo>
                    <a:pt x="1488" y="1242"/>
                  </a:lnTo>
                  <a:lnTo>
                    <a:pt x="1515" y="1297"/>
                  </a:lnTo>
                  <a:lnTo>
                    <a:pt x="1538" y="1352"/>
                  </a:lnTo>
                  <a:lnTo>
                    <a:pt x="1557" y="1410"/>
                  </a:lnTo>
                  <a:lnTo>
                    <a:pt x="1571" y="1468"/>
                  </a:lnTo>
                  <a:lnTo>
                    <a:pt x="1580" y="1528"/>
                  </a:lnTo>
                  <a:lnTo>
                    <a:pt x="1584" y="1587"/>
                  </a:lnTo>
                  <a:lnTo>
                    <a:pt x="1584" y="1647"/>
                  </a:lnTo>
                  <a:lnTo>
                    <a:pt x="1579" y="1707"/>
                  </a:lnTo>
                  <a:lnTo>
                    <a:pt x="1569" y="1766"/>
                  </a:lnTo>
                  <a:lnTo>
                    <a:pt x="1555" y="1825"/>
                  </a:lnTo>
                  <a:lnTo>
                    <a:pt x="1536" y="1881"/>
                  </a:lnTo>
                  <a:lnTo>
                    <a:pt x="1512" y="1937"/>
                  </a:lnTo>
                  <a:lnTo>
                    <a:pt x="1484" y="1992"/>
                  </a:lnTo>
                  <a:lnTo>
                    <a:pt x="1451" y="2043"/>
                  </a:lnTo>
                  <a:lnTo>
                    <a:pt x="1579" y="2171"/>
                  </a:lnTo>
                  <a:lnTo>
                    <a:pt x="1664" y="2118"/>
                  </a:lnTo>
                  <a:lnTo>
                    <a:pt x="2315" y="2786"/>
                  </a:lnTo>
                  <a:lnTo>
                    <a:pt x="2315" y="2791"/>
                  </a:lnTo>
                  <a:lnTo>
                    <a:pt x="2315" y="2800"/>
                  </a:lnTo>
                  <a:lnTo>
                    <a:pt x="2314" y="2815"/>
                  </a:lnTo>
                  <a:lnTo>
                    <a:pt x="2311" y="2835"/>
                  </a:lnTo>
                  <a:lnTo>
                    <a:pt x="2307" y="2859"/>
                  </a:lnTo>
                  <a:lnTo>
                    <a:pt x="2300" y="2884"/>
                  </a:lnTo>
                  <a:lnTo>
                    <a:pt x="2290" y="2913"/>
                  </a:lnTo>
                  <a:lnTo>
                    <a:pt x="2276" y="2943"/>
                  </a:lnTo>
                  <a:lnTo>
                    <a:pt x="2257" y="2974"/>
                  </a:lnTo>
                  <a:lnTo>
                    <a:pt x="2234" y="3005"/>
                  </a:lnTo>
                  <a:lnTo>
                    <a:pt x="2209" y="3030"/>
                  </a:lnTo>
                  <a:lnTo>
                    <a:pt x="2183" y="3050"/>
                  </a:lnTo>
                  <a:lnTo>
                    <a:pt x="2156" y="3066"/>
                  </a:lnTo>
                  <a:lnTo>
                    <a:pt x="2128" y="3078"/>
                  </a:lnTo>
                  <a:lnTo>
                    <a:pt x="2101" y="3087"/>
                  </a:lnTo>
                  <a:lnTo>
                    <a:pt x="2076" y="3095"/>
                  </a:lnTo>
                  <a:lnTo>
                    <a:pt x="2053" y="3099"/>
                  </a:lnTo>
                  <a:lnTo>
                    <a:pt x="2034" y="3102"/>
                  </a:lnTo>
                  <a:lnTo>
                    <a:pt x="2019" y="3103"/>
                  </a:lnTo>
                  <a:lnTo>
                    <a:pt x="2010" y="3103"/>
                  </a:lnTo>
                  <a:lnTo>
                    <a:pt x="2006" y="3103"/>
                  </a:lnTo>
                  <a:lnTo>
                    <a:pt x="1355" y="2435"/>
                  </a:lnTo>
                  <a:lnTo>
                    <a:pt x="1403" y="2335"/>
                  </a:lnTo>
                  <a:lnTo>
                    <a:pt x="1320" y="2252"/>
                  </a:lnTo>
                  <a:lnTo>
                    <a:pt x="1320" y="2903"/>
                  </a:lnTo>
                  <a:lnTo>
                    <a:pt x="774" y="2903"/>
                  </a:lnTo>
                  <a:lnTo>
                    <a:pt x="774" y="2345"/>
                  </a:lnTo>
                  <a:lnTo>
                    <a:pt x="715" y="2336"/>
                  </a:lnTo>
                  <a:lnTo>
                    <a:pt x="657" y="2320"/>
                  </a:lnTo>
                  <a:lnTo>
                    <a:pt x="600" y="2300"/>
                  </a:lnTo>
                  <a:lnTo>
                    <a:pt x="544" y="2274"/>
                  </a:lnTo>
                  <a:lnTo>
                    <a:pt x="544" y="2903"/>
                  </a:lnTo>
                  <a:lnTo>
                    <a:pt x="0" y="2903"/>
                  </a:lnTo>
                  <a:lnTo>
                    <a:pt x="0" y="687"/>
                  </a:lnTo>
                  <a:lnTo>
                    <a:pt x="545" y="687"/>
                  </a:lnTo>
                  <a:lnTo>
                    <a:pt x="545" y="957"/>
                  </a:lnTo>
                  <a:lnTo>
                    <a:pt x="601" y="932"/>
                  </a:lnTo>
                  <a:lnTo>
                    <a:pt x="657" y="911"/>
                  </a:lnTo>
                  <a:lnTo>
                    <a:pt x="715" y="896"/>
                  </a:lnTo>
                  <a:lnTo>
                    <a:pt x="774" y="885"/>
                  </a:lnTo>
                  <a:lnTo>
                    <a:pt x="7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sp>
        <p:nvSpPr>
          <p:cNvPr id="111" name="TextBox 110">
            <a:extLst>
              <a:ext uri="{FF2B5EF4-FFF2-40B4-BE49-F238E27FC236}">
                <a16:creationId xmlns:a16="http://schemas.microsoft.com/office/drawing/2014/main" id="{24130286-360F-432F-B1F4-883AE60F156C}"/>
              </a:ext>
            </a:extLst>
          </p:cNvPr>
          <p:cNvSpPr txBox="1"/>
          <p:nvPr/>
        </p:nvSpPr>
        <p:spPr>
          <a:xfrm>
            <a:off x="7291698" y="2667124"/>
            <a:ext cx="4301431" cy="430887"/>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100" b="1" dirty="0">
                <a:solidFill>
                  <a:schemeClr val="bg1"/>
                </a:solidFill>
                <a:latin typeface="Arial" panose="020B0604020202020204" pitchFamily="34" charset="0"/>
                <a:cs typeface="Arial" panose="020B0604020202020204" pitchFamily="34" charset="0"/>
              </a:rPr>
              <a:t>The harmonic mean of precision and recall, useful for imbalanced datasets.</a:t>
            </a:r>
            <a:endParaRPr lang="en-US" sz="1100" dirty="0">
              <a:solidFill>
                <a:schemeClr val="bg1"/>
              </a:solidFill>
              <a:latin typeface="Arial" panose="020B0604020202020204" pitchFamily="34" charset="0"/>
              <a:cs typeface="Arial" panose="020B0604020202020204" pitchFamily="34" charset="0"/>
            </a:endParaRPr>
          </a:p>
        </p:txBody>
      </p:sp>
      <p:sp>
        <p:nvSpPr>
          <p:cNvPr id="100" name="Freeform 7">
            <a:extLst>
              <a:ext uri="{FF2B5EF4-FFF2-40B4-BE49-F238E27FC236}">
                <a16:creationId xmlns:a16="http://schemas.microsoft.com/office/drawing/2014/main" id="{1E7FD090-BD67-4001-8A64-3DF6248C5F57}"/>
              </a:ext>
            </a:extLst>
          </p:cNvPr>
          <p:cNvSpPr>
            <a:spLocks/>
          </p:cNvSpPr>
          <p:nvPr/>
        </p:nvSpPr>
        <p:spPr bwMode="auto">
          <a:xfrm rot="16200000" flipH="1">
            <a:off x="3400538" y="3925149"/>
            <a:ext cx="3349175" cy="717388"/>
          </a:xfrm>
          <a:custGeom>
            <a:avLst/>
            <a:gdLst>
              <a:gd name="T0" fmla="*/ 1972 w 1972"/>
              <a:gd name="T1" fmla="*/ 185 h 369"/>
              <a:gd name="T2" fmla="*/ 1778 w 1972"/>
              <a:gd name="T3" fmla="*/ 0 h 369"/>
              <a:gd name="T4" fmla="*/ 1778 w 1972"/>
              <a:gd name="T5" fmla="*/ 0 h 369"/>
              <a:gd name="T6" fmla="*/ 0 w 1972"/>
              <a:gd name="T7" fmla="*/ 0 h 369"/>
              <a:gd name="T8" fmla="*/ 0 w 1972"/>
              <a:gd name="T9" fmla="*/ 369 h 369"/>
              <a:gd name="T10" fmla="*/ 1778 w 1972"/>
              <a:gd name="T11" fmla="*/ 369 h 369"/>
              <a:gd name="T12" fmla="*/ 1778 w 1972"/>
              <a:gd name="T13" fmla="*/ 369 h 369"/>
              <a:gd name="T14" fmla="*/ 1972 w 1972"/>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72" h="369">
                <a:moveTo>
                  <a:pt x="1972" y="185"/>
                </a:moveTo>
                <a:lnTo>
                  <a:pt x="1778" y="0"/>
                </a:lnTo>
                <a:lnTo>
                  <a:pt x="1778" y="0"/>
                </a:lnTo>
                <a:lnTo>
                  <a:pt x="0" y="0"/>
                </a:lnTo>
                <a:lnTo>
                  <a:pt x="0" y="369"/>
                </a:lnTo>
                <a:lnTo>
                  <a:pt x="1778" y="369"/>
                </a:lnTo>
                <a:lnTo>
                  <a:pt x="1778" y="369"/>
                </a:lnTo>
                <a:lnTo>
                  <a:pt x="1972" y="18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02" name="Freeform 8">
            <a:extLst>
              <a:ext uri="{FF2B5EF4-FFF2-40B4-BE49-F238E27FC236}">
                <a16:creationId xmlns:a16="http://schemas.microsoft.com/office/drawing/2014/main" id="{9E343067-2EB2-44EF-903C-6A7A6610C0A6}"/>
              </a:ext>
            </a:extLst>
          </p:cNvPr>
          <p:cNvSpPr>
            <a:spLocks/>
          </p:cNvSpPr>
          <p:nvPr/>
        </p:nvSpPr>
        <p:spPr bwMode="auto">
          <a:xfrm rot="16200000" flipH="1">
            <a:off x="3074251" y="3536040"/>
            <a:ext cx="2569626" cy="716059"/>
          </a:xfrm>
          <a:custGeom>
            <a:avLst/>
            <a:gdLst>
              <a:gd name="T0" fmla="*/ 1513 w 1513"/>
              <a:gd name="T1" fmla="*/ 185 h 372"/>
              <a:gd name="T2" fmla="*/ 1319 w 1513"/>
              <a:gd name="T3" fmla="*/ 0 h 372"/>
              <a:gd name="T4" fmla="*/ 1319 w 1513"/>
              <a:gd name="T5" fmla="*/ 0 h 372"/>
              <a:gd name="T6" fmla="*/ 0 w 1513"/>
              <a:gd name="T7" fmla="*/ 0 h 372"/>
              <a:gd name="T8" fmla="*/ 0 w 1513"/>
              <a:gd name="T9" fmla="*/ 372 h 372"/>
              <a:gd name="T10" fmla="*/ 1319 w 1513"/>
              <a:gd name="T11" fmla="*/ 372 h 372"/>
              <a:gd name="T12" fmla="*/ 1319 w 1513"/>
              <a:gd name="T13" fmla="*/ 369 h 372"/>
              <a:gd name="T14" fmla="*/ 1513 w 1513"/>
              <a:gd name="T15" fmla="*/ 185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3" h="372">
                <a:moveTo>
                  <a:pt x="1513" y="185"/>
                </a:moveTo>
                <a:lnTo>
                  <a:pt x="1319" y="0"/>
                </a:lnTo>
                <a:lnTo>
                  <a:pt x="1319" y="0"/>
                </a:lnTo>
                <a:lnTo>
                  <a:pt x="0" y="0"/>
                </a:lnTo>
                <a:lnTo>
                  <a:pt x="0" y="372"/>
                </a:lnTo>
                <a:lnTo>
                  <a:pt x="1319" y="372"/>
                </a:lnTo>
                <a:lnTo>
                  <a:pt x="1319" y="369"/>
                </a:lnTo>
                <a:lnTo>
                  <a:pt x="1513" y="185"/>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7" name="Freeform 9">
            <a:extLst>
              <a:ext uri="{FF2B5EF4-FFF2-40B4-BE49-F238E27FC236}">
                <a16:creationId xmlns:a16="http://schemas.microsoft.com/office/drawing/2014/main" id="{08858F54-EC18-4409-8679-EC441E10BE16}"/>
              </a:ext>
            </a:extLst>
          </p:cNvPr>
          <p:cNvSpPr>
            <a:spLocks/>
          </p:cNvSpPr>
          <p:nvPr/>
        </p:nvSpPr>
        <p:spPr bwMode="auto">
          <a:xfrm rot="16200000" flipH="1">
            <a:off x="753908" y="3715278"/>
            <a:ext cx="2931378" cy="719332"/>
          </a:xfrm>
          <a:custGeom>
            <a:avLst/>
            <a:gdLst>
              <a:gd name="T0" fmla="*/ 1726 w 1726"/>
              <a:gd name="T1" fmla="*/ 185 h 370"/>
              <a:gd name="T2" fmla="*/ 1530 w 1726"/>
              <a:gd name="T3" fmla="*/ 0 h 370"/>
              <a:gd name="T4" fmla="*/ 1530 w 1726"/>
              <a:gd name="T5" fmla="*/ 0 h 370"/>
              <a:gd name="T6" fmla="*/ 0 w 1726"/>
              <a:gd name="T7" fmla="*/ 0 h 370"/>
              <a:gd name="T8" fmla="*/ 0 w 1726"/>
              <a:gd name="T9" fmla="*/ 370 h 370"/>
              <a:gd name="T10" fmla="*/ 1530 w 1726"/>
              <a:gd name="T11" fmla="*/ 370 h 370"/>
              <a:gd name="T12" fmla="*/ 1530 w 1726"/>
              <a:gd name="T13" fmla="*/ 370 h 370"/>
              <a:gd name="T14" fmla="*/ 1726 w 1726"/>
              <a:gd name="T15" fmla="*/ 185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6" h="370">
                <a:moveTo>
                  <a:pt x="1726" y="185"/>
                </a:moveTo>
                <a:lnTo>
                  <a:pt x="1530" y="0"/>
                </a:lnTo>
                <a:lnTo>
                  <a:pt x="1530" y="0"/>
                </a:lnTo>
                <a:lnTo>
                  <a:pt x="0" y="0"/>
                </a:lnTo>
                <a:lnTo>
                  <a:pt x="0" y="370"/>
                </a:lnTo>
                <a:lnTo>
                  <a:pt x="1530" y="370"/>
                </a:lnTo>
                <a:lnTo>
                  <a:pt x="1530" y="370"/>
                </a:lnTo>
                <a:lnTo>
                  <a:pt x="1726" y="18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8" name="Freeform 10">
            <a:extLst>
              <a:ext uri="{FF2B5EF4-FFF2-40B4-BE49-F238E27FC236}">
                <a16:creationId xmlns:a16="http://schemas.microsoft.com/office/drawing/2014/main" id="{E51505A4-D399-48A6-BEDA-3073AB0E022E}"/>
              </a:ext>
            </a:extLst>
          </p:cNvPr>
          <p:cNvSpPr>
            <a:spLocks/>
          </p:cNvSpPr>
          <p:nvPr/>
        </p:nvSpPr>
        <p:spPr bwMode="auto">
          <a:xfrm rot="16200000" flipH="1">
            <a:off x="-241808" y="3995560"/>
            <a:ext cx="3486745" cy="714134"/>
          </a:xfrm>
          <a:custGeom>
            <a:avLst/>
            <a:gdLst>
              <a:gd name="T0" fmla="*/ 2053 w 2053"/>
              <a:gd name="T1" fmla="*/ 187 h 371"/>
              <a:gd name="T2" fmla="*/ 1859 w 2053"/>
              <a:gd name="T3" fmla="*/ 2 h 371"/>
              <a:gd name="T4" fmla="*/ 1859 w 2053"/>
              <a:gd name="T5" fmla="*/ 0 h 371"/>
              <a:gd name="T6" fmla="*/ 0 w 2053"/>
              <a:gd name="T7" fmla="*/ 0 h 371"/>
              <a:gd name="T8" fmla="*/ 0 w 2053"/>
              <a:gd name="T9" fmla="*/ 371 h 371"/>
              <a:gd name="T10" fmla="*/ 1859 w 2053"/>
              <a:gd name="T11" fmla="*/ 371 h 371"/>
              <a:gd name="T12" fmla="*/ 1859 w 2053"/>
              <a:gd name="T13" fmla="*/ 371 h 371"/>
              <a:gd name="T14" fmla="*/ 2053 w 2053"/>
              <a:gd name="T15" fmla="*/ 187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3" h="371">
                <a:moveTo>
                  <a:pt x="2053" y="187"/>
                </a:moveTo>
                <a:lnTo>
                  <a:pt x="1859" y="2"/>
                </a:lnTo>
                <a:lnTo>
                  <a:pt x="1859" y="0"/>
                </a:lnTo>
                <a:lnTo>
                  <a:pt x="0" y="0"/>
                </a:lnTo>
                <a:lnTo>
                  <a:pt x="0" y="371"/>
                </a:lnTo>
                <a:lnTo>
                  <a:pt x="1859" y="371"/>
                </a:lnTo>
                <a:lnTo>
                  <a:pt x="1859" y="371"/>
                </a:lnTo>
                <a:lnTo>
                  <a:pt x="2053" y="187"/>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9" name="Freeform 11">
            <a:extLst>
              <a:ext uri="{FF2B5EF4-FFF2-40B4-BE49-F238E27FC236}">
                <a16:creationId xmlns:a16="http://schemas.microsoft.com/office/drawing/2014/main" id="{9A5314E3-43F8-432D-BC75-40335C83140B}"/>
              </a:ext>
            </a:extLst>
          </p:cNvPr>
          <p:cNvSpPr>
            <a:spLocks/>
          </p:cNvSpPr>
          <p:nvPr/>
        </p:nvSpPr>
        <p:spPr bwMode="auto">
          <a:xfrm rot="16200000" flipH="1">
            <a:off x="1375831" y="3808118"/>
            <a:ext cx="3108008" cy="710285"/>
          </a:xfrm>
          <a:custGeom>
            <a:avLst/>
            <a:gdLst>
              <a:gd name="T0" fmla="*/ 1830 w 1830"/>
              <a:gd name="T1" fmla="*/ 185 h 369"/>
              <a:gd name="T2" fmla="*/ 1636 w 1830"/>
              <a:gd name="T3" fmla="*/ 0 h 369"/>
              <a:gd name="T4" fmla="*/ 1636 w 1830"/>
              <a:gd name="T5" fmla="*/ 0 h 369"/>
              <a:gd name="T6" fmla="*/ 0 w 1830"/>
              <a:gd name="T7" fmla="*/ 0 h 369"/>
              <a:gd name="T8" fmla="*/ 0 w 1830"/>
              <a:gd name="T9" fmla="*/ 369 h 369"/>
              <a:gd name="T10" fmla="*/ 1636 w 1830"/>
              <a:gd name="T11" fmla="*/ 369 h 369"/>
              <a:gd name="T12" fmla="*/ 1636 w 1830"/>
              <a:gd name="T13" fmla="*/ 369 h 369"/>
              <a:gd name="T14" fmla="*/ 1830 w 1830"/>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0" h="369">
                <a:moveTo>
                  <a:pt x="1830" y="185"/>
                </a:moveTo>
                <a:lnTo>
                  <a:pt x="1636" y="0"/>
                </a:lnTo>
                <a:lnTo>
                  <a:pt x="1636" y="0"/>
                </a:lnTo>
                <a:lnTo>
                  <a:pt x="0" y="0"/>
                </a:lnTo>
                <a:lnTo>
                  <a:pt x="0" y="369"/>
                </a:lnTo>
                <a:lnTo>
                  <a:pt x="1636" y="369"/>
                </a:lnTo>
                <a:lnTo>
                  <a:pt x="1636" y="369"/>
                </a:lnTo>
                <a:lnTo>
                  <a:pt x="1830" y="185"/>
                </a:lnTo>
                <a:close/>
              </a:path>
            </a:pathLst>
          </a:custGeom>
          <a:solidFill>
            <a:srgbClr val="BFBFBF"/>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0" name="Freeform 12">
            <a:extLst>
              <a:ext uri="{FF2B5EF4-FFF2-40B4-BE49-F238E27FC236}">
                <a16:creationId xmlns:a16="http://schemas.microsoft.com/office/drawing/2014/main" id="{25655B50-B371-4B8F-9B16-FC61979DCA03}"/>
              </a:ext>
            </a:extLst>
          </p:cNvPr>
          <p:cNvSpPr>
            <a:spLocks/>
          </p:cNvSpPr>
          <p:nvPr/>
        </p:nvSpPr>
        <p:spPr bwMode="auto">
          <a:xfrm rot="16200000" flipH="1">
            <a:off x="2273275" y="3620960"/>
            <a:ext cx="2739464" cy="716059"/>
          </a:xfrm>
          <a:custGeom>
            <a:avLst/>
            <a:gdLst>
              <a:gd name="T0" fmla="*/ 1613 w 1613"/>
              <a:gd name="T1" fmla="*/ 187 h 372"/>
              <a:gd name="T2" fmla="*/ 1418 w 1613"/>
              <a:gd name="T3" fmla="*/ 3 h 372"/>
              <a:gd name="T4" fmla="*/ 1418 w 1613"/>
              <a:gd name="T5" fmla="*/ 0 h 372"/>
              <a:gd name="T6" fmla="*/ 0 w 1613"/>
              <a:gd name="T7" fmla="*/ 0 h 372"/>
              <a:gd name="T8" fmla="*/ 0 w 1613"/>
              <a:gd name="T9" fmla="*/ 372 h 372"/>
              <a:gd name="T10" fmla="*/ 1418 w 1613"/>
              <a:gd name="T11" fmla="*/ 372 h 372"/>
              <a:gd name="T12" fmla="*/ 1418 w 1613"/>
              <a:gd name="T13" fmla="*/ 372 h 372"/>
              <a:gd name="T14" fmla="*/ 1613 w 1613"/>
              <a:gd name="T15" fmla="*/ 187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3" h="372">
                <a:moveTo>
                  <a:pt x="1613" y="187"/>
                </a:moveTo>
                <a:lnTo>
                  <a:pt x="1418" y="3"/>
                </a:lnTo>
                <a:lnTo>
                  <a:pt x="1418" y="0"/>
                </a:lnTo>
                <a:lnTo>
                  <a:pt x="0" y="0"/>
                </a:lnTo>
                <a:lnTo>
                  <a:pt x="0" y="372"/>
                </a:lnTo>
                <a:lnTo>
                  <a:pt x="1418" y="372"/>
                </a:lnTo>
                <a:lnTo>
                  <a:pt x="1418" y="372"/>
                </a:lnTo>
                <a:lnTo>
                  <a:pt x="1613" y="187"/>
                </a:lnTo>
                <a:close/>
              </a:path>
            </a:pathLst>
          </a:custGeom>
          <a:solidFill>
            <a:srgbClr val="2F5597"/>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1" name="Rectangle 13">
            <a:extLst>
              <a:ext uri="{FF2B5EF4-FFF2-40B4-BE49-F238E27FC236}">
                <a16:creationId xmlns:a16="http://schemas.microsoft.com/office/drawing/2014/main" id="{6E0091FC-FC29-4B79-8DFE-A634706656D5}"/>
              </a:ext>
            </a:extLst>
          </p:cNvPr>
          <p:cNvSpPr>
            <a:spLocks noChangeArrowheads="1"/>
          </p:cNvSpPr>
          <p:nvPr/>
        </p:nvSpPr>
        <p:spPr bwMode="auto">
          <a:xfrm rot="16200000" flipH="1">
            <a:off x="3586778" y="1218358"/>
            <a:ext cx="450067" cy="1061362"/>
          </a:xfrm>
          <a:prstGeom prst="rect">
            <a:avLst/>
          </a:prstGeom>
          <a:solidFill>
            <a:schemeClr val="accent1">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2" name="Freeform 14">
            <a:extLst>
              <a:ext uri="{FF2B5EF4-FFF2-40B4-BE49-F238E27FC236}">
                <a16:creationId xmlns:a16="http://schemas.microsoft.com/office/drawing/2014/main" id="{5E69C263-F87A-4BFA-84DC-991F3413D199}"/>
              </a:ext>
            </a:extLst>
          </p:cNvPr>
          <p:cNvSpPr>
            <a:spLocks/>
          </p:cNvSpPr>
          <p:nvPr/>
        </p:nvSpPr>
        <p:spPr bwMode="auto">
          <a:xfrm rot="16200000" flipH="1">
            <a:off x="1986027" y="1136386"/>
            <a:ext cx="640284" cy="2315644"/>
          </a:xfrm>
          <a:custGeom>
            <a:avLst/>
            <a:gdLst>
              <a:gd name="T0" fmla="*/ 0 w 377"/>
              <a:gd name="T1" fmla="*/ 1203 h 1203"/>
              <a:gd name="T2" fmla="*/ 377 w 377"/>
              <a:gd name="T3" fmla="*/ 369 h 1203"/>
              <a:gd name="T4" fmla="*/ 377 w 377"/>
              <a:gd name="T5" fmla="*/ 0 h 1203"/>
              <a:gd name="T6" fmla="*/ 0 w 377"/>
              <a:gd name="T7" fmla="*/ 1108 h 1203"/>
              <a:gd name="T8" fmla="*/ 0 w 377"/>
              <a:gd name="T9" fmla="*/ 1203 h 1203"/>
            </a:gdLst>
            <a:ahLst/>
            <a:cxnLst>
              <a:cxn ang="0">
                <a:pos x="T0" y="T1"/>
              </a:cxn>
              <a:cxn ang="0">
                <a:pos x="T2" y="T3"/>
              </a:cxn>
              <a:cxn ang="0">
                <a:pos x="T4" y="T5"/>
              </a:cxn>
              <a:cxn ang="0">
                <a:pos x="T6" y="T7"/>
              </a:cxn>
              <a:cxn ang="0">
                <a:pos x="T8" y="T9"/>
              </a:cxn>
            </a:cxnLst>
            <a:rect l="0" t="0" r="r" b="b"/>
            <a:pathLst>
              <a:path w="377" h="1203">
                <a:moveTo>
                  <a:pt x="0" y="1203"/>
                </a:moveTo>
                <a:lnTo>
                  <a:pt x="377" y="369"/>
                </a:lnTo>
                <a:lnTo>
                  <a:pt x="377" y="0"/>
                </a:lnTo>
                <a:lnTo>
                  <a:pt x="0" y="1108"/>
                </a:lnTo>
                <a:lnTo>
                  <a:pt x="0" y="1203"/>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3" name="Freeform 16">
            <a:extLst>
              <a:ext uri="{FF2B5EF4-FFF2-40B4-BE49-F238E27FC236}">
                <a16:creationId xmlns:a16="http://schemas.microsoft.com/office/drawing/2014/main" id="{D34C6F13-7263-49B2-B04D-C0C9A048AF8D}"/>
              </a:ext>
            </a:extLst>
          </p:cNvPr>
          <p:cNvSpPr>
            <a:spLocks/>
          </p:cNvSpPr>
          <p:nvPr/>
        </p:nvSpPr>
        <p:spPr bwMode="auto">
          <a:xfrm rot="16200000" flipH="1">
            <a:off x="2435151" y="1403324"/>
            <a:ext cx="635189" cy="1776675"/>
          </a:xfrm>
          <a:custGeom>
            <a:avLst/>
            <a:gdLst>
              <a:gd name="T0" fmla="*/ 0 w 374"/>
              <a:gd name="T1" fmla="*/ 923 h 923"/>
              <a:gd name="T2" fmla="*/ 374 w 374"/>
              <a:gd name="T3" fmla="*/ 369 h 923"/>
              <a:gd name="T4" fmla="*/ 374 w 374"/>
              <a:gd name="T5" fmla="*/ 0 h 923"/>
              <a:gd name="T6" fmla="*/ 0 w 374"/>
              <a:gd name="T7" fmla="*/ 831 h 923"/>
              <a:gd name="T8" fmla="*/ 0 w 374"/>
              <a:gd name="T9" fmla="*/ 923 h 923"/>
            </a:gdLst>
            <a:ahLst/>
            <a:cxnLst>
              <a:cxn ang="0">
                <a:pos x="T0" y="T1"/>
              </a:cxn>
              <a:cxn ang="0">
                <a:pos x="T2" y="T3"/>
              </a:cxn>
              <a:cxn ang="0">
                <a:pos x="T4" y="T5"/>
              </a:cxn>
              <a:cxn ang="0">
                <a:pos x="T6" y="T7"/>
              </a:cxn>
              <a:cxn ang="0">
                <a:pos x="T8" y="T9"/>
              </a:cxn>
            </a:cxnLst>
            <a:rect l="0" t="0" r="r" b="b"/>
            <a:pathLst>
              <a:path w="374" h="923">
                <a:moveTo>
                  <a:pt x="0" y="923"/>
                </a:moveTo>
                <a:lnTo>
                  <a:pt x="374" y="369"/>
                </a:lnTo>
                <a:lnTo>
                  <a:pt x="374" y="0"/>
                </a:lnTo>
                <a:lnTo>
                  <a:pt x="0" y="831"/>
                </a:lnTo>
                <a:lnTo>
                  <a:pt x="0" y="923"/>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4" name="Freeform 18">
            <a:extLst>
              <a:ext uri="{FF2B5EF4-FFF2-40B4-BE49-F238E27FC236}">
                <a16:creationId xmlns:a16="http://schemas.microsoft.com/office/drawing/2014/main" id="{BB1029BC-0EEB-46B3-8A14-6D4B43B5A9EF}"/>
              </a:ext>
            </a:extLst>
          </p:cNvPr>
          <p:cNvSpPr>
            <a:spLocks/>
          </p:cNvSpPr>
          <p:nvPr/>
        </p:nvSpPr>
        <p:spPr bwMode="auto">
          <a:xfrm rot="16200000" flipH="1">
            <a:off x="2881727" y="1667035"/>
            <a:ext cx="635189" cy="1249254"/>
          </a:xfrm>
          <a:custGeom>
            <a:avLst/>
            <a:gdLst>
              <a:gd name="T0" fmla="*/ 0 w 374"/>
              <a:gd name="T1" fmla="*/ 649 h 649"/>
              <a:gd name="T2" fmla="*/ 374 w 374"/>
              <a:gd name="T3" fmla="*/ 369 h 649"/>
              <a:gd name="T4" fmla="*/ 374 w 374"/>
              <a:gd name="T5" fmla="*/ 0 h 649"/>
              <a:gd name="T6" fmla="*/ 0 w 374"/>
              <a:gd name="T7" fmla="*/ 554 h 649"/>
              <a:gd name="T8" fmla="*/ 0 w 374"/>
              <a:gd name="T9" fmla="*/ 649 h 649"/>
            </a:gdLst>
            <a:ahLst/>
            <a:cxnLst>
              <a:cxn ang="0">
                <a:pos x="T0" y="T1"/>
              </a:cxn>
              <a:cxn ang="0">
                <a:pos x="T2" y="T3"/>
              </a:cxn>
              <a:cxn ang="0">
                <a:pos x="T4" y="T5"/>
              </a:cxn>
              <a:cxn ang="0">
                <a:pos x="T6" y="T7"/>
              </a:cxn>
              <a:cxn ang="0">
                <a:pos x="T8" y="T9"/>
              </a:cxn>
            </a:cxnLst>
            <a:rect l="0" t="0" r="r" b="b"/>
            <a:pathLst>
              <a:path w="374" h="649">
                <a:moveTo>
                  <a:pt x="0" y="649"/>
                </a:moveTo>
                <a:lnTo>
                  <a:pt x="374" y="369"/>
                </a:lnTo>
                <a:lnTo>
                  <a:pt x="374" y="0"/>
                </a:lnTo>
                <a:lnTo>
                  <a:pt x="0" y="554"/>
                </a:lnTo>
                <a:lnTo>
                  <a:pt x="0" y="649"/>
                </a:lnTo>
                <a:close/>
              </a:path>
            </a:pathLst>
          </a:custGeom>
          <a:solidFill>
            <a:srgbClr val="BFBFBF"/>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5" name="Freeform 20">
            <a:extLst>
              <a:ext uri="{FF2B5EF4-FFF2-40B4-BE49-F238E27FC236}">
                <a16:creationId xmlns:a16="http://schemas.microsoft.com/office/drawing/2014/main" id="{5ED50730-3D4C-4D66-9306-2399416DC07D}"/>
              </a:ext>
            </a:extLst>
          </p:cNvPr>
          <p:cNvSpPr>
            <a:spLocks/>
          </p:cNvSpPr>
          <p:nvPr/>
        </p:nvSpPr>
        <p:spPr bwMode="auto">
          <a:xfrm rot="16200000" flipH="1">
            <a:off x="3325412" y="1933632"/>
            <a:ext cx="635189" cy="716059"/>
          </a:xfrm>
          <a:custGeom>
            <a:avLst/>
            <a:gdLst>
              <a:gd name="T0" fmla="*/ 0 w 374"/>
              <a:gd name="T1" fmla="*/ 372 h 372"/>
              <a:gd name="T2" fmla="*/ 374 w 374"/>
              <a:gd name="T3" fmla="*/ 372 h 372"/>
              <a:gd name="T4" fmla="*/ 374 w 374"/>
              <a:gd name="T5" fmla="*/ 0 h 372"/>
              <a:gd name="T6" fmla="*/ 0 w 374"/>
              <a:gd name="T7" fmla="*/ 280 h 372"/>
              <a:gd name="T8" fmla="*/ 0 w 374"/>
              <a:gd name="T9" fmla="*/ 372 h 372"/>
            </a:gdLst>
            <a:ahLst/>
            <a:cxnLst>
              <a:cxn ang="0">
                <a:pos x="T0" y="T1"/>
              </a:cxn>
              <a:cxn ang="0">
                <a:pos x="T2" y="T3"/>
              </a:cxn>
              <a:cxn ang="0">
                <a:pos x="T4" y="T5"/>
              </a:cxn>
              <a:cxn ang="0">
                <a:pos x="T6" y="T7"/>
              </a:cxn>
              <a:cxn ang="0">
                <a:pos x="T8" y="T9"/>
              </a:cxn>
            </a:cxnLst>
            <a:rect l="0" t="0" r="r" b="b"/>
            <a:pathLst>
              <a:path w="374" h="372">
                <a:moveTo>
                  <a:pt x="0" y="372"/>
                </a:moveTo>
                <a:lnTo>
                  <a:pt x="374" y="372"/>
                </a:lnTo>
                <a:lnTo>
                  <a:pt x="374" y="0"/>
                </a:lnTo>
                <a:lnTo>
                  <a:pt x="0" y="280"/>
                </a:lnTo>
                <a:lnTo>
                  <a:pt x="0" y="372"/>
                </a:lnTo>
                <a:close/>
              </a:path>
            </a:pathLst>
          </a:custGeom>
          <a:solidFill>
            <a:srgbClr val="203864"/>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6" name="Freeform 22">
            <a:extLst>
              <a:ext uri="{FF2B5EF4-FFF2-40B4-BE49-F238E27FC236}">
                <a16:creationId xmlns:a16="http://schemas.microsoft.com/office/drawing/2014/main" id="{0741E47B-1281-4E17-8832-AD6C0A9E0688}"/>
              </a:ext>
            </a:extLst>
          </p:cNvPr>
          <p:cNvSpPr>
            <a:spLocks/>
          </p:cNvSpPr>
          <p:nvPr/>
        </p:nvSpPr>
        <p:spPr bwMode="auto">
          <a:xfrm rot="16200000" flipH="1">
            <a:off x="4044696" y="1932598"/>
            <a:ext cx="640284" cy="723220"/>
          </a:xfrm>
          <a:custGeom>
            <a:avLst/>
            <a:gdLst>
              <a:gd name="T0" fmla="*/ 0 w 377"/>
              <a:gd name="T1" fmla="*/ 95 h 372"/>
              <a:gd name="T2" fmla="*/ 377 w 377"/>
              <a:gd name="T3" fmla="*/ 372 h 372"/>
              <a:gd name="T4" fmla="*/ 377 w 377"/>
              <a:gd name="T5" fmla="*/ 0 h 372"/>
              <a:gd name="T6" fmla="*/ 0 w 377"/>
              <a:gd name="T7" fmla="*/ 0 h 372"/>
              <a:gd name="T8" fmla="*/ 0 w 377"/>
              <a:gd name="T9" fmla="*/ 95 h 372"/>
            </a:gdLst>
            <a:ahLst/>
            <a:cxnLst>
              <a:cxn ang="0">
                <a:pos x="T0" y="T1"/>
              </a:cxn>
              <a:cxn ang="0">
                <a:pos x="T2" y="T3"/>
              </a:cxn>
              <a:cxn ang="0">
                <a:pos x="T4" y="T5"/>
              </a:cxn>
              <a:cxn ang="0">
                <a:pos x="T6" y="T7"/>
              </a:cxn>
              <a:cxn ang="0">
                <a:pos x="T8" y="T9"/>
              </a:cxn>
            </a:cxnLst>
            <a:rect l="0" t="0" r="r" b="b"/>
            <a:pathLst>
              <a:path w="377" h="372">
                <a:moveTo>
                  <a:pt x="0" y="95"/>
                </a:moveTo>
                <a:lnTo>
                  <a:pt x="377" y="372"/>
                </a:lnTo>
                <a:lnTo>
                  <a:pt x="377" y="0"/>
                </a:lnTo>
                <a:lnTo>
                  <a:pt x="0" y="0"/>
                </a:lnTo>
                <a:lnTo>
                  <a:pt x="0" y="95"/>
                </a:ln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7" name="Freeform 24">
            <a:extLst>
              <a:ext uri="{FF2B5EF4-FFF2-40B4-BE49-F238E27FC236}">
                <a16:creationId xmlns:a16="http://schemas.microsoft.com/office/drawing/2014/main" id="{B8B48C87-B1F9-409B-9C0E-E43E5677CEA6}"/>
              </a:ext>
            </a:extLst>
          </p:cNvPr>
          <p:cNvSpPr>
            <a:spLocks/>
          </p:cNvSpPr>
          <p:nvPr/>
        </p:nvSpPr>
        <p:spPr bwMode="auto">
          <a:xfrm rot="16200000" flipH="1">
            <a:off x="4493820" y="1657425"/>
            <a:ext cx="635189" cy="1268473"/>
          </a:xfrm>
          <a:custGeom>
            <a:avLst/>
            <a:gdLst>
              <a:gd name="T0" fmla="*/ 0 w 374"/>
              <a:gd name="T1" fmla="*/ 92 h 646"/>
              <a:gd name="T2" fmla="*/ 374 w 374"/>
              <a:gd name="T3" fmla="*/ 646 h 646"/>
              <a:gd name="T4" fmla="*/ 374 w 374"/>
              <a:gd name="T5" fmla="*/ 277 h 646"/>
              <a:gd name="T6" fmla="*/ 0 w 374"/>
              <a:gd name="T7" fmla="*/ 0 h 646"/>
              <a:gd name="T8" fmla="*/ 0 w 374"/>
              <a:gd name="T9" fmla="*/ 92 h 646"/>
            </a:gdLst>
            <a:ahLst/>
            <a:cxnLst>
              <a:cxn ang="0">
                <a:pos x="T0" y="T1"/>
              </a:cxn>
              <a:cxn ang="0">
                <a:pos x="T2" y="T3"/>
              </a:cxn>
              <a:cxn ang="0">
                <a:pos x="T4" y="T5"/>
              </a:cxn>
              <a:cxn ang="0">
                <a:pos x="T6" y="T7"/>
              </a:cxn>
              <a:cxn ang="0">
                <a:pos x="T8" y="T9"/>
              </a:cxn>
            </a:cxnLst>
            <a:rect l="0" t="0" r="r" b="b"/>
            <a:pathLst>
              <a:path w="374" h="646">
                <a:moveTo>
                  <a:pt x="0" y="92"/>
                </a:moveTo>
                <a:lnTo>
                  <a:pt x="374" y="646"/>
                </a:lnTo>
                <a:lnTo>
                  <a:pt x="374" y="277"/>
                </a:lnTo>
                <a:lnTo>
                  <a:pt x="0" y="0"/>
                </a:lnTo>
                <a:lnTo>
                  <a:pt x="0" y="92"/>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38" name="TextBox 137">
            <a:extLst>
              <a:ext uri="{FF2B5EF4-FFF2-40B4-BE49-F238E27FC236}">
                <a16:creationId xmlns:a16="http://schemas.microsoft.com/office/drawing/2014/main" id="{0FFEF160-D153-4809-86C1-5A836B7E6034}"/>
              </a:ext>
            </a:extLst>
          </p:cNvPr>
          <p:cNvSpPr txBox="1"/>
          <p:nvPr/>
        </p:nvSpPr>
        <p:spPr>
          <a:xfrm flipH="1">
            <a:off x="1243628"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01</a:t>
            </a:r>
          </a:p>
        </p:txBody>
      </p:sp>
      <p:sp>
        <p:nvSpPr>
          <p:cNvPr id="139" name="TextBox 138">
            <a:extLst>
              <a:ext uri="{FF2B5EF4-FFF2-40B4-BE49-F238E27FC236}">
                <a16:creationId xmlns:a16="http://schemas.microsoft.com/office/drawing/2014/main" id="{1E1D0FD8-FD40-4889-A9F7-E31A3067AFDE}"/>
              </a:ext>
            </a:extLst>
          </p:cNvPr>
          <p:cNvSpPr txBox="1"/>
          <p:nvPr/>
        </p:nvSpPr>
        <p:spPr>
          <a:xfrm flipH="1">
            <a:off x="1954992" y="2668357"/>
            <a:ext cx="515871" cy="307777"/>
          </a:xfrm>
          <a:prstGeom prst="rect">
            <a:avLst/>
          </a:prstGeom>
          <a:noFill/>
        </p:spPr>
        <p:txBody>
          <a:bodyPr wrap="square" rtlCol="0">
            <a:spAutoFit/>
          </a:bodyPr>
          <a:lstStyle/>
          <a:p>
            <a:pPr algn="ctr"/>
            <a:r>
              <a:rPr lang="en-US" sz="1400" b="1" dirty="0">
                <a:latin typeface="Arial" panose="020B0604020202020204" pitchFamily="34" charset="0"/>
                <a:ea typeface="Calibri" charset="0"/>
                <a:cs typeface="Arial" panose="020B0604020202020204" pitchFamily="34" charset="0"/>
              </a:rPr>
              <a:t>02</a:t>
            </a:r>
          </a:p>
        </p:txBody>
      </p:sp>
      <p:sp>
        <p:nvSpPr>
          <p:cNvPr id="140" name="TextBox 139">
            <a:extLst>
              <a:ext uri="{FF2B5EF4-FFF2-40B4-BE49-F238E27FC236}">
                <a16:creationId xmlns:a16="http://schemas.microsoft.com/office/drawing/2014/main" id="{0B46E6D4-3BE5-4FFC-8F4B-18EFA18A62CF}"/>
              </a:ext>
            </a:extLst>
          </p:cNvPr>
          <p:cNvSpPr txBox="1"/>
          <p:nvPr/>
        </p:nvSpPr>
        <p:spPr>
          <a:xfrm flipH="1">
            <a:off x="2674217" y="2668357"/>
            <a:ext cx="515871" cy="307777"/>
          </a:xfrm>
          <a:prstGeom prst="rect">
            <a:avLst/>
          </a:prstGeom>
          <a:noFill/>
        </p:spPr>
        <p:txBody>
          <a:bodyPr wrap="square" rtlCol="0">
            <a:spAutoFit/>
          </a:bodyPr>
          <a:lstStyle/>
          <a:p>
            <a:pPr algn="ctr"/>
            <a:r>
              <a:rPr lang="en-US" sz="1400" b="1" dirty="0">
                <a:latin typeface="Arial" panose="020B0604020202020204" pitchFamily="34" charset="0"/>
                <a:ea typeface="Calibri" charset="0"/>
                <a:cs typeface="Arial" panose="020B0604020202020204" pitchFamily="34" charset="0"/>
              </a:rPr>
              <a:t>03</a:t>
            </a:r>
          </a:p>
        </p:txBody>
      </p:sp>
      <p:sp>
        <p:nvSpPr>
          <p:cNvPr id="141" name="TextBox 140">
            <a:extLst>
              <a:ext uri="{FF2B5EF4-FFF2-40B4-BE49-F238E27FC236}">
                <a16:creationId xmlns:a16="http://schemas.microsoft.com/office/drawing/2014/main" id="{7BD481FD-5080-40FD-A20E-E3CC65A2CD9F}"/>
              </a:ext>
            </a:extLst>
          </p:cNvPr>
          <p:cNvSpPr txBox="1"/>
          <p:nvPr/>
        </p:nvSpPr>
        <p:spPr>
          <a:xfrm flipH="1">
            <a:off x="3383143" y="2668357"/>
            <a:ext cx="515871"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ea typeface="Calibri" charset="0"/>
                <a:cs typeface="Arial" panose="020B0604020202020204" pitchFamily="34" charset="0"/>
              </a:rPr>
              <a:t>04</a:t>
            </a:r>
          </a:p>
        </p:txBody>
      </p:sp>
      <p:sp>
        <p:nvSpPr>
          <p:cNvPr id="142" name="TextBox 141">
            <a:extLst>
              <a:ext uri="{FF2B5EF4-FFF2-40B4-BE49-F238E27FC236}">
                <a16:creationId xmlns:a16="http://schemas.microsoft.com/office/drawing/2014/main" id="{537ECC53-23E0-40CC-93ED-0E6399842B9F}"/>
              </a:ext>
            </a:extLst>
          </p:cNvPr>
          <p:cNvSpPr txBox="1"/>
          <p:nvPr/>
        </p:nvSpPr>
        <p:spPr>
          <a:xfrm flipH="1">
            <a:off x="4102172"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05</a:t>
            </a:r>
          </a:p>
        </p:txBody>
      </p:sp>
      <p:sp>
        <p:nvSpPr>
          <p:cNvPr id="143" name="TextBox 142">
            <a:extLst>
              <a:ext uri="{FF2B5EF4-FFF2-40B4-BE49-F238E27FC236}">
                <a16:creationId xmlns:a16="http://schemas.microsoft.com/office/drawing/2014/main" id="{790AA623-50C8-44C5-9B68-38B9AEC44DAC}"/>
              </a:ext>
            </a:extLst>
          </p:cNvPr>
          <p:cNvSpPr txBox="1"/>
          <p:nvPr/>
        </p:nvSpPr>
        <p:spPr>
          <a:xfrm flipH="1">
            <a:off x="4826215"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06</a:t>
            </a:r>
          </a:p>
        </p:txBody>
      </p:sp>
      <p:grpSp>
        <p:nvGrpSpPr>
          <p:cNvPr id="144" name="Group 143">
            <a:extLst>
              <a:ext uri="{FF2B5EF4-FFF2-40B4-BE49-F238E27FC236}">
                <a16:creationId xmlns:a16="http://schemas.microsoft.com/office/drawing/2014/main" id="{DF1C3377-60EE-4BCC-8CE1-3F35D3227AFD}"/>
              </a:ext>
            </a:extLst>
          </p:cNvPr>
          <p:cNvGrpSpPr/>
          <p:nvPr/>
        </p:nvGrpSpPr>
        <p:grpSpPr>
          <a:xfrm>
            <a:off x="4186224" y="3012874"/>
            <a:ext cx="345681" cy="337045"/>
            <a:chOff x="4276725" y="4691063"/>
            <a:chExt cx="347663" cy="349250"/>
          </a:xfrm>
          <a:solidFill>
            <a:schemeClr val="tx1">
              <a:lumMod val="95000"/>
              <a:lumOff val="5000"/>
            </a:schemeClr>
          </a:solidFill>
        </p:grpSpPr>
        <p:sp>
          <p:nvSpPr>
            <p:cNvPr id="145" name="Freeform 56">
              <a:extLst>
                <a:ext uri="{FF2B5EF4-FFF2-40B4-BE49-F238E27FC236}">
                  <a16:creationId xmlns:a16="http://schemas.microsoft.com/office/drawing/2014/main" id="{23CD5A9E-4207-4B4E-9246-C8C8626FFC70}"/>
                </a:ext>
              </a:extLst>
            </p:cNvPr>
            <p:cNvSpPr>
              <a:spLocks noEditPoints="1"/>
            </p:cNvSpPr>
            <p:nvPr/>
          </p:nvSpPr>
          <p:spPr bwMode="auto">
            <a:xfrm>
              <a:off x="4340225" y="4691063"/>
              <a:ext cx="284163" cy="161925"/>
            </a:xfrm>
            <a:custGeom>
              <a:avLst/>
              <a:gdLst>
                <a:gd name="T0" fmla="*/ 2252 w 2690"/>
                <a:gd name="T1" fmla="*/ 1266 h 1529"/>
                <a:gd name="T2" fmla="*/ 2362 w 2690"/>
                <a:gd name="T3" fmla="*/ 1202 h 1529"/>
                <a:gd name="T4" fmla="*/ 2182 w 2690"/>
                <a:gd name="T5" fmla="*/ 848 h 1529"/>
                <a:gd name="T6" fmla="*/ 2007 w 2690"/>
                <a:gd name="T7" fmla="*/ 1266 h 1529"/>
                <a:gd name="T8" fmla="*/ 2210 w 2690"/>
                <a:gd name="T9" fmla="*/ 889 h 1529"/>
                <a:gd name="T10" fmla="*/ 1945 w 2690"/>
                <a:gd name="T11" fmla="*/ 591 h 1529"/>
                <a:gd name="T12" fmla="*/ 1661 w 2690"/>
                <a:gd name="T13" fmla="*/ 1266 h 1529"/>
                <a:gd name="T14" fmla="*/ 1986 w 2690"/>
                <a:gd name="T15" fmla="*/ 628 h 1529"/>
                <a:gd name="T16" fmla="*/ 1657 w 2690"/>
                <a:gd name="T17" fmla="*/ 403 h 1529"/>
                <a:gd name="T18" fmla="*/ 1210 w 2690"/>
                <a:gd name="T19" fmla="*/ 1266 h 1529"/>
                <a:gd name="T20" fmla="*/ 1782 w 2690"/>
                <a:gd name="T21" fmla="*/ 471 h 1529"/>
                <a:gd name="T22" fmla="*/ 1657 w 2690"/>
                <a:gd name="T23" fmla="*/ 403 h 1529"/>
                <a:gd name="T24" fmla="*/ 574 w 2690"/>
                <a:gd name="T25" fmla="*/ 348 h 1529"/>
                <a:gd name="T26" fmla="*/ 445 w 2690"/>
                <a:gd name="T27" fmla="*/ 403 h 1529"/>
                <a:gd name="T28" fmla="*/ 478 w 2690"/>
                <a:gd name="T29" fmla="*/ 530 h 1529"/>
                <a:gd name="T30" fmla="*/ 1318 w 2690"/>
                <a:gd name="T31" fmla="*/ 289 h 1529"/>
                <a:gd name="T32" fmla="*/ 990 w 2690"/>
                <a:gd name="T33" fmla="*/ 1045 h 1529"/>
                <a:gd name="T34" fmla="*/ 1392 w 2690"/>
                <a:gd name="T35" fmla="*/ 305 h 1529"/>
                <a:gd name="T36" fmla="*/ 1052 w 2690"/>
                <a:gd name="T37" fmla="*/ 263 h 1529"/>
                <a:gd name="T38" fmla="*/ 906 w 2690"/>
                <a:gd name="T39" fmla="*/ 271 h 1529"/>
                <a:gd name="T40" fmla="*/ 737 w 2690"/>
                <a:gd name="T41" fmla="*/ 792 h 1529"/>
                <a:gd name="T42" fmla="*/ 1052 w 2690"/>
                <a:gd name="T43" fmla="*/ 263 h 1529"/>
                <a:gd name="T44" fmla="*/ 1146 w 2690"/>
                <a:gd name="T45" fmla="*/ 2 h 1529"/>
                <a:gd name="T46" fmla="*/ 1332 w 2690"/>
                <a:gd name="T47" fmla="*/ 23 h 1529"/>
                <a:gd name="T48" fmla="*/ 1512 w 2690"/>
                <a:gd name="T49" fmla="*/ 64 h 1529"/>
                <a:gd name="T50" fmla="*/ 1687 w 2690"/>
                <a:gd name="T51" fmla="*/ 126 h 1529"/>
                <a:gd name="T52" fmla="*/ 1853 w 2690"/>
                <a:gd name="T53" fmla="*/ 206 h 1529"/>
                <a:gd name="T54" fmla="*/ 2009 w 2690"/>
                <a:gd name="T55" fmla="*/ 304 h 1529"/>
                <a:gd name="T56" fmla="*/ 2155 w 2690"/>
                <a:gd name="T57" fmla="*/ 421 h 1529"/>
                <a:gd name="T58" fmla="*/ 2286 w 2690"/>
                <a:gd name="T59" fmla="*/ 554 h 1529"/>
                <a:gd name="T60" fmla="*/ 2400 w 2690"/>
                <a:gd name="T61" fmla="*/ 698 h 1529"/>
                <a:gd name="T62" fmla="*/ 2498 w 2690"/>
                <a:gd name="T63" fmla="*/ 855 h 1529"/>
                <a:gd name="T64" fmla="*/ 2577 w 2690"/>
                <a:gd name="T65" fmla="*/ 1023 h 1529"/>
                <a:gd name="T66" fmla="*/ 2637 w 2690"/>
                <a:gd name="T67" fmla="*/ 1197 h 1529"/>
                <a:gd name="T68" fmla="*/ 2677 w 2690"/>
                <a:gd name="T69" fmla="*/ 1380 h 1529"/>
                <a:gd name="T70" fmla="*/ 2689 w 2690"/>
                <a:gd name="T71" fmla="*/ 1488 h 1529"/>
                <a:gd name="T72" fmla="*/ 2677 w 2690"/>
                <a:gd name="T73" fmla="*/ 1513 h 1529"/>
                <a:gd name="T74" fmla="*/ 2653 w 2690"/>
                <a:gd name="T75" fmla="*/ 1527 h 1529"/>
                <a:gd name="T76" fmla="*/ 1123 w 2690"/>
                <a:gd name="T77" fmla="*/ 1529 h 1529"/>
                <a:gd name="T78" fmla="*/ 1097 w 2690"/>
                <a:gd name="T79" fmla="*/ 1523 h 1529"/>
                <a:gd name="T80" fmla="*/ 14 w 2690"/>
                <a:gd name="T81" fmla="*/ 440 h 1529"/>
                <a:gd name="T82" fmla="*/ 1 w 2690"/>
                <a:gd name="T83" fmla="*/ 416 h 1529"/>
                <a:gd name="T84" fmla="*/ 2 w 2690"/>
                <a:gd name="T85" fmla="*/ 388 h 1529"/>
                <a:gd name="T86" fmla="*/ 18 w 2690"/>
                <a:gd name="T87" fmla="*/ 365 h 1529"/>
                <a:gd name="T88" fmla="*/ 171 w 2690"/>
                <a:gd name="T89" fmla="*/ 256 h 1529"/>
                <a:gd name="T90" fmla="*/ 333 w 2690"/>
                <a:gd name="T91" fmla="*/ 166 h 1529"/>
                <a:gd name="T92" fmla="*/ 504 w 2690"/>
                <a:gd name="T93" fmla="*/ 94 h 1529"/>
                <a:gd name="T94" fmla="*/ 682 w 2690"/>
                <a:gd name="T95" fmla="*/ 42 h 1529"/>
                <a:gd name="T96" fmla="*/ 866 w 2690"/>
                <a:gd name="T97" fmla="*/ 10 h 1529"/>
                <a:gd name="T98" fmla="*/ 1052 w 2690"/>
                <a:gd name="T99" fmla="*/ 0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90" h="1529">
                  <a:moveTo>
                    <a:pt x="2339" y="1139"/>
                  </a:moveTo>
                  <a:lnTo>
                    <a:pt x="2252" y="1266"/>
                  </a:lnTo>
                  <a:lnTo>
                    <a:pt x="2382" y="1266"/>
                  </a:lnTo>
                  <a:lnTo>
                    <a:pt x="2362" y="1202"/>
                  </a:lnTo>
                  <a:lnTo>
                    <a:pt x="2339" y="1139"/>
                  </a:lnTo>
                  <a:close/>
                  <a:moveTo>
                    <a:pt x="2182" y="848"/>
                  </a:moveTo>
                  <a:lnTo>
                    <a:pt x="1904" y="1266"/>
                  </a:lnTo>
                  <a:lnTo>
                    <a:pt x="2007" y="1266"/>
                  </a:lnTo>
                  <a:lnTo>
                    <a:pt x="2236" y="931"/>
                  </a:lnTo>
                  <a:lnTo>
                    <a:pt x="2210" y="889"/>
                  </a:lnTo>
                  <a:lnTo>
                    <a:pt x="2182" y="848"/>
                  </a:lnTo>
                  <a:close/>
                  <a:moveTo>
                    <a:pt x="1945" y="591"/>
                  </a:moveTo>
                  <a:lnTo>
                    <a:pt x="1497" y="1266"/>
                  </a:lnTo>
                  <a:lnTo>
                    <a:pt x="1661" y="1266"/>
                  </a:lnTo>
                  <a:lnTo>
                    <a:pt x="2046" y="686"/>
                  </a:lnTo>
                  <a:lnTo>
                    <a:pt x="1986" y="628"/>
                  </a:lnTo>
                  <a:lnTo>
                    <a:pt x="1945" y="591"/>
                  </a:lnTo>
                  <a:close/>
                  <a:moveTo>
                    <a:pt x="1657" y="403"/>
                  </a:moveTo>
                  <a:lnTo>
                    <a:pt x="1135" y="1190"/>
                  </a:lnTo>
                  <a:lnTo>
                    <a:pt x="1210" y="1266"/>
                  </a:lnTo>
                  <a:lnTo>
                    <a:pt x="1255" y="1266"/>
                  </a:lnTo>
                  <a:lnTo>
                    <a:pt x="1782" y="471"/>
                  </a:lnTo>
                  <a:lnTo>
                    <a:pt x="1721" y="436"/>
                  </a:lnTo>
                  <a:lnTo>
                    <a:pt x="1657" y="403"/>
                  </a:lnTo>
                  <a:close/>
                  <a:moveTo>
                    <a:pt x="615" y="334"/>
                  </a:moveTo>
                  <a:lnTo>
                    <a:pt x="574" y="348"/>
                  </a:lnTo>
                  <a:lnTo>
                    <a:pt x="509" y="374"/>
                  </a:lnTo>
                  <a:lnTo>
                    <a:pt x="445" y="403"/>
                  </a:lnTo>
                  <a:lnTo>
                    <a:pt x="382" y="436"/>
                  </a:lnTo>
                  <a:lnTo>
                    <a:pt x="478" y="530"/>
                  </a:lnTo>
                  <a:lnTo>
                    <a:pt x="615" y="334"/>
                  </a:lnTo>
                  <a:close/>
                  <a:moveTo>
                    <a:pt x="1318" y="289"/>
                  </a:moveTo>
                  <a:lnTo>
                    <a:pt x="883" y="937"/>
                  </a:lnTo>
                  <a:lnTo>
                    <a:pt x="990" y="1045"/>
                  </a:lnTo>
                  <a:lnTo>
                    <a:pt x="1466" y="326"/>
                  </a:lnTo>
                  <a:lnTo>
                    <a:pt x="1392" y="305"/>
                  </a:lnTo>
                  <a:lnTo>
                    <a:pt x="1318" y="289"/>
                  </a:lnTo>
                  <a:close/>
                  <a:moveTo>
                    <a:pt x="1052" y="263"/>
                  </a:moveTo>
                  <a:lnTo>
                    <a:pt x="979" y="265"/>
                  </a:lnTo>
                  <a:lnTo>
                    <a:pt x="906" y="271"/>
                  </a:lnTo>
                  <a:lnTo>
                    <a:pt x="622" y="676"/>
                  </a:lnTo>
                  <a:lnTo>
                    <a:pt x="737" y="792"/>
                  </a:lnTo>
                  <a:lnTo>
                    <a:pt x="1091" y="264"/>
                  </a:lnTo>
                  <a:lnTo>
                    <a:pt x="1052" y="263"/>
                  </a:lnTo>
                  <a:close/>
                  <a:moveTo>
                    <a:pt x="1052" y="0"/>
                  </a:moveTo>
                  <a:lnTo>
                    <a:pt x="1146" y="2"/>
                  </a:lnTo>
                  <a:lnTo>
                    <a:pt x="1239" y="10"/>
                  </a:lnTo>
                  <a:lnTo>
                    <a:pt x="1332" y="23"/>
                  </a:lnTo>
                  <a:lnTo>
                    <a:pt x="1423" y="41"/>
                  </a:lnTo>
                  <a:lnTo>
                    <a:pt x="1512" y="64"/>
                  </a:lnTo>
                  <a:lnTo>
                    <a:pt x="1600" y="92"/>
                  </a:lnTo>
                  <a:lnTo>
                    <a:pt x="1687" y="126"/>
                  </a:lnTo>
                  <a:lnTo>
                    <a:pt x="1771" y="164"/>
                  </a:lnTo>
                  <a:lnTo>
                    <a:pt x="1853" y="206"/>
                  </a:lnTo>
                  <a:lnTo>
                    <a:pt x="1933" y="253"/>
                  </a:lnTo>
                  <a:lnTo>
                    <a:pt x="2009" y="304"/>
                  </a:lnTo>
                  <a:lnTo>
                    <a:pt x="2084" y="361"/>
                  </a:lnTo>
                  <a:lnTo>
                    <a:pt x="2155" y="421"/>
                  </a:lnTo>
                  <a:lnTo>
                    <a:pt x="2223" y="485"/>
                  </a:lnTo>
                  <a:lnTo>
                    <a:pt x="2286" y="554"/>
                  </a:lnTo>
                  <a:lnTo>
                    <a:pt x="2345" y="625"/>
                  </a:lnTo>
                  <a:lnTo>
                    <a:pt x="2400" y="698"/>
                  </a:lnTo>
                  <a:lnTo>
                    <a:pt x="2451" y="776"/>
                  </a:lnTo>
                  <a:lnTo>
                    <a:pt x="2498" y="855"/>
                  </a:lnTo>
                  <a:lnTo>
                    <a:pt x="2540" y="937"/>
                  </a:lnTo>
                  <a:lnTo>
                    <a:pt x="2577" y="1023"/>
                  </a:lnTo>
                  <a:lnTo>
                    <a:pt x="2609" y="1109"/>
                  </a:lnTo>
                  <a:lnTo>
                    <a:pt x="2637" y="1197"/>
                  </a:lnTo>
                  <a:lnTo>
                    <a:pt x="2659" y="1288"/>
                  </a:lnTo>
                  <a:lnTo>
                    <a:pt x="2677" y="1380"/>
                  </a:lnTo>
                  <a:lnTo>
                    <a:pt x="2690" y="1474"/>
                  </a:lnTo>
                  <a:lnTo>
                    <a:pt x="2689" y="1488"/>
                  </a:lnTo>
                  <a:lnTo>
                    <a:pt x="2685" y="1501"/>
                  </a:lnTo>
                  <a:lnTo>
                    <a:pt x="2677" y="1513"/>
                  </a:lnTo>
                  <a:lnTo>
                    <a:pt x="2666" y="1522"/>
                  </a:lnTo>
                  <a:lnTo>
                    <a:pt x="2653" y="1527"/>
                  </a:lnTo>
                  <a:lnTo>
                    <a:pt x="2640" y="1529"/>
                  </a:lnTo>
                  <a:lnTo>
                    <a:pt x="1123" y="1529"/>
                  </a:lnTo>
                  <a:lnTo>
                    <a:pt x="1110" y="1528"/>
                  </a:lnTo>
                  <a:lnTo>
                    <a:pt x="1097" y="1523"/>
                  </a:lnTo>
                  <a:lnTo>
                    <a:pt x="1087" y="1515"/>
                  </a:lnTo>
                  <a:lnTo>
                    <a:pt x="14" y="440"/>
                  </a:lnTo>
                  <a:lnTo>
                    <a:pt x="6" y="429"/>
                  </a:lnTo>
                  <a:lnTo>
                    <a:pt x="1" y="416"/>
                  </a:lnTo>
                  <a:lnTo>
                    <a:pt x="0" y="402"/>
                  </a:lnTo>
                  <a:lnTo>
                    <a:pt x="2" y="388"/>
                  </a:lnTo>
                  <a:lnTo>
                    <a:pt x="9" y="375"/>
                  </a:lnTo>
                  <a:lnTo>
                    <a:pt x="18" y="365"/>
                  </a:lnTo>
                  <a:lnTo>
                    <a:pt x="93" y="308"/>
                  </a:lnTo>
                  <a:lnTo>
                    <a:pt x="171" y="256"/>
                  </a:lnTo>
                  <a:lnTo>
                    <a:pt x="250" y="208"/>
                  </a:lnTo>
                  <a:lnTo>
                    <a:pt x="333" y="166"/>
                  </a:lnTo>
                  <a:lnTo>
                    <a:pt x="417" y="128"/>
                  </a:lnTo>
                  <a:lnTo>
                    <a:pt x="504" y="94"/>
                  </a:lnTo>
                  <a:lnTo>
                    <a:pt x="592" y="65"/>
                  </a:lnTo>
                  <a:lnTo>
                    <a:pt x="682" y="42"/>
                  </a:lnTo>
                  <a:lnTo>
                    <a:pt x="773" y="24"/>
                  </a:lnTo>
                  <a:lnTo>
                    <a:pt x="866" y="10"/>
                  </a:lnTo>
                  <a:lnTo>
                    <a:pt x="958" y="3"/>
                  </a:lnTo>
                  <a:lnTo>
                    <a:pt x="105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46" name="Freeform 57">
              <a:extLst>
                <a:ext uri="{FF2B5EF4-FFF2-40B4-BE49-F238E27FC236}">
                  <a16:creationId xmlns:a16="http://schemas.microsoft.com/office/drawing/2014/main" id="{920924AB-123D-4C89-B19B-EAFC47CF770B}"/>
                </a:ext>
              </a:extLst>
            </p:cNvPr>
            <p:cNvSpPr>
              <a:spLocks noEditPoints="1"/>
            </p:cNvSpPr>
            <p:nvPr/>
          </p:nvSpPr>
          <p:spPr bwMode="auto">
            <a:xfrm>
              <a:off x="4276725" y="4754563"/>
              <a:ext cx="157163" cy="250825"/>
            </a:xfrm>
            <a:custGeom>
              <a:avLst/>
              <a:gdLst>
                <a:gd name="T0" fmla="*/ 403 w 1481"/>
                <a:gd name="T1" fmla="*/ 446 h 2369"/>
                <a:gd name="T2" fmla="*/ 348 w 1481"/>
                <a:gd name="T3" fmla="*/ 575 h 2369"/>
                <a:gd name="T4" fmla="*/ 301 w 1481"/>
                <a:gd name="T5" fmla="*/ 731 h 2369"/>
                <a:gd name="T6" fmla="*/ 273 w 1481"/>
                <a:gd name="T7" fmla="*/ 891 h 2369"/>
                <a:gd name="T8" fmla="*/ 263 w 1481"/>
                <a:gd name="T9" fmla="*/ 1053 h 2369"/>
                <a:gd name="T10" fmla="*/ 276 w 1481"/>
                <a:gd name="T11" fmla="*/ 1241 h 2369"/>
                <a:gd name="T12" fmla="*/ 312 w 1481"/>
                <a:gd name="T13" fmla="*/ 1423 h 2369"/>
                <a:gd name="T14" fmla="*/ 373 w 1481"/>
                <a:gd name="T15" fmla="*/ 1598 h 2369"/>
                <a:gd name="T16" fmla="*/ 448 w 1481"/>
                <a:gd name="T17" fmla="*/ 1748 h 2369"/>
                <a:gd name="T18" fmla="*/ 529 w 1481"/>
                <a:gd name="T19" fmla="*/ 1872 h 2369"/>
                <a:gd name="T20" fmla="*/ 624 w 1481"/>
                <a:gd name="T21" fmla="*/ 1988 h 2369"/>
                <a:gd name="T22" fmla="*/ 435 w 1481"/>
                <a:gd name="T23" fmla="*/ 383 h 2369"/>
                <a:gd name="T24" fmla="*/ 415 w 1481"/>
                <a:gd name="T25" fmla="*/ 1 h 2369"/>
                <a:gd name="T26" fmla="*/ 439 w 1481"/>
                <a:gd name="T27" fmla="*/ 15 h 2369"/>
                <a:gd name="T28" fmla="*/ 1475 w 1481"/>
                <a:gd name="T29" fmla="*/ 1054 h 2369"/>
                <a:gd name="T30" fmla="*/ 1481 w 1481"/>
                <a:gd name="T31" fmla="*/ 1081 h 2369"/>
                <a:gd name="T32" fmla="*/ 1474 w 1481"/>
                <a:gd name="T33" fmla="*/ 1106 h 2369"/>
                <a:gd name="T34" fmla="*/ 704 w 1481"/>
                <a:gd name="T35" fmla="*/ 2356 h 2369"/>
                <a:gd name="T36" fmla="*/ 679 w 1481"/>
                <a:gd name="T37" fmla="*/ 2368 h 2369"/>
                <a:gd name="T38" fmla="*/ 654 w 1481"/>
                <a:gd name="T39" fmla="*/ 2366 h 2369"/>
                <a:gd name="T40" fmla="*/ 564 w 1481"/>
                <a:gd name="T41" fmla="*/ 2298 h 2369"/>
                <a:gd name="T42" fmla="*/ 429 w 1481"/>
                <a:gd name="T43" fmla="*/ 2166 h 2369"/>
                <a:gd name="T44" fmla="*/ 311 w 1481"/>
                <a:gd name="T45" fmla="*/ 2020 h 2369"/>
                <a:gd name="T46" fmla="*/ 211 w 1481"/>
                <a:gd name="T47" fmla="*/ 1863 h 2369"/>
                <a:gd name="T48" fmla="*/ 128 w 1481"/>
                <a:gd name="T49" fmla="*/ 1696 h 2369"/>
                <a:gd name="T50" fmla="*/ 66 w 1481"/>
                <a:gd name="T51" fmla="*/ 1521 h 2369"/>
                <a:gd name="T52" fmla="*/ 24 w 1481"/>
                <a:gd name="T53" fmla="*/ 1338 h 2369"/>
                <a:gd name="T54" fmla="*/ 3 w 1481"/>
                <a:gd name="T55" fmla="*/ 1150 h 2369"/>
                <a:gd name="T56" fmla="*/ 3 w 1481"/>
                <a:gd name="T57" fmla="*/ 960 h 2369"/>
                <a:gd name="T58" fmla="*/ 24 w 1481"/>
                <a:gd name="T59" fmla="*/ 775 h 2369"/>
                <a:gd name="T60" fmla="*/ 66 w 1481"/>
                <a:gd name="T61" fmla="*/ 593 h 2369"/>
                <a:gd name="T62" fmla="*/ 127 w 1481"/>
                <a:gd name="T63" fmla="*/ 419 h 2369"/>
                <a:gd name="T64" fmla="*/ 209 w 1481"/>
                <a:gd name="T65" fmla="*/ 251 h 2369"/>
                <a:gd name="T66" fmla="*/ 308 w 1481"/>
                <a:gd name="T67" fmla="*/ 93 h 2369"/>
                <a:gd name="T68" fmla="*/ 374 w 1481"/>
                <a:gd name="T69" fmla="*/ 9 h 2369"/>
                <a:gd name="T70" fmla="*/ 401 w 1481"/>
                <a:gd name="T71" fmla="*/ 0 h 2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1" h="2369">
                  <a:moveTo>
                    <a:pt x="435" y="383"/>
                  </a:moveTo>
                  <a:lnTo>
                    <a:pt x="403" y="446"/>
                  </a:lnTo>
                  <a:lnTo>
                    <a:pt x="373" y="510"/>
                  </a:lnTo>
                  <a:lnTo>
                    <a:pt x="348" y="575"/>
                  </a:lnTo>
                  <a:lnTo>
                    <a:pt x="322" y="653"/>
                  </a:lnTo>
                  <a:lnTo>
                    <a:pt x="301" y="731"/>
                  </a:lnTo>
                  <a:lnTo>
                    <a:pt x="284" y="810"/>
                  </a:lnTo>
                  <a:lnTo>
                    <a:pt x="273" y="891"/>
                  </a:lnTo>
                  <a:lnTo>
                    <a:pt x="266" y="972"/>
                  </a:lnTo>
                  <a:lnTo>
                    <a:pt x="263" y="1053"/>
                  </a:lnTo>
                  <a:lnTo>
                    <a:pt x="266" y="1148"/>
                  </a:lnTo>
                  <a:lnTo>
                    <a:pt x="276" y="1241"/>
                  </a:lnTo>
                  <a:lnTo>
                    <a:pt x="291" y="1333"/>
                  </a:lnTo>
                  <a:lnTo>
                    <a:pt x="312" y="1423"/>
                  </a:lnTo>
                  <a:lnTo>
                    <a:pt x="340" y="1512"/>
                  </a:lnTo>
                  <a:lnTo>
                    <a:pt x="373" y="1598"/>
                  </a:lnTo>
                  <a:lnTo>
                    <a:pt x="413" y="1683"/>
                  </a:lnTo>
                  <a:lnTo>
                    <a:pt x="448" y="1748"/>
                  </a:lnTo>
                  <a:lnTo>
                    <a:pt x="487" y="1811"/>
                  </a:lnTo>
                  <a:lnTo>
                    <a:pt x="529" y="1872"/>
                  </a:lnTo>
                  <a:lnTo>
                    <a:pt x="574" y="1931"/>
                  </a:lnTo>
                  <a:lnTo>
                    <a:pt x="624" y="1988"/>
                  </a:lnTo>
                  <a:lnTo>
                    <a:pt x="1162" y="1111"/>
                  </a:lnTo>
                  <a:lnTo>
                    <a:pt x="435" y="383"/>
                  </a:lnTo>
                  <a:close/>
                  <a:moveTo>
                    <a:pt x="401" y="0"/>
                  </a:moveTo>
                  <a:lnTo>
                    <a:pt x="415" y="1"/>
                  </a:lnTo>
                  <a:lnTo>
                    <a:pt x="428" y="6"/>
                  </a:lnTo>
                  <a:lnTo>
                    <a:pt x="439" y="15"/>
                  </a:lnTo>
                  <a:lnTo>
                    <a:pt x="1466" y="1043"/>
                  </a:lnTo>
                  <a:lnTo>
                    <a:pt x="1475" y="1054"/>
                  </a:lnTo>
                  <a:lnTo>
                    <a:pt x="1480" y="1067"/>
                  </a:lnTo>
                  <a:lnTo>
                    <a:pt x="1481" y="1081"/>
                  </a:lnTo>
                  <a:lnTo>
                    <a:pt x="1479" y="1094"/>
                  </a:lnTo>
                  <a:lnTo>
                    <a:pt x="1474" y="1106"/>
                  </a:lnTo>
                  <a:lnTo>
                    <a:pt x="713" y="2345"/>
                  </a:lnTo>
                  <a:lnTo>
                    <a:pt x="704" y="2356"/>
                  </a:lnTo>
                  <a:lnTo>
                    <a:pt x="692" y="2364"/>
                  </a:lnTo>
                  <a:lnTo>
                    <a:pt x="679" y="2368"/>
                  </a:lnTo>
                  <a:lnTo>
                    <a:pt x="670" y="2369"/>
                  </a:lnTo>
                  <a:lnTo>
                    <a:pt x="654" y="2366"/>
                  </a:lnTo>
                  <a:lnTo>
                    <a:pt x="639" y="2359"/>
                  </a:lnTo>
                  <a:lnTo>
                    <a:pt x="564" y="2298"/>
                  </a:lnTo>
                  <a:lnTo>
                    <a:pt x="494" y="2234"/>
                  </a:lnTo>
                  <a:lnTo>
                    <a:pt x="429" y="2166"/>
                  </a:lnTo>
                  <a:lnTo>
                    <a:pt x="368" y="2094"/>
                  </a:lnTo>
                  <a:lnTo>
                    <a:pt x="311" y="2020"/>
                  </a:lnTo>
                  <a:lnTo>
                    <a:pt x="259" y="1944"/>
                  </a:lnTo>
                  <a:lnTo>
                    <a:pt x="211" y="1863"/>
                  </a:lnTo>
                  <a:lnTo>
                    <a:pt x="167" y="1781"/>
                  </a:lnTo>
                  <a:lnTo>
                    <a:pt x="128" y="1696"/>
                  </a:lnTo>
                  <a:lnTo>
                    <a:pt x="95" y="1610"/>
                  </a:lnTo>
                  <a:lnTo>
                    <a:pt x="66" y="1521"/>
                  </a:lnTo>
                  <a:lnTo>
                    <a:pt x="43" y="1430"/>
                  </a:lnTo>
                  <a:lnTo>
                    <a:pt x="24" y="1338"/>
                  </a:lnTo>
                  <a:lnTo>
                    <a:pt x="11" y="1244"/>
                  </a:lnTo>
                  <a:lnTo>
                    <a:pt x="3" y="1150"/>
                  </a:lnTo>
                  <a:lnTo>
                    <a:pt x="0" y="1053"/>
                  </a:lnTo>
                  <a:lnTo>
                    <a:pt x="3" y="960"/>
                  </a:lnTo>
                  <a:lnTo>
                    <a:pt x="11" y="867"/>
                  </a:lnTo>
                  <a:lnTo>
                    <a:pt x="24" y="775"/>
                  </a:lnTo>
                  <a:lnTo>
                    <a:pt x="42" y="684"/>
                  </a:lnTo>
                  <a:lnTo>
                    <a:pt x="66" y="593"/>
                  </a:lnTo>
                  <a:lnTo>
                    <a:pt x="94" y="505"/>
                  </a:lnTo>
                  <a:lnTo>
                    <a:pt x="127" y="419"/>
                  </a:lnTo>
                  <a:lnTo>
                    <a:pt x="165" y="333"/>
                  </a:lnTo>
                  <a:lnTo>
                    <a:pt x="209" y="251"/>
                  </a:lnTo>
                  <a:lnTo>
                    <a:pt x="256" y="170"/>
                  </a:lnTo>
                  <a:lnTo>
                    <a:pt x="308" y="93"/>
                  </a:lnTo>
                  <a:lnTo>
                    <a:pt x="364" y="19"/>
                  </a:lnTo>
                  <a:lnTo>
                    <a:pt x="374" y="9"/>
                  </a:lnTo>
                  <a:lnTo>
                    <a:pt x="387" y="3"/>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47" name="Freeform 58">
              <a:extLst>
                <a:ext uri="{FF2B5EF4-FFF2-40B4-BE49-F238E27FC236}">
                  <a16:creationId xmlns:a16="http://schemas.microsoft.com/office/drawing/2014/main" id="{5EF10311-E1FC-42A1-83BD-8473A9B9165F}"/>
                </a:ext>
              </a:extLst>
            </p:cNvPr>
            <p:cNvSpPr>
              <a:spLocks/>
            </p:cNvSpPr>
            <p:nvPr/>
          </p:nvSpPr>
          <p:spPr bwMode="auto">
            <a:xfrm>
              <a:off x="4373563" y="4878388"/>
              <a:ext cx="250825" cy="161925"/>
            </a:xfrm>
            <a:custGeom>
              <a:avLst/>
              <a:gdLst>
                <a:gd name="T0" fmla="*/ 832 w 2375"/>
                <a:gd name="T1" fmla="*/ 0 h 1530"/>
                <a:gd name="T2" fmla="*/ 2325 w 2375"/>
                <a:gd name="T3" fmla="*/ 0 h 1530"/>
                <a:gd name="T4" fmla="*/ 2338 w 2375"/>
                <a:gd name="T5" fmla="*/ 2 h 1530"/>
                <a:gd name="T6" fmla="*/ 2351 w 2375"/>
                <a:gd name="T7" fmla="*/ 8 h 1530"/>
                <a:gd name="T8" fmla="*/ 2362 w 2375"/>
                <a:gd name="T9" fmla="*/ 17 h 1530"/>
                <a:gd name="T10" fmla="*/ 2370 w 2375"/>
                <a:gd name="T11" fmla="*/ 29 h 1530"/>
                <a:gd name="T12" fmla="*/ 2374 w 2375"/>
                <a:gd name="T13" fmla="*/ 42 h 1530"/>
                <a:gd name="T14" fmla="*/ 2375 w 2375"/>
                <a:gd name="T15" fmla="*/ 56 h 1530"/>
                <a:gd name="T16" fmla="*/ 2362 w 2375"/>
                <a:gd name="T17" fmla="*/ 150 h 1530"/>
                <a:gd name="T18" fmla="*/ 2344 w 2375"/>
                <a:gd name="T19" fmla="*/ 242 h 1530"/>
                <a:gd name="T20" fmla="*/ 2322 w 2375"/>
                <a:gd name="T21" fmla="*/ 333 h 1530"/>
                <a:gd name="T22" fmla="*/ 2294 w 2375"/>
                <a:gd name="T23" fmla="*/ 421 h 1530"/>
                <a:gd name="T24" fmla="*/ 2262 w 2375"/>
                <a:gd name="T25" fmla="*/ 507 h 1530"/>
                <a:gd name="T26" fmla="*/ 2225 w 2375"/>
                <a:gd name="T27" fmla="*/ 592 h 1530"/>
                <a:gd name="T28" fmla="*/ 2183 w 2375"/>
                <a:gd name="T29" fmla="*/ 674 h 1530"/>
                <a:gd name="T30" fmla="*/ 2136 w 2375"/>
                <a:gd name="T31" fmla="*/ 754 h 1530"/>
                <a:gd name="T32" fmla="*/ 2085 w 2375"/>
                <a:gd name="T33" fmla="*/ 831 h 1530"/>
                <a:gd name="T34" fmla="*/ 2030 w 2375"/>
                <a:gd name="T35" fmla="*/ 905 h 1530"/>
                <a:gd name="T36" fmla="*/ 1971 w 2375"/>
                <a:gd name="T37" fmla="*/ 976 h 1530"/>
                <a:gd name="T38" fmla="*/ 1908 w 2375"/>
                <a:gd name="T39" fmla="*/ 1045 h 1530"/>
                <a:gd name="T40" fmla="*/ 1840 w 2375"/>
                <a:gd name="T41" fmla="*/ 1109 h 1530"/>
                <a:gd name="T42" fmla="*/ 1769 w 2375"/>
                <a:gd name="T43" fmla="*/ 1169 h 1530"/>
                <a:gd name="T44" fmla="*/ 1694 w 2375"/>
                <a:gd name="T45" fmla="*/ 1226 h 1530"/>
                <a:gd name="T46" fmla="*/ 1618 w 2375"/>
                <a:gd name="T47" fmla="*/ 1277 h 1530"/>
                <a:gd name="T48" fmla="*/ 1538 w 2375"/>
                <a:gd name="T49" fmla="*/ 1324 h 1530"/>
                <a:gd name="T50" fmla="*/ 1456 w 2375"/>
                <a:gd name="T51" fmla="*/ 1366 h 1530"/>
                <a:gd name="T52" fmla="*/ 1372 w 2375"/>
                <a:gd name="T53" fmla="*/ 1404 h 1530"/>
                <a:gd name="T54" fmla="*/ 1285 w 2375"/>
                <a:gd name="T55" fmla="*/ 1437 h 1530"/>
                <a:gd name="T56" fmla="*/ 1197 w 2375"/>
                <a:gd name="T57" fmla="*/ 1465 h 1530"/>
                <a:gd name="T58" fmla="*/ 1108 w 2375"/>
                <a:gd name="T59" fmla="*/ 1488 h 1530"/>
                <a:gd name="T60" fmla="*/ 1017 w 2375"/>
                <a:gd name="T61" fmla="*/ 1506 h 1530"/>
                <a:gd name="T62" fmla="*/ 924 w 2375"/>
                <a:gd name="T63" fmla="*/ 1519 h 1530"/>
                <a:gd name="T64" fmla="*/ 831 w 2375"/>
                <a:gd name="T65" fmla="*/ 1527 h 1530"/>
                <a:gd name="T66" fmla="*/ 737 w 2375"/>
                <a:gd name="T67" fmla="*/ 1530 h 1530"/>
                <a:gd name="T68" fmla="*/ 644 w 2375"/>
                <a:gd name="T69" fmla="*/ 1527 h 1530"/>
                <a:gd name="T70" fmla="*/ 553 w 2375"/>
                <a:gd name="T71" fmla="*/ 1520 h 1530"/>
                <a:gd name="T72" fmla="*/ 462 w 2375"/>
                <a:gd name="T73" fmla="*/ 1507 h 1530"/>
                <a:gd name="T74" fmla="*/ 373 w 2375"/>
                <a:gd name="T75" fmla="*/ 1490 h 1530"/>
                <a:gd name="T76" fmla="*/ 285 w 2375"/>
                <a:gd name="T77" fmla="*/ 1468 h 1530"/>
                <a:gd name="T78" fmla="*/ 199 w 2375"/>
                <a:gd name="T79" fmla="*/ 1440 h 1530"/>
                <a:gd name="T80" fmla="*/ 113 w 2375"/>
                <a:gd name="T81" fmla="*/ 1407 h 1530"/>
                <a:gd name="T82" fmla="*/ 29 w 2375"/>
                <a:gd name="T83" fmla="*/ 1370 h 1530"/>
                <a:gd name="T84" fmla="*/ 17 w 2375"/>
                <a:gd name="T85" fmla="*/ 1362 h 1530"/>
                <a:gd name="T86" fmla="*/ 8 w 2375"/>
                <a:gd name="T87" fmla="*/ 1352 h 1530"/>
                <a:gd name="T88" fmla="*/ 2 w 2375"/>
                <a:gd name="T89" fmla="*/ 1339 h 1530"/>
                <a:gd name="T90" fmla="*/ 0 w 2375"/>
                <a:gd name="T91" fmla="*/ 1325 h 1530"/>
                <a:gd name="T92" fmla="*/ 2 w 2375"/>
                <a:gd name="T93" fmla="*/ 1311 h 1530"/>
                <a:gd name="T94" fmla="*/ 8 w 2375"/>
                <a:gd name="T95" fmla="*/ 1298 h 1530"/>
                <a:gd name="T96" fmla="*/ 789 w 2375"/>
                <a:gd name="T97" fmla="*/ 24 h 1530"/>
                <a:gd name="T98" fmla="*/ 798 w 2375"/>
                <a:gd name="T99" fmla="*/ 14 h 1530"/>
                <a:gd name="T100" fmla="*/ 808 w 2375"/>
                <a:gd name="T101" fmla="*/ 7 h 1530"/>
                <a:gd name="T102" fmla="*/ 820 w 2375"/>
                <a:gd name="T103" fmla="*/ 2 h 1530"/>
                <a:gd name="T104" fmla="*/ 832 w 2375"/>
                <a:gd name="T105" fmla="*/ 0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75" h="1530">
                  <a:moveTo>
                    <a:pt x="832" y="0"/>
                  </a:moveTo>
                  <a:lnTo>
                    <a:pt x="2325" y="0"/>
                  </a:lnTo>
                  <a:lnTo>
                    <a:pt x="2338" y="2"/>
                  </a:lnTo>
                  <a:lnTo>
                    <a:pt x="2351" y="8"/>
                  </a:lnTo>
                  <a:lnTo>
                    <a:pt x="2362" y="17"/>
                  </a:lnTo>
                  <a:lnTo>
                    <a:pt x="2370" y="29"/>
                  </a:lnTo>
                  <a:lnTo>
                    <a:pt x="2374" y="42"/>
                  </a:lnTo>
                  <a:lnTo>
                    <a:pt x="2375" y="56"/>
                  </a:lnTo>
                  <a:lnTo>
                    <a:pt x="2362" y="150"/>
                  </a:lnTo>
                  <a:lnTo>
                    <a:pt x="2344" y="242"/>
                  </a:lnTo>
                  <a:lnTo>
                    <a:pt x="2322" y="333"/>
                  </a:lnTo>
                  <a:lnTo>
                    <a:pt x="2294" y="421"/>
                  </a:lnTo>
                  <a:lnTo>
                    <a:pt x="2262" y="507"/>
                  </a:lnTo>
                  <a:lnTo>
                    <a:pt x="2225" y="592"/>
                  </a:lnTo>
                  <a:lnTo>
                    <a:pt x="2183" y="674"/>
                  </a:lnTo>
                  <a:lnTo>
                    <a:pt x="2136" y="754"/>
                  </a:lnTo>
                  <a:lnTo>
                    <a:pt x="2085" y="831"/>
                  </a:lnTo>
                  <a:lnTo>
                    <a:pt x="2030" y="905"/>
                  </a:lnTo>
                  <a:lnTo>
                    <a:pt x="1971" y="976"/>
                  </a:lnTo>
                  <a:lnTo>
                    <a:pt x="1908" y="1045"/>
                  </a:lnTo>
                  <a:lnTo>
                    <a:pt x="1840" y="1109"/>
                  </a:lnTo>
                  <a:lnTo>
                    <a:pt x="1769" y="1169"/>
                  </a:lnTo>
                  <a:lnTo>
                    <a:pt x="1694" y="1226"/>
                  </a:lnTo>
                  <a:lnTo>
                    <a:pt x="1618" y="1277"/>
                  </a:lnTo>
                  <a:lnTo>
                    <a:pt x="1538" y="1324"/>
                  </a:lnTo>
                  <a:lnTo>
                    <a:pt x="1456" y="1366"/>
                  </a:lnTo>
                  <a:lnTo>
                    <a:pt x="1372" y="1404"/>
                  </a:lnTo>
                  <a:lnTo>
                    <a:pt x="1285" y="1437"/>
                  </a:lnTo>
                  <a:lnTo>
                    <a:pt x="1197" y="1465"/>
                  </a:lnTo>
                  <a:lnTo>
                    <a:pt x="1108" y="1488"/>
                  </a:lnTo>
                  <a:lnTo>
                    <a:pt x="1017" y="1506"/>
                  </a:lnTo>
                  <a:lnTo>
                    <a:pt x="924" y="1519"/>
                  </a:lnTo>
                  <a:lnTo>
                    <a:pt x="831" y="1527"/>
                  </a:lnTo>
                  <a:lnTo>
                    <a:pt x="737" y="1530"/>
                  </a:lnTo>
                  <a:lnTo>
                    <a:pt x="644" y="1527"/>
                  </a:lnTo>
                  <a:lnTo>
                    <a:pt x="553" y="1520"/>
                  </a:lnTo>
                  <a:lnTo>
                    <a:pt x="462" y="1507"/>
                  </a:lnTo>
                  <a:lnTo>
                    <a:pt x="373" y="1490"/>
                  </a:lnTo>
                  <a:lnTo>
                    <a:pt x="285" y="1468"/>
                  </a:lnTo>
                  <a:lnTo>
                    <a:pt x="199" y="1440"/>
                  </a:lnTo>
                  <a:lnTo>
                    <a:pt x="113" y="1407"/>
                  </a:lnTo>
                  <a:lnTo>
                    <a:pt x="29" y="1370"/>
                  </a:lnTo>
                  <a:lnTo>
                    <a:pt x="17" y="1362"/>
                  </a:lnTo>
                  <a:lnTo>
                    <a:pt x="8" y="1352"/>
                  </a:lnTo>
                  <a:lnTo>
                    <a:pt x="2" y="1339"/>
                  </a:lnTo>
                  <a:lnTo>
                    <a:pt x="0" y="1325"/>
                  </a:lnTo>
                  <a:lnTo>
                    <a:pt x="2" y="1311"/>
                  </a:lnTo>
                  <a:lnTo>
                    <a:pt x="8" y="1298"/>
                  </a:lnTo>
                  <a:lnTo>
                    <a:pt x="789" y="24"/>
                  </a:lnTo>
                  <a:lnTo>
                    <a:pt x="798" y="14"/>
                  </a:lnTo>
                  <a:lnTo>
                    <a:pt x="808" y="7"/>
                  </a:lnTo>
                  <a:lnTo>
                    <a:pt x="820" y="2"/>
                  </a:lnTo>
                  <a:lnTo>
                    <a:pt x="8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148" name="Group 147">
            <a:extLst>
              <a:ext uri="{FF2B5EF4-FFF2-40B4-BE49-F238E27FC236}">
                <a16:creationId xmlns:a16="http://schemas.microsoft.com/office/drawing/2014/main" id="{D25ED109-B007-4EB5-A6B8-4969E1F86F26}"/>
              </a:ext>
            </a:extLst>
          </p:cNvPr>
          <p:cNvGrpSpPr/>
          <p:nvPr/>
        </p:nvGrpSpPr>
        <p:grpSpPr>
          <a:xfrm>
            <a:off x="2744099" y="2997135"/>
            <a:ext cx="370972" cy="368521"/>
            <a:chOff x="5509038" y="2829908"/>
            <a:chExt cx="376386" cy="373901"/>
          </a:xfrm>
          <a:solidFill>
            <a:schemeClr val="tx1"/>
          </a:solidFill>
        </p:grpSpPr>
        <p:sp>
          <p:nvSpPr>
            <p:cNvPr id="149" name="Freeform 6">
              <a:extLst>
                <a:ext uri="{FF2B5EF4-FFF2-40B4-BE49-F238E27FC236}">
                  <a16:creationId xmlns:a16="http://schemas.microsoft.com/office/drawing/2014/main" id="{8902D201-E2C4-4695-A1D0-2E63C3CAC18C}"/>
                </a:ext>
              </a:extLst>
            </p:cNvPr>
            <p:cNvSpPr>
              <a:spLocks/>
            </p:cNvSpPr>
            <p:nvPr/>
          </p:nvSpPr>
          <p:spPr bwMode="auto">
            <a:xfrm>
              <a:off x="5509038" y="2887049"/>
              <a:ext cx="318002" cy="316760"/>
            </a:xfrm>
            <a:custGeom>
              <a:avLst/>
              <a:gdLst>
                <a:gd name="T0" fmla="*/ 910 w 2818"/>
                <a:gd name="T1" fmla="*/ 10 h 2801"/>
                <a:gd name="T2" fmla="*/ 1156 w 2818"/>
                <a:gd name="T3" fmla="*/ 65 h 2801"/>
                <a:gd name="T4" fmla="*/ 1408 w 2818"/>
                <a:gd name="T5" fmla="*/ 164 h 2801"/>
                <a:gd name="T6" fmla="*/ 1660 w 2818"/>
                <a:gd name="T7" fmla="*/ 305 h 2801"/>
                <a:gd name="T8" fmla="*/ 1667 w 2818"/>
                <a:gd name="T9" fmla="*/ 440 h 2801"/>
                <a:gd name="T10" fmla="*/ 1530 w 2818"/>
                <a:gd name="T11" fmla="*/ 624 h 2801"/>
                <a:gd name="T12" fmla="*/ 1309 w 2818"/>
                <a:gd name="T13" fmla="*/ 493 h 2801"/>
                <a:gd name="T14" fmla="*/ 1092 w 2818"/>
                <a:gd name="T15" fmla="*/ 400 h 2801"/>
                <a:gd name="T16" fmla="*/ 884 w 2818"/>
                <a:gd name="T17" fmla="*/ 348 h 2801"/>
                <a:gd name="T18" fmla="*/ 697 w 2818"/>
                <a:gd name="T19" fmla="*/ 340 h 2801"/>
                <a:gd name="T20" fmla="*/ 554 w 2818"/>
                <a:gd name="T21" fmla="*/ 372 h 2801"/>
                <a:gd name="T22" fmla="*/ 445 w 2818"/>
                <a:gd name="T23" fmla="*/ 444 h 2801"/>
                <a:gd name="T24" fmla="*/ 377 w 2818"/>
                <a:gd name="T25" fmla="*/ 547 h 2801"/>
                <a:gd name="T26" fmla="*/ 344 w 2818"/>
                <a:gd name="T27" fmla="*/ 684 h 2801"/>
                <a:gd name="T28" fmla="*/ 348 w 2818"/>
                <a:gd name="T29" fmla="*/ 849 h 2801"/>
                <a:gd name="T30" fmla="*/ 388 w 2818"/>
                <a:gd name="T31" fmla="*/ 1035 h 2801"/>
                <a:gd name="T32" fmla="*/ 465 w 2818"/>
                <a:gd name="T33" fmla="*/ 1236 h 2801"/>
                <a:gd name="T34" fmla="*/ 580 w 2818"/>
                <a:gd name="T35" fmla="*/ 1449 h 2801"/>
                <a:gd name="T36" fmla="*/ 734 w 2818"/>
                <a:gd name="T37" fmla="*/ 1665 h 2801"/>
                <a:gd name="T38" fmla="*/ 927 w 2818"/>
                <a:gd name="T39" fmla="*/ 1879 h 2801"/>
                <a:gd name="T40" fmla="*/ 1138 w 2818"/>
                <a:gd name="T41" fmla="*/ 2066 h 2801"/>
                <a:gd name="T42" fmla="*/ 1357 w 2818"/>
                <a:gd name="T43" fmla="*/ 2222 h 2801"/>
                <a:gd name="T44" fmla="*/ 1578 w 2818"/>
                <a:gd name="T45" fmla="*/ 2342 h 2801"/>
                <a:gd name="T46" fmla="*/ 1795 w 2818"/>
                <a:gd name="T47" fmla="*/ 2422 h 2801"/>
                <a:gd name="T48" fmla="*/ 2000 w 2818"/>
                <a:gd name="T49" fmla="*/ 2461 h 2801"/>
                <a:gd name="T50" fmla="*/ 2171 w 2818"/>
                <a:gd name="T51" fmla="*/ 2454 h 2801"/>
                <a:gd name="T52" fmla="*/ 2303 w 2818"/>
                <a:gd name="T53" fmla="*/ 2409 h 2801"/>
                <a:gd name="T54" fmla="*/ 2399 w 2818"/>
                <a:gd name="T55" fmla="*/ 2326 h 2801"/>
                <a:gd name="T56" fmla="*/ 2455 w 2818"/>
                <a:gd name="T57" fmla="*/ 2214 h 2801"/>
                <a:gd name="T58" fmla="*/ 2477 w 2818"/>
                <a:gd name="T59" fmla="*/ 2073 h 2801"/>
                <a:gd name="T60" fmla="*/ 2465 w 2818"/>
                <a:gd name="T61" fmla="*/ 1906 h 2801"/>
                <a:gd name="T62" fmla="*/ 2410 w 2818"/>
                <a:gd name="T63" fmla="*/ 1701 h 2801"/>
                <a:gd name="T64" fmla="*/ 2294 w 2818"/>
                <a:gd name="T65" fmla="*/ 1449 h 2801"/>
                <a:gd name="T66" fmla="*/ 2252 w 2818"/>
                <a:gd name="T67" fmla="*/ 1241 h 2801"/>
                <a:gd name="T68" fmla="*/ 2436 w 2818"/>
                <a:gd name="T69" fmla="*/ 1087 h 2801"/>
                <a:gd name="T70" fmla="*/ 2568 w 2818"/>
                <a:gd name="T71" fmla="*/ 1244 h 2801"/>
                <a:gd name="T72" fmla="*/ 2701 w 2818"/>
                <a:gd name="T73" fmla="*/ 1513 h 2801"/>
                <a:gd name="T74" fmla="*/ 2785 w 2818"/>
                <a:gd name="T75" fmla="*/ 1772 h 2801"/>
                <a:gd name="T76" fmla="*/ 2817 w 2818"/>
                <a:gd name="T77" fmla="*/ 2001 h 2801"/>
                <a:gd name="T78" fmla="*/ 2807 w 2818"/>
                <a:gd name="T79" fmla="*/ 2209 h 2801"/>
                <a:gd name="T80" fmla="*/ 2751 w 2818"/>
                <a:gd name="T81" fmla="*/ 2393 h 2801"/>
                <a:gd name="T82" fmla="*/ 2654 w 2818"/>
                <a:gd name="T83" fmla="*/ 2550 h 2801"/>
                <a:gd name="T84" fmla="*/ 2525 w 2818"/>
                <a:gd name="T85" fmla="*/ 2669 h 2801"/>
                <a:gd name="T86" fmla="*/ 2371 w 2818"/>
                <a:gd name="T87" fmla="*/ 2749 h 2801"/>
                <a:gd name="T88" fmla="*/ 2194 w 2818"/>
                <a:gd name="T89" fmla="*/ 2792 h 2801"/>
                <a:gd name="T90" fmla="*/ 1982 w 2818"/>
                <a:gd name="T91" fmla="*/ 2799 h 2801"/>
                <a:gd name="T92" fmla="*/ 1727 w 2818"/>
                <a:gd name="T93" fmla="*/ 2755 h 2801"/>
                <a:gd name="T94" fmla="*/ 1464 w 2818"/>
                <a:gd name="T95" fmla="*/ 2661 h 2801"/>
                <a:gd name="T96" fmla="*/ 1198 w 2818"/>
                <a:gd name="T97" fmla="*/ 2522 h 2801"/>
                <a:gd name="T98" fmla="*/ 936 w 2818"/>
                <a:gd name="T99" fmla="*/ 2340 h 2801"/>
                <a:gd name="T100" fmla="*/ 686 w 2818"/>
                <a:gd name="T101" fmla="*/ 2118 h 2801"/>
                <a:gd name="T102" fmla="*/ 486 w 2818"/>
                <a:gd name="T103" fmla="*/ 1897 h 2801"/>
                <a:gd name="T104" fmla="*/ 317 w 2818"/>
                <a:gd name="T105" fmla="*/ 1669 h 2801"/>
                <a:gd name="T106" fmla="*/ 184 w 2818"/>
                <a:gd name="T107" fmla="*/ 1438 h 2801"/>
                <a:gd name="T108" fmla="*/ 86 w 2818"/>
                <a:gd name="T109" fmla="*/ 1209 h 2801"/>
                <a:gd name="T110" fmla="*/ 24 w 2818"/>
                <a:gd name="T111" fmla="*/ 987 h 2801"/>
                <a:gd name="T112" fmla="*/ 0 w 2818"/>
                <a:gd name="T113" fmla="*/ 776 h 2801"/>
                <a:gd name="T114" fmla="*/ 14 w 2818"/>
                <a:gd name="T115" fmla="*/ 579 h 2801"/>
                <a:gd name="T116" fmla="*/ 68 w 2818"/>
                <a:gd name="T117" fmla="*/ 401 h 2801"/>
                <a:gd name="T118" fmla="*/ 163 w 2818"/>
                <a:gd name="T119" fmla="*/ 249 h 2801"/>
                <a:gd name="T120" fmla="*/ 292 w 2818"/>
                <a:gd name="T121" fmla="*/ 132 h 2801"/>
                <a:gd name="T122" fmla="*/ 445 w 2818"/>
                <a:gd name="T123" fmla="*/ 52 h 2801"/>
                <a:gd name="T124" fmla="*/ 623 w 2818"/>
                <a:gd name="T125" fmla="*/ 8 h 2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18" h="2801">
                  <a:moveTo>
                    <a:pt x="753" y="0"/>
                  </a:moveTo>
                  <a:lnTo>
                    <a:pt x="830" y="2"/>
                  </a:lnTo>
                  <a:lnTo>
                    <a:pt x="910" y="10"/>
                  </a:lnTo>
                  <a:lnTo>
                    <a:pt x="991" y="24"/>
                  </a:lnTo>
                  <a:lnTo>
                    <a:pt x="1073" y="41"/>
                  </a:lnTo>
                  <a:lnTo>
                    <a:pt x="1156" y="65"/>
                  </a:lnTo>
                  <a:lnTo>
                    <a:pt x="1240" y="93"/>
                  </a:lnTo>
                  <a:lnTo>
                    <a:pt x="1323" y="127"/>
                  </a:lnTo>
                  <a:lnTo>
                    <a:pt x="1408" y="164"/>
                  </a:lnTo>
                  <a:lnTo>
                    <a:pt x="1492" y="207"/>
                  </a:lnTo>
                  <a:lnTo>
                    <a:pt x="1577" y="254"/>
                  </a:lnTo>
                  <a:lnTo>
                    <a:pt x="1660" y="305"/>
                  </a:lnTo>
                  <a:lnTo>
                    <a:pt x="1744" y="360"/>
                  </a:lnTo>
                  <a:lnTo>
                    <a:pt x="1724" y="379"/>
                  </a:lnTo>
                  <a:lnTo>
                    <a:pt x="1667" y="440"/>
                  </a:lnTo>
                  <a:lnTo>
                    <a:pt x="1615" y="500"/>
                  </a:lnTo>
                  <a:lnTo>
                    <a:pt x="1570" y="563"/>
                  </a:lnTo>
                  <a:lnTo>
                    <a:pt x="1530" y="624"/>
                  </a:lnTo>
                  <a:lnTo>
                    <a:pt x="1456" y="576"/>
                  </a:lnTo>
                  <a:lnTo>
                    <a:pt x="1383" y="532"/>
                  </a:lnTo>
                  <a:lnTo>
                    <a:pt x="1309" y="493"/>
                  </a:lnTo>
                  <a:lnTo>
                    <a:pt x="1236" y="457"/>
                  </a:lnTo>
                  <a:lnTo>
                    <a:pt x="1163" y="426"/>
                  </a:lnTo>
                  <a:lnTo>
                    <a:pt x="1092" y="400"/>
                  </a:lnTo>
                  <a:lnTo>
                    <a:pt x="1021" y="378"/>
                  </a:lnTo>
                  <a:lnTo>
                    <a:pt x="952" y="361"/>
                  </a:lnTo>
                  <a:lnTo>
                    <a:pt x="884" y="348"/>
                  </a:lnTo>
                  <a:lnTo>
                    <a:pt x="817" y="340"/>
                  </a:lnTo>
                  <a:lnTo>
                    <a:pt x="753" y="338"/>
                  </a:lnTo>
                  <a:lnTo>
                    <a:pt x="697" y="340"/>
                  </a:lnTo>
                  <a:lnTo>
                    <a:pt x="646" y="346"/>
                  </a:lnTo>
                  <a:lnTo>
                    <a:pt x="598" y="358"/>
                  </a:lnTo>
                  <a:lnTo>
                    <a:pt x="554" y="372"/>
                  </a:lnTo>
                  <a:lnTo>
                    <a:pt x="514" y="392"/>
                  </a:lnTo>
                  <a:lnTo>
                    <a:pt x="477" y="416"/>
                  </a:lnTo>
                  <a:lnTo>
                    <a:pt x="445" y="444"/>
                  </a:lnTo>
                  <a:lnTo>
                    <a:pt x="419" y="474"/>
                  </a:lnTo>
                  <a:lnTo>
                    <a:pt x="396" y="508"/>
                  </a:lnTo>
                  <a:lnTo>
                    <a:pt x="377" y="547"/>
                  </a:lnTo>
                  <a:lnTo>
                    <a:pt x="362" y="590"/>
                  </a:lnTo>
                  <a:lnTo>
                    <a:pt x="352" y="635"/>
                  </a:lnTo>
                  <a:lnTo>
                    <a:pt x="344" y="684"/>
                  </a:lnTo>
                  <a:lnTo>
                    <a:pt x="341" y="736"/>
                  </a:lnTo>
                  <a:lnTo>
                    <a:pt x="343" y="791"/>
                  </a:lnTo>
                  <a:lnTo>
                    <a:pt x="348" y="849"/>
                  </a:lnTo>
                  <a:lnTo>
                    <a:pt x="357" y="908"/>
                  </a:lnTo>
                  <a:lnTo>
                    <a:pt x="371" y="970"/>
                  </a:lnTo>
                  <a:lnTo>
                    <a:pt x="388" y="1035"/>
                  </a:lnTo>
                  <a:lnTo>
                    <a:pt x="409" y="1100"/>
                  </a:lnTo>
                  <a:lnTo>
                    <a:pt x="436" y="1168"/>
                  </a:lnTo>
                  <a:lnTo>
                    <a:pt x="465" y="1236"/>
                  </a:lnTo>
                  <a:lnTo>
                    <a:pt x="499" y="1306"/>
                  </a:lnTo>
                  <a:lnTo>
                    <a:pt x="538" y="1377"/>
                  </a:lnTo>
                  <a:lnTo>
                    <a:pt x="580" y="1449"/>
                  </a:lnTo>
                  <a:lnTo>
                    <a:pt x="627" y="1520"/>
                  </a:lnTo>
                  <a:lnTo>
                    <a:pt x="678" y="1592"/>
                  </a:lnTo>
                  <a:lnTo>
                    <a:pt x="734" y="1665"/>
                  </a:lnTo>
                  <a:lnTo>
                    <a:pt x="794" y="1737"/>
                  </a:lnTo>
                  <a:lnTo>
                    <a:pt x="859" y="1807"/>
                  </a:lnTo>
                  <a:lnTo>
                    <a:pt x="927" y="1879"/>
                  </a:lnTo>
                  <a:lnTo>
                    <a:pt x="996" y="1945"/>
                  </a:lnTo>
                  <a:lnTo>
                    <a:pt x="1066" y="2007"/>
                  </a:lnTo>
                  <a:lnTo>
                    <a:pt x="1138" y="2066"/>
                  </a:lnTo>
                  <a:lnTo>
                    <a:pt x="1210" y="2123"/>
                  </a:lnTo>
                  <a:lnTo>
                    <a:pt x="1284" y="2173"/>
                  </a:lnTo>
                  <a:lnTo>
                    <a:pt x="1357" y="2222"/>
                  </a:lnTo>
                  <a:lnTo>
                    <a:pt x="1431" y="2266"/>
                  </a:lnTo>
                  <a:lnTo>
                    <a:pt x="1504" y="2306"/>
                  </a:lnTo>
                  <a:lnTo>
                    <a:pt x="1578" y="2342"/>
                  </a:lnTo>
                  <a:lnTo>
                    <a:pt x="1651" y="2373"/>
                  </a:lnTo>
                  <a:lnTo>
                    <a:pt x="1723" y="2400"/>
                  </a:lnTo>
                  <a:lnTo>
                    <a:pt x="1795" y="2422"/>
                  </a:lnTo>
                  <a:lnTo>
                    <a:pt x="1865" y="2440"/>
                  </a:lnTo>
                  <a:lnTo>
                    <a:pt x="1933" y="2452"/>
                  </a:lnTo>
                  <a:lnTo>
                    <a:pt x="2000" y="2461"/>
                  </a:lnTo>
                  <a:lnTo>
                    <a:pt x="2065" y="2463"/>
                  </a:lnTo>
                  <a:lnTo>
                    <a:pt x="2119" y="2461"/>
                  </a:lnTo>
                  <a:lnTo>
                    <a:pt x="2171" y="2454"/>
                  </a:lnTo>
                  <a:lnTo>
                    <a:pt x="2220" y="2443"/>
                  </a:lnTo>
                  <a:lnTo>
                    <a:pt x="2264" y="2428"/>
                  </a:lnTo>
                  <a:lnTo>
                    <a:pt x="2303" y="2409"/>
                  </a:lnTo>
                  <a:lnTo>
                    <a:pt x="2340" y="2385"/>
                  </a:lnTo>
                  <a:lnTo>
                    <a:pt x="2371" y="2357"/>
                  </a:lnTo>
                  <a:lnTo>
                    <a:pt x="2399" y="2326"/>
                  </a:lnTo>
                  <a:lnTo>
                    <a:pt x="2421" y="2293"/>
                  </a:lnTo>
                  <a:lnTo>
                    <a:pt x="2439" y="2256"/>
                  </a:lnTo>
                  <a:lnTo>
                    <a:pt x="2455" y="2214"/>
                  </a:lnTo>
                  <a:lnTo>
                    <a:pt x="2467" y="2170"/>
                  </a:lnTo>
                  <a:lnTo>
                    <a:pt x="2474" y="2123"/>
                  </a:lnTo>
                  <a:lnTo>
                    <a:pt x="2477" y="2073"/>
                  </a:lnTo>
                  <a:lnTo>
                    <a:pt x="2477" y="2020"/>
                  </a:lnTo>
                  <a:lnTo>
                    <a:pt x="2473" y="1964"/>
                  </a:lnTo>
                  <a:lnTo>
                    <a:pt x="2465" y="1906"/>
                  </a:lnTo>
                  <a:lnTo>
                    <a:pt x="2453" y="1847"/>
                  </a:lnTo>
                  <a:lnTo>
                    <a:pt x="2436" y="1785"/>
                  </a:lnTo>
                  <a:lnTo>
                    <a:pt x="2410" y="1701"/>
                  </a:lnTo>
                  <a:lnTo>
                    <a:pt x="2377" y="1618"/>
                  </a:lnTo>
                  <a:lnTo>
                    <a:pt x="2338" y="1533"/>
                  </a:lnTo>
                  <a:lnTo>
                    <a:pt x="2294" y="1449"/>
                  </a:lnTo>
                  <a:lnTo>
                    <a:pt x="2245" y="1364"/>
                  </a:lnTo>
                  <a:lnTo>
                    <a:pt x="2190" y="1280"/>
                  </a:lnTo>
                  <a:lnTo>
                    <a:pt x="2252" y="1241"/>
                  </a:lnTo>
                  <a:lnTo>
                    <a:pt x="2314" y="1195"/>
                  </a:lnTo>
                  <a:lnTo>
                    <a:pt x="2376" y="1144"/>
                  </a:lnTo>
                  <a:lnTo>
                    <a:pt x="2436" y="1087"/>
                  </a:lnTo>
                  <a:lnTo>
                    <a:pt x="2455" y="1068"/>
                  </a:lnTo>
                  <a:lnTo>
                    <a:pt x="2514" y="1155"/>
                  </a:lnTo>
                  <a:lnTo>
                    <a:pt x="2568" y="1244"/>
                  </a:lnTo>
                  <a:lnTo>
                    <a:pt x="2617" y="1333"/>
                  </a:lnTo>
                  <a:lnTo>
                    <a:pt x="2662" y="1424"/>
                  </a:lnTo>
                  <a:lnTo>
                    <a:pt x="2701" y="1513"/>
                  </a:lnTo>
                  <a:lnTo>
                    <a:pt x="2736" y="1603"/>
                  </a:lnTo>
                  <a:lnTo>
                    <a:pt x="2764" y="1692"/>
                  </a:lnTo>
                  <a:lnTo>
                    <a:pt x="2785" y="1772"/>
                  </a:lnTo>
                  <a:lnTo>
                    <a:pt x="2801" y="1850"/>
                  </a:lnTo>
                  <a:lnTo>
                    <a:pt x="2812" y="1927"/>
                  </a:lnTo>
                  <a:lnTo>
                    <a:pt x="2817" y="2001"/>
                  </a:lnTo>
                  <a:lnTo>
                    <a:pt x="2818" y="2073"/>
                  </a:lnTo>
                  <a:lnTo>
                    <a:pt x="2815" y="2142"/>
                  </a:lnTo>
                  <a:lnTo>
                    <a:pt x="2807" y="2209"/>
                  </a:lnTo>
                  <a:lnTo>
                    <a:pt x="2793" y="2273"/>
                  </a:lnTo>
                  <a:lnTo>
                    <a:pt x="2774" y="2335"/>
                  </a:lnTo>
                  <a:lnTo>
                    <a:pt x="2751" y="2393"/>
                  </a:lnTo>
                  <a:lnTo>
                    <a:pt x="2724" y="2449"/>
                  </a:lnTo>
                  <a:lnTo>
                    <a:pt x="2692" y="2501"/>
                  </a:lnTo>
                  <a:lnTo>
                    <a:pt x="2654" y="2550"/>
                  </a:lnTo>
                  <a:lnTo>
                    <a:pt x="2612" y="2596"/>
                  </a:lnTo>
                  <a:lnTo>
                    <a:pt x="2570" y="2634"/>
                  </a:lnTo>
                  <a:lnTo>
                    <a:pt x="2525" y="2669"/>
                  </a:lnTo>
                  <a:lnTo>
                    <a:pt x="2477" y="2700"/>
                  </a:lnTo>
                  <a:lnTo>
                    <a:pt x="2426" y="2726"/>
                  </a:lnTo>
                  <a:lnTo>
                    <a:pt x="2371" y="2749"/>
                  </a:lnTo>
                  <a:lnTo>
                    <a:pt x="2315" y="2767"/>
                  </a:lnTo>
                  <a:lnTo>
                    <a:pt x="2256" y="2782"/>
                  </a:lnTo>
                  <a:lnTo>
                    <a:pt x="2194" y="2792"/>
                  </a:lnTo>
                  <a:lnTo>
                    <a:pt x="2131" y="2799"/>
                  </a:lnTo>
                  <a:lnTo>
                    <a:pt x="2065" y="2801"/>
                  </a:lnTo>
                  <a:lnTo>
                    <a:pt x="1982" y="2799"/>
                  </a:lnTo>
                  <a:lnTo>
                    <a:pt x="1898" y="2789"/>
                  </a:lnTo>
                  <a:lnTo>
                    <a:pt x="1813" y="2775"/>
                  </a:lnTo>
                  <a:lnTo>
                    <a:pt x="1727" y="2755"/>
                  </a:lnTo>
                  <a:lnTo>
                    <a:pt x="1640" y="2729"/>
                  </a:lnTo>
                  <a:lnTo>
                    <a:pt x="1552" y="2698"/>
                  </a:lnTo>
                  <a:lnTo>
                    <a:pt x="1464" y="2661"/>
                  </a:lnTo>
                  <a:lnTo>
                    <a:pt x="1375" y="2620"/>
                  </a:lnTo>
                  <a:lnTo>
                    <a:pt x="1286" y="2574"/>
                  </a:lnTo>
                  <a:lnTo>
                    <a:pt x="1198" y="2522"/>
                  </a:lnTo>
                  <a:lnTo>
                    <a:pt x="1110" y="2466"/>
                  </a:lnTo>
                  <a:lnTo>
                    <a:pt x="1022" y="2405"/>
                  </a:lnTo>
                  <a:lnTo>
                    <a:pt x="936" y="2340"/>
                  </a:lnTo>
                  <a:lnTo>
                    <a:pt x="851" y="2270"/>
                  </a:lnTo>
                  <a:lnTo>
                    <a:pt x="767" y="2196"/>
                  </a:lnTo>
                  <a:lnTo>
                    <a:pt x="686" y="2118"/>
                  </a:lnTo>
                  <a:lnTo>
                    <a:pt x="616" y="2046"/>
                  </a:lnTo>
                  <a:lnTo>
                    <a:pt x="549" y="1972"/>
                  </a:lnTo>
                  <a:lnTo>
                    <a:pt x="486" y="1897"/>
                  </a:lnTo>
                  <a:lnTo>
                    <a:pt x="426" y="1822"/>
                  </a:lnTo>
                  <a:lnTo>
                    <a:pt x="370" y="1746"/>
                  </a:lnTo>
                  <a:lnTo>
                    <a:pt x="317" y="1669"/>
                  </a:lnTo>
                  <a:lnTo>
                    <a:pt x="269" y="1592"/>
                  </a:lnTo>
                  <a:lnTo>
                    <a:pt x="225" y="1515"/>
                  </a:lnTo>
                  <a:lnTo>
                    <a:pt x="184" y="1438"/>
                  </a:lnTo>
                  <a:lnTo>
                    <a:pt x="148" y="1362"/>
                  </a:lnTo>
                  <a:lnTo>
                    <a:pt x="114" y="1285"/>
                  </a:lnTo>
                  <a:lnTo>
                    <a:pt x="86" y="1209"/>
                  </a:lnTo>
                  <a:lnTo>
                    <a:pt x="61" y="1135"/>
                  </a:lnTo>
                  <a:lnTo>
                    <a:pt x="41" y="1061"/>
                  </a:lnTo>
                  <a:lnTo>
                    <a:pt x="24" y="987"/>
                  </a:lnTo>
                  <a:lnTo>
                    <a:pt x="12" y="915"/>
                  </a:lnTo>
                  <a:lnTo>
                    <a:pt x="3" y="844"/>
                  </a:lnTo>
                  <a:lnTo>
                    <a:pt x="0" y="776"/>
                  </a:lnTo>
                  <a:lnTo>
                    <a:pt x="0" y="708"/>
                  </a:lnTo>
                  <a:lnTo>
                    <a:pt x="5" y="643"/>
                  </a:lnTo>
                  <a:lnTo>
                    <a:pt x="14" y="579"/>
                  </a:lnTo>
                  <a:lnTo>
                    <a:pt x="27" y="518"/>
                  </a:lnTo>
                  <a:lnTo>
                    <a:pt x="46" y="459"/>
                  </a:lnTo>
                  <a:lnTo>
                    <a:pt x="68" y="401"/>
                  </a:lnTo>
                  <a:lnTo>
                    <a:pt x="95" y="348"/>
                  </a:lnTo>
                  <a:lnTo>
                    <a:pt x="127" y="297"/>
                  </a:lnTo>
                  <a:lnTo>
                    <a:pt x="163" y="249"/>
                  </a:lnTo>
                  <a:lnTo>
                    <a:pt x="204" y="205"/>
                  </a:lnTo>
                  <a:lnTo>
                    <a:pt x="247" y="166"/>
                  </a:lnTo>
                  <a:lnTo>
                    <a:pt x="292" y="132"/>
                  </a:lnTo>
                  <a:lnTo>
                    <a:pt x="340" y="101"/>
                  </a:lnTo>
                  <a:lnTo>
                    <a:pt x="392" y="75"/>
                  </a:lnTo>
                  <a:lnTo>
                    <a:pt x="445" y="52"/>
                  </a:lnTo>
                  <a:lnTo>
                    <a:pt x="501" y="33"/>
                  </a:lnTo>
                  <a:lnTo>
                    <a:pt x="561" y="19"/>
                  </a:lnTo>
                  <a:lnTo>
                    <a:pt x="623" y="8"/>
                  </a:lnTo>
                  <a:lnTo>
                    <a:pt x="687" y="2"/>
                  </a:lnTo>
                  <a:lnTo>
                    <a:pt x="75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50" name="Freeform 7">
              <a:extLst>
                <a:ext uri="{FF2B5EF4-FFF2-40B4-BE49-F238E27FC236}">
                  <a16:creationId xmlns:a16="http://schemas.microsoft.com/office/drawing/2014/main" id="{703EC09B-A61D-48A2-B9CC-E159127D8077}"/>
                </a:ext>
              </a:extLst>
            </p:cNvPr>
            <p:cNvSpPr>
              <a:spLocks/>
            </p:cNvSpPr>
            <p:nvPr/>
          </p:nvSpPr>
          <p:spPr bwMode="auto">
            <a:xfrm>
              <a:off x="5589781" y="2954127"/>
              <a:ext cx="170181" cy="168938"/>
            </a:xfrm>
            <a:custGeom>
              <a:avLst/>
              <a:gdLst>
                <a:gd name="T0" fmla="*/ 370 w 1504"/>
                <a:gd name="T1" fmla="*/ 2 h 1493"/>
                <a:gd name="T2" fmla="*/ 469 w 1504"/>
                <a:gd name="T3" fmla="*/ 22 h 1493"/>
                <a:gd name="T4" fmla="*/ 576 w 1504"/>
                <a:gd name="T5" fmla="*/ 60 h 1493"/>
                <a:gd name="T6" fmla="*/ 688 w 1504"/>
                <a:gd name="T7" fmla="*/ 115 h 1493"/>
                <a:gd name="T8" fmla="*/ 717 w 1504"/>
                <a:gd name="T9" fmla="*/ 206 h 1493"/>
                <a:gd name="T10" fmla="*/ 674 w 1504"/>
                <a:gd name="T11" fmla="*/ 315 h 1493"/>
                <a:gd name="T12" fmla="*/ 644 w 1504"/>
                <a:gd name="T13" fmla="*/ 413 h 1493"/>
                <a:gd name="T14" fmla="*/ 624 w 1504"/>
                <a:gd name="T15" fmla="*/ 497 h 1493"/>
                <a:gd name="T16" fmla="*/ 614 w 1504"/>
                <a:gd name="T17" fmla="*/ 562 h 1493"/>
                <a:gd name="T18" fmla="*/ 608 w 1504"/>
                <a:gd name="T19" fmla="*/ 606 h 1493"/>
                <a:gd name="T20" fmla="*/ 606 w 1504"/>
                <a:gd name="T21" fmla="*/ 626 h 1493"/>
                <a:gd name="T22" fmla="*/ 614 w 1504"/>
                <a:gd name="T23" fmla="*/ 695 h 1493"/>
                <a:gd name="T24" fmla="*/ 639 w 1504"/>
                <a:gd name="T25" fmla="*/ 761 h 1493"/>
                <a:gd name="T26" fmla="*/ 682 w 1504"/>
                <a:gd name="T27" fmla="*/ 816 h 1493"/>
                <a:gd name="T28" fmla="*/ 737 w 1504"/>
                <a:gd name="T29" fmla="*/ 859 h 1493"/>
                <a:gd name="T30" fmla="*/ 802 w 1504"/>
                <a:gd name="T31" fmla="*/ 884 h 1493"/>
                <a:gd name="T32" fmla="*/ 872 w 1504"/>
                <a:gd name="T33" fmla="*/ 890 h 1493"/>
                <a:gd name="T34" fmla="*/ 892 w 1504"/>
                <a:gd name="T35" fmla="*/ 889 h 1493"/>
                <a:gd name="T36" fmla="*/ 937 w 1504"/>
                <a:gd name="T37" fmla="*/ 884 h 1493"/>
                <a:gd name="T38" fmla="*/ 1003 w 1504"/>
                <a:gd name="T39" fmla="*/ 872 h 1493"/>
                <a:gd name="T40" fmla="*/ 1088 w 1504"/>
                <a:gd name="T41" fmla="*/ 853 h 1493"/>
                <a:gd name="T42" fmla="*/ 1186 w 1504"/>
                <a:gd name="T43" fmla="*/ 823 h 1493"/>
                <a:gd name="T44" fmla="*/ 1296 w 1504"/>
                <a:gd name="T45" fmla="*/ 780 h 1493"/>
                <a:gd name="T46" fmla="*/ 1386 w 1504"/>
                <a:gd name="T47" fmla="*/ 807 h 1493"/>
                <a:gd name="T48" fmla="*/ 1440 w 1504"/>
                <a:gd name="T49" fmla="*/ 911 h 1493"/>
                <a:gd name="T50" fmla="*/ 1477 w 1504"/>
                <a:gd name="T51" fmla="*/ 1011 h 1493"/>
                <a:gd name="T52" fmla="*/ 1497 w 1504"/>
                <a:gd name="T53" fmla="*/ 1098 h 1493"/>
                <a:gd name="T54" fmla="*/ 1504 w 1504"/>
                <a:gd name="T55" fmla="*/ 1175 h 1493"/>
                <a:gd name="T56" fmla="*/ 1497 w 1504"/>
                <a:gd name="T57" fmla="*/ 1240 h 1493"/>
                <a:gd name="T58" fmla="*/ 1483 w 1504"/>
                <a:gd name="T59" fmla="*/ 1295 h 1493"/>
                <a:gd name="T60" fmla="*/ 1463 w 1504"/>
                <a:gd name="T61" fmla="*/ 1340 h 1493"/>
                <a:gd name="T62" fmla="*/ 1439 w 1504"/>
                <a:gd name="T63" fmla="*/ 1377 h 1493"/>
                <a:gd name="T64" fmla="*/ 1414 w 1504"/>
                <a:gd name="T65" fmla="*/ 1405 h 1493"/>
                <a:gd name="T66" fmla="*/ 1382 w 1504"/>
                <a:gd name="T67" fmla="*/ 1432 h 1493"/>
                <a:gd name="T68" fmla="*/ 1339 w 1504"/>
                <a:gd name="T69" fmla="*/ 1458 h 1493"/>
                <a:gd name="T70" fmla="*/ 1285 w 1504"/>
                <a:gd name="T71" fmla="*/ 1479 h 1493"/>
                <a:gd name="T72" fmla="*/ 1219 w 1504"/>
                <a:gd name="T73" fmla="*/ 1491 h 1493"/>
                <a:gd name="T74" fmla="*/ 1134 w 1504"/>
                <a:gd name="T75" fmla="*/ 1491 h 1493"/>
                <a:gd name="T76" fmla="*/ 1036 w 1504"/>
                <a:gd name="T77" fmla="*/ 1471 h 1493"/>
                <a:gd name="T78" fmla="*/ 930 w 1504"/>
                <a:gd name="T79" fmla="*/ 1435 h 1493"/>
                <a:gd name="T80" fmla="*/ 819 w 1504"/>
                <a:gd name="T81" fmla="*/ 1381 h 1493"/>
                <a:gd name="T82" fmla="*/ 706 w 1504"/>
                <a:gd name="T83" fmla="*/ 1311 h 1493"/>
                <a:gd name="T84" fmla="*/ 591 w 1504"/>
                <a:gd name="T85" fmla="*/ 1227 h 1493"/>
                <a:gd name="T86" fmla="*/ 477 w 1504"/>
                <a:gd name="T87" fmla="*/ 1129 h 1493"/>
                <a:gd name="T88" fmla="*/ 362 w 1504"/>
                <a:gd name="T89" fmla="*/ 1015 h 1493"/>
                <a:gd name="T90" fmla="*/ 257 w 1504"/>
                <a:gd name="T91" fmla="*/ 892 h 1493"/>
                <a:gd name="T92" fmla="*/ 166 w 1504"/>
                <a:gd name="T93" fmla="*/ 766 h 1493"/>
                <a:gd name="T94" fmla="*/ 93 w 1504"/>
                <a:gd name="T95" fmla="*/ 642 h 1493"/>
                <a:gd name="T96" fmla="*/ 43 w 1504"/>
                <a:gd name="T97" fmla="*/ 531 h 1493"/>
                <a:gd name="T98" fmla="*/ 15 w 1504"/>
                <a:gd name="T99" fmla="*/ 437 h 1493"/>
                <a:gd name="T100" fmla="*/ 1 w 1504"/>
                <a:gd name="T101" fmla="*/ 355 h 1493"/>
                <a:gd name="T102" fmla="*/ 2 w 1504"/>
                <a:gd name="T103" fmla="*/ 285 h 1493"/>
                <a:gd name="T104" fmla="*/ 13 w 1504"/>
                <a:gd name="T105" fmla="*/ 224 h 1493"/>
                <a:gd name="T106" fmla="*/ 31 w 1504"/>
                <a:gd name="T107" fmla="*/ 173 h 1493"/>
                <a:gd name="T108" fmla="*/ 53 w 1504"/>
                <a:gd name="T109" fmla="*/ 133 h 1493"/>
                <a:gd name="T110" fmla="*/ 78 w 1504"/>
                <a:gd name="T111" fmla="*/ 102 h 1493"/>
                <a:gd name="T112" fmla="*/ 105 w 1504"/>
                <a:gd name="T113" fmla="*/ 75 h 1493"/>
                <a:gd name="T114" fmla="*/ 142 w 1504"/>
                <a:gd name="T115" fmla="*/ 48 h 1493"/>
                <a:gd name="T116" fmla="*/ 190 w 1504"/>
                <a:gd name="T117" fmla="*/ 24 h 1493"/>
                <a:gd name="T118" fmla="*/ 250 w 1504"/>
                <a:gd name="T119" fmla="*/ 6 h 1493"/>
                <a:gd name="T120" fmla="*/ 323 w 1504"/>
                <a:gd name="T121" fmla="*/ 0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4" h="1493">
                  <a:moveTo>
                    <a:pt x="323" y="0"/>
                  </a:moveTo>
                  <a:lnTo>
                    <a:pt x="370" y="2"/>
                  </a:lnTo>
                  <a:lnTo>
                    <a:pt x="418" y="10"/>
                  </a:lnTo>
                  <a:lnTo>
                    <a:pt x="469" y="22"/>
                  </a:lnTo>
                  <a:lnTo>
                    <a:pt x="522" y="39"/>
                  </a:lnTo>
                  <a:lnTo>
                    <a:pt x="576" y="60"/>
                  </a:lnTo>
                  <a:lnTo>
                    <a:pt x="631" y="86"/>
                  </a:lnTo>
                  <a:lnTo>
                    <a:pt x="688" y="115"/>
                  </a:lnTo>
                  <a:lnTo>
                    <a:pt x="745" y="148"/>
                  </a:lnTo>
                  <a:lnTo>
                    <a:pt x="717" y="206"/>
                  </a:lnTo>
                  <a:lnTo>
                    <a:pt x="694" y="262"/>
                  </a:lnTo>
                  <a:lnTo>
                    <a:pt x="674" y="315"/>
                  </a:lnTo>
                  <a:lnTo>
                    <a:pt x="658" y="366"/>
                  </a:lnTo>
                  <a:lnTo>
                    <a:pt x="644" y="413"/>
                  </a:lnTo>
                  <a:lnTo>
                    <a:pt x="634" y="456"/>
                  </a:lnTo>
                  <a:lnTo>
                    <a:pt x="624" y="497"/>
                  </a:lnTo>
                  <a:lnTo>
                    <a:pt x="618" y="531"/>
                  </a:lnTo>
                  <a:lnTo>
                    <a:pt x="614" y="562"/>
                  </a:lnTo>
                  <a:lnTo>
                    <a:pt x="611" y="587"/>
                  </a:lnTo>
                  <a:lnTo>
                    <a:pt x="608" y="606"/>
                  </a:lnTo>
                  <a:lnTo>
                    <a:pt x="607" y="620"/>
                  </a:lnTo>
                  <a:lnTo>
                    <a:pt x="606" y="626"/>
                  </a:lnTo>
                  <a:lnTo>
                    <a:pt x="607" y="661"/>
                  </a:lnTo>
                  <a:lnTo>
                    <a:pt x="614" y="695"/>
                  </a:lnTo>
                  <a:lnTo>
                    <a:pt x="624" y="729"/>
                  </a:lnTo>
                  <a:lnTo>
                    <a:pt x="639" y="761"/>
                  </a:lnTo>
                  <a:lnTo>
                    <a:pt x="658" y="790"/>
                  </a:lnTo>
                  <a:lnTo>
                    <a:pt x="682" y="816"/>
                  </a:lnTo>
                  <a:lnTo>
                    <a:pt x="708" y="839"/>
                  </a:lnTo>
                  <a:lnTo>
                    <a:pt x="737" y="859"/>
                  </a:lnTo>
                  <a:lnTo>
                    <a:pt x="769" y="873"/>
                  </a:lnTo>
                  <a:lnTo>
                    <a:pt x="802" y="884"/>
                  </a:lnTo>
                  <a:lnTo>
                    <a:pt x="838" y="890"/>
                  </a:lnTo>
                  <a:lnTo>
                    <a:pt x="872" y="890"/>
                  </a:lnTo>
                  <a:lnTo>
                    <a:pt x="880" y="890"/>
                  </a:lnTo>
                  <a:lnTo>
                    <a:pt x="892" y="889"/>
                  </a:lnTo>
                  <a:lnTo>
                    <a:pt x="912" y="887"/>
                  </a:lnTo>
                  <a:lnTo>
                    <a:pt x="937" y="884"/>
                  </a:lnTo>
                  <a:lnTo>
                    <a:pt x="968" y="880"/>
                  </a:lnTo>
                  <a:lnTo>
                    <a:pt x="1003" y="872"/>
                  </a:lnTo>
                  <a:lnTo>
                    <a:pt x="1044" y="864"/>
                  </a:lnTo>
                  <a:lnTo>
                    <a:pt x="1088" y="853"/>
                  </a:lnTo>
                  <a:lnTo>
                    <a:pt x="1136" y="839"/>
                  </a:lnTo>
                  <a:lnTo>
                    <a:pt x="1186" y="823"/>
                  </a:lnTo>
                  <a:lnTo>
                    <a:pt x="1241" y="804"/>
                  </a:lnTo>
                  <a:lnTo>
                    <a:pt x="1296" y="780"/>
                  </a:lnTo>
                  <a:lnTo>
                    <a:pt x="1355" y="753"/>
                  </a:lnTo>
                  <a:lnTo>
                    <a:pt x="1386" y="807"/>
                  </a:lnTo>
                  <a:lnTo>
                    <a:pt x="1415" y="859"/>
                  </a:lnTo>
                  <a:lnTo>
                    <a:pt x="1440" y="911"/>
                  </a:lnTo>
                  <a:lnTo>
                    <a:pt x="1461" y="962"/>
                  </a:lnTo>
                  <a:lnTo>
                    <a:pt x="1477" y="1011"/>
                  </a:lnTo>
                  <a:lnTo>
                    <a:pt x="1489" y="1056"/>
                  </a:lnTo>
                  <a:lnTo>
                    <a:pt x="1497" y="1098"/>
                  </a:lnTo>
                  <a:lnTo>
                    <a:pt x="1502" y="1137"/>
                  </a:lnTo>
                  <a:lnTo>
                    <a:pt x="1504" y="1175"/>
                  </a:lnTo>
                  <a:lnTo>
                    <a:pt x="1502" y="1208"/>
                  </a:lnTo>
                  <a:lnTo>
                    <a:pt x="1497" y="1240"/>
                  </a:lnTo>
                  <a:lnTo>
                    <a:pt x="1491" y="1269"/>
                  </a:lnTo>
                  <a:lnTo>
                    <a:pt x="1483" y="1295"/>
                  </a:lnTo>
                  <a:lnTo>
                    <a:pt x="1473" y="1318"/>
                  </a:lnTo>
                  <a:lnTo>
                    <a:pt x="1463" y="1340"/>
                  </a:lnTo>
                  <a:lnTo>
                    <a:pt x="1450" y="1360"/>
                  </a:lnTo>
                  <a:lnTo>
                    <a:pt x="1439" y="1377"/>
                  </a:lnTo>
                  <a:lnTo>
                    <a:pt x="1426" y="1391"/>
                  </a:lnTo>
                  <a:lnTo>
                    <a:pt x="1414" y="1405"/>
                  </a:lnTo>
                  <a:lnTo>
                    <a:pt x="1399" y="1418"/>
                  </a:lnTo>
                  <a:lnTo>
                    <a:pt x="1382" y="1432"/>
                  </a:lnTo>
                  <a:lnTo>
                    <a:pt x="1361" y="1445"/>
                  </a:lnTo>
                  <a:lnTo>
                    <a:pt x="1339" y="1458"/>
                  </a:lnTo>
                  <a:lnTo>
                    <a:pt x="1313" y="1469"/>
                  </a:lnTo>
                  <a:lnTo>
                    <a:pt x="1285" y="1479"/>
                  </a:lnTo>
                  <a:lnTo>
                    <a:pt x="1253" y="1487"/>
                  </a:lnTo>
                  <a:lnTo>
                    <a:pt x="1219" y="1491"/>
                  </a:lnTo>
                  <a:lnTo>
                    <a:pt x="1180" y="1493"/>
                  </a:lnTo>
                  <a:lnTo>
                    <a:pt x="1134" y="1491"/>
                  </a:lnTo>
                  <a:lnTo>
                    <a:pt x="1086" y="1484"/>
                  </a:lnTo>
                  <a:lnTo>
                    <a:pt x="1036" y="1471"/>
                  </a:lnTo>
                  <a:lnTo>
                    <a:pt x="983" y="1456"/>
                  </a:lnTo>
                  <a:lnTo>
                    <a:pt x="930" y="1435"/>
                  </a:lnTo>
                  <a:lnTo>
                    <a:pt x="875" y="1410"/>
                  </a:lnTo>
                  <a:lnTo>
                    <a:pt x="819" y="1381"/>
                  </a:lnTo>
                  <a:lnTo>
                    <a:pt x="762" y="1348"/>
                  </a:lnTo>
                  <a:lnTo>
                    <a:pt x="706" y="1311"/>
                  </a:lnTo>
                  <a:lnTo>
                    <a:pt x="648" y="1271"/>
                  </a:lnTo>
                  <a:lnTo>
                    <a:pt x="591" y="1227"/>
                  </a:lnTo>
                  <a:lnTo>
                    <a:pt x="533" y="1180"/>
                  </a:lnTo>
                  <a:lnTo>
                    <a:pt x="477" y="1129"/>
                  </a:lnTo>
                  <a:lnTo>
                    <a:pt x="421" y="1075"/>
                  </a:lnTo>
                  <a:lnTo>
                    <a:pt x="362" y="1015"/>
                  </a:lnTo>
                  <a:lnTo>
                    <a:pt x="308" y="954"/>
                  </a:lnTo>
                  <a:lnTo>
                    <a:pt x="257" y="892"/>
                  </a:lnTo>
                  <a:lnTo>
                    <a:pt x="210" y="830"/>
                  </a:lnTo>
                  <a:lnTo>
                    <a:pt x="166" y="766"/>
                  </a:lnTo>
                  <a:lnTo>
                    <a:pt x="127" y="705"/>
                  </a:lnTo>
                  <a:lnTo>
                    <a:pt x="93" y="642"/>
                  </a:lnTo>
                  <a:lnTo>
                    <a:pt x="64" y="582"/>
                  </a:lnTo>
                  <a:lnTo>
                    <a:pt x="43" y="531"/>
                  </a:lnTo>
                  <a:lnTo>
                    <a:pt x="26" y="482"/>
                  </a:lnTo>
                  <a:lnTo>
                    <a:pt x="15" y="437"/>
                  </a:lnTo>
                  <a:lnTo>
                    <a:pt x="6" y="395"/>
                  </a:lnTo>
                  <a:lnTo>
                    <a:pt x="1" y="355"/>
                  </a:lnTo>
                  <a:lnTo>
                    <a:pt x="0" y="318"/>
                  </a:lnTo>
                  <a:lnTo>
                    <a:pt x="2" y="285"/>
                  </a:lnTo>
                  <a:lnTo>
                    <a:pt x="6" y="252"/>
                  </a:lnTo>
                  <a:lnTo>
                    <a:pt x="13" y="224"/>
                  </a:lnTo>
                  <a:lnTo>
                    <a:pt x="21" y="197"/>
                  </a:lnTo>
                  <a:lnTo>
                    <a:pt x="31" y="173"/>
                  </a:lnTo>
                  <a:lnTo>
                    <a:pt x="41" y="153"/>
                  </a:lnTo>
                  <a:lnTo>
                    <a:pt x="53" y="133"/>
                  </a:lnTo>
                  <a:lnTo>
                    <a:pt x="65" y="116"/>
                  </a:lnTo>
                  <a:lnTo>
                    <a:pt x="78" y="102"/>
                  </a:lnTo>
                  <a:lnTo>
                    <a:pt x="89" y="88"/>
                  </a:lnTo>
                  <a:lnTo>
                    <a:pt x="105" y="75"/>
                  </a:lnTo>
                  <a:lnTo>
                    <a:pt x="122" y="61"/>
                  </a:lnTo>
                  <a:lnTo>
                    <a:pt x="142" y="48"/>
                  </a:lnTo>
                  <a:lnTo>
                    <a:pt x="165" y="35"/>
                  </a:lnTo>
                  <a:lnTo>
                    <a:pt x="190" y="24"/>
                  </a:lnTo>
                  <a:lnTo>
                    <a:pt x="219" y="14"/>
                  </a:lnTo>
                  <a:lnTo>
                    <a:pt x="250" y="6"/>
                  </a:lnTo>
                  <a:lnTo>
                    <a:pt x="285" y="2"/>
                  </a:lnTo>
                  <a:lnTo>
                    <a:pt x="3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51" name="Freeform 8">
              <a:extLst>
                <a:ext uri="{FF2B5EF4-FFF2-40B4-BE49-F238E27FC236}">
                  <a16:creationId xmlns:a16="http://schemas.microsoft.com/office/drawing/2014/main" id="{77E10EE2-EFA1-4B7C-8C9A-D432D4ABEA2E}"/>
                </a:ext>
              </a:extLst>
            </p:cNvPr>
            <p:cNvSpPr>
              <a:spLocks/>
            </p:cNvSpPr>
            <p:nvPr/>
          </p:nvSpPr>
          <p:spPr bwMode="auto">
            <a:xfrm>
              <a:off x="5677977" y="2829908"/>
              <a:ext cx="207447" cy="206204"/>
            </a:xfrm>
            <a:custGeom>
              <a:avLst/>
              <a:gdLst>
                <a:gd name="T0" fmla="*/ 1289 w 1835"/>
                <a:gd name="T1" fmla="*/ 2 h 1823"/>
                <a:gd name="T2" fmla="*/ 1327 w 1835"/>
                <a:gd name="T3" fmla="*/ 23 h 1823"/>
                <a:gd name="T4" fmla="*/ 1350 w 1835"/>
                <a:gd name="T5" fmla="*/ 60 h 1823"/>
                <a:gd name="T6" fmla="*/ 1776 w 1835"/>
                <a:gd name="T7" fmla="*/ 482 h 1823"/>
                <a:gd name="T8" fmla="*/ 1812 w 1835"/>
                <a:gd name="T9" fmla="*/ 505 h 1823"/>
                <a:gd name="T10" fmla="*/ 1833 w 1835"/>
                <a:gd name="T11" fmla="*/ 543 h 1823"/>
                <a:gd name="T12" fmla="*/ 1832 w 1835"/>
                <a:gd name="T13" fmla="*/ 586 h 1823"/>
                <a:gd name="T14" fmla="*/ 1810 w 1835"/>
                <a:gd name="T15" fmla="*/ 622 h 1823"/>
                <a:gd name="T16" fmla="*/ 1498 w 1835"/>
                <a:gd name="T17" fmla="*/ 929 h 1823"/>
                <a:gd name="T18" fmla="*/ 1459 w 1835"/>
                <a:gd name="T19" fmla="*/ 942 h 1823"/>
                <a:gd name="T20" fmla="*/ 1253 w 1835"/>
                <a:gd name="T21" fmla="*/ 903 h 1823"/>
                <a:gd name="T22" fmla="*/ 1194 w 1835"/>
                <a:gd name="T23" fmla="*/ 1011 h 1823"/>
                <a:gd name="T24" fmla="*/ 1118 w 1835"/>
                <a:gd name="T25" fmla="*/ 1126 h 1823"/>
                <a:gd name="T26" fmla="*/ 1030 w 1835"/>
                <a:gd name="T27" fmla="*/ 1243 h 1823"/>
                <a:gd name="T28" fmla="*/ 930 w 1835"/>
                <a:gd name="T29" fmla="*/ 1362 h 1823"/>
                <a:gd name="T30" fmla="*/ 823 w 1835"/>
                <a:gd name="T31" fmla="*/ 1475 h 1823"/>
                <a:gd name="T32" fmla="*/ 705 w 1835"/>
                <a:gd name="T33" fmla="*/ 1578 h 1823"/>
                <a:gd name="T34" fmla="*/ 585 w 1835"/>
                <a:gd name="T35" fmla="*/ 1659 h 1823"/>
                <a:gd name="T36" fmla="*/ 470 w 1835"/>
                <a:gd name="T37" fmla="*/ 1719 h 1823"/>
                <a:gd name="T38" fmla="*/ 363 w 1835"/>
                <a:gd name="T39" fmla="*/ 1763 h 1823"/>
                <a:gd name="T40" fmla="*/ 268 w 1835"/>
                <a:gd name="T41" fmla="*/ 1792 h 1823"/>
                <a:gd name="T42" fmla="*/ 187 w 1835"/>
                <a:gd name="T43" fmla="*/ 1810 h 1823"/>
                <a:gd name="T44" fmla="*/ 130 w 1835"/>
                <a:gd name="T45" fmla="*/ 1819 h 1823"/>
                <a:gd name="T46" fmla="*/ 95 w 1835"/>
                <a:gd name="T47" fmla="*/ 1823 h 1823"/>
                <a:gd name="T48" fmla="*/ 71 w 1835"/>
                <a:gd name="T49" fmla="*/ 1822 h 1823"/>
                <a:gd name="T50" fmla="*/ 39 w 1835"/>
                <a:gd name="T51" fmla="*/ 1810 h 1823"/>
                <a:gd name="T52" fmla="*/ 14 w 1835"/>
                <a:gd name="T53" fmla="*/ 1785 h 1823"/>
                <a:gd name="T54" fmla="*/ 1 w 1835"/>
                <a:gd name="T55" fmla="*/ 1753 h 1823"/>
                <a:gd name="T56" fmla="*/ 0 w 1835"/>
                <a:gd name="T57" fmla="*/ 1729 h 1823"/>
                <a:gd name="T58" fmla="*/ 3 w 1835"/>
                <a:gd name="T59" fmla="*/ 1695 h 1823"/>
                <a:gd name="T60" fmla="*/ 13 w 1835"/>
                <a:gd name="T61" fmla="*/ 1636 h 1823"/>
                <a:gd name="T62" fmla="*/ 30 w 1835"/>
                <a:gd name="T63" fmla="*/ 1557 h 1823"/>
                <a:gd name="T64" fmla="*/ 61 w 1835"/>
                <a:gd name="T65" fmla="*/ 1463 h 1823"/>
                <a:gd name="T66" fmla="*/ 105 w 1835"/>
                <a:gd name="T67" fmla="*/ 1357 h 1823"/>
                <a:gd name="T68" fmla="*/ 165 w 1835"/>
                <a:gd name="T69" fmla="*/ 1242 h 1823"/>
                <a:gd name="T70" fmla="*/ 247 w 1835"/>
                <a:gd name="T71" fmla="*/ 1124 h 1823"/>
                <a:gd name="T72" fmla="*/ 351 w 1835"/>
                <a:gd name="T73" fmla="*/ 1007 h 1823"/>
                <a:gd name="T74" fmla="*/ 465 w 1835"/>
                <a:gd name="T75" fmla="*/ 899 h 1823"/>
                <a:gd name="T76" fmla="*/ 583 w 1835"/>
                <a:gd name="T77" fmla="*/ 800 h 1823"/>
                <a:gd name="T78" fmla="*/ 703 w 1835"/>
                <a:gd name="T79" fmla="*/ 712 h 1823"/>
                <a:gd name="T80" fmla="*/ 818 w 1835"/>
                <a:gd name="T81" fmla="*/ 637 h 1823"/>
                <a:gd name="T82" fmla="*/ 927 w 1835"/>
                <a:gd name="T83" fmla="*/ 579 h 1823"/>
                <a:gd name="T84" fmla="*/ 888 w 1835"/>
                <a:gd name="T85" fmla="*/ 374 h 1823"/>
                <a:gd name="T86" fmla="*/ 900 w 1835"/>
                <a:gd name="T87" fmla="*/ 335 h 1823"/>
                <a:gd name="T88" fmla="*/ 1208 w 1835"/>
                <a:gd name="T89" fmla="*/ 25 h 1823"/>
                <a:gd name="T90" fmla="*/ 1246 w 1835"/>
                <a:gd name="T91" fmla="*/ 3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35" h="1823">
                  <a:moveTo>
                    <a:pt x="1267" y="0"/>
                  </a:moveTo>
                  <a:lnTo>
                    <a:pt x="1289" y="2"/>
                  </a:lnTo>
                  <a:lnTo>
                    <a:pt x="1310" y="11"/>
                  </a:lnTo>
                  <a:lnTo>
                    <a:pt x="1327" y="23"/>
                  </a:lnTo>
                  <a:lnTo>
                    <a:pt x="1341" y="40"/>
                  </a:lnTo>
                  <a:lnTo>
                    <a:pt x="1350" y="60"/>
                  </a:lnTo>
                  <a:lnTo>
                    <a:pt x="1451" y="381"/>
                  </a:lnTo>
                  <a:lnTo>
                    <a:pt x="1776" y="482"/>
                  </a:lnTo>
                  <a:lnTo>
                    <a:pt x="1796" y="491"/>
                  </a:lnTo>
                  <a:lnTo>
                    <a:pt x="1812" y="505"/>
                  </a:lnTo>
                  <a:lnTo>
                    <a:pt x="1825" y="522"/>
                  </a:lnTo>
                  <a:lnTo>
                    <a:pt x="1833" y="543"/>
                  </a:lnTo>
                  <a:lnTo>
                    <a:pt x="1835" y="565"/>
                  </a:lnTo>
                  <a:lnTo>
                    <a:pt x="1832" y="586"/>
                  </a:lnTo>
                  <a:lnTo>
                    <a:pt x="1824" y="606"/>
                  </a:lnTo>
                  <a:lnTo>
                    <a:pt x="1810" y="622"/>
                  </a:lnTo>
                  <a:lnTo>
                    <a:pt x="1515" y="917"/>
                  </a:lnTo>
                  <a:lnTo>
                    <a:pt x="1498" y="929"/>
                  </a:lnTo>
                  <a:lnTo>
                    <a:pt x="1479" y="937"/>
                  </a:lnTo>
                  <a:lnTo>
                    <a:pt x="1459" y="942"/>
                  </a:lnTo>
                  <a:lnTo>
                    <a:pt x="1439" y="939"/>
                  </a:lnTo>
                  <a:lnTo>
                    <a:pt x="1253" y="903"/>
                  </a:lnTo>
                  <a:lnTo>
                    <a:pt x="1226" y="956"/>
                  </a:lnTo>
                  <a:lnTo>
                    <a:pt x="1194" y="1011"/>
                  </a:lnTo>
                  <a:lnTo>
                    <a:pt x="1158" y="1067"/>
                  </a:lnTo>
                  <a:lnTo>
                    <a:pt x="1118" y="1126"/>
                  </a:lnTo>
                  <a:lnTo>
                    <a:pt x="1075" y="1184"/>
                  </a:lnTo>
                  <a:lnTo>
                    <a:pt x="1030" y="1243"/>
                  </a:lnTo>
                  <a:lnTo>
                    <a:pt x="981" y="1302"/>
                  </a:lnTo>
                  <a:lnTo>
                    <a:pt x="930" y="1362"/>
                  </a:lnTo>
                  <a:lnTo>
                    <a:pt x="877" y="1419"/>
                  </a:lnTo>
                  <a:lnTo>
                    <a:pt x="823" y="1475"/>
                  </a:lnTo>
                  <a:lnTo>
                    <a:pt x="763" y="1529"/>
                  </a:lnTo>
                  <a:lnTo>
                    <a:pt x="705" y="1578"/>
                  </a:lnTo>
                  <a:lnTo>
                    <a:pt x="645" y="1622"/>
                  </a:lnTo>
                  <a:lnTo>
                    <a:pt x="585" y="1659"/>
                  </a:lnTo>
                  <a:lnTo>
                    <a:pt x="528" y="1691"/>
                  </a:lnTo>
                  <a:lnTo>
                    <a:pt x="470" y="1719"/>
                  </a:lnTo>
                  <a:lnTo>
                    <a:pt x="416" y="1743"/>
                  </a:lnTo>
                  <a:lnTo>
                    <a:pt x="363" y="1763"/>
                  </a:lnTo>
                  <a:lnTo>
                    <a:pt x="314" y="1780"/>
                  </a:lnTo>
                  <a:lnTo>
                    <a:pt x="268" y="1792"/>
                  </a:lnTo>
                  <a:lnTo>
                    <a:pt x="226" y="1803"/>
                  </a:lnTo>
                  <a:lnTo>
                    <a:pt x="187" y="1810"/>
                  </a:lnTo>
                  <a:lnTo>
                    <a:pt x="156" y="1816"/>
                  </a:lnTo>
                  <a:lnTo>
                    <a:pt x="130" y="1819"/>
                  </a:lnTo>
                  <a:lnTo>
                    <a:pt x="109" y="1821"/>
                  </a:lnTo>
                  <a:lnTo>
                    <a:pt x="95" y="1823"/>
                  </a:lnTo>
                  <a:lnTo>
                    <a:pt x="88" y="1823"/>
                  </a:lnTo>
                  <a:lnTo>
                    <a:pt x="71" y="1822"/>
                  </a:lnTo>
                  <a:lnTo>
                    <a:pt x="54" y="1817"/>
                  </a:lnTo>
                  <a:lnTo>
                    <a:pt x="39" y="1810"/>
                  </a:lnTo>
                  <a:lnTo>
                    <a:pt x="25" y="1799"/>
                  </a:lnTo>
                  <a:lnTo>
                    <a:pt x="14" y="1785"/>
                  </a:lnTo>
                  <a:lnTo>
                    <a:pt x="5" y="1769"/>
                  </a:lnTo>
                  <a:lnTo>
                    <a:pt x="1" y="1753"/>
                  </a:lnTo>
                  <a:lnTo>
                    <a:pt x="0" y="1735"/>
                  </a:lnTo>
                  <a:lnTo>
                    <a:pt x="0" y="1729"/>
                  </a:lnTo>
                  <a:lnTo>
                    <a:pt x="1" y="1715"/>
                  </a:lnTo>
                  <a:lnTo>
                    <a:pt x="3" y="1695"/>
                  </a:lnTo>
                  <a:lnTo>
                    <a:pt x="7" y="1669"/>
                  </a:lnTo>
                  <a:lnTo>
                    <a:pt x="13" y="1636"/>
                  </a:lnTo>
                  <a:lnTo>
                    <a:pt x="21" y="1599"/>
                  </a:lnTo>
                  <a:lnTo>
                    <a:pt x="30" y="1557"/>
                  </a:lnTo>
                  <a:lnTo>
                    <a:pt x="44" y="1511"/>
                  </a:lnTo>
                  <a:lnTo>
                    <a:pt x="61" y="1463"/>
                  </a:lnTo>
                  <a:lnTo>
                    <a:pt x="81" y="1411"/>
                  </a:lnTo>
                  <a:lnTo>
                    <a:pt x="105" y="1357"/>
                  </a:lnTo>
                  <a:lnTo>
                    <a:pt x="133" y="1299"/>
                  </a:lnTo>
                  <a:lnTo>
                    <a:pt x="165" y="1242"/>
                  </a:lnTo>
                  <a:lnTo>
                    <a:pt x="203" y="1183"/>
                  </a:lnTo>
                  <a:lnTo>
                    <a:pt x="247" y="1124"/>
                  </a:lnTo>
                  <a:lnTo>
                    <a:pt x="295" y="1065"/>
                  </a:lnTo>
                  <a:lnTo>
                    <a:pt x="351" y="1007"/>
                  </a:lnTo>
                  <a:lnTo>
                    <a:pt x="407" y="952"/>
                  </a:lnTo>
                  <a:lnTo>
                    <a:pt x="465" y="899"/>
                  </a:lnTo>
                  <a:lnTo>
                    <a:pt x="525" y="849"/>
                  </a:lnTo>
                  <a:lnTo>
                    <a:pt x="583" y="800"/>
                  </a:lnTo>
                  <a:lnTo>
                    <a:pt x="643" y="754"/>
                  </a:lnTo>
                  <a:lnTo>
                    <a:pt x="703" y="712"/>
                  </a:lnTo>
                  <a:lnTo>
                    <a:pt x="761" y="673"/>
                  </a:lnTo>
                  <a:lnTo>
                    <a:pt x="818" y="637"/>
                  </a:lnTo>
                  <a:lnTo>
                    <a:pt x="873" y="606"/>
                  </a:lnTo>
                  <a:lnTo>
                    <a:pt x="927" y="579"/>
                  </a:lnTo>
                  <a:lnTo>
                    <a:pt x="890" y="395"/>
                  </a:lnTo>
                  <a:lnTo>
                    <a:pt x="888" y="374"/>
                  </a:lnTo>
                  <a:lnTo>
                    <a:pt x="892" y="354"/>
                  </a:lnTo>
                  <a:lnTo>
                    <a:pt x="900" y="335"/>
                  </a:lnTo>
                  <a:lnTo>
                    <a:pt x="913" y="319"/>
                  </a:lnTo>
                  <a:lnTo>
                    <a:pt x="1208" y="25"/>
                  </a:lnTo>
                  <a:lnTo>
                    <a:pt x="1226" y="12"/>
                  </a:lnTo>
                  <a:lnTo>
                    <a:pt x="1246" y="3"/>
                  </a:lnTo>
                  <a:lnTo>
                    <a:pt x="12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grpSp>
      <p:grpSp>
        <p:nvGrpSpPr>
          <p:cNvPr id="152" name="Group 151">
            <a:extLst>
              <a:ext uri="{FF2B5EF4-FFF2-40B4-BE49-F238E27FC236}">
                <a16:creationId xmlns:a16="http://schemas.microsoft.com/office/drawing/2014/main" id="{D4766E17-60B1-4A95-B180-0EC14E0300EE}"/>
              </a:ext>
            </a:extLst>
          </p:cNvPr>
          <p:cNvGrpSpPr/>
          <p:nvPr/>
        </p:nvGrpSpPr>
        <p:grpSpPr>
          <a:xfrm>
            <a:off x="4865989" y="3009530"/>
            <a:ext cx="418272" cy="343730"/>
            <a:chOff x="7000875" y="2609851"/>
            <a:chExt cx="481013" cy="395288"/>
          </a:xfrm>
          <a:solidFill>
            <a:schemeClr val="tx1">
              <a:lumMod val="95000"/>
              <a:lumOff val="5000"/>
            </a:schemeClr>
          </a:solidFill>
        </p:grpSpPr>
        <p:sp>
          <p:nvSpPr>
            <p:cNvPr id="153" name="Freeform 39">
              <a:extLst>
                <a:ext uri="{FF2B5EF4-FFF2-40B4-BE49-F238E27FC236}">
                  <a16:creationId xmlns:a16="http://schemas.microsoft.com/office/drawing/2014/main" id="{86799401-01D3-418D-96B6-A53F8310DF59}"/>
                </a:ext>
              </a:extLst>
            </p:cNvPr>
            <p:cNvSpPr>
              <a:spLocks/>
            </p:cNvSpPr>
            <p:nvPr/>
          </p:nvSpPr>
          <p:spPr bwMode="auto">
            <a:xfrm>
              <a:off x="7000875" y="2638426"/>
              <a:ext cx="419100" cy="366713"/>
            </a:xfrm>
            <a:custGeom>
              <a:avLst/>
              <a:gdLst>
                <a:gd name="T0" fmla="*/ 2249 w 2905"/>
                <a:gd name="T1" fmla="*/ 239 h 2540"/>
                <a:gd name="T2" fmla="*/ 2885 w 2905"/>
                <a:gd name="T3" fmla="*/ 968 h 2540"/>
                <a:gd name="T4" fmla="*/ 2609 w 2905"/>
                <a:gd name="T5" fmla="*/ 1645 h 2540"/>
                <a:gd name="T6" fmla="*/ 2513 w 2905"/>
                <a:gd name="T7" fmla="*/ 1837 h 2540"/>
                <a:gd name="T8" fmla="*/ 2362 w 2905"/>
                <a:gd name="T9" fmla="*/ 1977 h 2540"/>
                <a:gd name="T10" fmla="*/ 2169 w 2905"/>
                <a:gd name="T11" fmla="*/ 2102 h 2540"/>
                <a:gd name="T12" fmla="*/ 2044 w 2905"/>
                <a:gd name="T13" fmla="*/ 2294 h 2540"/>
                <a:gd name="T14" fmla="*/ 1903 w 2905"/>
                <a:gd name="T15" fmla="*/ 2444 h 2540"/>
                <a:gd name="T16" fmla="*/ 1710 w 2905"/>
                <a:gd name="T17" fmla="*/ 2540 h 2540"/>
                <a:gd name="T18" fmla="*/ 1191 w 2905"/>
                <a:gd name="T19" fmla="*/ 2359 h 2540"/>
                <a:gd name="T20" fmla="*/ 1027 w 2905"/>
                <a:gd name="T21" fmla="*/ 2380 h 2540"/>
                <a:gd name="T22" fmla="*/ 934 w 2905"/>
                <a:gd name="T23" fmla="*/ 2229 h 2540"/>
                <a:gd name="T24" fmla="*/ 907 w 2905"/>
                <a:gd name="T25" fmla="*/ 2175 h 2540"/>
                <a:gd name="T26" fmla="*/ 745 w 2905"/>
                <a:gd name="T27" fmla="*/ 2107 h 2540"/>
                <a:gd name="T28" fmla="*/ 735 w 2905"/>
                <a:gd name="T29" fmla="*/ 1941 h 2540"/>
                <a:gd name="T30" fmla="*/ 612 w 2905"/>
                <a:gd name="T31" fmla="*/ 1952 h 2540"/>
                <a:gd name="T32" fmla="*/ 495 w 2905"/>
                <a:gd name="T33" fmla="*/ 1816 h 2540"/>
                <a:gd name="T34" fmla="*/ 490 w 2905"/>
                <a:gd name="T35" fmla="*/ 1730 h 2540"/>
                <a:gd name="T36" fmla="*/ 323 w 2905"/>
                <a:gd name="T37" fmla="*/ 1690 h 2540"/>
                <a:gd name="T38" fmla="*/ 284 w 2905"/>
                <a:gd name="T39" fmla="*/ 1525 h 2540"/>
                <a:gd name="T40" fmla="*/ 0 w 2905"/>
                <a:gd name="T41" fmla="*/ 904 h 2540"/>
                <a:gd name="T42" fmla="*/ 87 w 2905"/>
                <a:gd name="T43" fmla="*/ 837 h 2540"/>
                <a:gd name="T44" fmla="*/ 629 w 2905"/>
                <a:gd name="T45" fmla="*/ 1240 h 2540"/>
                <a:gd name="T46" fmla="*/ 771 w 2905"/>
                <a:gd name="T47" fmla="*/ 1357 h 2540"/>
                <a:gd name="T48" fmla="*/ 760 w 2905"/>
                <a:gd name="T49" fmla="*/ 1479 h 2540"/>
                <a:gd name="T50" fmla="*/ 927 w 2905"/>
                <a:gd name="T51" fmla="*/ 1489 h 2540"/>
                <a:gd name="T52" fmla="*/ 996 w 2905"/>
                <a:gd name="T53" fmla="*/ 1649 h 2540"/>
                <a:gd name="T54" fmla="*/ 1050 w 2905"/>
                <a:gd name="T55" fmla="*/ 1676 h 2540"/>
                <a:gd name="T56" fmla="*/ 1201 w 2905"/>
                <a:gd name="T57" fmla="*/ 1769 h 2540"/>
                <a:gd name="T58" fmla="*/ 1181 w 2905"/>
                <a:gd name="T59" fmla="*/ 1932 h 2540"/>
                <a:gd name="T60" fmla="*/ 1344 w 2905"/>
                <a:gd name="T61" fmla="*/ 1912 h 2540"/>
                <a:gd name="T62" fmla="*/ 1438 w 2905"/>
                <a:gd name="T63" fmla="*/ 2062 h 2540"/>
                <a:gd name="T64" fmla="*/ 1716 w 2905"/>
                <a:gd name="T65" fmla="*/ 2402 h 2540"/>
                <a:gd name="T66" fmla="*/ 1809 w 2905"/>
                <a:gd name="T67" fmla="*/ 2325 h 2540"/>
                <a:gd name="T68" fmla="*/ 1567 w 2905"/>
                <a:gd name="T69" fmla="*/ 2025 h 2540"/>
                <a:gd name="T70" fmla="*/ 1633 w 2905"/>
                <a:gd name="T71" fmla="*/ 1939 h 2540"/>
                <a:gd name="T72" fmla="*/ 1936 w 2905"/>
                <a:gd name="T73" fmla="*/ 2183 h 2540"/>
                <a:gd name="T74" fmla="*/ 2029 w 2905"/>
                <a:gd name="T75" fmla="*/ 2106 h 2540"/>
                <a:gd name="T76" fmla="*/ 1786 w 2905"/>
                <a:gd name="T77" fmla="*/ 1806 h 2540"/>
                <a:gd name="T78" fmla="*/ 1853 w 2905"/>
                <a:gd name="T79" fmla="*/ 1720 h 2540"/>
                <a:gd name="T80" fmla="*/ 2156 w 2905"/>
                <a:gd name="T81" fmla="*/ 1965 h 2540"/>
                <a:gd name="T82" fmla="*/ 2249 w 2905"/>
                <a:gd name="T83" fmla="*/ 1887 h 2540"/>
                <a:gd name="T84" fmla="*/ 2006 w 2905"/>
                <a:gd name="T85" fmla="*/ 1587 h 2540"/>
                <a:gd name="T86" fmla="*/ 2074 w 2905"/>
                <a:gd name="T87" fmla="*/ 1501 h 2540"/>
                <a:gd name="T88" fmla="*/ 2377 w 2905"/>
                <a:gd name="T89" fmla="*/ 1746 h 2540"/>
                <a:gd name="T90" fmla="*/ 2469 w 2905"/>
                <a:gd name="T91" fmla="*/ 1669 h 2540"/>
                <a:gd name="T92" fmla="*/ 2438 w 2905"/>
                <a:gd name="T93" fmla="*/ 1591 h 2540"/>
                <a:gd name="T94" fmla="*/ 2295 w 2905"/>
                <a:gd name="T95" fmla="*/ 1449 h 2540"/>
                <a:gd name="T96" fmla="*/ 2062 w 2905"/>
                <a:gd name="T97" fmla="*/ 1218 h 2540"/>
                <a:gd name="T98" fmla="*/ 1813 w 2905"/>
                <a:gd name="T99" fmla="*/ 970 h 2540"/>
                <a:gd name="T100" fmla="*/ 1616 w 2905"/>
                <a:gd name="T101" fmla="*/ 775 h 2540"/>
                <a:gd name="T102" fmla="*/ 1537 w 2905"/>
                <a:gd name="T103" fmla="*/ 706 h 2540"/>
                <a:gd name="T104" fmla="*/ 1428 w 2905"/>
                <a:gd name="T105" fmla="*/ 754 h 2540"/>
                <a:gd name="T106" fmla="*/ 1226 w 2905"/>
                <a:gd name="T107" fmla="*/ 1069 h 2540"/>
                <a:gd name="T108" fmla="*/ 976 w 2905"/>
                <a:gd name="T109" fmla="*/ 1147 h 2540"/>
                <a:gd name="T110" fmla="*/ 796 w 2905"/>
                <a:gd name="T111" fmla="*/ 1004 h 2540"/>
                <a:gd name="T112" fmla="*/ 1064 w 2905"/>
                <a:gd name="T113" fmla="*/ 203 h 2540"/>
                <a:gd name="T114" fmla="*/ 1158 w 2905"/>
                <a:gd name="T115" fmla="*/ 94 h 2540"/>
                <a:gd name="T116" fmla="*/ 1338 w 2905"/>
                <a:gd name="T117" fmla="*/ 10 h 2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05" h="2540">
                  <a:moveTo>
                    <a:pt x="1451" y="0"/>
                  </a:moveTo>
                  <a:lnTo>
                    <a:pt x="1493" y="3"/>
                  </a:lnTo>
                  <a:lnTo>
                    <a:pt x="1538" y="11"/>
                  </a:lnTo>
                  <a:lnTo>
                    <a:pt x="1585" y="23"/>
                  </a:lnTo>
                  <a:lnTo>
                    <a:pt x="2221" y="222"/>
                  </a:lnTo>
                  <a:lnTo>
                    <a:pt x="2236" y="229"/>
                  </a:lnTo>
                  <a:lnTo>
                    <a:pt x="2249" y="239"/>
                  </a:lnTo>
                  <a:lnTo>
                    <a:pt x="2885" y="870"/>
                  </a:lnTo>
                  <a:lnTo>
                    <a:pt x="2896" y="886"/>
                  </a:lnTo>
                  <a:lnTo>
                    <a:pt x="2903" y="902"/>
                  </a:lnTo>
                  <a:lnTo>
                    <a:pt x="2905" y="919"/>
                  </a:lnTo>
                  <a:lnTo>
                    <a:pt x="2903" y="936"/>
                  </a:lnTo>
                  <a:lnTo>
                    <a:pt x="2896" y="954"/>
                  </a:lnTo>
                  <a:lnTo>
                    <a:pt x="2885" y="968"/>
                  </a:lnTo>
                  <a:lnTo>
                    <a:pt x="2445" y="1405"/>
                  </a:lnTo>
                  <a:lnTo>
                    <a:pt x="2552" y="1511"/>
                  </a:lnTo>
                  <a:lnTo>
                    <a:pt x="2572" y="1534"/>
                  </a:lnTo>
                  <a:lnTo>
                    <a:pt x="2588" y="1560"/>
                  </a:lnTo>
                  <a:lnTo>
                    <a:pt x="2599" y="1587"/>
                  </a:lnTo>
                  <a:lnTo>
                    <a:pt x="2606" y="1615"/>
                  </a:lnTo>
                  <a:lnTo>
                    <a:pt x="2609" y="1645"/>
                  </a:lnTo>
                  <a:lnTo>
                    <a:pt x="2608" y="1675"/>
                  </a:lnTo>
                  <a:lnTo>
                    <a:pt x="2603" y="1705"/>
                  </a:lnTo>
                  <a:lnTo>
                    <a:pt x="2594" y="1734"/>
                  </a:lnTo>
                  <a:lnTo>
                    <a:pt x="2580" y="1762"/>
                  </a:lnTo>
                  <a:lnTo>
                    <a:pt x="2562" y="1790"/>
                  </a:lnTo>
                  <a:lnTo>
                    <a:pt x="2540" y="1815"/>
                  </a:lnTo>
                  <a:lnTo>
                    <a:pt x="2513" y="1837"/>
                  </a:lnTo>
                  <a:lnTo>
                    <a:pt x="2484" y="1857"/>
                  </a:lnTo>
                  <a:lnTo>
                    <a:pt x="2453" y="1870"/>
                  </a:lnTo>
                  <a:lnTo>
                    <a:pt x="2421" y="1879"/>
                  </a:lnTo>
                  <a:lnTo>
                    <a:pt x="2389" y="1883"/>
                  </a:lnTo>
                  <a:lnTo>
                    <a:pt x="2385" y="1915"/>
                  </a:lnTo>
                  <a:lnTo>
                    <a:pt x="2376" y="1947"/>
                  </a:lnTo>
                  <a:lnTo>
                    <a:pt x="2362" y="1977"/>
                  </a:lnTo>
                  <a:lnTo>
                    <a:pt x="2343" y="2007"/>
                  </a:lnTo>
                  <a:lnTo>
                    <a:pt x="2319" y="2033"/>
                  </a:lnTo>
                  <a:lnTo>
                    <a:pt x="2293" y="2056"/>
                  </a:lnTo>
                  <a:lnTo>
                    <a:pt x="2263" y="2075"/>
                  </a:lnTo>
                  <a:lnTo>
                    <a:pt x="2233" y="2089"/>
                  </a:lnTo>
                  <a:lnTo>
                    <a:pt x="2201" y="2098"/>
                  </a:lnTo>
                  <a:lnTo>
                    <a:pt x="2169" y="2102"/>
                  </a:lnTo>
                  <a:lnTo>
                    <a:pt x="2164" y="2134"/>
                  </a:lnTo>
                  <a:lnTo>
                    <a:pt x="2155" y="2166"/>
                  </a:lnTo>
                  <a:lnTo>
                    <a:pt x="2142" y="2196"/>
                  </a:lnTo>
                  <a:lnTo>
                    <a:pt x="2123" y="2226"/>
                  </a:lnTo>
                  <a:lnTo>
                    <a:pt x="2100" y="2252"/>
                  </a:lnTo>
                  <a:lnTo>
                    <a:pt x="2073" y="2275"/>
                  </a:lnTo>
                  <a:lnTo>
                    <a:pt x="2044" y="2294"/>
                  </a:lnTo>
                  <a:lnTo>
                    <a:pt x="2012" y="2308"/>
                  </a:lnTo>
                  <a:lnTo>
                    <a:pt x="1981" y="2316"/>
                  </a:lnTo>
                  <a:lnTo>
                    <a:pt x="1948" y="2321"/>
                  </a:lnTo>
                  <a:lnTo>
                    <a:pt x="1944" y="2352"/>
                  </a:lnTo>
                  <a:lnTo>
                    <a:pt x="1935" y="2385"/>
                  </a:lnTo>
                  <a:lnTo>
                    <a:pt x="1922" y="2415"/>
                  </a:lnTo>
                  <a:lnTo>
                    <a:pt x="1903" y="2444"/>
                  </a:lnTo>
                  <a:lnTo>
                    <a:pt x="1880" y="2471"/>
                  </a:lnTo>
                  <a:lnTo>
                    <a:pt x="1854" y="2492"/>
                  </a:lnTo>
                  <a:lnTo>
                    <a:pt x="1828" y="2510"/>
                  </a:lnTo>
                  <a:lnTo>
                    <a:pt x="1799" y="2524"/>
                  </a:lnTo>
                  <a:lnTo>
                    <a:pt x="1770" y="2533"/>
                  </a:lnTo>
                  <a:lnTo>
                    <a:pt x="1739" y="2539"/>
                  </a:lnTo>
                  <a:lnTo>
                    <a:pt x="1710" y="2540"/>
                  </a:lnTo>
                  <a:lnTo>
                    <a:pt x="1680" y="2537"/>
                  </a:lnTo>
                  <a:lnTo>
                    <a:pt x="1650" y="2530"/>
                  </a:lnTo>
                  <a:lnTo>
                    <a:pt x="1623" y="2519"/>
                  </a:lnTo>
                  <a:lnTo>
                    <a:pt x="1597" y="2503"/>
                  </a:lnTo>
                  <a:lnTo>
                    <a:pt x="1574" y="2483"/>
                  </a:lnTo>
                  <a:lnTo>
                    <a:pt x="1320" y="2231"/>
                  </a:lnTo>
                  <a:lnTo>
                    <a:pt x="1191" y="2359"/>
                  </a:lnTo>
                  <a:lnTo>
                    <a:pt x="1172" y="2375"/>
                  </a:lnTo>
                  <a:lnTo>
                    <a:pt x="1150" y="2387"/>
                  </a:lnTo>
                  <a:lnTo>
                    <a:pt x="1127" y="2394"/>
                  </a:lnTo>
                  <a:lnTo>
                    <a:pt x="1102" y="2396"/>
                  </a:lnTo>
                  <a:lnTo>
                    <a:pt x="1077" y="2395"/>
                  </a:lnTo>
                  <a:lnTo>
                    <a:pt x="1052" y="2389"/>
                  </a:lnTo>
                  <a:lnTo>
                    <a:pt x="1027" y="2380"/>
                  </a:lnTo>
                  <a:lnTo>
                    <a:pt x="1005" y="2365"/>
                  </a:lnTo>
                  <a:lnTo>
                    <a:pt x="983" y="2347"/>
                  </a:lnTo>
                  <a:lnTo>
                    <a:pt x="965" y="2326"/>
                  </a:lnTo>
                  <a:lnTo>
                    <a:pt x="951" y="2303"/>
                  </a:lnTo>
                  <a:lnTo>
                    <a:pt x="941" y="2278"/>
                  </a:lnTo>
                  <a:lnTo>
                    <a:pt x="935" y="2254"/>
                  </a:lnTo>
                  <a:lnTo>
                    <a:pt x="934" y="2229"/>
                  </a:lnTo>
                  <a:lnTo>
                    <a:pt x="936" y="2204"/>
                  </a:lnTo>
                  <a:lnTo>
                    <a:pt x="944" y="2181"/>
                  </a:lnTo>
                  <a:lnTo>
                    <a:pt x="955" y="2160"/>
                  </a:lnTo>
                  <a:lnTo>
                    <a:pt x="971" y="2140"/>
                  </a:lnTo>
                  <a:lnTo>
                    <a:pt x="952" y="2157"/>
                  </a:lnTo>
                  <a:lnTo>
                    <a:pt x="930" y="2168"/>
                  </a:lnTo>
                  <a:lnTo>
                    <a:pt x="907" y="2175"/>
                  </a:lnTo>
                  <a:lnTo>
                    <a:pt x="882" y="2178"/>
                  </a:lnTo>
                  <a:lnTo>
                    <a:pt x="857" y="2176"/>
                  </a:lnTo>
                  <a:lnTo>
                    <a:pt x="832" y="2170"/>
                  </a:lnTo>
                  <a:lnTo>
                    <a:pt x="808" y="2161"/>
                  </a:lnTo>
                  <a:lnTo>
                    <a:pt x="784" y="2147"/>
                  </a:lnTo>
                  <a:lnTo>
                    <a:pt x="763" y="2128"/>
                  </a:lnTo>
                  <a:lnTo>
                    <a:pt x="745" y="2107"/>
                  </a:lnTo>
                  <a:lnTo>
                    <a:pt x="730" y="2084"/>
                  </a:lnTo>
                  <a:lnTo>
                    <a:pt x="721" y="2060"/>
                  </a:lnTo>
                  <a:lnTo>
                    <a:pt x="715" y="2035"/>
                  </a:lnTo>
                  <a:lnTo>
                    <a:pt x="714" y="2011"/>
                  </a:lnTo>
                  <a:lnTo>
                    <a:pt x="716" y="1986"/>
                  </a:lnTo>
                  <a:lnTo>
                    <a:pt x="723" y="1963"/>
                  </a:lnTo>
                  <a:lnTo>
                    <a:pt x="735" y="1941"/>
                  </a:lnTo>
                  <a:lnTo>
                    <a:pt x="751" y="1922"/>
                  </a:lnTo>
                  <a:lnTo>
                    <a:pt x="731" y="1938"/>
                  </a:lnTo>
                  <a:lnTo>
                    <a:pt x="710" y="1949"/>
                  </a:lnTo>
                  <a:lnTo>
                    <a:pt x="686" y="1956"/>
                  </a:lnTo>
                  <a:lnTo>
                    <a:pt x="662" y="1959"/>
                  </a:lnTo>
                  <a:lnTo>
                    <a:pt x="636" y="1957"/>
                  </a:lnTo>
                  <a:lnTo>
                    <a:pt x="612" y="1952"/>
                  </a:lnTo>
                  <a:lnTo>
                    <a:pt x="588" y="1942"/>
                  </a:lnTo>
                  <a:lnTo>
                    <a:pt x="564" y="1928"/>
                  </a:lnTo>
                  <a:lnTo>
                    <a:pt x="543" y="1909"/>
                  </a:lnTo>
                  <a:lnTo>
                    <a:pt x="524" y="1888"/>
                  </a:lnTo>
                  <a:lnTo>
                    <a:pt x="511" y="1866"/>
                  </a:lnTo>
                  <a:lnTo>
                    <a:pt x="501" y="1841"/>
                  </a:lnTo>
                  <a:lnTo>
                    <a:pt x="495" y="1816"/>
                  </a:lnTo>
                  <a:lnTo>
                    <a:pt x="494" y="1792"/>
                  </a:lnTo>
                  <a:lnTo>
                    <a:pt x="497" y="1767"/>
                  </a:lnTo>
                  <a:lnTo>
                    <a:pt x="504" y="1744"/>
                  </a:lnTo>
                  <a:lnTo>
                    <a:pt x="515" y="1722"/>
                  </a:lnTo>
                  <a:lnTo>
                    <a:pt x="530" y="1703"/>
                  </a:lnTo>
                  <a:lnTo>
                    <a:pt x="511" y="1719"/>
                  </a:lnTo>
                  <a:lnTo>
                    <a:pt x="490" y="1730"/>
                  </a:lnTo>
                  <a:lnTo>
                    <a:pt x="466" y="1737"/>
                  </a:lnTo>
                  <a:lnTo>
                    <a:pt x="442" y="1740"/>
                  </a:lnTo>
                  <a:lnTo>
                    <a:pt x="417" y="1738"/>
                  </a:lnTo>
                  <a:lnTo>
                    <a:pt x="392" y="1733"/>
                  </a:lnTo>
                  <a:lnTo>
                    <a:pt x="367" y="1723"/>
                  </a:lnTo>
                  <a:lnTo>
                    <a:pt x="344" y="1709"/>
                  </a:lnTo>
                  <a:lnTo>
                    <a:pt x="323" y="1690"/>
                  </a:lnTo>
                  <a:lnTo>
                    <a:pt x="305" y="1670"/>
                  </a:lnTo>
                  <a:lnTo>
                    <a:pt x="291" y="1647"/>
                  </a:lnTo>
                  <a:lnTo>
                    <a:pt x="281" y="1622"/>
                  </a:lnTo>
                  <a:lnTo>
                    <a:pt x="275" y="1597"/>
                  </a:lnTo>
                  <a:lnTo>
                    <a:pt x="273" y="1573"/>
                  </a:lnTo>
                  <a:lnTo>
                    <a:pt x="276" y="1549"/>
                  </a:lnTo>
                  <a:lnTo>
                    <a:pt x="284" y="1525"/>
                  </a:lnTo>
                  <a:lnTo>
                    <a:pt x="295" y="1504"/>
                  </a:lnTo>
                  <a:lnTo>
                    <a:pt x="311" y="1485"/>
                  </a:lnTo>
                  <a:lnTo>
                    <a:pt x="432" y="1363"/>
                  </a:lnTo>
                  <a:lnTo>
                    <a:pt x="20" y="952"/>
                  </a:lnTo>
                  <a:lnTo>
                    <a:pt x="9" y="938"/>
                  </a:lnTo>
                  <a:lnTo>
                    <a:pt x="2" y="921"/>
                  </a:lnTo>
                  <a:lnTo>
                    <a:pt x="0" y="904"/>
                  </a:lnTo>
                  <a:lnTo>
                    <a:pt x="2" y="887"/>
                  </a:lnTo>
                  <a:lnTo>
                    <a:pt x="9" y="870"/>
                  </a:lnTo>
                  <a:lnTo>
                    <a:pt x="20" y="855"/>
                  </a:lnTo>
                  <a:lnTo>
                    <a:pt x="35" y="844"/>
                  </a:lnTo>
                  <a:lnTo>
                    <a:pt x="51" y="837"/>
                  </a:lnTo>
                  <a:lnTo>
                    <a:pt x="69" y="835"/>
                  </a:lnTo>
                  <a:lnTo>
                    <a:pt x="87" y="837"/>
                  </a:lnTo>
                  <a:lnTo>
                    <a:pt x="103" y="844"/>
                  </a:lnTo>
                  <a:lnTo>
                    <a:pt x="118" y="855"/>
                  </a:lnTo>
                  <a:lnTo>
                    <a:pt x="531" y="1267"/>
                  </a:lnTo>
                  <a:lnTo>
                    <a:pt x="554" y="1253"/>
                  </a:lnTo>
                  <a:lnTo>
                    <a:pt x="577" y="1243"/>
                  </a:lnTo>
                  <a:lnTo>
                    <a:pt x="603" y="1239"/>
                  </a:lnTo>
                  <a:lnTo>
                    <a:pt x="629" y="1240"/>
                  </a:lnTo>
                  <a:lnTo>
                    <a:pt x="656" y="1245"/>
                  </a:lnTo>
                  <a:lnTo>
                    <a:pt x="681" y="1255"/>
                  </a:lnTo>
                  <a:lnTo>
                    <a:pt x="706" y="1269"/>
                  </a:lnTo>
                  <a:lnTo>
                    <a:pt x="728" y="1288"/>
                  </a:lnTo>
                  <a:lnTo>
                    <a:pt x="747" y="1309"/>
                  </a:lnTo>
                  <a:lnTo>
                    <a:pt x="761" y="1333"/>
                  </a:lnTo>
                  <a:lnTo>
                    <a:pt x="771" y="1357"/>
                  </a:lnTo>
                  <a:lnTo>
                    <a:pt x="776" y="1381"/>
                  </a:lnTo>
                  <a:lnTo>
                    <a:pt x="778" y="1407"/>
                  </a:lnTo>
                  <a:lnTo>
                    <a:pt x="775" y="1431"/>
                  </a:lnTo>
                  <a:lnTo>
                    <a:pt x="768" y="1454"/>
                  </a:lnTo>
                  <a:lnTo>
                    <a:pt x="757" y="1476"/>
                  </a:lnTo>
                  <a:lnTo>
                    <a:pt x="741" y="1495"/>
                  </a:lnTo>
                  <a:lnTo>
                    <a:pt x="760" y="1479"/>
                  </a:lnTo>
                  <a:lnTo>
                    <a:pt x="781" y="1467"/>
                  </a:lnTo>
                  <a:lnTo>
                    <a:pt x="805" y="1460"/>
                  </a:lnTo>
                  <a:lnTo>
                    <a:pt x="829" y="1457"/>
                  </a:lnTo>
                  <a:lnTo>
                    <a:pt x="855" y="1459"/>
                  </a:lnTo>
                  <a:lnTo>
                    <a:pt x="879" y="1464"/>
                  </a:lnTo>
                  <a:lnTo>
                    <a:pt x="904" y="1475"/>
                  </a:lnTo>
                  <a:lnTo>
                    <a:pt x="927" y="1489"/>
                  </a:lnTo>
                  <a:lnTo>
                    <a:pt x="949" y="1507"/>
                  </a:lnTo>
                  <a:lnTo>
                    <a:pt x="967" y="1528"/>
                  </a:lnTo>
                  <a:lnTo>
                    <a:pt x="981" y="1551"/>
                  </a:lnTo>
                  <a:lnTo>
                    <a:pt x="990" y="1575"/>
                  </a:lnTo>
                  <a:lnTo>
                    <a:pt x="997" y="1600"/>
                  </a:lnTo>
                  <a:lnTo>
                    <a:pt x="998" y="1625"/>
                  </a:lnTo>
                  <a:lnTo>
                    <a:pt x="996" y="1649"/>
                  </a:lnTo>
                  <a:lnTo>
                    <a:pt x="988" y="1672"/>
                  </a:lnTo>
                  <a:lnTo>
                    <a:pt x="977" y="1694"/>
                  </a:lnTo>
                  <a:lnTo>
                    <a:pt x="961" y="1714"/>
                  </a:lnTo>
                  <a:lnTo>
                    <a:pt x="980" y="1698"/>
                  </a:lnTo>
                  <a:lnTo>
                    <a:pt x="1002" y="1686"/>
                  </a:lnTo>
                  <a:lnTo>
                    <a:pt x="1025" y="1679"/>
                  </a:lnTo>
                  <a:lnTo>
                    <a:pt x="1050" y="1676"/>
                  </a:lnTo>
                  <a:lnTo>
                    <a:pt x="1075" y="1678"/>
                  </a:lnTo>
                  <a:lnTo>
                    <a:pt x="1100" y="1683"/>
                  </a:lnTo>
                  <a:lnTo>
                    <a:pt x="1124" y="1693"/>
                  </a:lnTo>
                  <a:lnTo>
                    <a:pt x="1148" y="1708"/>
                  </a:lnTo>
                  <a:lnTo>
                    <a:pt x="1169" y="1725"/>
                  </a:lnTo>
                  <a:lnTo>
                    <a:pt x="1187" y="1746"/>
                  </a:lnTo>
                  <a:lnTo>
                    <a:pt x="1201" y="1769"/>
                  </a:lnTo>
                  <a:lnTo>
                    <a:pt x="1211" y="1794"/>
                  </a:lnTo>
                  <a:lnTo>
                    <a:pt x="1217" y="1818"/>
                  </a:lnTo>
                  <a:lnTo>
                    <a:pt x="1218" y="1843"/>
                  </a:lnTo>
                  <a:lnTo>
                    <a:pt x="1215" y="1868"/>
                  </a:lnTo>
                  <a:lnTo>
                    <a:pt x="1208" y="1891"/>
                  </a:lnTo>
                  <a:lnTo>
                    <a:pt x="1196" y="1912"/>
                  </a:lnTo>
                  <a:lnTo>
                    <a:pt x="1181" y="1932"/>
                  </a:lnTo>
                  <a:lnTo>
                    <a:pt x="1201" y="1916"/>
                  </a:lnTo>
                  <a:lnTo>
                    <a:pt x="1222" y="1905"/>
                  </a:lnTo>
                  <a:lnTo>
                    <a:pt x="1245" y="1898"/>
                  </a:lnTo>
                  <a:lnTo>
                    <a:pt x="1270" y="1895"/>
                  </a:lnTo>
                  <a:lnTo>
                    <a:pt x="1294" y="1896"/>
                  </a:lnTo>
                  <a:lnTo>
                    <a:pt x="1320" y="1902"/>
                  </a:lnTo>
                  <a:lnTo>
                    <a:pt x="1344" y="1912"/>
                  </a:lnTo>
                  <a:lnTo>
                    <a:pt x="1367" y="1926"/>
                  </a:lnTo>
                  <a:lnTo>
                    <a:pt x="1388" y="1944"/>
                  </a:lnTo>
                  <a:lnTo>
                    <a:pt x="1407" y="1965"/>
                  </a:lnTo>
                  <a:lnTo>
                    <a:pt x="1421" y="1988"/>
                  </a:lnTo>
                  <a:lnTo>
                    <a:pt x="1431" y="2013"/>
                  </a:lnTo>
                  <a:lnTo>
                    <a:pt x="1436" y="2037"/>
                  </a:lnTo>
                  <a:lnTo>
                    <a:pt x="1438" y="2062"/>
                  </a:lnTo>
                  <a:lnTo>
                    <a:pt x="1435" y="2087"/>
                  </a:lnTo>
                  <a:lnTo>
                    <a:pt x="1428" y="2110"/>
                  </a:lnTo>
                  <a:lnTo>
                    <a:pt x="1416" y="2131"/>
                  </a:lnTo>
                  <a:lnTo>
                    <a:pt x="1672" y="2386"/>
                  </a:lnTo>
                  <a:lnTo>
                    <a:pt x="1685" y="2395"/>
                  </a:lnTo>
                  <a:lnTo>
                    <a:pt x="1699" y="2401"/>
                  </a:lnTo>
                  <a:lnTo>
                    <a:pt x="1716" y="2402"/>
                  </a:lnTo>
                  <a:lnTo>
                    <a:pt x="1733" y="2400"/>
                  </a:lnTo>
                  <a:lnTo>
                    <a:pt x="1750" y="2395"/>
                  </a:lnTo>
                  <a:lnTo>
                    <a:pt x="1767" y="2386"/>
                  </a:lnTo>
                  <a:lnTo>
                    <a:pt x="1782" y="2374"/>
                  </a:lnTo>
                  <a:lnTo>
                    <a:pt x="1794" y="2358"/>
                  </a:lnTo>
                  <a:lnTo>
                    <a:pt x="1803" y="2342"/>
                  </a:lnTo>
                  <a:lnTo>
                    <a:pt x="1809" y="2325"/>
                  </a:lnTo>
                  <a:lnTo>
                    <a:pt x="1811" y="2308"/>
                  </a:lnTo>
                  <a:lnTo>
                    <a:pt x="1809" y="2291"/>
                  </a:lnTo>
                  <a:lnTo>
                    <a:pt x="1803" y="2276"/>
                  </a:lnTo>
                  <a:lnTo>
                    <a:pt x="1794" y="2264"/>
                  </a:lnTo>
                  <a:lnTo>
                    <a:pt x="1584" y="2055"/>
                  </a:lnTo>
                  <a:lnTo>
                    <a:pt x="1573" y="2041"/>
                  </a:lnTo>
                  <a:lnTo>
                    <a:pt x="1567" y="2025"/>
                  </a:lnTo>
                  <a:lnTo>
                    <a:pt x="1564" y="2007"/>
                  </a:lnTo>
                  <a:lnTo>
                    <a:pt x="1567" y="1989"/>
                  </a:lnTo>
                  <a:lnTo>
                    <a:pt x="1573" y="1973"/>
                  </a:lnTo>
                  <a:lnTo>
                    <a:pt x="1584" y="1958"/>
                  </a:lnTo>
                  <a:lnTo>
                    <a:pt x="1599" y="1947"/>
                  </a:lnTo>
                  <a:lnTo>
                    <a:pt x="1616" y="1941"/>
                  </a:lnTo>
                  <a:lnTo>
                    <a:pt x="1633" y="1939"/>
                  </a:lnTo>
                  <a:lnTo>
                    <a:pt x="1650" y="1941"/>
                  </a:lnTo>
                  <a:lnTo>
                    <a:pt x="1668" y="1947"/>
                  </a:lnTo>
                  <a:lnTo>
                    <a:pt x="1682" y="1958"/>
                  </a:lnTo>
                  <a:lnTo>
                    <a:pt x="1892" y="2167"/>
                  </a:lnTo>
                  <a:lnTo>
                    <a:pt x="1904" y="2176"/>
                  </a:lnTo>
                  <a:lnTo>
                    <a:pt x="1920" y="2182"/>
                  </a:lnTo>
                  <a:lnTo>
                    <a:pt x="1936" y="2183"/>
                  </a:lnTo>
                  <a:lnTo>
                    <a:pt x="1953" y="2182"/>
                  </a:lnTo>
                  <a:lnTo>
                    <a:pt x="1971" y="2176"/>
                  </a:lnTo>
                  <a:lnTo>
                    <a:pt x="1987" y="2167"/>
                  </a:lnTo>
                  <a:lnTo>
                    <a:pt x="2002" y="2155"/>
                  </a:lnTo>
                  <a:lnTo>
                    <a:pt x="2015" y="2139"/>
                  </a:lnTo>
                  <a:lnTo>
                    <a:pt x="2024" y="2123"/>
                  </a:lnTo>
                  <a:lnTo>
                    <a:pt x="2029" y="2106"/>
                  </a:lnTo>
                  <a:lnTo>
                    <a:pt x="2031" y="2089"/>
                  </a:lnTo>
                  <a:lnTo>
                    <a:pt x="2029" y="2073"/>
                  </a:lnTo>
                  <a:lnTo>
                    <a:pt x="2024" y="2058"/>
                  </a:lnTo>
                  <a:lnTo>
                    <a:pt x="2015" y="2045"/>
                  </a:lnTo>
                  <a:lnTo>
                    <a:pt x="1804" y="1837"/>
                  </a:lnTo>
                  <a:lnTo>
                    <a:pt x="1793" y="1822"/>
                  </a:lnTo>
                  <a:lnTo>
                    <a:pt x="1786" y="1806"/>
                  </a:lnTo>
                  <a:lnTo>
                    <a:pt x="1784" y="1788"/>
                  </a:lnTo>
                  <a:lnTo>
                    <a:pt x="1786" y="1770"/>
                  </a:lnTo>
                  <a:lnTo>
                    <a:pt x="1793" y="1754"/>
                  </a:lnTo>
                  <a:lnTo>
                    <a:pt x="1804" y="1740"/>
                  </a:lnTo>
                  <a:lnTo>
                    <a:pt x="1820" y="1729"/>
                  </a:lnTo>
                  <a:lnTo>
                    <a:pt x="1836" y="1722"/>
                  </a:lnTo>
                  <a:lnTo>
                    <a:pt x="1853" y="1720"/>
                  </a:lnTo>
                  <a:lnTo>
                    <a:pt x="1871" y="1722"/>
                  </a:lnTo>
                  <a:lnTo>
                    <a:pt x="1887" y="1729"/>
                  </a:lnTo>
                  <a:lnTo>
                    <a:pt x="1902" y="1740"/>
                  </a:lnTo>
                  <a:lnTo>
                    <a:pt x="2112" y="1948"/>
                  </a:lnTo>
                  <a:lnTo>
                    <a:pt x="2125" y="1957"/>
                  </a:lnTo>
                  <a:lnTo>
                    <a:pt x="2140" y="1963"/>
                  </a:lnTo>
                  <a:lnTo>
                    <a:pt x="2156" y="1965"/>
                  </a:lnTo>
                  <a:lnTo>
                    <a:pt x="2174" y="1963"/>
                  </a:lnTo>
                  <a:lnTo>
                    <a:pt x="2190" y="1957"/>
                  </a:lnTo>
                  <a:lnTo>
                    <a:pt x="2207" y="1949"/>
                  </a:lnTo>
                  <a:lnTo>
                    <a:pt x="2223" y="1936"/>
                  </a:lnTo>
                  <a:lnTo>
                    <a:pt x="2235" y="1920"/>
                  </a:lnTo>
                  <a:lnTo>
                    <a:pt x="2244" y="1904"/>
                  </a:lnTo>
                  <a:lnTo>
                    <a:pt x="2249" y="1887"/>
                  </a:lnTo>
                  <a:lnTo>
                    <a:pt x="2251" y="1871"/>
                  </a:lnTo>
                  <a:lnTo>
                    <a:pt x="2249" y="1855"/>
                  </a:lnTo>
                  <a:lnTo>
                    <a:pt x="2244" y="1839"/>
                  </a:lnTo>
                  <a:lnTo>
                    <a:pt x="2234" y="1826"/>
                  </a:lnTo>
                  <a:lnTo>
                    <a:pt x="2025" y="1618"/>
                  </a:lnTo>
                  <a:lnTo>
                    <a:pt x="2013" y="1603"/>
                  </a:lnTo>
                  <a:lnTo>
                    <a:pt x="2006" y="1587"/>
                  </a:lnTo>
                  <a:lnTo>
                    <a:pt x="2004" y="1570"/>
                  </a:lnTo>
                  <a:lnTo>
                    <a:pt x="2006" y="1553"/>
                  </a:lnTo>
                  <a:lnTo>
                    <a:pt x="2013" y="1535"/>
                  </a:lnTo>
                  <a:lnTo>
                    <a:pt x="2025" y="1521"/>
                  </a:lnTo>
                  <a:lnTo>
                    <a:pt x="2039" y="1510"/>
                  </a:lnTo>
                  <a:lnTo>
                    <a:pt x="2055" y="1503"/>
                  </a:lnTo>
                  <a:lnTo>
                    <a:pt x="2074" y="1501"/>
                  </a:lnTo>
                  <a:lnTo>
                    <a:pt x="2091" y="1503"/>
                  </a:lnTo>
                  <a:lnTo>
                    <a:pt x="2107" y="1510"/>
                  </a:lnTo>
                  <a:lnTo>
                    <a:pt x="2122" y="1521"/>
                  </a:lnTo>
                  <a:lnTo>
                    <a:pt x="2332" y="1729"/>
                  </a:lnTo>
                  <a:lnTo>
                    <a:pt x="2345" y="1739"/>
                  </a:lnTo>
                  <a:lnTo>
                    <a:pt x="2359" y="1744"/>
                  </a:lnTo>
                  <a:lnTo>
                    <a:pt x="2377" y="1746"/>
                  </a:lnTo>
                  <a:lnTo>
                    <a:pt x="2393" y="1744"/>
                  </a:lnTo>
                  <a:lnTo>
                    <a:pt x="2410" y="1739"/>
                  </a:lnTo>
                  <a:lnTo>
                    <a:pt x="2427" y="1730"/>
                  </a:lnTo>
                  <a:lnTo>
                    <a:pt x="2442" y="1718"/>
                  </a:lnTo>
                  <a:lnTo>
                    <a:pt x="2455" y="1703"/>
                  </a:lnTo>
                  <a:lnTo>
                    <a:pt x="2463" y="1685"/>
                  </a:lnTo>
                  <a:lnTo>
                    <a:pt x="2469" y="1669"/>
                  </a:lnTo>
                  <a:lnTo>
                    <a:pt x="2471" y="1652"/>
                  </a:lnTo>
                  <a:lnTo>
                    <a:pt x="2469" y="1636"/>
                  </a:lnTo>
                  <a:lnTo>
                    <a:pt x="2463" y="1620"/>
                  </a:lnTo>
                  <a:lnTo>
                    <a:pt x="2454" y="1608"/>
                  </a:lnTo>
                  <a:lnTo>
                    <a:pt x="2452" y="1606"/>
                  </a:lnTo>
                  <a:lnTo>
                    <a:pt x="2447" y="1600"/>
                  </a:lnTo>
                  <a:lnTo>
                    <a:pt x="2438" y="1591"/>
                  </a:lnTo>
                  <a:lnTo>
                    <a:pt x="2426" y="1579"/>
                  </a:lnTo>
                  <a:lnTo>
                    <a:pt x="2410" y="1564"/>
                  </a:lnTo>
                  <a:lnTo>
                    <a:pt x="2392" y="1545"/>
                  </a:lnTo>
                  <a:lnTo>
                    <a:pt x="2372" y="1525"/>
                  </a:lnTo>
                  <a:lnTo>
                    <a:pt x="2348" y="1502"/>
                  </a:lnTo>
                  <a:lnTo>
                    <a:pt x="2323" y="1477"/>
                  </a:lnTo>
                  <a:lnTo>
                    <a:pt x="2295" y="1449"/>
                  </a:lnTo>
                  <a:lnTo>
                    <a:pt x="2265" y="1420"/>
                  </a:lnTo>
                  <a:lnTo>
                    <a:pt x="2235" y="1389"/>
                  </a:lnTo>
                  <a:lnTo>
                    <a:pt x="2202" y="1357"/>
                  </a:lnTo>
                  <a:lnTo>
                    <a:pt x="2169" y="1323"/>
                  </a:lnTo>
                  <a:lnTo>
                    <a:pt x="2134" y="1289"/>
                  </a:lnTo>
                  <a:lnTo>
                    <a:pt x="2099" y="1254"/>
                  </a:lnTo>
                  <a:lnTo>
                    <a:pt x="2062" y="1218"/>
                  </a:lnTo>
                  <a:lnTo>
                    <a:pt x="2027" y="1182"/>
                  </a:lnTo>
                  <a:lnTo>
                    <a:pt x="1990" y="1146"/>
                  </a:lnTo>
                  <a:lnTo>
                    <a:pt x="1954" y="1110"/>
                  </a:lnTo>
                  <a:lnTo>
                    <a:pt x="1918" y="1074"/>
                  </a:lnTo>
                  <a:lnTo>
                    <a:pt x="1882" y="1039"/>
                  </a:lnTo>
                  <a:lnTo>
                    <a:pt x="1847" y="1003"/>
                  </a:lnTo>
                  <a:lnTo>
                    <a:pt x="1813" y="970"/>
                  </a:lnTo>
                  <a:lnTo>
                    <a:pt x="1780" y="937"/>
                  </a:lnTo>
                  <a:lnTo>
                    <a:pt x="1748" y="906"/>
                  </a:lnTo>
                  <a:lnTo>
                    <a:pt x="1718" y="875"/>
                  </a:lnTo>
                  <a:lnTo>
                    <a:pt x="1689" y="847"/>
                  </a:lnTo>
                  <a:lnTo>
                    <a:pt x="1663" y="821"/>
                  </a:lnTo>
                  <a:lnTo>
                    <a:pt x="1638" y="797"/>
                  </a:lnTo>
                  <a:lnTo>
                    <a:pt x="1616" y="775"/>
                  </a:lnTo>
                  <a:lnTo>
                    <a:pt x="1596" y="756"/>
                  </a:lnTo>
                  <a:lnTo>
                    <a:pt x="1579" y="740"/>
                  </a:lnTo>
                  <a:lnTo>
                    <a:pt x="1565" y="725"/>
                  </a:lnTo>
                  <a:lnTo>
                    <a:pt x="1560" y="721"/>
                  </a:lnTo>
                  <a:lnTo>
                    <a:pt x="1553" y="715"/>
                  </a:lnTo>
                  <a:lnTo>
                    <a:pt x="1546" y="711"/>
                  </a:lnTo>
                  <a:lnTo>
                    <a:pt x="1537" y="706"/>
                  </a:lnTo>
                  <a:lnTo>
                    <a:pt x="1527" y="704"/>
                  </a:lnTo>
                  <a:lnTo>
                    <a:pt x="1515" y="703"/>
                  </a:lnTo>
                  <a:lnTo>
                    <a:pt x="1501" y="705"/>
                  </a:lnTo>
                  <a:lnTo>
                    <a:pt x="1485" y="711"/>
                  </a:lnTo>
                  <a:lnTo>
                    <a:pt x="1468" y="720"/>
                  </a:lnTo>
                  <a:lnTo>
                    <a:pt x="1449" y="735"/>
                  </a:lnTo>
                  <a:lnTo>
                    <a:pt x="1428" y="754"/>
                  </a:lnTo>
                  <a:lnTo>
                    <a:pt x="1405" y="779"/>
                  </a:lnTo>
                  <a:lnTo>
                    <a:pt x="1383" y="808"/>
                  </a:lnTo>
                  <a:lnTo>
                    <a:pt x="1366" y="837"/>
                  </a:lnTo>
                  <a:lnTo>
                    <a:pt x="1270" y="1012"/>
                  </a:lnTo>
                  <a:lnTo>
                    <a:pt x="1259" y="1031"/>
                  </a:lnTo>
                  <a:lnTo>
                    <a:pt x="1244" y="1050"/>
                  </a:lnTo>
                  <a:lnTo>
                    <a:pt x="1226" y="1069"/>
                  </a:lnTo>
                  <a:lnTo>
                    <a:pt x="1194" y="1096"/>
                  </a:lnTo>
                  <a:lnTo>
                    <a:pt x="1161" y="1119"/>
                  </a:lnTo>
                  <a:lnTo>
                    <a:pt x="1125" y="1136"/>
                  </a:lnTo>
                  <a:lnTo>
                    <a:pt x="1089" y="1147"/>
                  </a:lnTo>
                  <a:lnTo>
                    <a:pt x="1052" y="1153"/>
                  </a:lnTo>
                  <a:lnTo>
                    <a:pt x="1014" y="1153"/>
                  </a:lnTo>
                  <a:lnTo>
                    <a:pt x="976" y="1147"/>
                  </a:lnTo>
                  <a:lnTo>
                    <a:pt x="944" y="1137"/>
                  </a:lnTo>
                  <a:lnTo>
                    <a:pt x="913" y="1123"/>
                  </a:lnTo>
                  <a:lnTo>
                    <a:pt x="883" y="1106"/>
                  </a:lnTo>
                  <a:lnTo>
                    <a:pt x="858" y="1085"/>
                  </a:lnTo>
                  <a:lnTo>
                    <a:pt x="833" y="1061"/>
                  </a:lnTo>
                  <a:lnTo>
                    <a:pt x="813" y="1034"/>
                  </a:lnTo>
                  <a:lnTo>
                    <a:pt x="796" y="1004"/>
                  </a:lnTo>
                  <a:lnTo>
                    <a:pt x="784" y="980"/>
                  </a:lnTo>
                  <a:lnTo>
                    <a:pt x="777" y="955"/>
                  </a:lnTo>
                  <a:lnTo>
                    <a:pt x="772" y="930"/>
                  </a:lnTo>
                  <a:lnTo>
                    <a:pt x="772" y="908"/>
                  </a:lnTo>
                  <a:lnTo>
                    <a:pt x="774" y="886"/>
                  </a:lnTo>
                  <a:lnTo>
                    <a:pt x="781" y="866"/>
                  </a:lnTo>
                  <a:lnTo>
                    <a:pt x="1064" y="203"/>
                  </a:lnTo>
                  <a:lnTo>
                    <a:pt x="1074" y="185"/>
                  </a:lnTo>
                  <a:lnTo>
                    <a:pt x="1086" y="166"/>
                  </a:lnTo>
                  <a:lnTo>
                    <a:pt x="1102" y="147"/>
                  </a:lnTo>
                  <a:lnTo>
                    <a:pt x="1120" y="126"/>
                  </a:lnTo>
                  <a:lnTo>
                    <a:pt x="1130" y="117"/>
                  </a:lnTo>
                  <a:lnTo>
                    <a:pt x="1142" y="106"/>
                  </a:lnTo>
                  <a:lnTo>
                    <a:pt x="1158" y="94"/>
                  </a:lnTo>
                  <a:lnTo>
                    <a:pt x="1176" y="81"/>
                  </a:lnTo>
                  <a:lnTo>
                    <a:pt x="1196" y="67"/>
                  </a:lnTo>
                  <a:lnTo>
                    <a:pt x="1220" y="53"/>
                  </a:lnTo>
                  <a:lnTo>
                    <a:pt x="1245" y="40"/>
                  </a:lnTo>
                  <a:lnTo>
                    <a:pt x="1274" y="28"/>
                  </a:lnTo>
                  <a:lnTo>
                    <a:pt x="1305" y="18"/>
                  </a:lnTo>
                  <a:lnTo>
                    <a:pt x="1338" y="10"/>
                  </a:lnTo>
                  <a:lnTo>
                    <a:pt x="1373" y="3"/>
                  </a:lnTo>
                  <a:lnTo>
                    <a:pt x="1412" y="0"/>
                  </a:lnTo>
                  <a:lnTo>
                    <a:pt x="14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54" name="Freeform 40">
              <a:extLst>
                <a:ext uri="{FF2B5EF4-FFF2-40B4-BE49-F238E27FC236}">
                  <a16:creationId xmlns:a16="http://schemas.microsoft.com/office/drawing/2014/main" id="{B8AF38F9-8330-4BB1-8C64-61285DCE12AB}"/>
                </a:ext>
              </a:extLst>
            </p:cNvPr>
            <p:cNvSpPr>
              <a:spLocks noEditPoints="1"/>
            </p:cNvSpPr>
            <p:nvPr/>
          </p:nvSpPr>
          <p:spPr bwMode="auto">
            <a:xfrm>
              <a:off x="7332663" y="2609851"/>
              <a:ext cx="149225" cy="147638"/>
            </a:xfrm>
            <a:custGeom>
              <a:avLst/>
              <a:gdLst>
                <a:gd name="T0" fmla="*/ 671 w 1031"/>
                <a:gd name="T1" fmla="*/ 657 h 1025"/>
                <a:gd name="T2" fmla="*/ 626 w 1031"/>
                <a:gd name="T3" fmla="*/ 679 h 1025"/>
                <a:gd name="T4" fmla="*/ 595 w 1031"/>
                <a:gd name="T5" fmla="*/ 718 h 1025"/>
                <a:gd name="T6" fmla="*/ 584 w 1031"/>
                <a:gd name="T7" fmla="*/ 766 h 1025"/>
                <a:gd name="T8" fmla="*/ 595 w 1031"/>
                <a:gd name="T9" fmla="*/ 817 h 1025"/>
                <a:gd name="T10" fmla="*/ 626 w 1031"/>
                <a:gd name="T11" fmla="*/ 854 h 1025"/>
                <a:gd name="T12" fmla="*/ 671 w 1031"/>
                <a:gd name="T13" fmla="*/ 877 h 1025"/>
                <a:gd name="T14" fmla="*/ 723 w 1031"/>
                <a:gd name="T15" fmla="*/ 877 h 1025"/>
                <a:gd name="T16" fmla="*/ 768 w 1031"/>
                <a:gd name="T17" fmla="*/ 854 h 1025"/>
                <a:gd name="T18" fmla="*/ 800 w 1031"/>
                <a:gd name="T19" fmla="*/ 816 h 1025"/>
                <a:gd name="T20" fmla="*/ 811 w 1031"/>
                <a:gd name="T21" fmla="*/ 766 h 1025"/>
                <a:gd name="T22" fmla="*/ 800 w 1031"/>
                <a:gd name="T23" fmla="*/ 718 h 1025"/>
                <a:gd name="T24" fmla="*/ 768 w 1031"/>
                <a:gd name="T25" fmla="*/ 679 h 1025"/>
                <a:gd name="T26" fmla="*/ 723 w 1031"/>
                <a:gd name="T27" fmla="*/ 657 h 1025"/>
                <a:gd name="T28" fmla="*/ 345 w 1031"/>
                <a:gd name="T29" fmla="*/ 0 h 1025"/>
                <a:gd name="T30" fmla="*/ 391 w 1031"/>
                <a:gd name="T31" fmla="*/ 12 h 1025"/>
                <a:gd name="T32" fmla="*/ 432 w 1031"/>
                <a:gd name="T33" fmla="*/ 39 h 1025"/>
                <a:gd name="T34" fmla="*/ 1007 w 1031"/>
                <a:gd name="T35" fmla="*/ 615 h 1025"/>
                <a:gd name="T36" fmla="*/ 1027 w 1031"/>
                <a:gd name="T37" fmla="*/ 659 h 1025"/>
                <a:gd name="T38" fmla="*/ 1031 w 1031"/>
                <a:gd name="T39" fmla="*/ 705 h 1025"/>
                <a:gd name="T40" fmla="*/ 1019 w 1031"/>
                <a:gd name="T41" fmla="*/ 751 h 1025"/>
                <a:gd name="T42" fmla="*/ 992 w 1031"/>
                <a:gd name="T43" fmla="*/ 791 h 1025"/>
                <a:gd name="T44" fmla="*/ 776 w 1031"/>
                <a:gd name="T45" fmla="*/ 1001 h 1025"/>
                <a:gd name="T46" fmla="*/ 732 w 1031"/>
                <a:gd name="T47" fmla="*/ 1021 h 1025"/>
                <a:gd name="T48" fmla="*/ 686 w 1031"/>
                <a:gd name="T49" fmla="*/ 1025 h 1025"/>
                <a:gd name="T50" fmla="*/ 640 w 1031"/>
                <a:gd name="T51" fmla="*/ 1013 h 1025"/>
                <a:gd name="T52" fmla="*/ 600 w 1031"/>
                <a:gd name="T53" fmla="*/ 985 h 1025"/>
                <a:gd name="T54" fmla="*/ 24 w 1031"/>
                <a:gd name="T55" fmla="*/ 409 h 1025"/>
                <a:gd name="T56" fmla="*/ 4 w 1031"/>
                <a:gd name="T57" fmla="*/ 367 h 1025"/>
                <a:gd name="T58" fmla="*/ 0 w 1031"/>
                <a:gd name="T59" fmla="*/ 320 h 1025"/>
                <a:gd name="T60" fmla="*/ 11 w 1031"/>
                <a:gd name="T61" fmla="*/ 275 h 1025"/>
                <a:gd name="T62" fmla="*/ 40 w 1031"/>
                <a:gd name="T63" fmla="*/ 234 h 1025"/>
                <a:gd name="T64" fmla="*/ 255 w 1031"/>
                <a:gd name="T65" fmla="*/ 24 h 1025"/>
                <a:gd name="T66" fmla="*/ 298 w 1031"/>
                <a:gd name="T67" fmla="*/ 4 h 1025"/>
                <a:gd name="T68" fmla="*/ 345 w 1031"/>
                <a:gd name="T69" fmla="*/ 0 h 1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1" h="1025">
                  <a:moveTo>
                    <a:pt x="698" y="654"/>
                  </a:moveTo>
                  <a:lnTo>
                    <a:pt x="671" y="657"/>
                  </a:lnTo>
                  <a:lnTo>
                    <a:pt x="648" y="665"/>
                  </a:lnTo>
                  <a:lnTo>
                    <a:pt x="626" y="679"/>
                  </a:lnTo>
                  <a:lnTo>
                    <a:pt x="609" y="696"/>
                  </a:lnTo>
                  <a:lnTo>
                    <a:pt x="595" y="718"/>
                  </a:lnTo>
                  <a:lnTo>
                    <a:pt x="587" y="741"/>
                  </a:lnTo>
                  <a:lnTo>
                    <a:pt x="584" y="766"/>
                  </a:lnTo>
                  <a:lnTo>
                    <a:pt x="587" y="793"/>
                  </a:lnTo>
                  <a:lnTo>
                    <a:pt x="595" y="817"/>
                  </a:lnTo>
                  <a:lnTo>
                    <a:pt x="609" y="837"/>
                  </a:lnTo>
                  <a:lnTo>
                    <a:pt x="626" y="854"/>
                  </a:lnTo>
                  <a:lnTo>
                    <a:pt x="648" y="868"/>
                  </a:lnTo>
                  <a:lnTo>
                    <a:pt x="671" y="877"/>
                  </a:lnTo>
                  <a:lnTo>
                    <a:pt x="698" y="880"/>
                  </a:lnTo>
                  <a:lnTo>
                    <a:pt x="723" y="877"/>
                  </a:lnTo>
                  <a:lnTo>
                    <a:pt x="748" y="868"/>
                  </a:lnTo>
                  <a:lnTo>
                    <a:pt x="768" y="854"/>
                  </a:lnTo>
                  <a:lnTo>
                    <a:pt x="785" y="837"/>
                  </a:lnTo>
                  <a:lnTo>
                    <a:pt x="800" y="816"/>
                  </a:lnTo>
                  <a:lnTo>
                    <a:pt x="808" y="793"/>
                  </a:lnTo>
                  <a:lnTo>
                    <a:pt x="811" y="766"/>
                  </a:lnTo>
                  <a:lnTo>
                    <a:pt x="808" y="741"/>
                  </a:lnTo>
                  <a:lnTo>
                    <a:pt x="800" y="718"/>
                  </a:lnTo>
                  <a:lnTo>
                    <a:pt x="785" y="696"/>
                  </a:lnTo>
                  <a:lnTo>
                    <a:pt x="768" y="679"/>
                  </a:lnTo>
                  <a:lnTo>
                    <a:pt x="748" y="665"/>
                  </a:lnTo>
                  <a:lnTo>
                    <a:pt x="723" y="657"/>
                  </a:lnTo>
                  <a:lnTo>
                    <a:pt x="698" y="654"/>
                  </a:lnTo>
                  <a:close/>
                  <a:moveTo>
                    <a:pt x="345" y="0"/>
                  </a:moveTo>
                  <a:lnTo>
                    <a:pt x="368" y="4"/>
                  </a:lnTo>
                  <a:lnTo>
                    <a:pt x="391" y="12"/>
                  </a:lnTo>
                  <a:lnTo>
                    <a:pt x="412" y="24"/>
                  </a:lnTo>
                  <a:lnTo>
                    <a:pt x="432" y="39"/>
                  </a:lnTo>
                  <a:lnTo>
                    <a:pt x="992" y="596"/>
                  </a:lnTo>
                  <a:lnTo>
                    <a:pt x="1007" y="615"/>
                  </a:lnTo>
                  <a:lnTo>
                    <a:pt x="1019" y="637"/>
                  </a:lnTo>
                  <a:lnTo>
                    <a:pt x="1027" y="659"/>
                  </a:lnTo>
                  <a:lnTo>
                    <a:pt x="1031" y="682"/>
                  </a:lnTo>
                  <a:lnTo>
                    <a:pt x="1031" y="705"/>
                  </a:lnTo>
                  <a:lnTo>
                    <a:pt x="1027" y="729"/>
                  </a:lnTo>
                  <a:lnTo>
                    <a:pt x="1019" y="751"/>
                  </a:lnTo>
                  <a:lnTo>
                    <a:pt x="1007" y="771"/>
                  </a:lnTo>
                  <a:lnTo>
                    <a:pt x="992" y="791"/>
                  </a:lnTo>
                  <a:lnTo>
                    <a:pt x="796" y="985"/>
                  </a:lnTo>
                  <a:lnTo>
                    <a:pt x="776" y="1001"/>
                  </a:lnTo>
                  <a:lnTo>
                    <a:pt x="755" y="1013"/>
                  </a:lnTo>
                  <a:lnTo>
                    <a:pt x="732" y="1021"/>
                  </a:lnTo>
                  <a:lnTo>
                    <a:pt x="709" y="1025"/>
                  </a:lnTo>
                  <a:lnTo>
                    <a:pt x="686" y="1025"/>
                  </a:lnTo>
                  <a:lnTo>
                    <a:pt x="663" y="1021"/>
                  </a:lnTo>
                  <a:lnTo>
                    <a:pt x="640" y="1013"/>
                  </a:lnTo>
                  <a:lnTo>
                    <a:pt x="619" y="1001"/>
                  </a:lnTo>
                  <a:lnTo>
                    <a:pt x="600" y="985"/>
                  </a:lnTo>
                  <a:lnTo>
                    <a:pt x="40" y="429"/>
                  </a:lnTo>
                  <a:lnTo>
                    <a:pt x="24" y="409"/>
                  </a:lnTo>
                  <a:lnTo>
                    <a:pt x="11" y="389"/>
                  </a:lnTo>
                  <a:lnTo>
                    <a:pt x="4" y="367"/>
                  </a:lnTo>
                  <a:lnTo>
                    <a:pt x="0" y="344"/>
                  </a:lnTo>
                  <a:lnTo>
                    <a:pt x="0" y="320"/>
                  </a:lnTo>
                  <a:lnTo>
                    <a:pt x="4" y="297"/>
                  </a:lnTo>
                  <a:lnTo>
                    <a:pt x="11" y="275"/>
                  </a:lnTo>
                  <a:lnTo>
                    <a:pt x="24" y="253"/>
                  </a:lnTo>
                  <a:lnTo>
                    <a:pt x="40" y="234"/>
                  </a:lnTo>
                  <a:lnTo>
                    <a:pt x="236" y="39"/>
                  </a:lnTo>
                  <a:lnTo>
                    <a:pt x="255" y="24"/>
                  </a:lnTo>
                  <a:lnTo>
                    <a:pt x="275" y="12"/>
                  </a:lnTo>
                  <a:lnTo>
                    <a:pt x="298" y="4"/>
                  </a:lnTo>
                  <a:lnTo>
                    <a:pt x="321" y="0"/>
                  </a:lnTo>
                  <a:lnTo>
                    <a:pt x="34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155" name="Group 154">
            <a:extLst>
              <a:ext uri="{FF2B5EF4-FFF2-40B4-BE49-F238E27FC236}">
                <a16:creationId xmlns:a16="http://schemas.microsoft.com/office/drawing/2014/main" id="{9CF676F1-6ABE-4DB1-809F-673CC2DE8B48}"/>
              </a:ext>
            </a:extLst>
          </p:cNvPr>
          <p:cNvGrpSpPr/>
          <p:nvPr/>
        </p:nvGrpSpPr>
        <p:grpSpPr>
          <a:xfrm>
            <a:off x="3434825" y="2971800"/>
            <a:ext cx="416360" cy="419193"/>
            <a:chOff x="7156450" y="2708275"/>
            <a:chExt cx="233363" cy="234950"/>
          </a:xfrm>
          <a:solidFill>
            <a:schemeClr val="bg1"/>
          </a:solidFill>
        </p:grpSpPr>
        <p:sp>
          <p:nvSpPr>
            <p:cNvPr id="156" name="Rectangle 33">
              <a:extLst>
                <a:ext uri="{FF2B5EF4-FFF2-40B4-BE49-F238E27FC236}">
                  <a16:creationId xmlns:a16="http://schemas.microsoft.com/office/drawing/2014/main" id="{2A2516EC-454F-40AA-A2D0-65119A5219F8}"/>
                </a:ext>
              </a:extLst>
            </p:cNvPr>
            <p:cNvSpPr>
              <a:spLocks noChangeArrowheads="1"/>
            </p:cNvSpPr>
            <p:nvPr/>
          </p:nvSpPr>
          <p:spPr bwMode="auto">
            <a:xfrm>
              <a:off x="7156450" y="2803525"/>
              <a:ext cx="41275" cy="12382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57" name="Freeform 34">
              <a:extLst>
                <a:ext uri="{FF2B5EF4-FFF2-40B4-BE49-F238E27FC236}">
                  <a16:creationId xmlns:a16="http://schemas.microsoft.com/office/drawing/2014/main" id="{1EC0BE3B-1860-45D0-B213-542B7B41E279}"/>
                </a:ext>
              </a:extLst>
            </p:cNvPr>
            <p:cNvSpPr>
              <a:spLocks noEditPoints="1"/>
            </p:cNvSpPr>
            <p:nvPr/>
          </p:nvSpPr>
          <p:spPr bwMode="auto">
            <a:xfrm>
              <a:off x="7215188" y="2708275"/>
              <a:ext cx="174625" cy="234950"/>
            </a:xfrm>
            <a:custGeom>
              <a:avLst/>
              <a:gdLst>
                <a:gd name="T0" fmla="*/ 790 w 2315"/>
                <a:gd name="T1" fmla="*/ 1051 h 3103"/>
                <a:gd name="T2" fmla="*/ 645 w 2315"/>
                <a:gd name="T3" fmla="*/ 1093 h 3103"/>
                <a:gd name="T4" fmla="*/ 513 w 2315"/>
                <a:gd name="T5" fmla="*/ 1176 h 3103"/>
                <a:gd name="T6" fmla="*/ 407 w 2315"/>
                <a:gd name="T7" fmla="*/ 1297 h 3103"/>
                <a:gd name="T8" fmla="*/ 338 w 2315"/>
                <a:gd name="T9" fmla="*/ 1438 h 3103"/>
                <a:gd name="T10" fmla="*/ 311 w 2315"/>
                <a:gd name="T11" fmla="*/ 1590 h 3103"/>
                <a:gd name="T12" fmla="*/ 324 w 2315"/>
                <a:gd name="T13" fmla="*/ 1743 h 3103"/>
                <a:gd name="T14" fmla="*/ 378 w 2315"/>
                <a:gd name="T15" fmla="*/ 1890 h 3103"/>
                <a:gd name="T16" fmla="*/ 473 w 2315"/>
                <a:gd name="T17" fmla="*/ 2018 h 3103"/>
                <a:gd name="T18" fmla="*/ 600 w 2315"/>
                <a:gd name="T19" fmla="*/ 2115 h 3103"/>
                <a:gd name="T20" fmla="*/ 741 w 2315"/>
                <a:gd name="T21" fmla="*/ 2170 h 3103"/>
                <a:gd name="T22" fmla="*/ 891 w 2315"/>
                <a:gd name="T23" fmla="*/ 2184 h 3103"/>
                <a:gd name="T24" fmla="*/ 1039 w 2315"/>
                <a:gd name="T25" fmla="*/ 2157 h 3103"/>
                <a:gd name="T26" fmla="*/ 1176 w 2315"/>
                <a:gd name="T27" fmla="*/ 2087 h 3103"/>
                <a:gd name="T28" fmla="*/ 1294 w 2315"/>
                <a:gd name="T29" fmla="*/ 1977 h 3103"/>
                <a:gd name="T30" fmla="*/ 1375 w 2315"/>
                <a:gd name="T31" fmla="*/ 1842 h 3103"/>
                <a:gd name="T32" fmla="*/ 1415 w 2315"/>
                <a:gd name="T33" fmla="*/ 1693 h 3103"/>
                <a:gd name="T34" fmla="*/ 1415 w 2315"/>
                <a:gd name="T35" fmla="*/ 1539 h 3103"/>
                <a:gd name="T36" fmla="*/ 1375 w 2315"/>
                <a:gd name="T37" fmla="*/ 1390 h 3103"/>
                <a:gd name="T38" fmla="*/ 1294 w 2315"/>
                <a:gd name="T39" fmla="*/ 1253 h 3103"/>
                <a:gd name="T40" fmla="*/ 1176 w 2315"/>
                <a:gd name="T41" fmla="*/ 1143 h 3103"/>
                <a:gd name="T42" fmla="*/ 1039 w 2315"/>
                <a:gd name="T43" fmla="*/ 1074 h 3103"/>
                <a:gd name="T44" fmla="*/ 891 w 2315"/>
                <a:gd name="T45" fmla="*/ 1046 h 3103"/>
                <a:gd name="T46" fmla="*/ 1320 w 2315"/>
                <a:gd name="T47" fmla="*/ 1046 h 3103"/>
                <a:gd name="T48" fmla="*/ 1417 w 2315"/>
                <a:gd name="T49" fmla="*/ 1140 h 3103"/>
                <a:gd name="T50" fmla="*/ 1515 w 2315"/>
                <a:gd name="T51" fmla="*/ 1297 h 3103"/>
                <a:gd name="T52" fmla="*/ 1571 w 2315"/>
                <a:gd name="T53" fmla="*/ 1468 h 3103"/>
                <a:gd name="T54" fmla="*/ 1584 w 2315"/>
                <a:gd name="T55" fmla="*/ 1647 h 3103"/>
                <a:gd name="T56" fmla="*/ 1555 w 2315"/>
                <a:gd name="T57" fmla="*/ 1825 h 3103"/>
                <a:gd name="T58" fmla="*/ 1484 w 2315"/>
                <a:gd name="T59" fmla="*/ 1992 h 3103"/>
                <a:gd name="T60" fmla="*/ 1664 w 2315"/>
                <a:gd name="T61" fmla="*/ 2118 h 3103"/>
                <a:gd name="T62" fmla="*/ 2315 w 2315"/>
                <a:gd name="T63" fmla="*/ 2800 h 3103"/>
                <a:gd name="T64" fmla="*/ 2307 w 2315"/>
                <a:gd name="T65" fmla="*/ 2859 h 3103"/>
                <a:gd name="T66" fmla="*/ 2276 w 2315"/>
                <a:gd name="T67" fmla="*/ 2943 h 3103"/>
                <a:gd name="T68" fmla="*/ 2209 w 2315"/>
                <a:gd name="T69" fmla="*/ 3030 h 3103"/>
                <a:gd name="T70" fmla="*/ 2128 w 2315"/>
                <a:gd name="T71" fmla="*/ 3078 h 3103"/>
                <a:gd name="T72" fmla="*/ 2053 w 2315"/>
                <a:gd name="T73" fmla="*/ 3099 h 3103"/>
                <a:gd name="T74" fmla="*/ 2010 w 2315"/>
                <a:gd name="T75" fmla="*/ 3103 h 3103"/>
                <a:gd name="T76" fmla="*/ 1403 w 2315"/>
                <a:gd name="T77" fmla="*/ 2335 h 3103"/>
                <a:gd name="T78" fmla="*/ 774 w 2315"/>
                <a:gd name="T79" fmla="*/ 2903 h 3103"/>
                <a:gd name="T80" fmla="*/ 657 w 2315"/>
                <a:gd name="T81" fmla="*/ 2320 h 3103"/>
                <a:gd name="T82" fmla="*/ 544 w 2315"/>
                <a:gd name="T83" fmla="*/ 2903 h 3103"/>
                <a:gd name="T84" fmla="*/ 545 w 2315"/>
                <a:gd name="T85" fmla="*/ 687 h 3103"/>
                <a:gd name="T86" fmla="*/ 657 w 2315"/>
                <a:gd name="T87" fmla="*/ 911 h 3103"/>
                <a:gd name="T88" fmla="*/ 774 w 2315"/>
                <a:gd name="T89" fmla="*/ 0 h 3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15" h="3103">
                  <a:moveTo>
                    <a:pt x="891" y="1046"/>
                  </a:moveTo>
                  <a:lnTo>
                    <a:pt x="841" y="1046"/>
                  </a:lnTo>
                  <a:lnTo>
                    <a:pt x="790" y="1051"/>
                  </a:lnTo>
                  <a:lnTo>
                    <a:pt x="741" y="1061"/>
                  </a:lnTo>
                  <a:lnTo>
                    <a:pt x="693" y="1074"/>
                  </a:lnTo>
                  <a:lnTo>
                    <a:pt x="645" y="1093"/>
                  </a:lnTo>
                  <a:lnTo>
                    <a:pt x="600" y="1116"/>
                  </a:lnTo>
                  <a:lnTo>
                    <a:pt x="555" y="1143"/>
                  </a:lnTo>
                  <a:lnTo>
                    <a:pt x="513" y="1176"/>
                  </a:lnTo>
                  <a:lnTo>
                    <a:pt x="474" y="1213"/>
                  </a:lnTo>
                  <a:lnTo>
                    <a:pt x="438" y="1253"/>
                  </a:lnTo>
                  <a:lnTo>
                    <a:pt x="407" y="1297"/>
                  </a:lnTo>
                  <a:lnTo>
                    <a:pt x="379" y="1342"/>
                  </a:lnTo>
                  <a:lnTo>
                    <a:pt x="356" y="1390"/>
                  </a:lnTo>
                  <a:lnTo>
                    <a:pt x="338" y="1438"/>
                  </a:lnTo>
                  <a:lnTo>
                    <a:pt x="325" y="1487"/>
                  </a:lnTo>
                  <a:lnTo>
                    <a:pt x="316" y="1539"/>
                  </a:lnTo>
                  <a:lnTo>
                    <a:pt x="311" y="1590"/>
                  </a:lnTo>
                  <a:lnTo>
                    <a:pt x="311" y="1641"/>
                  </a:lnTo>
                  <a:lnTo>
                    <a:pt x="316" y="1693"/>
                  </a:lnTo>
                  <a:lnTo>
                    <a:pt x="324" y="1743"/>
                  </a:lnTo>
                  <a:lnTo>
                    <a:pt x="338" y="1794"/>
                  </a:lnTo>
                  <a:lnTo>
                    <a:pt x="356" y="1842"/>
                  </a:lnTo>
                  <a:lnTo>
                    <a:pt x="378" y="1890"/>
                  </a:lnTo>
                  <a:lnTo>
                    <a:pt x="406" y="1935"/>
                  </a:lnTo>
                  <a:lnTo>
                    <a:pt x="437" y="1977"/>
                  </a:lnTo>
                  <a:lnTo>
                    <a:pt x="473" y="2018"/>
                  </a:lnTo>
                  <a:lnTo>
                    <a:pt x="513" y="2054"/>
                  </a:lnTo>
                  <a:lnTo>
                    <a:pt x="554" y="2087"/>
                  </a:lnTo>
                  <a:lnTo>
                    <a:pt x="600" y="2115"/>
                  </a:lnTo>
                  <a:lnTo>
                    <a:pt x="645" y="2138"/>
                  </a:lnTo>
                  <a:lnTo>
                    <a:pt x="693" y="2157"/>
                  </a:lnTo>
                  <a:lnTo>
                    <a:pt x="741" y="2170"/>
                  </a:lnTo>
                  <a:lnTo>
                    <a:pt x="790" y="2179"/>
                  </a:lnTo>
                  <a:lnTo>
                    <a:pt x="841" y="2184"/>
                  </a:lnTo>
                  <a:lnTo>
                    <a:pt x="891" y="2184"/>
                  </a:lnTo>
                  <a:lnTo>
                    <a:pt x="941" y="2179"/>
                  </a:lnTo>
                  <a:lnTo>
                    <a:pt x="990" y="2170"/>
                  </a:lnTo>
                  <a:lnTo>
                    <a:pt x="1039" y="2157"/>
                  </a:lnTo>
                  <a:lnTo>
                    <a:pt x="1087" y="2138"/>
                  </a:lnTo>
                  <a:lnTo>
                    <a:pt x="1132" y="2115"/>
                  </a:lnTo>
                  <a:lnTo>
                    <a:pt x="1176" y="2087"/>
                  </a:lnTo>
                  <a:lnTo>
                    <a:pt x="1218" y="2054"/>
                  </a:lnTo>
                  <a:lnTo>
                    <a:pt x="1258" y="2018"/>
                  </a:lnTo>
                  <a:lnTo>
                    <a:pt x="1294" y="1977"/>
                  </a:lnTo>
                  <a:lnTo>
                    <a:pt x="1326" y="1934"/>
                  </a:lnTo>
                  <a:lnTo>
                    <a:pt x="1352" y="1888"/>
                  </a:lnTo>
                  <a:lnTo>
                    <a:pt x="1375" y="1842"/>
                  </a:lnTo>
                  <a:lnTo>
                    <a:pt x="1393" y="1793"/>
                  </a:lnTo>
                  <a:lnTo>
                    <a:pt x="1406" y="1743"/>
                  </a:lnTo>
                  <a:lnTo>
                    <a:pt x="1415" y="1693"/>
                  </a:lnTo>
                  <a:lnTo>
                    <a:pt x="1419" y="1641"/>
                  </a:lnTo>
                  <a:lnTo>
                    <a:pt x="1419" y="1590"/>
                  </a:lnTo>
                  <a:lnTo>
                    <a:pt x="1415" y="1539"/>
                  </a:lnTo>
                  <a:lnTo>
                    <a:pt x="1406" y="1487"/>
                  </a:lnTo>
                  <a:lnTo>
                    <a:pt x="1393" y="1438"/>
                  </a:lnTo>
                  <a:lnTo>
                    <a:pt x="1375" y="1390"/>
                  </a:lnTo>
                  <a:lnTo>
                    <a:pt x="1352" y="1342"/>
                  </a:lnTo>
                  <a:lnTo>
                    <a:pt x="1325" y="1297"/>
                  </a:lnTo>
                  <a:lnTo>
                    <a:pt x="1294" y="1253"/>
                  </a:lnTo>
                  <a:lnTo>
                    <a:pt x="1258" y="1213"/>
                  </a:lnTo>
                  <a:lnTo>
                    <a:pt x="1218" y="1176"/>
                  </a:lnTo>
                  <a:lnTo>
                    <a:pt x="1176" y="1143"/>
                  </a:lnTo>
                  <a:lnTo>
                    <a:pt x="1132" y="1115"/>
                  </a:lnTo>
                  <a:lnTo>
                    <a:pt x="1086" y="1093"/>
                  </a:lnTo>
                  <a:lnTo>
                    <a:pt x="1039" y="1074"/>
                  </a:lnTo>
                  <a:lnTo>
                    <a:pt x="990" y="1061"/>
                  </a:lnTo>
                  <a:lnTo>
                    <a:pt x="941" y="1051"/>
                  </a:lnTo>
                  <a:lnTo>
                    <a:pt x="891" y="1046"/>
                  </a:lnTo>
                  <a:close/>
                  <a:moveTo>
                    <a:pt x="774" y="0"/>
                  </a:moveTo>
                  <a:lnTo>
                    <a:pt x="1320" y="0"/>
                  </a:lnTo>
                  <a:lnTo>
                    <a:pt x="1320" y="1046"/>
                  </a:lnTo>
                  <a:lnTo>
                    <a:pt x="1348" y="1069"/>
                  </a:lnTo>
                  <a:lnTo>
                    <a:pt x="1375" y="1094"/>
                  </a:lnTo>
                  <a:lnTo>
                    <a:pt x="1417" y="1140"/>
                  </a:lnTo>
                  <a:lnTo>
                    <a:pt x="1455" y="1191"/>
                  </a:lnTo>
                  <a:lnTo>
                    <a:pt x="1488" y="1242"/>
                  </a:lnTo>
                  <a:lnTo>
                    <a:pt x="1515" y="1297"/>
                  </a:lnTo>
                  <a:lnTo>
                    <a:pt x="1538" y="1352"/>
                  </a:lnTo>
                  <a:lnTo>
                    <a:pt x="1557" y="1410"/>
                  </a:lnTo>
                  <a:lnTo>
                    <a:pt x="1571" y="1468"/>
                  </a:lnTo>
                  <a:lnTo>
                    <a:pt x="1580" y="1528"/>
                  </a:lnTo>
                  <a:lnTo>
                    <a:pt x="1584" y="1587"/>
                  </a:lnTo>
                  <a:lnTo>
                    <a:pt x="1584" y="1647"/>
                  </a:lnTo>
                  <a:lnTo>
                    <a:pt x="1579" y="1707"/>
                  </a:lnTo>
                  <a:lnTo>
                    <a:pt x="1569" y="1766"/>
                  </a:lnTo>
                  <a:lnTo>
                    <a:pt x="1555" y="1825"/>
                  </a:lnTo>
                  <a:lnTo>
                    <a:pt x="1536" y="1881"/>
                  </a:lnTo>
                  <a:lnTo>
                    <a:pt x="1512" y="1937"/>
                  </a:lnTo>
                  <a:lnTo>
                    <a:pt x="1484" y="1992"/>
                  </a:lnTo>
                  <a:lnTo>
                    <a:pt x="1451" y="2043"/>
                  </a:lnTo>
                  <a:lnTo>
                    <a:pt x="1579" y="2171"/>
                  </a:lnTo>
                  <a:lnTo>
                    <a:pt x="1664" y="2118"/>
                  </a:lnTo>
                  <a:lnTo>
                    <a:pt x="2315" y="2786"/>
                  </a:lnTo>
                  <a:lnTo>
                    <a:pt x="2315" y="2791"/>
                  </a:lnTo>
                  <a:lnTo>
                    <a:pt x="2315" y="2800"/>
                  </a:lnTo>
                  <a:lnTo>
                    <a:pt x="2314" y="2815"/>
                  </a:lnTo>
                  <a:lnTo>
                    <a:pt x="2311" y="2835"/>
                  </a:lnTo>
                  <a:lnTo>
                    <a:pt x="2307" y="2859"/>
                  </a:lnTo>
                  <a:lnTo>
                    <a:pt x="2300" y="2884"/>
                  </a:lnTo>
                  <a:lnTo>
                    <a:pt x="2290" y="2913"/>
                  </a:lnTo>
                  <a:lnTo>
                    <a:pt x="2276" y="2943"/>
                  </a:lnTo>
                  <a:lnTo>
                    <a:pt x="2257" y="2974"/>
                  </a:lnTo>
                  <a:lnTo>
                    <a:pt x="2234" y="3005"/>
                  </a:lnTo>
                  <a:lnTo>
                    <a:pt x="2209" y="3030"/>
                  </a:lnTo>
                  <a:lnTo>
                    <a:pt x="2183" y="3050"/>
                  </a:lnTo>
                  <a:lnTo>
                    <a:pt x="2156" y="3066"/>
                  </a:lnTo>
                  <a:lnTo>
                    <a:pt x="2128" y="3078"/>
                  </a:lnTo>
                  <a:lnTo>
                    <a:pt x="2101" y="3087"/>
                  </a:lnTo>
                  <a:lnTo>
                    <a:pt x="2076" y="3095"/>
                  </a:lnTo>
                  <a:lnTo>
                    <a:pt x="2053" y="3099"/>
                  </a:lnTo>
                  <a:lnTo>
                    <a:pt x="2034" y="3102"/>
                  </a:lnTo>
                  <a:lnTo>
                    <a:pt x="2019" y="3103"/>
                  </a:lnTo>
                  <a:lnTo>
                    <a:pt x="2010" y="3103"/>
                  </a:lnTo>
                  <a:lnTo>
                    <a:pt x="2006" y="3103"/>
                  </a:lnTo>
                  <a:lnTo>
                    <a:pt x="1355" y="2435"/>
                  </a:lnTo>
                  <a:lnTo>
                    <a:pt x="1403" y="2335"/>
                  </a:lnTo>
                  <a:lnTo>
                    <a:pt x="1320" y="2252"/>
                  </a:lnTo>
                  <a:lnTo>
                    <a:pt x="1320" y="2903"/>
                  </a:lnTo>
                  <a:lnTo>
                    <a:pt x="774" y="2903"/>
                  </a:lnTo>
                  <a:lnTo>
                    <a:pt x="774" y="2345"/>
                  </a:lnTo>
                  <a:lnTo>
                    <a:pt x="715" y="2336"/>
                  </a:lnTo>
                  <a:lnTo>
                    <a:pt x="657" y="2320"/>
                  </a:lnTo>
                  <a:lnTo>
                    <a:pt x="600" y="2300"/>
                  </a:lnTo>
                  <a:lnTo>
                    <a:pt x="544" y="2274"/>
                  </a:lnTo>
                  <a:lnTo>
                    <a:pt x="544" y="2903"/>
                  </a:lnTo>
                  <a:lnTo>
                    <a:pt x="0" y="2903"/>
                  </a:lnTo>
                  <a:lnTo>
                    <a:pt x="0" y="687"/>
                  </a:lnTo>
                  <a:lnTo>
                    <a:pt x="545" y="687"/>
                  </a:lnTo>
                  <a:lnTo>
                    <a:pt x="545" y="957"/>
                  </a:lnTo>
                  <a:lnTo>
                    <a:pt x="601" y="932"/>
                  </a:lnTo>
                  <a:lnTo>
                    <a:pt x="657" y="911"/>
                  </a:lnTo>
                  <a:lnTo>
                    <a:pt x="715" y="896"/>
                  </a:lnTo>
                  <a:lnTo>
                    <a:pt x="774" y="885"/>
                  </a:lnTo>
                  <a:lnTo>
                    <a:pt x="7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158" name="Group 157">
            <a:extLst>
              <a:ext uri="{FF2B5EF4-FFF2-40B4-BE49-F238E27FC236}">
                <a16:creationId xmlns:a16="http://schemas.microsoft.com/office/drawing/2014/main" id="{8D25E2A3-70C1-4B91-89FE-BB1531618B5F}"/>
              </a:ext>
            </a:extLst>
          </p:cNvPr>
          <p:cNvGrpSpPr/>
          <p:nvPr/>
        </p:nvGrpSpPr>
        <p:grpSpPr>
          <a:xfrm>
            <a:off x="2034111" y="2977633"/>
            <a:ext cx="370972" cy="407527"/>
            <a:chOff x="4776788" y="2243138"/>
            <a:chExt cx="434976" cy="477838"/>
          </a:xfrm>
          <a:solidFill>
            <a:schemeClr val="tx1"/>
          </a:solidFill>
        </p:grpSpPr>
        <p:sp>
          <p:nvSpPr>
            <p:cNvPr id="159" name="Freeform 17">
              <a:extLst>
                <a:ext uri="{FF2B5EF4-FFF2-40B4-BE49-F238E27FC236}">
                  <a16:creationId xmlns:a16="http://schemas.microsoft.com/office/drawing/2014/main" id="{E81FC449-E236-4430-AA04-B4398E1260A5}"/>
                </a:ext>
              </a:extLst>
            </p:cNvPr>
            <p:cNvSpPr>
              <a:spLocks noEditPoints="1"/>
            </p:cNvSpPr>
            <p:nvPr/>
          </p:nvSpPr>
          <p:spPr bwMode="auto">
            <a:xfrm>
              <a:off x="4848226" y="2316163"/>
              <a:ext cx="292100" cy="404813"/>
            </a:xfrm>
            <a:custGeom>
              <a:avLst/>
              <a:gdLst>
                <a:gd name="T0" fmla="*/ 750 w 2029"/>
                <a:gd name="T1" fmla="*/ 299 h 2800"/>
                <a:gd name="T2" fmla="*/ 479 w 2029"/>
                <a:gd name="T3" fmla="*/ 466 h 2800"/>
                <a:gd name="T4" fmla="*/ 304 w 2029"/>
                <a:gd name="T5" fmla="*/ 723 h 2800"/>
                <a:gd name="T6" fmla="*/ 259 w 2029"/>
                <a:gd name="T7" fmla="*/ 1034 h 2800"/>
                <a:gd name="T8" fmla="*/ 314 w 2029"/>
                <a:gd name="T9" fmla="*/ 1283 h 2800"/>
                <a:gd name="T10" fmla="*/ 414 w 2029"/>
                <a:gd name="T11" fmla="*/ 1472 h 2800"/>
                <a:gd name="T12" fmla="*/ 530 w 2029"/>
                <a:gd name="T13" fmla="*/ 1646 h 2800"/>
                <a:gd name="T14" fmla="*/ 603 w 2029"/>
                <a:gd name="T15" fmla="*/ 1843 h 2800"/>
                <a:gd name="T16" fmla="*/ 647 w 2029"/>
                <a:gd name="T17" fmla="*/ 1978 h 2800"/>
                <a:gd name="T18" fmla="*/ 1346 w 2029"/>
                <a:gd name="T19" fmla="*/ 2011 h 2800"/>
                <a:gd name="T20" fmla="*/ 1421 w 2029"/>
                <a:gd name="T21" fmla="*/ 1912 h 2800"/>
                <a:gd name="T22" fmla="*/ 1460 w 2029"/>
                <a:gd name="T23" fmla="*/ 1721 h 2800"/>
                <a:gd name="T24" fmla="*/ 1570 w 2029"/>
                <a:gd name="T25" fmla="*/ 1538 h 2800"/>
                <a:gd name="T26" fmla="*/ 1678 w 2029"/>
                <a:gd name="T27" fmla="*/ 1364 h 2800"/>
                <a:gd name="T28" fmla="*/ 1756 w 2029"/>
                <a:gd name="T29" fmla="*/ 1143 h 2800"/>
                <a:gd name="T30" fmla="*/ 1760 w 2029"/>
                <a:gd name="T31" fmla="*/ 844 h 2800"/>
                <a:gd name="T32" fmla="*/ 1634 w 2029"/>
                <a:gd name="T33" fmla="*/ 559 h 2800"/>
                <a:gd name="T34" fmla="*/ 1397 w 2029"/>
                <a:gd name="T35" fmla="*/ 352 h 2800"/>
                <a:gd name="T36" fmla="*/ 1084 w 2029"/>
                <a:gd name="T37" fmla="*/ 258 h 2800"/>
                <a:gd name="T38" fmla="*/ 1258 w 2029"/>
                <a:gd name="T39" fmla="*/ 29 h 2800"/>
                <a:gd name="T40" fmla="*/ 1613 w 2029"/>
                <a:gd name="T41" fmla="*/ 188 h 2800"/>
                <a:gd name="T42" fmla="*/ 1877 w 2029"/>
                <a:gd name="T43" fmla="*/ 461 h 2800"/>
                <a:gd name="T44" fmla="*/ 2015 w 2029"/>
                <a:gd name="T45" fmla="*/ 815 h 2800"/>
                <a:gd name="T46" fmla="*/ 2013 w 2029"/>
                <a:gd name="T47" fmla="*/ 1166 h 2800"/>
                <a:gd name="T48" fmla="*/ 1934 w 2029"/>
                <a:gd name="T49" fmla="*/ 1424 h 2800"/>
                <a:gd name="T50" fmla="*/ 1825 w 2029"/>
                <a:gd name="T51" fmla="*/ 1617 h 2800"/>
                <a:gd name="T52" fmla="*/ 1714 w 2029"/>
                <a:gd name="T53" fmla="*/ 1785 h 2800"/>
                <a:gd name="T54" fmla="*/ 1677 w 2029"/>
                <a:gd name="T55" fmla="*/ 1934 h 2800"/>
                <a:gd name="T56" fmla="*/ 1572 w 2029"/>
                <a:gd name="T57" fmla="*/ 2150 h 2800"/>
                <a:gd name="T58" fmla="*/ 1487 w 2029"/>
                <a:gd name="T59" fmla="*/ 2294 h 2800"/>
                <a:gd name="T60" fmla="*/ 1480 w 2029"/>
                <a:gd name="T61" fmla="*/ 2429 h 2800"/>
                <a:gd name="T62" fmla="*/ 1476 w 2029"/>
                <a:gd name="T63" fmla="*/ 2492 h 2800"/>
                <a:gd name="T64" fmla="*/ 1446 w 2029"/>
                <a:gd name="T65" fmla="*/ 2575 h 2800"/>
                <a:gd name="T66" fmla="*/ 1340 w 2029"/>
                <a:gd name="T67" fmla="*/ 2666 h 2800"/>
                <a:gd name="T68" fmla="*/ 1184 w 2029"/>
                <a:gd name="T69" fmla="*/ 2779 h 2800"/>
                <a:gd name="T70" fmla="*/ 891 w 2029"/>
                <a:gd name="T71" fmla="*/ 2798 h 2800"/>
                <a:gd name="T72" fmla="*/ 762 w 2029"/>
                <a:gd name="T73" fmla="*/ 2698 h 2800"/>
                <a:gd name="T74" fmla="*/ 607 w 2029"/>
                <a:gd name="T75" fmla="*/ 2606 h 2800"/>
                <a:gd name="T76" fmla="*/ 556 w 2029"/>
                <a:gd name="T77" fmla="*/ 2509 h 2800"/>
                <a:gd name="T78" fmla="*/ 551 w 2029"/>
                <a:gd name="T79" fmla="*/ 2466 h 2800"/>
                <a:gd name="T80" fmla="*/ 545 w 2029"/>
                <a:gd name="T81" fmla="*/ 2350 h 2800"/>
                <a:gd name="T82" fmla="*/ 538 w 2029"/>
                <a:gd name="T83" fmla="*/ 2221 h 2800"/>
                <a:gd name="T84" fmla="*/ 376 w 2029"/>
                <a:gd name="T85" fmla="*/ 2025 h 2800"/>
                <a:gd name="T86" fmla="*/ 340 w 2029"/>
                <a:gd name="T87" fmla="*/ 1839 h 2800"/>
                <a:gd name="T88" fmla="*/ 248 w 2029"/>
                <a:gd name="T89" fmla="*/ 1682 h 2800"/>
                <a:gd name="T90" fmla="*/ 138 w 2029"/>
                <a:gd name="T91" fmla="*/ 1508 h 2800"/>
                <a:gd name="T92" fmla="*/ 41 w 2029"/>
                <a:gd name="T93" fmla="*/ 1278 h 2800"/>
                <a:gd name="T94" fmla="*/ 0 w 2029"/>
                <a:gd name="T95" fmla="*/ 973 h 2800"/>
                <a:gd name="T96" fmla="*/ 80 w 2029"/>
                <a:gd name="T97" fmla="*/ 595 h 2800"/>
                <a:gd name="T98" fmla="*/ 298 w 2029"/>
                <a:gd name="T99" fmla="*/ 286 h 2800"/>
                <a:gd name="T100" fmla="*/ 621 w 2029"/>
                <a:gd name="T101" fmla="*/ 77 h 2800"/>
                <a:gd name="T102" fmla="*/ 1014 w 2029"/>
                <a:gd name="T103" fmla="*/ 0 h 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9" h="2800">
                  <a:moveTo>
                    <a:pt x="1014" y="255"/>
                  </a:moveTo>
                  <a:lnTo>
                    <a:pt x="945" y="258"/>
                  </a:lnTo>
                  <a:lnTo>
                    <a:pt x="878" y="266"/>
                  </a:lnTo>
                  <a:lnTo>
                    <a:pt x="813" y="281"/>
                  </a:lnTo>
                  <a:lnTo>
                    <a:pt x="750" y="299"/>
                  </a:lnTo>
                  <a:lnTo>
                    <a:pt x="690" y="324"/>
                  </a:lnTo>
                  <a:lnTo>
                    <a:pt x="632" y="354"/>
                  </a:lnTo>
                  <a:lnTo>
                    <a:pt x="578" y="387"/>
                  </a:lnTo>
                  <a:lnTo>
                    <a:pt x="527" y="424"/>
                  </a:lnTo>
                  <a:lnTo>
                    <a:pt x="479" y="466"/>
                  </a:lnTo>
                  <a:lnTo>
                    <a:pt x="435" y="511"/>
                  </a:lnTo>
                  <a:lnTo>
                    <a:pt x="396" y="559"/>
                  </a:lnTo>
                  <a:lnTo>
                    <a:pt x="361" y="611"/>
                  </a:lnTo>
                  <a:lnTo>
                    <a:pt x="330" y="666"/>
                  </a:lnTo>
                  <a:lnTo>
                    <a:pt x="304" y="723"/>
                  </a:lnTo>
                  <a:lnTo>
                    <a:pt x="284" y="783"/>
                  </a:lnTo>
                  <a:lnTo>
                    <a:pt x="270" y="844"/>
                  </a:lnTo>
                  <a:lnTo>
                    <a:pt x="260" y="908"/>
                  </a:lnTo>
                  <a:lnTo>
                    <a:pt x="257" y="973"/>
                  </a:lnTo>
                  <a:lnTo>
                    <a:pt x="259" y="1034"/>
                  </a:lnTo>
                  <a:lnTo>
                    <a:pt x="264" y="1090"/>
                  </a:lnTo>
                  <a:lnTo>
                    <a:pt x="273" y="1143"/>
                  </a:lnTo>
                  <a:lnTo>
                    <a:pt x="284" y="1193"/>
                  </a:lnTo>
                  <a:lnTo>
                    <a:pt x="298" y="1240"/>
                  </a:lnTo>
                  <a:lnTo>
                    <a:pt x="314" y="1283"/>
                  </a:lnTo>
                  <a:lnTo>
                    <a:pt x="331" y="1325"/>
                  </a:lnTo>
                  <a:lnTo>
                    <a:pt x="351" y="1364"/>
                  </a:lnTo>
                  <a:lnTo>
                    <a:pt x="371" y="1402"/>
                  </a:lnTo>
                  <a:lnTo>
                    <a:pt x="393" y="1437"/>
                  </a:lnTo>
                  <a:lnTo>
                    <a:pt x="414" y="1472"/>
                  </a:lnTo>
                  <a:lnTo>
                    <a:pt x="437" y="1505"/>
                  </a:lnTo>
                  <a:lnTo>
                    <a:pt x="458" y="1537"/>
                  </a:lnTo>
                  <a:lnTo>
                    <a:pt x="483" y="1573"/>
                  </a:lnTo>
                  <a:lnTo>
                    <a:pt x="507" y="1610"/>
                  </a:lnTo>
                  <a:lnTo>
                    <a:pt x="530" y="1646"/>
                  </a:lnTo>
                  <a:lnTo>
                    <a:pt x="551" y="1683"/>
                  </a:lnTo>
                  <a:lnTo>
                    <a:pt x="569" y="1721"/>
                  </a:lnTo>
                  <a:lnTo>
                    <a:pt x="584" y="1760"/>
                  </a:lnTo>
                  <a:lnTo>
                    <a:pt x="595" y="1800"/>
                  </a:lnTo>
                  <a:lnTo>
                    <a:pt x="603" y="1843"/>
                  </a:lnTo>
                  <a:lnTo>
                    <a:pt x="605" y="1888"/>
                  </a:lnTo>
                  <a:lnTo>
                    <a:pt x="608" y="1912"/>
                  </a:lnTo>
                  <a:lnTo>
                    <a:pt x="617" y="1936"/>
                  </a:lnTo>
                  <a:lnTo>
                    <a:pt x="630" y="1958"/>
                  </a:lnTo>
                  <a:lnTo>
                    <a:pt x="647" y="1978"/>
                  </a:lnTo>
                  <a:lnTo>
                    <a:pt x="665" y="1996"/>
                  </a:lnTo>
                  <a:lnTo>
                    <a:pt x="683" y="2011"/>
                  </a:lnTo>
                  <a:lnTo>
                    <a:pt x="701" y="2025"/>
                  </a:lnTo>
                  <a:lnTo>
                    <a:pt x="1328" y="2025"/>
                  </a:lnTo>
                  <a:lnTo>
                    <a:pt x="1346" y="2011"/>
                  </a:lnTo>
                  <a:lnTo>
                    <a:pt x="1364" y="1996"/>
                  </a:lnTo>
                  <a:lnTo>
                    <a:pt x="1383" y="1978"/>
                  </a:lnTo>
                  <a:lnTo>
                    <a:pt x="1399" y="1958"/>
                  </a:lnTo>
                  <a:lnTo>
                    <a:pt x="1412" y="1936"/>
                  </a:lnTo>
                  <a:lnTo>
                    <a:pt x="1421" y="1912"/>
                  </a:lnTo>
                  <a:lnTo>
                    <a:pt x="1424" y="1888"/>
                  </a:lnTo>
                  <a:lnTo>
                    <a:pt x="1426" y="1843"/>
                  </a:lnTo>
                  <a:lnTo>
                    <a:pt x="1434" y="1800"/>
                  </a:lnTo>
                  <a:lnTo>
                    <a:pt x="1445" y="1760"/>
                  </a:lnTo>
                  <a:lnTo>
                    <a:pt x="1460" y="1721"/>
                  </a:lnTo>
                  <a:lnTo>
                    <a:pt x="1478" y="1684"/>
                  </a:lnTo>
                  <a:lnTo>
                    <a:pt x="1498" y="1646"/>
                  </a:lnTo>
                  <a:lnTo>
                    <a:pt x="1520" y="1610"/>
                  </a:lnTo>
                  <a:lnTo>
                    <a:pt x="1545" y="1574"/>
                  </a:lnTo>
                  <a:lnTo>
                    <a:pt x="1570" y="1538"/>
                  </a:lnTo>
                  <a:lnTo>
                    <a:pt x="1592" y="1506"/>
                  </a:lnTo>
                  <a:lnTo>
                    <a:pt x="1614" y="1473"/>
                  </a:lnTo>
                  <a:lnTo>
                    <a:pt x="1636" y="1438"/>
                  </a:lnTo>
                  <a:lnTo>
                    <a:pt x="1658" y="1402"/>
                  </a:lnTo>
                  <a:lnTo>
                    <a:pt x="1678" y="1364"/>
                  </a:lnTo>
                  <a:lnTo>
                    <a:pt x="1698" y="1325"/>
                  </a:lnTo>
                  <a:lnTo>
                    <a:pt x="1715" y="1283"/>
                  </a:lnTo>
                  <a:lnTo>
                    <a:pt x="1731" y="1240"/>
                  </a:lnTo>
                  <a:lnTo>
                    <a:pt x="1745" y="1193"/>
                  </a:lnTo>
                  <a:lnTo>
                    <a:pt x="1756" y="1143"/>
                  </a:lnTo>
                  <a:lnTo>
                    <a:pt x="1765" y="1090"/>
                  </a:lnTo>
                  <a:lnTo>
                    <a:pt x="1770" y="1034"/>
                  </a:lnTo>
                  <a:lnTo>
                    <a:pt x="1772" y="973"/>
                  </a:lnTo>
                  <a:lnTo>
                    <a:pt x="1769" y="908"/>
                  </a:lnTo>
                  <a:lnTo>
                    <a:pt x="1760" y="844"/>
                  </a:lnTo>
                  <a:lnTo>
                    <a:pt x="1745" y="782"/>
                  </a:lnTo>
                  <a:lnTo>
                    <a:pt x="1725" y="723"/>
                  </a:lnTo>
                  <a:lnTo>
                    <a:pt x="1700" y="666"/>
                  </a:lnTo>
                  <a:lnTo>
                    <a:pt x="1668" y="610"/>
                  </a:lnTo>
                  <a:lnTo>
                    <a:pt x="1634" y="559"/>
                  </a:lnTo>
                  <a:lnTo>
                    <a:pt x="1594" y="511"/>
                  </a:lnTo>
                  <a:lnTo>
                    <a:pt x="1550" y="466"/>
                  </a:lnTo>
                  <a:lnTo>
                    <a:pt x="1503" y="424"/>
                  </a:lnTo>
                  <a:lnTo>
                    <a:pt x="1451" y="386"/>
                  </a:lnTo>
                  <a:lnTo>
                    <a:pt x="1397" y="352"/>
                  </a:lnTo>
                  <a:lnTo>
                    <a:pt x="1339" y="324"/>
                  </a:lnTo>
                  <a:lnTo>
                    <a:pt x="1278" y="299"/>
                  </a:lnTo>
                  <a:lnTo>
                    <a:pt x="1216" y="281"/>
                  </a:lnTo>
                  <a:lnTo>
                    <a:pt x="1151" y="266"/>
                  </a:lnTo>
                  <a:lnTo>
                    <a:pt x="1084" y="258"/>
                  </a:lnTo>
                  <a:lnTo>
                    <a:pt x="1014" y="255"/>
                  </a:lnTo>
                  <a:close/>
                  <a:moveTo>
                    <a:pt x="1014" y="0"/>
                  </a:moveTo>
                  <a:lnTo>
                    <a:pt x="1097" y="3"/>
                  </a:lnTo>
                  <a:lnTo>
                    <a:pt x="1179" y="13"/>
                  </a:lnTo>
                  <a:lnTo>
                    <a:pt x="1258" y="29"/>
                  </a:lnTo>
                  <a:lnTo>
                    <a:pt x="1335" y="50"/>
                  </a:lnTo>
                  <a:lnTo>
                    <a:pt x="1408" y="77"/>
                  </a:lnTo>
                  <a:lnTo>
                    <a:pt x="1480" y="109"/>
                  </a:lnTo>
                  <a:lnTo>
                    <a:pt x="1548" y="147"/>
                  </a:lnTo>
                  <a:lnTo>
                    <a:pt x="1613" y="188"/>
                  </a:lnTo>
                  <a:lnTo>
                    <a:pt x="1673" y="235"/>
                  </a:lnTo>
                  <a:lnTo>
                    <a:pt x="1731" y="286"/>
                  </a:lnTo>
                  <a:lnTo>
                    <a:pt x="1783" y="340"/>
                  </a:lnTo>
                  <a:lnTo>
                    <a:pt x="1833" y="399"/>
                  </a:lnTo>
                  <a:lnTo>
                    <a:pt x="1877" y="461"/>
                  </a:lnTo>
                  <a:lnTo>
                    <a:pt x="1915" y="526"/>
                  </a:lnTo>
                  <a:lnTo>
                    <a:pt x="1949" y="595"/>
                  </a:lnTo>
                  <a:lnTo>
                    <a:pt x="1976" y="667"/>
                  </a:lnTo>
                  <a:lnTo>
                    <a:pt x="1999" y="739"/>
                  </a:lnTo>
                  <a:lnTo>
                    <a:pt x="2015" y="815"/>
                  </a:lnTo>
                  <a:lnTo>
                    <a:pt x="2025" y="893"/>
                  </a:lnTo>
                  <a:lnTo>
                    <a:pt x="2029" y="973"/>
                  </a:lnTo>
                  <a:lnTo>
                    <a:pt x="2026" y="1041"/>
                  </a:lnTo>
                  <a:lnTo>
                    <a:pt x="2021" y="1105"/>
                  </a:lnTo>
                  <a:lnTo>
                    <a:pt x="2013" y="1166"/>
                  </a:lnTo>
                  <a:lnTo>
                    <a:pt x="2001" y="1224"/>
                  </a:lnTo>
                  <a:lnTo>
                    <a:pt x="1988" y="1278"/>
                  </a:lnTo>
                  <a:lnTo>
                    <a:pt x="1972" y="1329"/>
                  </a:lnTo>
                  <a:lnTo>
                    <a:pt x="1953" y="1378"/>
                  </a:lnTo>
                  <a:lnTo>
                    <a:pt x="1934" y="1424"/>
                  </a:lnTo>
                  <a:lnTo>
                    <a:pt x="1913" y="1466"/>
                  </a:lnTo>
                  <a:lnTo>
                    <a:pt x="1892" y="1507"/>
                  </a:lnTo>
                  <a:lnTo>
                    <a:pt x="1869" y="1546"/>
                  </a:lnTo>
                  <a:lnTo>
                    <a:pt x="1847" y="1583"/>
                  </a:lnTo>
                  <a:lnTo>
                    <a:pt x="1825" y="1617"/>
                  </a:lnTo>
                  <a:lnTo>
                    <a:pt x="1803" y="1649"/>
                  </a:lnTo>
                  <a:lnTo>
                    <a:pt x="1781" y="1681"/>
                  </a:lnTo>
                  <a:lnTo>
                    <a:pt x="1756" y="1719"/>
                  </a:lnTo>
                  <a:lnTo>
                    <a:pt x="1733" y="1753"/>
                  </a:lnTo>
                  <a:lnTo>
                    <a:pt x="1714" y="1785"/>
                  </a:lnTo>
                  <a:lnTo>
                    <a:pt x="1700" y="1813"/>
                  </a:lnTo>
                  <a:lnTo>
                    <a:pt x="1689" y="1839"/>
                  </a:lnTo>
                  <a:lnTo>
                    <a:pt x="1682" y="1864"/>
                  </a:lnTo>
                  <a:lnTo>
                    <a:pt x="1680" y="1888"/>
                  </a:lnTo>
                  <a:lnTo>
                    <a:pt x="1677" y="1934"/>
                  </a:lnTo>
                  <a:lnTo>
                    <a:pt x="1667" y="1980"/>
                  </a:lnTo>
                  <a:lnTo>
                    <a:pt x="1652" y="2025"/>
                  </a:lnTo>
                  <a:lnTo>
                    <a:pt x="1630" y="2068"/>
                  </a:lnTo>
                  <a:lnTo>
                    <a:pt x="1604" y="2110"/>
                  </a:lnTo>
                  <a:lnTo>
                    <a:pt x="1572" y="2150"/>
                  </a:lnTo>
                  <a:lnTo>
                    <a:pt x="1534" y="2187"/>
                  </a:lnTo>
                  <a:lnTo>
                    <a:pt x="1491" y="2221"/>
                  </a:lnTo>
                  <a:lnTo>
                    <a:pt x="1490" y="2242"/>
                  </a:lnTo>
                  <a:lnTo>
                    <a:pt x="1489" y="2267"/>
                  </a:lnTo>
                  <a:lnTo>
                    <a:pt x="1487" y="2294"/>
                  </a:lnTo>
                  <a:lnTo>
                    <a:pt x="1486" y="2322"/>
                  </a:lnTo>
                  <a:lnTo>
                    <a:pt x="1484" y="2350"/>
                  </a:lnTo>
                  <a:lnTo>
                    <a:pt x="1483" y="2378"/>
                  </a:lnTo>
                  <a:lnTo>
                    <a:pt x="1481" y="2405"/>
                  </a:lnTo>
                  <a:lnTo>
                    <a:pt x="1480" y="2429"/>
                  </a:lnTo>
                  <a:lnTo>
                    <a:pt x="1479" y="2449"/>
                  </a:lnTo>
                  <a:lnTo>
                    <a:pt x="1478" y="2466"/>
                  </a:lnTo>
                  <a:lnTo>
                    <a:pt x="1478" y="2476"/>
                  </a:lnTo>
                  <a:lnTo>
                    <a:pt x="1476" y="2479"/>
                  </a:lnTo>
                  <a:lnTo>
                    <a:pt x="1476" y="2492"/>
                  </a:lnTo>
                  <a:lnTo>
                    <a:pt x="1474" y="2506"/>
                  </a:lnTo>
                  <a:lnTo>
                    <a:pt x="1470" y="2522"/>
                  </a:lnTo>
                  <a:lnTo>
                    <a:pt x="1465" y="2539"/>
                  </a:lnTo>
                  <a:lnTo>
                    <a:pt x="1457" y="2557"/>
                  </a:lnTo>
                  <a:lnTo>
                    <a:pt x="1446" y="2575"/>
                  </a:lnTo>
                  <a:lnTo>
                    <a:pt x="1432" y="2594"/>
                  </a:lnTo>
                  <a:lnTo>
                    <a:pt x="1416" y="2613"/>
                  </a:lnTo>
                  <a:lnTo>
                    <a:pt x="1395" y="2631"/>
                  </a:lnTo>
                  <a:lnTo>
                    <a:pt x="1370" y="2650"/>
                  </a:lnTo>
                  <a:lnTo>
                    <a:pt x="1340" y="2666"/>
                  </a:lnTo>
                  <a:lnTo>
                    <a:pt x="1307" y="2683"/>
                  </a:lnTo>
                  <a:lnTo>
                    <a:pt x="1267" y="2698"/>
                  </a:lnTo>
                  <a:lnTo>
                    <a:pt x="1244" y="2727"/>
                  </a:lnTo>
                  <a:lnTo>
                    <a:pt x="1216" y="2754"/>
                  </a:lnTo>
                  <a:lnTo>
                    <a:pt x="1184" y="2779"/>
                  </a:lnTo>
                  <a:lnTo>
                    <a:pt x="1162" y="2790"/>
                  </a:lnTo>
                  <a:lnTo>
                    <a:pt x="1138" y="2798"/>
                  </a:lnTo>
                  <a:lnTo>
                    <a:pt x="1113" y="2800"/>
                  </a:lnTo>
                  <a:lnTo>
                    <a:pt x="916" y="2800"/>
                  </a:lnTo>
                  <a:lnTo>
                    <a:pt x="891" y="2798"/>
                  </a:lnTo>
                  <a:lnTo>
                    <a:pt x="867" y="2790"/>
                  </a:lnTo>
                  <a:lnTo>
                    <a:pt x="845" y="2779"/>
                  </a:lnTo>
                  <a:lnTo>
                    <a:pt x="813" y="2754"/>
                  </a:lnTo>
                  <a:lnTo>
                    <a:pt x="785" y="2727"/>
                  </a:lnTo>
                  <a:lnTo>
                    <a:pt x="762" y="2698"/>
                  </a:lnTo>
                  <a:lnTo>
                    <a:pt x="720" y="2681"/>
                  </a:lnTo>
                  <a:lnTo>
                    <a:pt x="684" y="2664"/>
                  </a:lnTo>
                  <a:lnTo>
                    <a:pt x="653" y="2646"/>
                  </a:lnTo>
                  <a:lnTo>
                    <a:pt x="628" y="2626"/>
                  </a:lnTo>
                  <a:lnTo>
                    <a:pt x="607" y="2606"/>
                  </a:lnTo>
                  <a:lnTo>
                    <a:pt x="590" y="2585"/>
                  </a:lnTo>
                  <a:lnTo>
                    <a:pt x="578" y="2566"/>
                  </a:lnTo>
                  <a:lnTo>
                    <a:pt x="567" y="2546"/>
                  </a:lnTo>
                  <a:lnTo>
                    <a:pt x="561" y="2527"/>
                  </a:lnTo>
                  <a:lnTo>
                    <a:pt x="556" y="2509"/>
                  </a:lnTo>
                  <a:lnTo>
                    <a:pt x="554" y="2494"/>
                  </a:lnTo>
                  <a:lnTo>
                    <a:pt x="552" y="2479"/>
                  </a:lnTo>
                  <a:lnTo>
                    <a:pt x="552" y="2479"/>
                  </a:lnTo>
                  <a:lnTo>
                    <a:pt x="552" y="2476"/>
                  </a:lnTo>
                  <a:lnTo>
                    <a:pt x="551" y="2466"/>
                  </a:lnTo>
                  <a:lnTo>
                    <a:pt x="550" y="2449"/>
                  </a:lnTo>
                  <a:lnTo>
                    <a:pt x="549" y="2429"/>
                  </a:lnTo>
                  <a:lnTo>
                    <a:pt x="548" y="2405"/>
                  </a:lnTo>
                  <a:lnTo>
                    <a:pt x="546" y="2378"/>
                  </a:lnTo>
                  <a:lnTo>
                    <a:pt x="545" y="2350"/>
                  </a:lnTo>
                  <a:lnTo>
                    <a:pt x="543" y="2322"/>
                  </a:lnTo>
                  <a:lnTo>
                    <a:pt x="542" y="2294"/>
                  </a:lnTo>
                  <a:lnTo>
                    <a:pt x="540" y="2267"/>
                  </a:lnTo>
                  <a:lnTo>
                    <a:pt x="539" y="2242"/>
                  </a:lnTo>
                  <a:lnTo>
                    <a:pt x="538" y="2221"/>
                  </a:lnTo>
                  <a:lnTo>
                    <a:pt x="495" y="2187"/>
                  </a:lnTo>
                  <a:lnTo>
                    <a:pt x="457" y="2150"/>
                  </a:lnTo>
                  <a:lnTo>
                    <a:pt x="425" y="2110"/>
                  </a:lnTo>
                  <a:lnTo>
                    <a:pt x="398" y="2068"/>
                  </a:lnTo>
                  <a:lnTo>
                    <a:pt x="376" y="2025"/>
                  </a:lnTo>
                  <a:lnTo>
                    <a:pt x="362" y="1980"/>
                  </a:lnTo>
                  <a:lnTo>
                    <a:pt x="352" y="1934"/>
                  </a:lnTo>
                  <a:lnTo>
                    <a:pt x="349" y="1888"/>
                  </a:lnTo>
                  <a:lnTo>
                    <a:pt x="347" y="1864"/>
                  </a:lnTo>
                  <a:lnTo>
                    <a:pt x="340" y="1839"/>
                  </a:lnTo>
                  <a:lnTo>
                    <a:pt x="329" y="1813"/>
                  </a:lnTo>
                  <a:lnTo>
                    <a:pt x="315" y="1785"/>
                  </a:lnTo>
                  <a:lnTo>
                    <a:pt x="296" y="1753"/>
                  </a:lnTo>
                  <a:lnTo>
                    <a:pt x="274" y="1719"/>
                  </a:lnTo>
                  <a:lnTo>
                    <a:pt x="248" y="1682"/>
                  </a:lnTo>
                  <a:lnTo>
                    <a:pt x="227" y="1650"/>
                  </a:lnTo>
                  <a:lnTo>
                    <a:pt x="205" y="1617"/>
                  </a:lnTo>
                  <a:lnTo>
                    <a:pt x="182" y="1583"/>
                  </a:lnTo>
                  <a:lnTo>
                    <a:pt x="160" y="1546"/>
                  </a:lnTo>
                  <a:lnTo>
                    <a:pt x="138" y="1508"/>
                  </a:lnTo>
                  <a:lnTo>
                    <a:pt x="116" y="1466"/>
                  </a:lnTo>
                  <a:lnTo>
                    <a:pt x="95" y="1424"/>
                  </a:lnTo>
                  <a:lnTo>
                    <a:pt x="76" y="1378"/>
                  </a:lnTo>
                  <a:lnTo>
                    <a:pt x="57" y="1329"/>
                  </a:lnTo>
                  <a:lnTo>
                    <a:pt x="41" y="1278"/>
                  </a:lnTo>
                  <a:lnTo>
                    <a:pt x="28" y="1224"/>
                  </a:lnTo>
                  <a:lnTo>
                    <a:pt x="16" y="1166"/>
                  </a:lnTo>
                  <a:lnTo>
                    <a:pt x="8" y="1105"/>
                  </a:lnTo>
                  <a:lnTo>
                    <a:pt x="2" y="1041"/>
                  </a:lnTo>
                  <a:lnTo>
                    <a:pt x="0" y="973"/>
                  </a:lnTo>
                  <a:lnTo>
                    <a:pt x="4" y="893"/>
                  </a:lnTo>
                  <a:lnTo>
                    <a:pt x="14" y="815"/>
                  </a:lnTo>
                  <a:lnTo>
                    <a:pt x="30" y="739"/>
                  </a:lnTo>
                  <a:lnTo>
                    <a:pt x="53" y="667"/>
                  </a:lnTo>
                  <a:lnTo>
                    <a:pt x="80" y="595"/>
                  </a:lnTo>
                  <a:lnTo>
                    <a:pt x="114" y="526"/>
                  </a:lnTo>
                  <a:lnTo>
                    <a:pt x="152" y="461"/>
                  </a:lnTo>
                  <a:lnTo>
                    <a:pt x="196" y="399"/>
                  </a:lnTo>
                  <a:lnTo>
                    <a:pt x="246" y="340"/>
                  </a:lnTo>
                  <a:lnTo>
                    <a:pt x="298" y="286"/>
                  </a:lnTo>
                  <a:lnTo>
                    <a:pt x="356" y="235"/>
                  </a:lnTo>
                  <a:lnTo>
                    <a:pt x="416" y="188"/>
                  </a:lnTo>
                  <a:lnTo>
                    <a:pt x="481" y="147"/>
                  </a:lnTo>
                  <a:lnTo>
                    <a:pt x="549" y="109"/>
                  </a:lnTo>
                  <a:lnTo>
                    <a:pt x="621" y="77"/>
                  </a:lnTo>
                  <a:lnTo>
                    <a:pt x="695" y="50"/>
                  </a:lnTo>
                  <a:lnTo>
                    <a:pt x="771" y="29"/>
                  </a:lnTo>
                  <a:lnTo>
                    <a:pt x="850" y="13"/>
                  </a:lnTo>
                  <a:lnTo>
                    <a:pt x="932" y="3"/>
                  </a:lnTo>
                  <a:lnTo>
                    <a:pt x="10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60" name="Freeform 18">
              <a:extLst>
                <a:ext uri="{FF2B5EF4-FFF2-40B4-BE49-F238E27FC236}">
                  <a16:creationId xmlns:a16="http://schemas.microsoft.com/office/drawing/2014/main" id="{9EE9EC33-F586-44AB-B1A6-8D41D18AC365}"/>
                </a:ext>
              </a:extLst>
            </p:cNvPr>
            <p:cNvSpPr>
              <a:spLocks/>
            </p:cNvSpPr>
            <p:nvPr/>
          </p:nvSpPr>
          <p:spPr bwMode="auto">
            <a:xfrm>
              <a:off x="4984751" y="2243138"/>
              <a:ext cx="19050" cy="46038"/>
            </a:xfrm>
            <a:custGeom>
              <a:avLst/>
              <a:gdLst>
                <a:gd name="T0" fmla="*/ 63 w 127"/>
                <a:gd name="T1" fmla="*/ 0 h 318"/>
                <a:gd name="T2" fmla="*/ 63 w 127"/>
                <a:gd name="T3" fmla="*/ 0 h 318"/>
                <a:gd name="T4" fmla="*/ 80 w 127"/>
                <a:gd name="T5" fmla="*/ 2 h 318"/>
                <a:gd name="T6" fmla="*/ 96 w 127"/>
                <a:gd name="T7" fmla="*/ 9 h 318"/>
                <a:gd name="T8" fmla="*/ 109 w 127"/>
                <a:gd name="T9" fmla="*/ 19 h 318"/>
                <a:gd name="T10" fmla="*/ 119 w 127"/>
                <a:gd name="T11" fmla="*/ 32 h 318"/>
                <a:gd name="T12" fmla="*/ 125 w 127"/>
                <a:gd name="T13" fmla="*/ 47 h 318"/>
                <a:gd name="T14" fmla="*/ 127 w 127"/>
                <a:gd name="T15" fmla="*/ 64 h 318"/>
                <a:gd name="T16" fmla="*/ 127 w 127"/>
                <a:gd name="T17" fmla="*/ 254 h 318"/>
                <a:gd name="T18" fmla="*/ 125 w 127"/>
                <a:gd name="T19" fmla="*/ 272 h 318"/>
                <a:gd name="T20" fmla="*/ 119 w 127"/>
                <a:gd name="T21" fmla="*/ 286 h 318"/>
                <a:gd name="T22" fmla="*/ 109 w 127"/>
                <a:gd name="T23" fmla="*/ 300 h 318"/>
                <a:gd name="T24" fmla="*/ 96 w 127"/>
                <a:gd name="T25" fmla="*/ 309 h 318"/>
                <a:gd name="T26" fmla="*/ 80 w 127"/>
                <a:gd name="T27" fmla="*/ 315 h 318"/>
                <a:gd name="T28" fmla="*/ 63 w 127"/>
                <a:gd name="T29" fmla="*/ 318 h 318"/>
                <a:gd name="T30" fmla="*/ 47 w 127"/>
                <a:gd name="T31" fmla="*/ 315 h 318"/>
                <a:gd name="T32" fmla="*/ 31 w 127"/>
                <a:gd name="T33" fmla="*/ 309 h 318"/>
                <a:gd name="T34" fmla="*/ 18 w 127"/>
                <a:gd name="T35" fmla="*/ 300 h 318"/>
                <a:gd name="T36" fmla="*/ 8 w 127"/>
                <a:gd name="T37" fmla="*/ 286 h 318"/>
                <a:gd name="T38" fmla="*/ 2 w 127"/>
                <a:gd name="T39" fmla="*/ 272 h 318"/>
                <a:gd name="T40" fmla="*/ 0 w 127"/>
                <a:gd name="T41" fmla="*/ 254 h 318"/>
                <a:gd name="T42" fmla="*/ 0 w 127"/>
                <a:gd name="T43" fmla="*/ 64 h 318"/>
                <a:gd name="T44" fmla="*/ 2 w 127"/>
                <a:gd name="T45" fmla="*/ 47 h 318"/>
                <a:gd name="T46" fmla="*/ 8 w 127"/>
                <a:gd name="T47" fmla="*/ 32 h 318"/>
                <a:gd name="T48" fmla="*/ 18 w 127"/>
                <a:gd name="T49" fmla="*/ 19 h 318"/>
                <a:gd name="T50" fmla="*/ 31 w 127"/>
                <a:gd name="T51" fmla="*/ 9 h 318"/>
                <a:gd name="T52" fmla="*/ 47 w 127"/>
                <a:gd name="T53" fmla="*/ 2 h 318"/>
                <a:gd name="T54" fmla="*/ 63 w 127"/>
                <a:gd name="T5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7" h="318">
                  <a:moveTo>
                    <a:pt x="63" y="0"/>
                  </a:moveTo>
                  <a:lnTo>
                    <a:pt x="63" y="0"/>
                  </a:lnTo>
                  <a:lnTo>
                    <a:pt x="80" y="2"/>
                  </a:lnTo>
                  <a:lnTo>
                    <a:pt x="96" y="9"/>
                  </a:lnTo>
                  <a:lnTo>
                    <a:pt x="109" y="19"/>
                  </a:lnTo>
                  <a:lnTo>
                    <a:pt x="119" y="32"/>
                  </a:lnTo>
                  <a:lnTo>
                    <a:pt x="125" y="47"/>
                  </a:lnTo>
                  <a:lnTo>
                    <a:pt x="127" y="64"/>
                  </a:lnTo>
                  <a:lnTo>
                    <a:pt x="127" y="254"/>
                  </a:lnTo>
                  <a:lnTo>
                    <a:pt x="125" y="272"/>
                  </a:lnTo>
                  <a:lnTo>
                    <a:pt x="119" y="286"/>
                  </a:lnTo>
                  <a:lnTo>
                    <a:pt x="109" y="300"/>
                  </a:lnTo>
                  <a:lnTo>
                    <a:pt x="96" y="309"/>
                  </a:lnTo>
                  <a:lnTo>
                    <a:pt x="80" y="315"/>
                  </a:lnTo>
                  <a:lnTo>
                    <a:pt x="63" y="318"/>
                  </a:lnTo>
                  <a:lnTo>
                    <a:pt x="47" y="315"/>
                  </a:lnTo>
                  <a:lnTo>
                    <a:pt x="31" y="309"/>
                  </a:lnTo>
                  <a:lnTo>
                    <a:pt x="18" y="300"/>
                  </a:lnTo>
                  <a:lnTo>
                    <a:pt x="8" y="286"/>
                  </a:lnTo>
                  <a:lnTo>
                    <a:pt x="2" y="272"/>
                  </a:lnTo>
                  <a:lnTo>
                    <a:pt x="0" y="254"/>
                  </a:lnTo>
                  <a:lnTo>
                    <a:pt x="0" y="64"/>
                  </a:lnTo>
                  <a:lnTo>
                    <a:pt x="2" y="47"/>
                  </a:lnTo>
                  <a:lnTo>
                    <a:pt x="8" y="32"/>
                  </a:lnTo>
                  <a:lnTo>
                    <a:pt x="18" y="19"/>
                  </a:lnTo>
                  <a:lnTo>
                    <a:pt x="31" y="9"/>
                  </a:lnTo>
                  <a:lnTo>
                    <a:pt x="47" y="2"/>
                  </a:lnTo>
                  <a:lnTo>
                    <a:pt x="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61" name="Freeform 19">
              <a:extLst>
                <a:ext uri="{FF2B5EF4-FFF2-40B4-BE49-F238E27FC236}">
                  <a16:creationId xmlns:a16="http://schemas.microsoft.com/office/drawing/2014/main" id="{73FAE222-1992-439E-8E15-E68475E68E9B}"/>
                </a:ext>
              </a:extLst>
            </p:cNvPr>
            <p:cNvSpPr>
              <a:spLocks/>
            </p:cNvSpPr>
            <p:nvPr/>
          </p:nvSpPr>
          <p:spPr bwMode="auto">
            <a:xfrm>
              <a:off x="4881563" y="2271713"/>
              <a:ext cx="31750" cy="41275"/>
            </a:xfrm>
            <a:custGeom>
              <a:avLst/>
              <a:gdLst>
                <a:gd name="T0" fmla="*/ 64 w 224"/>
                <a:gd name="T1" fmla="*/ 0 h 293"/>
                <a:gd name="T2" fmla="*/ 80 w 224"/>
                <a:gd name="T3" fmla="*/ 2 h 293"/>
                <a:gd name="T4" fmla="*/ 95 w 224"/>
                <a:gd name="T5" fmla="*/ 8 h 293"/>
                <a:gd name="T6" fmla="*/ 109 w 224"/>
                <a:gd name="T7" fmla="*/ 18 h 293"/>
                <a:gd name="T8" fmla="*/ 119 w 224"/>
                <a:gd name="T9" fmla="*/ 32 h 293"/>
                <a:gd name="T10" fmla="*/ 216 w 224"/>
                <a:gd name="T11" fmla="*/ 197 h 293"/>
                <a:gd name="T12" fmla="*/ 222 w 224"/>
                <a:gd name="T13" fmla="*/ 213 h 293"/>
                <a:gd name="T14" fmla="*/ 224 w 224"/>
                <a:gd name="T15" fmla="*/ 230 h 293"/>
                <a:gd name="T16" fmla="*/ 222 w 224"/>
                <a:gd name="T17" fmla="*/ 245 h 293"/>
                <a:gd name="T18" fmla="*/ 216 w 224"/>
                <a:gd name="T19" fmla="*/ 261 h 293"/>
                <a:gd name="T20" fmla="*/ 206 w 224"/>
                <a:gd name="T21" fmla="*/ 274 h 293"/>
                <a:gd name="T22" fmla="*/ 193 w 224"/>
                <a:gd name="T23" fmla="*/ 285 h 293"/>
                <a:gd name="T24" fmla="*/ 177 w 224"/>
                <a:gd name="T25" fmla="*/ 291 h 293"/>
                <a:gd name="T26" fmla="*/ 160 w 224"/>
                <a:gd name="T27" fmla="*/ 293 h 293"/>
                <a:gd name="T28" fmla="*/ 143 w 224"/>
                <a:gd name="T29" fmla="*/ 291 h 293"/>
                <a:gd name="T30" fmla="*/ 129 w 224"/>
                <a:gd name="T31" fmla="*/ 285 h 293"/>
                <a:gd name="T32" fmla="*/ 115 w 224"/>
                <a:gd name="T33" fmla="*/ 274 h 293"/>
                <a:gd name="T34" fmla="*/ 105 w 224"/>
                <a:gd name="T35" fmla="*/ 261 h 293"/>
                <a:gd name="T36" fmla="*/ 8 w 224"/>
                <a:gd name="T37" fmla="*/ 95 h 293"/>
                <a:gd name="T38" fmla="*/ 2 w 224"/>
                <a:gd name="T39" fmla="*/ 80 h 293"/>
                <a:gd name="T40" fmla="*/ 0 w 224"/>
                <a:gd name="T41" fmla="*/ 63 h 293"/>
                <a:gd name="T42" fmla="*/ 2 w 224"/>
                <a:gd name="T43" fmla="*/ 48 h 293"/>
                <a:gd name="T44" fmla="*/ 8 w 224"/>
                <a:gd name="T45" fmla="*/ 32 h 293"/>
                <a:gd name="T46" fmla="*/ 19 w 224"/>
                <a:gd name="T47" fmla="*/ 19 h 293"/>
                <a:gd name="T48" fmla="*/ 31 w 224"/>
                <a:gd name="T49" fmla="*/ 9 h 293"/>
                <a:gd name="T50" fmla="*/ 48 w 224"/>
                <a:gd name="T51" fmla="*/ 2 h 293"/>
                <a:gd name="T52" fmla="*/ 64 w 224"/>
                <a:gd name="T5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3">
                  <a:moveTo>
                    <a:pt x="64" y="0"/>
                  </a:moveTo>
                  <a:lnTo>
                    <a:pt x="80" y="2"/>
                  </a:lnTo>
                  <a:lnTo>
                    <a:pt x="95" y="8"/>
                  </a:lnTo>
                  <a:lnTo>
                    <a:pt x="109" y="18"/>
                  </a:lnTo>
                  <a:lnTo>
                    <a:pt x="119" y="32"/>
                  </a:lnTo>
                  <a:lnTo>
                    <a:pt x="216" y="197"/>
                  </a:lnTo>
                  <a:lnTo>
                    <a:pt x="222" y="213"/>
                  </a:lnTo>
                  <a:lnTo>
                    <a:pt x="224" y="230"/>
                  </a:lnTo>
                  <a:lnTo>
                    <a:pt x="222" y="245"/>
                  </a:lnTo>
                  <a:lnTo>
                    <a:pt x="216" y="261"/>
                  </a:lnTo>
                  <a:lnTo>
                    <a:pt x="206" y="274"/>
                  </a:lnTo>
                  <a:lnTo>
                    <a:pt x="193" y="285"/>
                  </a:lnTo>
                  <a:lnTo>
                    <a:pt x="177" y="291"/>
                  </a:lnTo>
                  <a:lnTo>
                    <a:pt x="160" y="293"/>
                  </a:lnTo>
                  <a:lnTo>
                    <a:pt x="143" y="291"/>
                  </a:lnTo>
                  <a:lnTo>
                    <a:pt x="129" y="285"/>
                  </a:lnTo>
                  <a:lnTo>
                    <a:pt x="115" y="274"/>
                  </a:lnTo>
                  <a:lnTo>
                    <a:pt x="105" y="261"/>
                  </a:lnTo>
                  <a:lnTo>
                    <a:pt x="8" y="95"/>
                  </a:lnTo>
                  <a:lnTo>
                    <a:pt x="2" y="80"/>
                  </a:lnTo>
                  <a:lnTo>
                    <a:pt x="0" y="63"/>
                  </a:lnTo>
                  <a:lnTo>
                    <a:pt x="2" y="48"/>
                  </a:lnTo>
                  <a:lnTo>
                    <a:pt x="8" y="32"/>
                  </a:lnTo>
                  <a:lnTo>
                    <a:pt x="19" y="19"/>
                  </a:lnTo>
                  <a:lnTo>
                    <a:pt x="31" y="9"/>
                  </a:lnTo>
                  <a:lnTo>
                    <a:pt x="48"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62" name="Freeform 20">
              <a:extLst>
                <a:ext uri="{FF2B5EF4-FFF2-40B4-BE49-F238E27FC236}">
                  <a16:creationId xmlns:a16="http://schemas.microsoft.com/office/drawing/2014/main" id="{6544F75A-1C91-4CF7-8937-E74F213ACC44}"/>
                </a:ext>
              </a:extLst>
            </p:cNvPr>
            <p:cNvSpPr>
              <a:spLocks/>
            </p:cNvSpPr>
            <p:nvPr/>
          </p:nvSpPr>
          <p:spPr bwMode="auto">
            <a:xfrm>
              <a:off x="4805363" y="2346325"/>
              <a:ext cx="41275" cy="33338"/>
            </a:xfrm>
            <a:custGeom>
              <a:avLst/>
              <a:gdLst>
                <a:gd name="T0" fmla="*/ 64 w 294"/>
                <a:gd name="T1" fmla="*/ 0 h 222"/>
                <a:gd name="T2" fmla="*/ 79 w 294"/>
                <a:gd name="T3" fmla="*/ 2 h 222"/>
                <a:gd name="T4" fmla="*/ 96 w 294"/>
                <a:gd name="T5" fmla="*/ 8 h 222"/>
                <a:gd name="T6" fmla="*/ 263 w 294"/>
                <a:gd name="T7" fmla="*/ 103 h 222"/>
                <a:gd name="T8" fmla="*/ 276 w 294"/>
                <a:gd name="T9" fmla="*/ 114 h 222"/>
                <a:gd name="T10" fmla="*/ 286 w 294"/>
                <a:gd name="T11" fmla="*/ 127 h 222"/>
                <a:gd name="T12" fmla="*/ 292 w 294"/>
                <a:gd name="T13" fmla="*/ 142 h 222"/>
                <a:gd name="T14" fmla="*/ 294 w 294"/>
                <a:gd name="T15" fmla="*/ 158 h 222"/>
                <a:gd name="T16" fmla="*/ 292 w 294"/>
                <a:gd name="T17" fmla="*/ 175 h 222"/>
                <a:gd name="T18" fmla="*/ 286 w 294"/>
                <a:gd name="T19" fmla="*/ 190 h 222"/>
                <a:gd name="T20" fmla="*/ 275 w 294"/>
                <a:gd name="T21" fmla="*/ 204 h 222"/>
                <a:gd name="T22" fmla="*/ 262 w 294"/>
                <a:gd name="T23" fmla="*/ 214 h 222"/>
                <a:gd name="T24" fmla="*/ 246 w 294"/>
                <a:gd name="T25" fmla="*/ 220 h 222"/>
                <a:gd name="T26" fmla="*/ 230 w 294"/>
                <a:gd name="T27" fmla="*/ 222 h 222"/>
                <a:gd name="T28" fmla="*/ 213 w 294"/>
                <a:gd name="T29" fmla="*/ 220 h 222"/>
                <a:gd name="T30" fmla="*/ 198 w 294"/>
                <a:gd name="T31" fmla="*/ 213 h 222"/>
                <a:gd name="T32" fmla="*/ 31 w 294"/>
                <a:gd name="T33" fmla="*/ 118 h 222"/>
                <a:gd name="T34" fmla="*/ 18 w 294"/>
                <a:gd name="T35" fmla="*/ 108 h 222"/>
                <a:gd name="T36" fmla="*/ 8 w 294"/>
                <a:gd name="T37" fmla="*/ 95 h 222"/>
                <a:gd name="T38" fmla="*/ 2 w 294"/>
                <a:gd name="T39" fmla="*/ 80 h 222"/>
                <a:gd name="T40" fmla="*/ 0 w 294"/>
                <a:gd name="T41" fmla="*/ 63 h 222"/>
                <a:gd name="T42" fmla="*/ 2 w 294"/>
                <a:gd name="T43" fmla="*/ 47 h 222"/>
                <a:gd name="T44" fmla="*/ 8 w 294"/>
                <a:gd name="T45" fmla="*/ 31 h 222"/>
                <a:gd name="T46" fmla="*/ 19 w 294"/>
                <a:gd name="T47" fmla="*/ 18 h 222"/>
                <a:gd name="T48" fmla="*/ 32 w 294"/>
                <a:gd name="T49" fmla="*/ 8 h 222"/>
                <a:gd name="T50" fmla="*/ 47 w 294"/>
                <a:gd name="T51" fmla="*/ 2 h 222"/>
                <a:gd name="T52" fmla="*/ 64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64" y="0"/>
                  </a:moveTo>
                  <a:lnTo>
                    <a:pt x="79" y="2"/>
                  </a:lnTo>
                  <a:lnTo>
                    <a:pt x="96" y="8"/>
                  </a:lnTo>
                  <a:lnTo>
                    <a:pt x="263" y="103"/>
                  </a:lnTo>
                  <a:lnTo>
                    <a:pt x="276" y="114"/>
                  </a:lnTo>
                  <a:lnTo>
                    <a:pt x="286" y="127"/>
                  </a:lnTo>
                  <a:lnTo>
                    <a:pt x="292" y="142"/>
                  </a:lnTo>
                  <a:lnTo>
                    <a:pt x="294" y="158"/>
                  </a:lnTo>
                  <a:lnTo>
                    <a:pt x="292" y="175"/>
                  </a:lnTo>
                  <a:lnTo>
                    <a:pt x="286" y="190"/>
                  </a:lnTo>
                  <a:lnTo>
                    <a:pt x="275" y="204"/>
                  </a:lnTo>
                  <a:lnTo>
                    <a:pt x="262" y="214"/>
                  </a:lnTo>
                  <a:lnTo>
                    <a:pt x="246" y="220"/>
                  </a:lnTo>
                  <a:lnTo>
                    <a:pt x="230" y="222"/>
                  </a:lnTo>
                  <a:lnTo>
                    <a:pt x="213" y="220"/>
                  </a:lnTo>
                  <a:lnTo>
                    <a:pt x="198" y="213"/>
                  </a:lnTo>
                  <a:lnTo>
                    <a:pt x="31" y="118"/>
                  </a:lnTo>
                  <a:lnTo>
                    <a:pt x="18" y="108"/>
                  </a:lnTo>
                  <a:lnTo>
                    <a:pt x="8" y="95"/>
                  </a:lnTo>
                  <a:lnTo>
                    <a:pt x="2" y="80"/>
                  </a:lnTo>
                  <a:lnTo>
                    <a:pt x="0" y="63"/>
                  </a:lnTo>
                  <a:lnTo>
                    <a:pt x="2" y="47"/>
                  </a:lnTo>
                  <a:lnTo>
                    <a:pt x="8" y="31"/>
                  </a:lnTo>
                  <a:lnTo>
                    <a:pt x="19" y="18"/>
                  </a:lnTo>
                  <a:lnTo>
                    <a:pt x="32" y="8"/>
                  </a:lnTo>
                  <a:lnTo>
                    <a:pt x="47"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63" name="Freeform 21">
              <a:extLst>
                <a:ext uri="{FF2B5EF4-FFF2-40B4-BE49-F238E27FC236}">
                  <a16:creationId xmlns:a16="http://schemas.microsoft.com/office/drawing/2014/main" id="{77A03DA8-61BF-43AD-A9CB-E15F711CF658}"/>
                </a:ext>
              </a:extLst>
            </p:cNvPr>
            <p:cNvSpPr>
              <a:spLocks/>
            </p:cNvSpPr>
            <p:nvPr/>
          </p:nvSpPr>
          <p:spPr bwMode="auto">
            <a:xfrm>
              <a:off x="4776788" y="2449513"/>
              <a:ext cx="46038" cy="19050"/>
            </a:xfrm>
            <a:custGeom>
              <a:avLst/>
              <a:gdLst>
                <a:gd name="T0" fmla="*/ 64 w 321"/>
                <a:gd name="T1" fmla="*/ 0 h 128"/>
                <a:gd name="T2" fmla="*/ 257 w 321"/>
                <a:gd name="T3" fmla="*/ 0 h 128"/>
                <a:gd name="T4" fmla="*/ 273 w 321"/>
                <a:gd name="T5" fmla="*/ 4 h 128"/>
                <a:gd name="T6" fmla="*/ 289 w 321"/>
                <a:gd name="T7" fmla="*/ 10 h 128"/>
                <a:gd name="T8" fmla="*/ 302 w 321"/>
                <a:gd name="T9" fmla="*/ 19 h 128"/>
                <a:gd name="T10" fmla="*/ 312 w 321"/>
                <a:gd name="T11" fmla="*/ 33 h 128"/>
                <a:gd name="T12" fmla="*/ 318 w 321"/>
                <a:gd name="T13" fmla="*/ 47 h 128"/>
                <a:gd name="T14" fmla="*/ 321 w 321"/>
                <a:gd name="T15" fmla="*/ 65 h 128"/>
                <a:gd name="T16" fmla="*/ 318 w 321"/>
                <a:gd name="T17" fmla="*/ 82 h 128"/>
                <a:gd name="T18" fmla="*/ 312 w 321"/>
                <a:gd name="T19" fmla="*/ 96 h 128"/>
                <a:gd name="T20" fmla="*/ 302 w 321"/>
                <a:gd name="T21" fmla="*/ 110 h 128"/>
                <a:gd name="T22" fmla="*/ 289 w 321"/>
                <a:gd name="T23" fmla="*/ 119 h 128"/>
                <a:gd name="T24" fmla="*/ 273 w 321"/>
                <a:gd name="T25" fmla="*/ 126 h 128"/>
                <a:gd name="T26" fmla="*/ 257 w 321"/>
                <a:gd name="T27" fmla="*/ 128 h 128"/>
                <a:gd name="T28" fmla="*/ 64 w 321"/>
                <a:gd name="T29" fmla="*/ 128 h 128"/>
                <a:gd name="T30" fmla="*/ 47 w 321"/>
                <a:gd name="T31" fmla="*/ 126 h 128"/>
                <a:gd name="T32" fmla="*/ 32 w 321"/>
                <a:gd name="T33" fmla="*/ 119 h 128"/>
                <a:gd name="T34" fmla="*/ 19 w 321"/>
                <a:gd name="T35" fmla="*/ 110 h 128"/>
                <a:gd name="T36" fmla="*/ 9 w 321"/>
                <a:gd name="T37" fmla="*/ 96 h 128"/>
                <a:gd name="T38" fmla="*/ 2 w 321"/>
                <a:gd name="T39" fmla="*/ 82 h 128"/>
                <a:gd name="T40" fmla="*/ 0 w 321"/>
                <a:gd name="T41" fmla="*/ 65 h 128"/>
                <a:gd name="T42" fmla="*/ 2 w 321"/>
                <a:gd name="T43" fmla="*/ 47 h 128"/>
                <a:gd name="T44" fmla="*/ 9 w 321"/>
                <a:gd name="T45" fmla="*/ 33 h 128"/>
                <a:gd name="T46" fmla="*/ 19 w 321"/>
                <a:gd name="T47" fmla="*/ 19 h 128"/>
                <a:gd name="T48" fmla="*/ 32 w 321"/>
                <a:gd name="T49" fmla="*/ 10 h 128"/>
                <a:gd name="T50" fmla="*/ 47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3" y="4"/>
                  </a:lnTo>
                  <a:lnTo>
                    <a:pt x="289" y="10"/>
                  </a:lnTo>
                  <a:lnTo>
                    <a:pt x="302" y="19"/>
                  </a:lnTo>
                  <a:lnTo>
                    <a:pt x="312" y="33"/>
                  </a:lnTo>
                  <a:lnTo>
                    <a:pt x="318" y="47"/>
                  </a:lnTo>
                  <a:lnTo>
                    <a:pt x="321" y="65"/>
                  </a:lnTo>
                  <a:lnTo>
                    <a:pt x="318" y="82"/>
                  </a:lnTo>
                  <a:lnTo>
                    <a:pt x="312" y="96"/>
                  </a:lnTo>
                  <a:lnTo>
                    <a:pt x="302" y="110"/>
                  </a:lnTo>
                  <a:lnTo>
                    <a:pt x="289" y="119"/>
                  </a:lnTo>
                  <a:lnTo>
                    <a:pt x="273" y="126"/>
                  </a:lnTo>
                  <a:lnTo>
                    <a:pt x="257" y="128"/>
                  </a:lnTo>
                  <a:lnTo>
                    <a:pt x="64" y="128"/>
                  </a:lnTo>
                  <a:lnTo>
                    <a:pt x="47" y="126"/>
                  </a:lnTo>
                  <a:lnTo>
                    <a:pt x="32" y="119"/>
                  </a:lnTo>
                  <a:lnTo>
                    <a:pt x="19" y="110"/>
                  </a:lnTo>
                  <a:lnTo>
                    <a:pt x="9" y="96"/>
                  </a:lnTo>
                  <a:lnTo>
                    <a:pt x="2" y="82"/>
                  </a:lnTo>
                  <a:lnTo>
                    <a:pt x="0" y="65"/>
                  </a:lnTo>
                  <a:lnTo>
                    <a:pt x="2" y="47"/>
                  </a:lnTo>
                  <a:lnTo>
                    <a:pt x="9" y="33"/>
                  </a:lnTo>
                  <a:lnTo>
                    <a:pt x="19" y="19"/>
                  </a:lnTo>
                  <a:lnTo>
                    <a:pt x="32" y="10"/>
                  </a:lnTo>
                  <a:lnTo>
                    <a:pt x="47"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64" name="Freeform 22">
              <a:extLst>
                <a:ext uri="{FF2B5EF4-FFF2-40B4-BE49-F238E27FC236}">
                  <a16:creationId xmlns:a16="http://schemas.microsoft.com/office/drawing/2014/main" id="{F7CE47AA-42B6-4760-A408-A43D49FC2DE9}"/>
                </a:ext>
              </a:extLst>
            </p:cNvPr>
            <p:cNvSpPr>
              <a:spLocks/>
            </p:cNvSpPr>
            <p:nvPr/>
          </p:nvSpPr>
          <p:spPr bwMode="auto">
            <a:xfrm>
              <a:off x="4805363" y="2540000"/>
              <a:ext cx="41275" cy="31750"/>
            </a:xfrm>
            <a:custGeom>
              <a:avLst/>
              <a:gdLst>
                <a:gd name="T0" fmla="*/ 230 w 294"/>
                <a:gd name="T1" fmla="*/ 0 h 224"/>
                <a:gd name="T2" fmla="*/ 247 w 294"/>
                <a:gd name="T3" fmla="*/ 3 h 224"/>
                <a:gd name="T4" fmla="*/ 262 w 294"/>
                <a:gd name="T5" fmla="*/ 9 h 224"/>
                <a:gd name="T6" fmla="*/ 275 w 294"/>
                <a:gd name="T7" fmla="*/ 19 h 224"/>
                <a:gd name="T8" fmla="*/ 286 w 294"/>
                <a:gd name="T9" fmla="*/ 33 h 224"/>
                <a:gd name="T10" fmla="*/ 292 w 294"/>
                <a:gd name="T11" fmla="*/ 48 h 224"/>
                <a:gd name="T12" fmla="*/ 294 w 294"/>
                <a:gd name="T13" fmla="*/ 65 h 224"/>
                <a:gd name="T14" fmla="*/ 292 w 294"/>
                <a:gd name="T15" fmla="*/ 80 h 224"/>
                <a:gd name="T16" fmla="*/ 286 w 294"/>
                <a:gd name="T17" fmla="*/ 96 h 224"/>
                <a:gd name="T18" fmla="*/ 275 w 294"/>
                <a:gd name="T19" fmla="*/ 110 h 224"/>
                <a:gd name="T20" fmla="*/ 263 w 294"/>
                <a:gd name="T21" fmla="*/ 120 h 224"/>
                <a:gd name="T22" fmla="*/ 96 w 294"/>
                <a:gd name="T23" fmla="*/ 215 h 224"/>
                <a:gd name="T24" fmla="*/ 80 w 294"/>
                <a:gd name="T25" fmla="*/ 221 h 224"/>
                <a:gd name="T26" fmla="*/ 64 w 294"/>
                <a:gd name="T27" fmla="*/ 224 h 224"/>
                <a:gd name="T28" fmla="*/ 47 w 294"/>
                <a:gd name="T29" fmla="*/ 221 h 224"/>
                <a:gd name="T30" fmla="*/ 32 w 294"/>
                <a:gd name="T31" fmla="*/ 216 h 224"/>
                <a:gd name="T32" fmla="*/ 19 w 294"/>
                <a:gd name="T33" fmla="*/ 205 h 224"/>
                <a:gd name="T34" fmla="*/ 8 w 294"/>
                <a:gd name="T35" fmla="*/ 192 h 224"/>
                <a:gd name="T36" fmla="*/ 2 w 294"/>
                <a:gd name="T37" fmla="*/ 176 h 224"/>
                <a:gd name="T38" fmla="*/ 0 w 294"/>
                <a:gd name="T39" fmla="*/ 159 h 224"/>
                <a:gd name="T40" fmla="*/ 2 w 294"/>
                <a:gd name="T41" fmla="*/ 144 h 224"/>
                <a:gd name="T42" fmla="*/ 8 w 294"/>
                <a:gd name="T43" fmla="*/ 128 h 224"/>
                <a:gd name="T44" fmla="*/ 18 w 294"/>
                <a:gd name="T45" fmla="*/ 116 h 224"/>
                <a:gd name="T46" fmla="*/ 31 w 294"/>
                <a:gd name="T47" fmla="*/ 105 h 224"/>
                <a:gd name="T48" fmla="*/ 198 w 294"/>
                <a:gd name="T49" fmla="*/ 10 h 224"/>
                <a:gd name="T50" fmla="*/ 215 w 294"/>
                <a:gd name="T51" fmla="*/ 2 h 224"/>
                <a:gd name="T52" fmla="*/ 230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230" y="0"/>
                  </a:moveTo>
                  <a:lnTo>
                    <a:pt x="247" y="3"/>
                  </a:lnTo>
                  <a:lnTo>
                    <a:pt x="262" y="9"/>
                  </a:lnTo>
                  <a:lnTo>
                    <a:pt x="275" y="19"/>
                  </a:lnTo>
                  <a:lnTo>
                    <a:pt x="286" y="33"/>
                  </a:lnTo>
                  <a:lnTo>
                    <a:pt x="292" y="48"/>
                  </a:lnTo>
                  <a:lnTo>
                    <a:pt x="294" y="65"/>
                  </a:lnTo>
                  <a:lnTo>
                    <a:pt x="292" y="80"/>
                  </a:lnTo>
                  <a:lnTo>
                    <a:pt x="286" y="96"/>
                  </a:lnTo>
                  <a:lnTo>
                    <a:pt x="275" y="110"/>
                  </a:lnTo>
                  <a:lnTo>
                    <a:pt x="263" y="120"/>
                  </a:lnTo>
                  <a:lnTo>
                    <a:pt x="96" y="215"/>
                  </a:lnTo>
                  <a:lnTo>
                    <a:pt x="80" y="221"/>
                  </a:lnTo>
                  <a:lnTo>
                    <a:pt x="64" y="224"/>
                  </a:lnTo>
                  <a:lnTo>
                    <a:pt x="47" y="221"/>
                  </a:lnTo>
                  <a:lnTo>
                    <a:pt x="32" y="216"/>
                  </a:lnTo>
                  <a:lnTo>
                    <a:pt x="19" y="205"/>
                  </a:lnTo>
                  <a:lnTo>
                    <a:pt x="8" y="192"/>
                  </a:lnTo>
                  <a:lnTo>
                    <a:pt x="2" y="176"/>
                  </a:lnTo>
                  <a:lnTo>
                    <a:pt x="0" y="159"/>
                  </a:lnTo>
                  <a:lnTo>
                    <a:pt x="2" y="144"/>
                  </a:lnTo>
                  <a:lnTo>
                    <a:pt x="8" y="128"/>
                  </a:lnTo>
                  <a:lnTo>
                    <a:pt x="18" y="116"/>
                  </a:lnTo>
                  <a:lnTo>
                    <a:pt x="31" y="105"/>
                  </a:lnTo>
                  <a:lnTo>
                    <a:pt x="198" y="10"/>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65" name="Freeform 23">
              <a:extLst>
                <a:ext uri="{FF2B5EF4-FFF2-40B4-BE49-F238E27FC236}">
                  <a16:creationId xmlns:a16="http://schemas.microsoft.com/office/drawing/2014/main" id="{7C015A20-75CB-4AAB-8A4B-F9B2425216DC}"/>
                </a:ext>
              </a:extLst>
            </p:cNvPr>
            <p:cNvSpPr>
              <a:spLocks/>
            </p:cNvSpPr>
            <p:nvPr/>
          </p:nvSpPr>
          <p:spPr bwMode="auto">
            <a:xfrm>
              <a:off x="5141913" y="2540000"/>
              <a:ext cx="41275" cy="31750"/>
            </a:xfrm>
            <a:custGeom>
              <a:avLst/>
              <a:gdLst>
                <a:gd name="T0" fmla="*/ 64 w 294"/>
                <a:gd name="T1" fmla="*/ 0 h 224"/>
                <a:gd name="T2" fmla="*/ 80 w 294"/>
                <a:gd name="T3" fmla="*/ 2 h 224"/>
                <a:gd name="T4" fmla="*/ 96 w 294"/>
                <a:gd name="T5" fmla="*/ 10 h 224"/>
                <a:gd name="T6" fmla="*/ 263 w 294"/>
                <a:gd name="T7" fmla="*/ 105 h 224"/>
                <a:gd name="T8" fmla="*/ 276 w 294"/>
                <a:gd name="T9" fmla="*/ 116 h 224"/>
                <a:gd name="T10" fmla="*/ 286 w 294"/>
                <a:gd name="T11" fmla="*/ 128 h 224"/>
                <a:gd name="T12" fmla="*/ 292 w 294"/>
                <a:gd name="T13" fmla="*/ 144 h 224"/>
                <a:gd name="T14" fmla="*/ 294 w 294"/>
                <a:gd name="T15" fmla="*/ 159 h 224"/>
                <a:gd name="T16" fmla="*/ 292 w 294"/>
                <a:gd name="T17" fmla="*/ 176 h 224"/>
                <a:gd name="T18" fmla="*/ 286 w 294"/>
                <a:gd name="T19" fmla="*/ 192 h 224"/>
                <a:gd name="T20" fmla="*/ 275 w 294"/>
                <a:gd name="T21" fmla="*/ 205 h 224"/>
                <a:gd name="T22" fmla="*/ 262 w 294"/>
                <a:gd name="T23" fmla="*/ 216 h 224"/>
                <a:gd name="T24" fmla="*/ 247 w 294"/>
                <a:gd name="T25" fmla="*/ 221 h 224"/>
                <a:gd name="T26" fmla="*/ 230 w 294"/>
                <a:gd name="T27" fmla="*/ 224 h 224"/>
                <a:gd name="T28" fmla="*/ 214 w 294"/>
                <a:gd name="T29" fmla="*/ 221 h 224"/>
                <a:gd name="T30" fmla="*/ 198 w 294"/>
                <a:gd name="T31" fmla="*/ 215 h 224"/>
                <a:gd name="T32" fmla="*/ 31 w 294"/>
                <a:gd name="T33" fmla="*/ 120 h 224"/>
                <a:gd name="T34" fmla="*/ 19 w 294"/>
                <a:gd name="T35" fmla="*/ 110 h 224"/>
                <a:gd name="T36" fmla="*/ 8 w 294"/>
                <a:gd name="T37" fmla="*/ 96 h 224"/>
                <a:gd name="T38" fmla="*/ 2 w 294"/>
                <a:gd name="T39" fmla="*/ 80 h 224"/>
                <a:gd name="T40" fmla="*/ 0 w 294"/>
                <a:gd name="T41" fmla="*/ 65 h 224"/>
                <a:gd name="T42" fmla="*/ 2 w 294"/>
                <a:gd name="T43" fmla="*/ 48 h 224"/>
                <a:gd name="T44" fmla="*/ 8 w 294"/>
                <a:gd name="T45" fmla="*/ 33 h 224"/>
                <a:gd name="T46" fmla="*/ 19 w 294"/>
                <a:gd name="T47" fmla="*/ 19 h 224"/>
                <a:gd name="T48" fmla="*/ 32 w 294"/>
                <a:gd name="T49" fmla="*/ 9 h 224"/>
                <a:gd name="T50" fmla="*/ 47 w 294"/>
                <a:gd name="T51" fmla="*/ 3 h 224"/>
                <a:gd name="T52" fmla="*/ 64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64" y="0"/>
                  </a:moveTo>
                  <a:lnTo>
                    <a:pt x="80" y="2"/>
                  </a:lnTo>
                  <a:lnTo>
                    <a:pt x="96" y="10"/>
                  </a:lnTo>
                  <a:lnTo>
                    <a:pt x="263" y="105"/>
                  </a:lnTo>
                  <a:lnTo>
                    <a:pt x="276" y="116"/>
                  </a:lnTo>
                  <a:lnTo>
                    <a:pt x="286" y="128"/>
                  </a:lnTo>
                  <a:lnTo>
                    <a:pt x="292" y="144"/>
                  </a:lnTo>
                  <a:lnTo>
                    <a:pt x="294" y="159"/>
                  </a:lnTo>
                  <a:lnTo>
                    <a:pt x="292" y="176"/>
                  </a:lnTo>
                  <a:lnTo>
                    <a:pt x="286" y="192"/>
                  </a:lnTo>
                  <a:lnTo>
                    <a:pt x="275" y="205"/>
                  </a:lnTo>
                  <a:lnTo>
                    <a:pt x="262" y="216"/>
                  </a:lnTo>
                  <a:lnTo>
                    <a:pt x="247" y="221"/>
                  </a:lnTo>
                  <a:lnTo>
                    <a:pt x="230" y="224"/>
                  </a:lnTo>
                  <a:lnTo>
                    <a:pt x="214" y="221"/>
                  </a:lnTo>
                  <a:lnTo>
                    <a:pt x="198" y="215"/>
                  </a:lnTo>
                  <a:lnTo>
                    <a:pt x="31" y="120"/>
                  </a:lnTo>
                  <a:lnTo>
                    <a:pt x="19" y="110"/>
                  </a:lnTo>
                  <a:lnTo>
                    <a:pt x="8" y="96"/>
                  </a:lnTo>
                  <a:lnTo>
                    <a:pt x="2" y="80"/>
                  </a:lnTo>
                  <a:lnTo>
                    <a:pt x="0" y="65"/>
                  </a:lnTo>
                  <a:lnTo>
                    <a:pt x="2" y="48"/>
                  </a:lnTo>
                  <a:lnTo>
                    <a:pt x="8" y="33"/>
                  </a:lnTo>
                  <a:lnTo>
                    <a:pt x="19" y="19"/>
                  </a:lnTo>
                  <a:lnTo>
                    <a:pt x="32" y="9"/>
                  </a:lnTo>
                  <a:lnTo>
                    <a:pt x="47" y="3"/>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66" name="Freeform 24">
              <a:extLst>
                <a:ext uri="{FF2B5EF4-FFF2-40B4-BE49-F238E27FC236}">
                  <a16:creationId xmlns:a16="http://schemas.microsoft.com/office/drawing/2014/main" id="{97667F28-0916-4002-84B1-744BEABDE1EF}"/>
                </a:ext>
              </a:extLst>
            </p:cNvPr>
            <p:cNvSpPr>
              <a:spLocks/>
            </p:cNvSpPr>
            <p:nvPr/>
          </p:nvSpPr>
          <p:spPr bwMode="auto">
            <a:xfrm>
              <a:off x="5165726" y="2449513"/>
              <a:ext cx="46038" cy="19050"/>
            </a:xfrm>
            <a:custGeom>
              <a:avLst/>
              <a:gdLst>
                <a:gd name="T0" fmla="*/ 64 w 321"/>
                <a:gd name="T1" fmla="*/ 0 h 128"/>
                <a:gd name="T2" fmla="*/ 257 w 321"/>
                <a:gd name="T3" fmla="*/ 0 h 128"/>
                <a:gd name="T4" fmla="*/ 274 w 321"/>
                <a:gd name="T5" fmla="*/ 4 h 128"/>
                <a:gd name="T6" fmla="*/ 290 w 321"/>
                <a:gd name="T7" fmla="*/ 10 h 128"/>
                <a:gd name="T8" fmla="*/ 302 w 321"/>
                <a:gd name="T9" fmla="*/ 19 h 128"/>
                <a:gd name="T10" fmla="*/ 312 w 321"/>
                <a:gd name="T11" fmla="*/ 33 h 128"/>
                <a:gd name="T12" fmla="*/ 319 w 321"/>
                <a:gd name="T13" fmla="*/ 47 h 128"/>
                <a:gd name="T14" fmla="*/ 321 w 321"/>
                <a:gd name="T15" fmla="*/ 65 h 128"/>
                <a:gd name="T16" fmla="*/ 319 w 321"/>
                <a:gd name="T17" fmla="*/ 82 h 128"/>
                <a:gd name="T18" fmla="*/ 312 w 321"/>
                <a:gd name="T19" fmla="*/ 96 h 128"/>
                <a:gd name="T20" fmla="*/ 302 w 321"/>
                <a:gd name="T21" fmla="*/ 110 h 128"/>
                <a:gd name="T22" fmla="*/ 290 w 321"/>
                <a:gd name="T23" fmla="*/ 119 h 128"/>
                <a:gd name="T24" fmla="*/ 274 w 321"/>
                <a:gd name="T25" fmla="*/ 126 h 128"/>
                <a:gd name="T26" fmla="*/ 257 w 321"/>
                <a:gd name="T27" fmla="*/ 128 h 128"/>
                <a:gd name="T28" fmla="*/ 64 w 321"/>
                <a:gd name="T29" fmla="*/ 128 h 128"/>
                <a:gd name="T30" fmla="*/ 48 w 321"/>
                <a:gd name="T31" fmla="*/ 126 h 128"/>
                <a:gd name="T32" fmla="*/ 32 w 321"/>
                <a:gd name="T33" fmla="*/ 119 h 128"/>
                <a:gd name="T34" fmla="*/ 19 w 321"/>
                <a:gd name="T35" fmla="*/ 110 h 128"/>
                <a:gd name="T36" fmla="*/ 9 w 321"/>
                <a:gd name="T37" fmla="*/ 96 h 128"/>
                <a:gd name="T38" fmla="*/ 3 w 321"/>
                <a:gd name="T39" fmla="*/ 82 h 128"/>
                <a:gd name="T40" fmla="*/ 0 w 321"/>
                <a:gd name="T41" fmla="*/ 65 h 128"/>
                <a:gd name="T42" fmla="*/ 3 w 321"/>
                <a:gd name="T43" fmla="*/ 47 h 128"/>
                <a:gd name="T44" fmla="*/ 9 w 321"/>
                <a:gd name="T45" fmla="*/ 33 h 128"/>
                <a:gd name="T46" fmla="*/ 19 w 321"/>
                <a:gd name="T47" fmla="*/ 19 h 128"/>
                <a:gd name="T48" fmla="*/ 32 w 321"/>
                <a:gd name="T49" fmla="*/ 10 h 128"/>
                <a:gd name="T50" fmla="*/ 48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4" y="4"/>
                  </a:lnTo>
                  <a:lnTo>
                    <a:pt x="290" y="10"/>
                  </a:lnTo>
                  <a:lnTo>
                    <a:pt x="302" y="19"/>
                  </a:lnTo>
                  <a:lnTo>
                    <a:pt x="312" y="33"/>
                  </a:lnTo>
                  <a:lnTo>
                    <a:pt x="319" y="47"/>
                  </a:lnTo>
                  <a:lnTo>
                    <a:pt x="321" y="65"/>
                  </a:lnTo>
                  <a:lnTo>
                    <a:pt x="319" y="82"/>
                  </a:lnTo>
                  <a:lnTo>
                    <a:pt x="312" y="96"/>
                  </a:lnTo>
                  <a:lnTo>
                    <a:pt x="302" y="110"/>
                  </a:lnTo>
                  <a:lnTo>
                    <a:pt x="290" y="119"/>
                  </a:lnTo>
                  <a:lnTo>
                    <a:pt x="274" y="126"/>
                  </a:lnTo>
                  <a:lnTo>
                    <a:pt x="257" y="128"/>
                  </a:lnTo>
                  <a:lnTo>
                    <a:pt x="64" y="128"/>
                  </a:lnTo>
                  <a:lnTo>
                    <a:pt x="48" y="126"/>
                  </a:lnTo>
                  <a:lnTo>
                    <a:pt x="32" y="119"/>
                  </a:lnTo>
                  <a:lnTo>
                    <a:pt x="19" y="110"/>
                  </a:lnTo>
                  <a:lnTo>
                    <a:pt x="9" y="96"/>
                  </a:lnTo>
                  <a:lnTo>
                    <a:pt x="3" y="82"/>
                  </a:lnTo>
                  <a:lnTo>
                    <a:pt x="0" y="65"/>
                  </a:lnTo>
                  <a:lnTo>
                    <a:pt x="3" y="47"/>
                  </a:lnTo>
                  <a:lnTo>
                    <a:pt x="9" y="33"/>
                  </a:lnTo>
                  <a:lnTo>
                    <a:pt x="19" y="19"/>
                  </a:lnTo>
                  <a:lnTo>
                    <a:pt x="32" y="10"/>
                  </a:lnTo>
                  <a:lnTo>
                    <a:pt x="48"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67" name="Freeform 25">
              <a:extLst>
                <a:ext uri="{FF2B5EF4-FFF2-40B4-BE49-F238E27FC236}">
                  <a16:creationId xmlns:a16="http://schemas.microsoft.com/office/drawing/2014/main" id="{70768A56-66C6-4316-B7FE-D33FE5A909DB}"/>
                </a:ext>
              </a:extLst>
            </p:cNvPr>
            <p:cNvSpPr>
              <a:spLocks/>
            </p:cNvSpPr>
            <p:nvPr/>
          </p:nvSpPr>
          <p:spPr bwMode="auto">
            <a:xfrm>
              <a:off x="5141913" y="2346325"/>
              <a:ext cx="41275" cy="33338"/>
            </a:xfrm>
            <a:custGeom>
              <a:avLst/>
              <a:gdLst>
                <a:gd name="T0" fmla="*/ 230 w 294"/>
                <a:gd name="T1" fmla="*/ 0 h 222"/>
                <a:gd name="T2" fmla="*/ 247 w 294"/>
                <a:gd name="T3" fmla="*/ 2 h 222"/>
                <a:gd name="T4" fmla="*/ 262 w 294"/>
                <a:gd name="T5" fmla="*/ 8 h 222"/>
                <a:gd name="T6" fmla="*/ 275 w 294"/>
                <a:gd name="T7" fmla="*/ 18 h 222"/>
                <a:gd name="T8" fmla="*/ 286 w 294"/>
                <a:gd name="T9" fmla="*/ 31 h 222"/>
                <a:gd name="T10" fmla="*/ 292 w 294"/>
                <a:gd name="T11" fmla="*/ 47 h 222"/>
                <a:gd name="T12" fmla="*/ 294 w 294"/>
                <a:gd name="T13" fmla="*/ 63 h 222"/>
                <a:gd name="T14" fmla="*/ 292 w 294"/>
                <a:gd name="T15" fmla="*/ 80 h 222"/>
                <a:gd name="T16" fmla="*/ 286 w 294"/>
                <a:gd name="T17" fmla="*/ 95 h 222"/>
                <a:gd name="T18" fmla="*/ 276 w 294"/>
                <a:gd name="T19" fmla="*/ 108 h 222"/>
                <a:gd name="T20" fmla="*/ 263 w 294"/>
                <a:gd name="T21" fmla="*/ 118 h 222"/>
                <a:gd name="T22" fmla="*/ 96 w 294"/>
                <a:gd name="T23" fmla="*/ 213 h 222"/>
                <a:gd name="T24" fmla="*/ 80 w 294"/>
                <a:gd name="T25" fmla="*/ 220 h 222"/>
                <a:gd name="T26" fmla="*/ 64 w 294"/>
                <a:gd name="T27" fmla="*/ 222 h 222"/>
                <a:gd name="T28" fmla="*/ 48 w 294"/>
                <a:gd name="T29" fmla="*/ 220 h 222"/>
                <a:gd name="T30" fmla="*/ 32 w 294"/>
                <a:gd name="T31" fmla="*/ 214 h 222"/>
                <a:gd name="T32" fmla="*/ 19 w 294"/>
                <a:gd name="T33" fmla="*/ 204 h 222"/>
                <a:gd name="T34" fmla="*/ 8 w 294"/>
                <a:gd name="T35" fmla="*/ 190 h 222"/>
                <a:gd name="T36" fmla="*/ 2 w 294"/>
                <a:gd name="T37" fmla="*/ 175 h 222"/>
                <a:gd name="T38" fmla="*/ 0 w 294"/>
                <a:gd name="T39" fmla="*/ 158 h 222"/>
                <a:gd name="T40" fmla="*/ 2 w 294"/>
                <a:gd name="T41" fmla="*/ 142 h 222"/>
                <a:gd name="T42" fmla="*/ 8 w 294"/>
                <a:gd name="T43" fmla="*/ 127 h 222"/>
                <a:gd name="T44" fmla="*/ 19 w 294"/>
                <a:gd name="T45" fmla="*/ 114 h 222"/>
                <a:gd name="T46" fmla="*/ 31 w 294"/>
                <a:gd name="T47" fmla="*/ 103 h 222"/>
                <a:gd name="T48" fmla="*/ 198 w 294"/>
                <a:gd name="T49" fmla="*/ 8 h 222"/>
                <a:gd name="T50" fmla="*/ 215 w 294"/>
                <a:gd name="T51" fmla="*/ 2 h 222"/>
                <a:gd name="T52" fmla="*/ 230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230" y="0"/>
                  </a:moveTo>
                  <a:lnTo>
                    <a:pt x="247" y="2"/>
                  </a:lnTo>
                  <a:lnTo>
                    <a:pt x="262" y="8"/>
                  </a:lnTo>
                  <a:lnTo>
                    <a:pt x="275" y="18"/>
                  </a:lnTo>
                  <a:lnTo>
                    <a:pt x="286" y="31"/>
                  </a:lnTo>
                  <a:lnTo>
                    <a:pt x="292" y="47"/>
                  </a:lnTo>
                  <a:lnTo>
                    <a:pt x="294" y="63"/>
                  </a:lnTo>
                  <a:lnTo>
                    <a:pt x="292" y="80"/>
                  </a:lnTo>
                  <a:lnTo>
                    <a:pt x="286" y="95"/>
                  </a:lnTo>
                  <a:lnTo>
                    <a:pt x="276" y="108"/>
                  </a:lnTo>
                  <a:lnTo>
                    <a:pt x="263" y="118"/>
                  </a:lnTo>
                  <a:lnTo>
                    <a:pt x="96" y="213"/>
                  </a:lnTo>
                  <a:lnTo>
                    <a:pt x="80" y="220"/>
                  </a:lnTo>
                  <a:lnTo>
                    <a:pt x="64" y="222"/>
                  </a:lnTo>
                  <a:lnTo>
                    <a:pt x="48" y="220"/>
                  </a:lnTo>
                  <a:lnTo>
                    <a:pt x="32" y="214"/>
                  </a:lnTo>
                  <a:lnTo>
                    <a:pt x="19" y="204"/>
                  </a:lnTo>
                  <a:lnTo>
                    <a:pt x="8" y="190"/>
                  </a:lnTo>
                  <a:lnTo>
                    <a:pt x="2" y="175"/>
                  </a:lnTo>
                  <a:lnTo>
                    <a:pt x="0" y="158"/>
                  </a:lnTo>
                  <a:lnTo>
                    <a:pt x="2" y="142"/>
                  </a:lnTo>
                  <a:lnTo>
                    <a:pt x="8" y="127"/>
                  </a:lnTo>
                  <a:lnTo>
                    <a:pt x="19" y="114"/>
                  </a:lnTo>
                  <a:lnTo>
                    <a:pt x="31" y="103"/>
                  </a:lnTo>
                  <a:lnTo>
                    <a:pt x="198" y="8"/>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68" name="Freeform 26">
              <a:extLst>
                <a:ext uri="{FF2B5EF4-FFF2-40B4-BE49-F238E27FC236}">
                  <a16:creationId xmlns:a16="http://schemas.microsoft.com/office/drawing/2014/main" id="{C9C83FC0-545E-40F9-8823-AA487FC4B853}"/>
                </a:ext>
              </a:extLst>
            </p:cNvPr>
            <p:cNvSpPr>
              <a:spLocks/>
            </p:cNvSpPr>
            <p:nvPr/>
          </p:nvSpPr>
          <p:spPr bwMode="auto">
            <a:xfrm>
              <a:off x="5075238" y="2271713"/>
              <a:ext cx="31750" cy="41275"/>
            </a:xfrm>
            <a:custGeom>
              <a:avLst/>
              <a:gdLst>
                <a:gd name="T0" fmla="*/ 159 w 224"/>
                <a:gd name="T1" fmla="*/ 0 h 292"/>
                <a:gd name="T2" fmla="*/ 176 w 224"/>
                <a:gd name="T3" fmla="*/ 2 h 292"/>
                <a:gd name="T4" fmla="*/ 192 w 224"/>
                <a:gd name="T5" fmla="*/ 9 h 292"/>
                <a:gd name="T6" fmla="*/ 205 w 224"/>
                <a:gd name="T7" fmla="*/ 19 h 292"/>
                <a:gd name="T8" fmla="*/ 216 w 224"/>
                <a:gd name="T9" fmla="*/ 32 h 292"/>
                <a:gd name="T10" fmla="*/ 222 w 224"/>
                <a:gd name="T11" fmla="*/ 48 h 292"/>
                <a:gd name="T12" fmla="*/ 224 w 224"/>
                <a:gd name="T13" fmla="*/ 63 h 292"/>
                <a:gd name="T14" fmla="*/ 222 w 224"/>
                <a:gd name="T15" fmla="*/ 80 h 292"/>
                <a:gd name="T16" fmla="*/ 216 w 224"/>
                <a:gd name="T17" fmla="*/ 95 h 292"/>
                <a:gd name="T18" fmla="*/ 119 w 224"/>
                <a:gd name="T19" fmla="*/ 261 h 292"/>
                <a:gd name="T20" fmla="*/ 109 w 224"/>
                <a:gd name="T21" fmla="*/ 274 h 292"/>
                <a:gd name="T22" fmla="*/ 95 w 224"/>
                <a:gd name="T23" fmla="*/ 285 h 292"/>
                <a:gd name="T24" fmla="*/ 81 w 224"/>
                <a:gd name="T25" fmla="*/ 290 h 292"/>
                <a:gd name="T26" fmla="*/ 64 w 224"/>
                <a:gd name="T27" fmla="*/ 292 h 292"/>
                <a:gd name="T28" fmla="*/ 48 w 224"/>
                <a:gd name="T29" fmla="*/ 290 h 292"/>
                <a:gd name="T30" fmla="*/ 32 w 224"/>
                <a:gd name="T31" fmla="*/ 284 h 292"/>
                <a:gd name="T32" fmla="*/ 18 w 224"/>
                <a:gd name="T33" fmla="*/ 273 h 292"/>
                <a:gd name="T34" fmla="*/ 8 w 224"/>
                <a:gd name="T35" fmla="*/ 261 h 292"/>
                <a:gd name="T36" fmla="*/ 2 w 224"/>
                <a:gd name="T37" fmla="*/ 245 h 292"/>
                <a:gd name="T38" fmla="*/ 0 w 224"/>
                <a:gd name="T39" fmla="*/ 230 h 292"/>
                <a:gd name="T40" fmla="*/ 2 w 224"/>
                <a:gd name="T41" fmla="*/ 213 h 292"/>
                <a:gd name="T42" fmla="*/ 8 w 224"/>
                <a:gd name="T43" fmla="*/ 197 h 292"/>
                <a:gd name="T44" fmla="*/ 105 w 224"/>
                <a:gd name="T45" fmla="*/ 32 h 292"/>
                <a:gd name="T46" fmla="*/ 115 w 224"/>
                <a:gd name="T47" fmla="*/ 18 h 292"/>
                <a:gd name="T48" fmla="*/ 129 w 224"/>
                <a:gd name="T49" fmla="*/ 8 h 292"/>
                <a:gd name="T50" fmla="*/ 144 w 224"/>
                <a:gd name="T51" fmla="*/ 2 h 292"/>
                <a:gd name="T52" fmla="*/ 159 w 224"/>
                <a:gd name="T53"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2">
                  <a:moveTo>
                    <a:pt x="159" y="0"/>
                  </a:moveTo>
                  <a:lnTo>
                    <a:pt x="176" y="2"/>
                  </a:lnTo>
                  <a:lnTo>
                    <a:pt x="192" y="9"/>
                  </a:lnTo>
                  <a:lnTo>
                    <a:pt x="205" y="19"/>
                  </a:lnTo>
                  <a:lnTo>
                    <a:pt x="216" y="32"/>
                  </a:lnTo>
                  <a:lnTo>
                    <a:pt x="222" y="48"/>
                  </a:lnTo>
                  <a:lnTo>
                    <a:pt x="224" y="63"/>
                  </a:lnTo>
                  <a:lnTo>
                    <a:pt x="222" y="80"/>
                  </a:lnTo>
                  <a:lnTo>
                    <a:pt x="216" y="95"/>
                  </a:lnTo>
                  <a:lnTo>
                    <a:pt x="119" y="261"/>
                  </a:lnTo>
                  <a:lnTo>
                    <a:pt x="109" y="274"/>
                  </a:lnTo>
                  <a:lnTo>
                    <a:pt x="95" y="285"/>
                  </a:lnTo>
                  <a:lnTo>
                    <a:pt x="81" y="290"/>
                  </a:lnTo>
                  <a:lnTo>
                    <a:pt x="64" y="292"/>
                  </a:lnTo>
                  <a:lnTo>
                    <a:pt x="48" y="290"/>
                  </a:lnTo>
                  <a:lnTo>
                    <a:pt x="32" y="284"/>
                  </a:lnTo>
                  <a:lnTo>
                    <a:pt x="18" y="273"/>
                  </a:lnTo>
                  <a:lnTo>
                    <a:pt x="8" y="261"/>
                  </a:lnTo>
                  <a:lnTo>
                    <a:pt x="2" y="245"/>
                  </a:lnTo>
                  <a:lnTo>
                    <a:pt x="0" y="230"/>
                  </a:lnTo>
                  <a:lnTo>
                    <a:pt x="2" y="213"/>
                  </a:lnTo>
                  <a:lnTo>
                    <a:pt x="8" y="197"/>
                  </a:lnTo>
                  <a:lnTo>
                    <a:pt x="105" y="32"/>
                  </a:lnTo>
                  <a:lnTo>
                    <a:pt x="115" y="18"/>
                  </a:lnTo>
                  <a:lnTo>
                    <a:pt x="129" y="8"/>
                  </a:lnTo>
                  <a:lnTo>
                    <a:pt x="144" y="2"/>
                  </a:lnTo>
                  <a:lnTo>
                    <a:pt x="1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69" name="Freeform 27">
              <a:extLst>
                <a:ext uri="{FF2B5EF4-FFF2-40B4-BE49-F238E27FC236}">
                  <a16:creationId xmlns:a16="http://schemas.microsoft.com/office/drawing/2014/main" id="{96578B04-2B92-404A-9C6C-28F80534A2E8}"/>
                </a:ext>
              </a:extLst>
            </p:cNvPr>
            <p:cNvSpPr>
              <a:spLocks/>
            </p:cNvSpPr>
            <p:nvPr/>
          </p:nvSpPr>
          <p:spPr bwMode="auto">
            <a:xfrm>
              <a:off x="4972051" y="2382838"/>
              <a:ext cx="44450" cy="142875"/>
            </a:xfrm>
            <a:custGeom>
              <a:avLst/>
              <a:gdLst>
                <a:gd name="T0" fmla="*/ 154 w 308"/>
                <a:gd name="T1" fmla="*/ 0 h 991"/>
                <a:gd name="T2" fmla="*/ 186 w 308"/>
                <a:gd name="T3" fmla="*/ 2 h 991"/>
                <a:gd name="T4" fmla="*/ 213 w 308"/>
                <a:gd name="T5" fmla="*/ 8 h 991"/>
                <a:gd name="T6" fmla="*/ 238 w 308"/>
                <a:gd name="T7" fmla="*/ 17 h 991"/>
                <a:gd name="T8" fmla="*/ 259 w 308"/>
                <a:gd name="T9" fmla="*/ 30 h 991"/>
                <a:gd name="T10" fmla="*/ 277 w 308"/>
                <a:gd name="T11" fmla="*/ 47 h 991"/>
                <a:gd name="T12" fmla="*/ 291 w 308"/>
                <a:gd name="T13" fmla="*/ 67 h 991"/>
                <a:gd name="T14" fmla="*/ 301 w 308"/>
                <a:gd name="T15" fmla="*/ 91 h 991"/>
                <a:gd name="T16" fmla="*/ 306 w 308"/>
                <a:gd name="T17" fmla="*/ 119 h 991"/>
                <a:gd name="T18" fmla="*/ 308 w 308"/>
                <a:gd name="T19" fmla="*/ 150 h 991"/>
                <a:gd name="T20" fmla="*/ 308 w 308"/>
                <a:gd name="T21" fmla="*/ 375 h 991"/>
                <a:gd name="T22" fmla="*/ 307 w 308"/>
                <a:gd name="T23" fmla="*/ 405 h 991"/>
                <a:gd name="T24" fmla="*/ 304 w 308"/>
                <a:gd name="T25" fmla="*/ 435 h 991"/>
                <a:gd name="T26" fmla="*/ 301 w 308"/>
                <a:gd name="T27" fmla="*/ 466 h 991"/>
                <a:gd name="T28" fmla="*/ 240 w 308"/>
                <a:gd name="T29" fmla="*/ 920 h 991"/>
                <a:gd name="T30" fmla="*/ 236 w 308"/>
                <a:gd name="T31" fmla="*/ 942 h 991"/>
                <a:gd name="T32" fmla="*/ 229 w 308"/>
                <a:gd name="T33" fmla="*/ 959 h 991"/>
                <a:gd name="T34" fmla="*/ 219 w 308"/>
                <a:gd name="T35" fmla="*/ 972 h 991"/>
                <a:gd name="T36" fmla="*/ 207 w 308"/>
                <a:gd name="T37" fmla="*/ 981 h 991"/>
                <a:gd name="T38" fmla="*/ 192 w 308"/>
                <a:gd name="T39" fmla="*/ 987 h 991"/>
                <a:gd name="T40" fmla="*/ 174 w 308"/>
                <a:gd name="T41" fmla="*/ 990 h 991"/>
                <a:gd name="T42" fmla="*/ 154 w 308"/>
                <a:gd name="T43" fmla="*/ 991 h 991"/>
                <a:gd name="T44" fmla="*/ 135 w 308"/>
                <a:gd name="T45" fmla="*/ 990 h 991"/>
                <a:gd name="T46" fmla="*/ 117 w 308"/>
                <a:gd name="T47" fmla="*/ 987 h 991"/>
                <a:gd name="T48" fmla="*/ 102 w 308"/>
                <a:gd name="T49" fmla="*/ 981 h 991"/>
                <a:gd name="T50" fmla="*/ 90 w 308"/>
                <a:gd name="T51" fmla="*/ 972 h 991"/>
                <a:gd name="T52" fmla="*/ 80 w 308"/>
                <a:gd name="T53" fmla="*/ 959 h 991"/>
                <a:gd name="T54" fmla="*/ 73 w 308"/>
                <a:gd name="T55" fmla="*/ 942 h 991"/>
                <a:gd name="T56" fmla="*/ 69 w 308"/>
                <a:gd name="T57" fmla="*/ 920 h 991"/>
                <a:gd name="T58" fmla="*/ 8 w 308"/>
                <a:gd name="T59" fmla="*/ 466 h 991"/>
                <a:gd name="T60" fmla="*/ 5 w 308"/>
                <a:gd name="T61" fmla="*/ 435 h 991"/>
                <a:gd name="T62" fmla="*/ 2 w 308"/>
                <a:gd name="T63" fmla="*/ 405 h 991"/>
                <a:gd name="T64" fmla="*/ 0 w 308"/>
                <a:gd name="T65" fmla="*/ 375 h 991"/>
                <a:gd name="T66" fmla="*/ 0 w 308"/>
                <a:gd name="T67" fmla="*/ 150 h 991"/>
                <a:gd name="T68" fmla="*/ 3 w 308"/>
                <a:gd name="T69" fmla="*/ 119 h 991"/>
                <a:gd name="T70" fmla="*/ 8 w 308"/>
                <a:gd name="T71" fmla="*/ 91 h 991"/>
                <a:gd name="T72" fmla="*/ 18 w 308"/>
                <a:gd name="T73" fmla="*/ 67 h 991"/>
                <a:gd name="T74" fmla="*/ 32 w 308"/>
                <a:gd name="T75" fmla="*/ 47 h 991"/>
                <a:gd name="T76" fmla="*/ 50 w 308"/>
                <a:gd name="T77" fmla="*/ 30 h 991"/>
                <a:gd name="T78" fmla="*/ 71 w 308"/>
                <a:gd name="T79" fmla="*/ 17 h 991"/>
                <a:gd name="T80" fmla="*/ 96 w 308"/>
                <a:gd name="T81" fmla="*/ 8 h 991"/>
                <a:gd name="T82" fmla="*/ 123 w 308"/>
                <a:gd name="T83" fmla="*/ 2 h 991"/>
                <a:gd name="T84" fmla="*/ 154 w 308"/>
                <a:gd name="T85" fmla="*/ 0 h 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8" h="991">
                  <a:moveTo>
                    <a:pt x="154" y="0"/>
                  </a:moveTo>
                  <a:lnTo>
                    <a:pt x="186" y="2"/>
                  </a:lnTo>
                  <a:lnTo>
                    <a:pt x="213" y="8"/>
                  </a:lnTo>
                  <a:lnTo>
                    <a:pt x="238" y="17"/>
                  </a:lnTo>
                  <a:lnTo>
                    <a:pt x="259" y="30"/>
                  </a:lnTo>
                  <a:lnTo>
                    <a:pt x="277" y="47"/>
                  </a:lnTo>
                  <a:lnTo>
                    <a:pt x="291" y="67"/>
                  </a:lnTo>
                  <a:lnTo>
                    <a:pt x="301" y="91"/>
                  </a:lnTo>
                  <a:lnTo>
                    <a:pt x="306" y="119"/>
                  </a:lnTo>
                  <a:lnTo>
                    <a:pt x="308" y="150"/>
                  </a:lnTo>
                  <a:lnTo>
                    <a:pt x="308" y="375"/>
                  </a:lnTo>
                  <a:lnTo>
                    <a:pt x="307" y="405"/>
                  </a:lnTo>
                  <a:lnTo>
                    <a:pt x="304" y="435"/>
                  </a:lnTo>
                  <a:lnTo>
                    <a:pt x="301" y="466"/>
                  </a:lnTo>
                  <a:lnTo>
                    <a:pt x="240" y="920"/>
                  </a:lnTo>
                  <a:lnTo>
                    <a:pt x="236" y="942"/>
                  </a:lnTo>
                  <a:lnTo>
                    <a:pt x="229" y="959"/>
                  </a:lnTo>
                  <a:lnTo>
                    <a:pt x="219" y="972"/>
                  </a:lnTo>
                  <a:lnTo>
                    <a:pt x="207" y="981"/>
                  </a:lnTo>
                  <a:lnTo>
                    <a:pt x="192" y="987"/>
                  </a:lnTo>
                  <a:lnTo>
                    <a:pt x="174" y="990"/>
                  </a:lnTo>
                  <a:lnTo>
                    <a:pt x="154" y="991"/>
                  </a:lnTo>
                  <a:lnTo>
                    <a:pt x="135" y="990"/>
                  </a:lnTo>
                  <a:lnTo>
                    <a:pt x="117" y="987"/>
                  </a:lnTo>
                  <a:lnTo>
                    <a:pt x="102" y="981"/>
                  </a:lnTo>
                  <a:lnTo>
                    <a:pt x="90" y="972"/>
                  </a:lnTo>
                  <a:lnTo>
                    <a:pt x="80" y="959"/>
                  </a:lnTo>
                  <a:lnTo>
                    <a:pt x="73" y="942"/>
                  </a:lnTo>
                  <a:lnTo>
                    <a:pt x="69" y="920"/>
                  </a:lnTo>
                  <a:lnTo>
                    <a:pt x="8" y="466"/>
                  </a:lnTo>
                  <a:lnTo>
                    <a:pt x="5" y="435"/>
                  </a:lnTo>
                  <a:lnTo>
                    <a:pt x="2" y="405"/>
                  </a:lnTo>
                  <a:lnTo>
                    <a:pt x="0" y="375"/>
                  </a:lnTo>
                  <a:lnTo>
                    <a:pt x="0" y="150"/>
                  </a:lnTo>
                  <a:lnTo>
                    <a:pt x="3" y="119"/>
                  </a:lnTo>
                  <a:lnTo>
                    <a:pt x="8" y="91"/>
                  </a:lnTo>
                  <a:lnTo>
                    <a:pt x="18" y="67"/>
                  </a:lnTo>
                  <a:lnTo>
                    <a:pt x="32" y="47"/>
                  </a:lnTo>
                  <a:lnTo>
                    <a:pt x="50" y="30"/>
                  </a:lnTo>
                  <a:lnTo>
                    <a:pt x="71" y="17"/>
                  </a:lnTo>
                  <a:lnTo>
                    <a:pt x="96" y="8"/>
                  </a:lnTo>
                  <a:lnTo>
                    <a:pt x="123" y="2"/>
                  </a:lnTo>
                  <a:lnTo>
                    <a:pt x="1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70" name="Freeform 28">
              <a:extLst>
                <a:ext uri="{FF2B5EF4-FFF2-40B4-BE49-F238E27FC236}">
                  <a16:creationId xmlns:a16="http://schemas.microsoft.com/office/drawing/2014/main" id="{C1272FC0-6CD0-4337-B92D-B416D010889D}"/>
                </a:ext>
              </a:extLst>
            </p:cNvPr>
            <p:cNvSpPr>
              <a:spLocks/>
            </p:cNvSpPr>
            <p:nvPr/>
          </p:nvSpPr>
          <p:spPr bwMode="auto">
            <a:xfrm>
              <a:off x="4970463" y="2543175"/>
              <a:ext cx="47625" cy="46038"/>
            </a:xfrm>
            <a:custGeom>
              <a:avLst/>
              <a:gdLst>
                <a:gd name="T0" fmla="*/ 160 w 321"/>
                <a:gd name="T1" fmla="*/ 0 h 319"/>
                <a:gd name="T2" fmla="*/ 193 w 321"/>
                <a:gd name="T3" fmla="*/ 4 h 319"/>
                <a:gd name="T4" fmla="*/ 222 w 321"/>
                <a:gd name="T5" fmla="*/ 14 h 319"/>
                <a:gd name="T6" fmla="*/ 250 w 321"/>
                <a:gd name="T7" fmla="*/ 28 h 319"/>
                <a:gd name="T8" fmla="*/ 274 w 321"/>
                <a:gd name="T9" fmla="*/ 47 h 319"/>
                <a:gd name="T10" fmla="*/ 294 w 321"/>
                <a:gd name="T11" fmla="*/ 71 h 319"/>
                <a:gd name="T12" fmla="*/ 308 w 321"/>
                <a:gd name="T13" fmla="*/ 98 h 319"/>
                <a:gd name="T14" fmla="*/ 318 w 321"/>
                <a:gd name="T15" fmla="*/ 128 h 319"/>
                <a:gd name="T16" fmla="*/ 321 w 321"/>
                <a:gd name="T17" fmla="*/ 159 h 319"/>
                <a:gd name="T18" fmla="*/ 318 w 321"/>
                <a:gd name="T19" fmla="*/ 192 h 319"/>
                <a:gd name="T20" fmla="*/ 308 w 321"/>
                <a:gd name="T21" fmla="*/ 222 h 319"/>
                <a:gd name="T22" fmla="*/ 294 w 321"/>
                <a:gd name="T23" fmla="*/ 249 h 319"/>
                <a:gd name="T24" fmla="*/ 274 w 321"/>
                <a:gd name="T25" fmla="*/ 272 h 319"/>
                <a:gd name="T26" fmla="*/ 250 w 321"/>
                <a:gd name="T27" fmla="*/ 291 h 319"/>
                <a:gd name="T28" fmla="*/ 222 w 321"/>
                <a:gd name="T29" fmla="*/ 306 h 319"/>
                <a:gd name="T30" fmla="*/ 193 w 321"/>
                <a:gd name="T31" fmla="*/ 315 h 319"/>
                <a:gd name="T32" fmla="*/ 160 w 321"/>
                <a:gd name="T33" fmla="*/ 319 h 319"/>
                <a:gd name="T34" fmla="*/ 128 w 321"/>
                <a:gd name="T35" fmla="*/ 315 h 319"/>
                <a:gd name="T36" fmla="*/ 99 w 321"/>
                <a:gd name="T37" fmla="*/ 306 h 319"/>
                <a:gd name="T38" fmla="*/ 71 w 321"/>
                <a:gd name="T39" fmla="*/ 291 h 319"/>
                <a:gd name="T40" fmla="*/ 47 w 321"/>
                <a:gd name="T41" fmla="*/ 272 h 319"/>
                <a:gd name="T42" fmla="*/ 27 w 321"/>
                <a:gd name="T43" fmla="*/ 249 h 319"/>
                <a:gd name="T44" fmla="*/ 13 w 321"/>
                <a:gd name="T45" fmla="*/ 222 h 319"/>
                <a:gd name="T46" fmla="*/ 3 w 321"/>
                <a:gd name="T47" fmla="*/ 192 h 319"/>
                <a:gd name="T48" fmla="*/ 0 w 321"/>
                <a:gd name="T49" fmla="*/ 159 h 319"/>
                <a:gd name="T50" fmla="*/ 3 w 321"/>
                <a:gd name="T51" fmla="*/ 128 h 319"/>
                <a:gd name="T52" fmla="*/ 13 w 321"/>
                <a:gd name="T53" fmla="*/ 98 h 319"/>
                <a:gd name="T54" fmla="*/ 27 w 321"/>
                <a:gd name="T55" fmla="*/ 71 h 319"/>
                <a:gd name="T56" fmla="*/ 47 w 321"/>
                <a:gd name="T57" fmla="*/ 47 h 319"/>
                <a:gd name="T58" fmla="*/ 71 w 321"/>
                <a:gd name="T59" fmla="*/ 28 h 319"/>
                <a:gd name="T60" fmla="*/ 99 w 321"/>
                <a:gd name="T61" fmla="*/ 14 h 319"/>
                <a:gd name="T62" fmla="*/ 128 w 321"/>
                <a:gd name="T63" fmla="*/ 4 h 319"/>
                <a:gd name="T64" fmla="*/ 160 w 321"/>
                <a:gd name="T6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1" h="319">
                  <a:moveTo>
                    <a:pt x="160" y="0"/>
                  </a:moveTo>
                  <a:lnTo>
                    <a:pt x="193" y="4"/>
                  </a:lnTo>
                  <a:lnTo>
                    <a:pt x="222" y="14"/>
                  </a:lnTo>
                  <a:lnTo>
                    <a:pt x="250" y="28"/>
                  </a:lnTo>
                  <a:lnTo>
                    <a:pt x="274" y="47"/>
                  </a:lnTo>
                  <a:lnTo>
                    <a:pt x="294" y="71"/>
                  </a:lnTo>
                  <a:lnTo>
                    <a:pt x="308" y="98"/>
                  </a:lnTo>
                  <a:lnTo>
                    <a:pt x="318" y="128"/>
                  </a:lnTo>
                  <a:lnTo>
                    <a:pt x="321" y="159"/>
                  </a:lnTo>
                  <a:lnTo>
                    <a:pt x="318" y="192"/>
                  </a:lnTo>
                  <a:lnTo>
                    <a:pt x="308" y="222"/>
                  </a:lnTo>
                  <a:lnTo>
                    <a:pt x="294" y="249"/>
                  </a:lnTo>
                  <a:lnTo>
                    <a:pt x="274" y="272"/>
                  </a:lnTo>
                  <a:lnTo>
                    <a:pt x="250" y="291"/>
                  </a:lnTo>
                  <a:lnTo>
                    <a:pt x="222" y="306"/>
                  </a:lnTo>
                  <a:lnTo>
                    <a:pt x="193" y="315"/>
                  </a:lnTo>
                  <a:lnTo>
                    <a:pt x="160" y="319"/>
                  </a:lnTo>
                  <a:lnTo>
                    <a:pt x="128" y="315"/>
                  </a:lnTo>
                  <a:lnTo>
                    <a:pt x="99" y="306"/>
                  </a:lnTo>
                  <a:lnTo>
                    <a:pt x="71" y="291"/>
                  </a:lnTo>
                  <a:lnTo>
                    <a:pt x="47" y="272"/>
                  </a:lnTo>
                  <a:lnTo>
                    <a:pt x="27" y="249"/>
                  </a:lnTo>
                  <a:lnTo>
                    <a:pt x="13" y="222"/>
                  </a:lnTo>
                  <a:lnTo>
                    <a:pt x="3" y="192"/>
                  </a:lnTo>
                  <a:lnTo>
                    <a:pt x="0" y="159"/>
                  </a:lnTo>
                  <a:lnTo>
                    <a:pt x="3" y="128"/>
                  </a:lnTo>
                  <a:lnTo>
                    <a:pt x="13" y="98"/>
                  </a:lnTo>
                  <a:lnTo>
                    <a:pt x="27" y="71"/>
                  </a:lnTo>
                  <a:lnTo>
                    <a:pt x="47" y="47"/>
                  </a:lnTo>
                  <a:lnTo>
                    <a:pt x="71" y="28"/>
                  </a:lnTo>
                  <a:lnTo>
                    <a:pt x="99" y="14"/>
                  </a:lnTo>
                  <a:lnTo>
                    <a:pt x="128" y="4"/>
                  </a:lnTo>
                  <a:lnTo>
                    <a:pt x="16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171" name="Group 170">
            <a:extLst>
              <a:ext uri="{FF2B5EF4-FFF2-40B4-BE49-F238E27FC236}">
                <a16:creationId xmlns:a16="http://schemas.microsoft.com/office/drawing/2014/main" id="{A2B61DC3-FD4E-4457-9B8F-32F1A5AEC8BA}"/>
              </a:ext>
            </a:extLst>
          </p:cNvPr>
          <p:cNvGrpSpPr/>
          <p:nvPr/>
        </p:nvGrpSpPr>
        <p:grpSpPr>
          <a:xfrm>
            <a:off x="1289872" y="2979025"/>
            <a:ext cx="368137" cy="353484"/>
            <a:chOff x="4616450" y="4732338"/>
            <a:chExt cx="638175" cy="612774"/>
          </a:xfrm>
          <a:solidFill>
            <a:schemeClr val="tx1"/>
          </a:solidFill>
        </p:grpSpPr>
        <p:sp>
          <p:nvSpPr>
            <p:cNvPr id="172" name="Freeform 50">
              <a:extLst>
                <a:ext uri="{FF2B5EF4-FFF2-40B4-BE49-F238E27FC236}">
                  <a16:creationId xmlns:a16="http://schemas.microsoft.com/office/drawing/2014/main" id="{B404F84D-34A6-4F62-8EDC-7A696FF01A53}"/>
                </a:ext>
              </a:extLst>
            </p:cNvPr>
            <p:cNvSpPr>
              <a:spLocks noEditPoints="1"/>
            </p:cNvSpPr>
            <p:nvPr/>
          </p:nvSpPr>
          <p:spPr bwMode="auto">
            <a:xfrm>
              <a:off x="4616450" y="4883150"/>
              <a:ext cx="638175" cy="461962"/>
            </a:xfrm>
            <a:custGeom>
              <a:avLst/>
              <a:gdLst>
                <a:gd name="T0" fmla="*/ 1731 w 3614"/>
                <a:gd name="T1" fmla="*/ 469 h 2623"/>
                <a:gd name="T2" fmla="*/ 1630 w 3614"/>
                <a:gd name="T3" fmla="*/ 601 h 2623"/>
                <a:gd name="T4" fmla="*/ 1456 w 3614"/>
                <a:gd name="T5" fmla="*/ 738 h 2623"/>
                <a:gd name="T6" fmla="*/ 1390 w 3614"/>
                <a:gd name="T7" fmla="*/ 965 h 2623"/>
                <a:gd name="T8" fmla="*/ 1454 w 3614"/>
                <a:gd name="T9" fmla="*/ 1181 h 2623"/>
                <a:gd name="T10" fmla="*/ 1614 w 3614"/>
                <a:gd name="T11" fmla="*/ 1306 h 2623"/>
                <a:gd name="T12" fmla="*/ 1862 w 3614"/>
                <a:gd name="T13" fmla="*/ 1379 h 2623"/>
                <a:gd name="T14" fmla="*/ 2016 w 3614"/>
                <a:gd name="T15" fmla="*/ 1451 h 2623"/>
                <a:gd name="T16" fmla="*/ 2079 w 3614"/>
                <a:gd name="T17" fmla="*/ 1577 h 2623"/>
                <a:gd name="T18" fmla="*/ 2044 w 3614"/>
                <a:gd name="T19" fmla="*/ 1747 h 2623"/>
                <a:gd name="T20" fmla="*/ 1909 w 3614"/>
                <a:gd name="T21" fmla="*/ 1846 h 2623"/>
                <a:gd name="T22" fmla="*/ 1763 w 3614"/>
                <a:gd name="T23" fmla="*/ 1848 h 2623"/>
                <a:gd name="T24" fmla="*/ 1626 w 3614"/>
                <a:gd name="T25" fmla="*/ 1760 h 2623"/>
                <a:gd name="T26" fmla="*/ 1568 w 3614"/>
                <a:gd name="T27" fmla="*/ 1627 h 2623"/>
                <a:gd name="T28" fmla="*/ 1483 w 3614"/>
                <a:gd name="T29" fmla="*/ 1587 h 2623"/>
                <a:gd name="T30" fmla="*/ 1376 w 3614"/>
                <a:gd name="T31" fmla="*/ 1648 h 2623"/>
                <a:gd name="T32" fmla="*/ 1411 w 3614"/>
                <a:gd name="T33" fmla="*/ 1802 h 2623"/>
                <a:gd name="T34" fmla="*/ 1538 w 3614"/>
                <a:gd name="T35" fmla="*/ 1950 h 2623"/>
                <a:gd name="T36" fmla="*/ 1720 w 3614"/>
                <a:gd name="T37" fmla="*/ 2071 h 2623"/>
                <a:gd name="T38" fmla="*/ 1780 w 3614"/>
                <a:gd name="T39" fmla="*/ 2149 h 2623"/>
                <a:gd name="T40" fmla="*/ 1903 w 3614"/>
                <a:gd name="T41" fmla="*/ 2128 h 2623"/>
                <a:gd name="T42" fmla="*/ 1975 w 3614"/>
                <a:gd name="T43" fmla="*/ 2011 h 2623"/>
                <a:gd name="T44" fmla="*/ 2170 w 3614"/>
                <a:gd name="T45" fmla="*/ 1896 h 2623"/>
                <a:gd name="T46" fmla="*/ 2275 w 3614"/>
                <a:gd name="T47" fmla="*/ 1695 h 2623"/>
                <a:gd name="T48" fmla="*/ 2256 w 3614"/>
                <a:gd name="T49" fmla="*/ 1446 h 2623"/>
                <a:gd name="T50" fmla="*/ 2150 w 3614"/>
                <a:gd name="T51" fmla="*/ 1301 h 2623"/>
                <a:gd name="T52" fmla="*/ 1968 w 3614"/>
                <a:gd name="T53" fmla="*/ 1212 h 2623"/>
                <a:gd name="T54" fmla="*/ 1778 w 3614"/>
                <a:gd name="T55" fmla="*/ 1169 h 2623"/>
                <a:gd name="T56" fmla="*/ 1631 w 3614"/>
                <a:gd name="T57" fmla="*/ 1083 h 2623"/>
                <a:gd name="T58" fmla="*/ 1588 w 3614"/>
                <a:gd name="T59" fmla="*/ 953 h 2623"/>
                <a:gd name="T60" fmla="*/ 1639 w 3614"/>
                <a:gd name="T61" fmla="*/ 816 h 2623"/>
                <a:gd name="T62" fmla="*/ 1786 w 3614"/>
                <a:gd name="T63" fmla="*/ 743 h 2623"/>
                <a:gd name="T64" fmla="*/ 1944 w 3614"/>
                <a:gd name="T65" fmla="*/ 772 h 2623"/>
                <a:gd name="T66" fmla="*/ 2030 w 3614"/>
                <a:gd name="T67" fmla="*/ 884 h 2623"/>
                <a:gd name="T68" fmla="*/ 2101 w 3614"/>
                <a:gd name="T69" fmla="*/ 939 h 2623"/>
                <a:gd name="T70" fmla="*/ 2215 w 3614"/>
                <a:gd name="T71" fmla="*/ 901 h 2623"/>
                <a:gd name="T72" fmla="*/ 2212 w 3614"/>
                <a:gd name="T73" fmla="*/ 786 h 2623"/>
                <a:gd name="T74" fmla="*/ 2083 w 3614"/>
                <a:gd name="T75" fmla="*/ 638 h 2623"/>
                <a:gd name="T76" fmla="*/ 1927 w 3614"/>
                <a:gd name="T77" fmla="*/ 509 h 2623"/>
                <a:gd name="T78" fmla="*/ 1867 w 3614"/>
                <a:gd name="T79" fmla="*/ 431 h 2623"/>
                <a:gd name="T80" fmla="*/ 2380 w 3614"/>
                <a:gd name="T81" fmla="*/ 59 h 2623"/>
                <a:gd name="T82" fmla="*/ 2801 w 3614"/>
                <a:gd name="T83" fmla="*/ 452 h 2623"/>
                <a:gd name="T84" fmla="*/ 3171 w 3614"/>
                <a:gd name="T85" fmla="*/ 952 h 2623"/>
                <a:gd name="T86" fmla="*/ 3455 w 3614"/>
                <a:gd name="T87" fmla="*/ 1490 h 2623"/>
                <a:gd name="T88" fmla="*/ 3589 w 3614"/>
                <a:gd name="T89" fmla="*/ 1965 h 2623"/>
                <a:gd name="T90" fmla="*/ 3611 w 3614"/>
                <a:gd name="T91" fmla="*/ 2335 h 2623"/>
                <a:gd name="T92" fmla="*/ 3517 w 3614"/>
                <a:gd name="T93" fmla="*/ 2525 h 2623"/>
                <a:gd name="T94" fmla="*/ 3326 w 3614"/>
                <a:gd name="T95" fmla="*/ 2619 h 2623"/>
                <a:gd name="T96" fmla="*/ 204 w 3614"/>
                <a:gd name="T97" fmla="*/ 2596 h 2623"/>
                <a:gd name="T98" fmla="*/ 45 w 3614"/>
                <a:gd name="T99" fmla="*/ 2458 h 2623"/>
                <a:gd name="T100" fmla="*/ 1 w 3614"/>
                <a:gd name="T101" fmla="*/ 2215 h 2623"/>
                <a:gd name="T102" fmla="*/ 61 w 3614"/>
                <a:gd name="T103" fmla="*/ 1780 h 2623"/>
                <a:gd name="T104" fmla="*/ 261 w 3614"/>
                <a:gd name="T105" fmla="*/ 1275 h 2623"/>
                <a:gd name="T106" fmla="*/ 583 w 3614"/>
                <a:gd name="T107" fmla="*/ 744 h 2623"/>
                <a:gd name="T108" fmla="*/ 977 w 3614"/>
                <a:gd name="T109" fmla="*/ 279 h 2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14" h="2623">
                  <a:moveTo>
                    <a:pt x="1801" y="428"/>
                  </a:moveTo>
                  <a:lnTo>
                    <a:pt x="1780" y="431"/>
                  </a:lnTo>
                  <a:lnTo>
                    <a:pt x="1761" y="439"/>
                  </a:lnTo>
                  <a:lnTo>
                    <a:pt x="1744" y="452"/>
                  </a:lnTo>
                  <a:lnTo>
                    <a:pt x="1731" y="469"/>
                  </a:lnTo>
                  <a:lnTo>
                    <a:pt x="1723" y="487"/>
                  </a:lnTo>
                  <a:lnTo>
                    <a:pt x="1720" y="509"/>
                  </a:lnTo>
                  <a:lnTo>
                    <a:pt x="1720" y="576"/>
                  </a:lnTo>
                  <a:lnTo>
                    <a:pt x="1674" y="587"/>
                  </a:lnTo>
                  <a:lnTo>
                    <a:pt x="1630" y="601"/>
                  </a:lnTo>
                  <a:lnTo>
                    <a:pt x="1590" y="619"/>
                  </a:lnTo>
                  <a:lnTo>
                    <a:pt x="1552" y="641"/>
                  </a:lnTo>
                  <a:lnTo>
                    <a:pt x="1520" y="666"/>
                  </a:lnTo>
                  <a:lnTo>
                    <a:pt x="1486" y="700"/>
                  </a:lnTo>
                  <a:lnTo>
                    <a:pt x="1456" y="738"/>
                  </a:lnTo>
                  <a:lnTo>
                    <a:pt x="1433" y="777"/>
                  </a:lnTo>
                  <a:lnTo>
                    <a:pt x="1413" y="820"/>
                  </a:lnTo>
                  <a:lnTo>
                    <a:pt x="1400" y="866"/>
                  </a:lnTo>
                  <a:lnTo>
                    <a:pt x="1392" y="915"/>
                  </a:lnTo>
                  <a:lnTo>
                    <a:pt x="1390" y="965"/>
                  </a:lnTo>
                  <a:lnTo>
                    <a:pt x="1392" y="1016"/>
                  </a:lnTo>
                  <a:lnTo>
                    <a:pt x="1401" y="1063"/>
                  </a:lnTo>
                  <a:lnTo>
                    <a:pt x="1414" y="1108"/>
                  </a:lnTo>
                  <a:lnTo>
                    <a:pt x="1434" y="1151"/>
                  </a:lnTo>
                  <a:lnTo>
                    <a:pt x="1454" y="1181"/>
                  </a:lnTo>
                  <a:lnTo>
                    <a:pt x="1477" y="1210"/>
                  </a:lnTo>
                  <a:lnTo>
                    <a:pt x="1502" y="1236"/>
                  </a:lnTo>
                  <a:lnTo>
                    <a:pt x="1531" y="1259"/>
                  </a:lnTo>
                  <a:lnTo>
                    <a:pt x="1562" y="1279"/>
                  </a:lnTo>
                  <a:lnTo>
                    <a:pt x="1614" y="1306"/>
                  </a:lnTo>
                  <a:lnTo>
                    <a:pt x="1666" y="1325"/>
                  </a:lnTo>
                  <a:lnTo>
                    <a:pt x="1719" y="1343"/>
                  </a:lnTo>
                  <a:lnTo>
                    <a:pt x="1773" y="1357"/>
                  </a:lnTo>
                  <a:lnTo>
                    <a:pt x="1829" y="1370"/>
                  </a:lnTo>
                  <a:lnTo>
                    <a:pt x="1862" y="1379"/>
                  </a:lnTo>
                  <a:lnTo>
                    <a:pt x="1896" y="1388"/>
                  </a:lnTo>
                  <a:lnTo>
                    <a:pt x="1929" y="1400"/>
                  </a:lnTo>
                  <a:lnTo>
                    <a:pt x="1960" y="1414"/>
                  </a:lnTo>
                  <a:lnTo>
                    <a:pt x="1990" y="1431"/>
                  </a:lnTo>
                  <a:lnTo>
                    <a:pt x="2016" y="1451"/>
                  </a:lnTo>
                  <a:lnTo>
                    <a:pt x="2040" y="1475"/>
                  </a:lnTo>
                  <a:lnTo>
                    <a:pt x="2055" y="1496"/>
                  </a:lnTo>
                  <a:lnTo>
                    <a:pt x="2066" y="1520"/>
                  </a:lnTo>
                  <a:lnTo>
                    <a:pt x="2074" y="1547"/>
                  </a:lnTo>
                  <a:lnTo>
                    <a:pt x="2079" y="1577"/>
                  </a:lnTo>
                  <a:lnTo>
                    <a:pt x="2081" y="1609"/>
                  </a:lnTo>
                  <a:lnTo>
                    <a:pt x="2079" y="1647"/>
                  </a:lnTo>
                  <a:lnTo>
                    <a:pt x="2071" y="1683"/>
                  </a:lnTo>
                  <a:lnTo>
                    <a:pt x="2060" y="1716"/>
                  </a:lnTo>
                  <a:lnTo>
                    <a:pt x="2044" y="1747"/>
                  </a:lnTo>
                  <a:lnTo>
                    <a:pt x="2023" y="1775"/>
                  </a:lnTo>
                  <a:lnTo>
                    <a:pt x="1999" y="1799"/>
                  </a:lnTo>
                  <a:lnTo>
                    <a:pt x="1971" y="1818"/>
                  </a:lnTo>
                  <a:lnTo>
                    <a:pt x="1941" y="1834"/>
                  </a:lnTo>
                  <a:lnTo>
                    <a:pt x="1909" y="1846"/>
                  </a:lnTo>
                  <a:lnTo>
                    <a:pt x="1874" y="1854"/>
                  </a:lnTo>
                  <a:lnTo>
                    <a:pt x="1853" y="1856"/>
                  </a:lnTo>
                  <a:lnTo>
                    <a:pt x="1832" y="1857"/>
                  </a:lnTo>
                  <a:lnTo>
                    <a:pt x="1797" y="1855"/>
                  </a:lnTo>
                  <a:lnTo>
                    <a:pt x="1763" y="1848"/>
                  </a:lnTo>
                  <a:lnTo>
                    <a:pt x="1731" y="1838"/>
                  </a:lnTo>
                  <a:lnTo>
                    <a:pt x="1700" y="1824"/>
                  </a:lnTo>
                  <a:lnTo>
                    <a:pt x="1673" y="1806"/>
                  </a:lnTo>
                  <a:lnTo>
                    <a:pt x="1648" y="1784"/>
                  </a:lnTo>
                  <a:lnTo>
                    <a:pt x="1626" y="1760"/>
                  </a:lnTo>
                  <a:lnTo>
                    <a:pt x="1611" y="1738"/>
                  </a:lnTo>
                  <a:lnTo>
                    <a:pt x="1597" y="1712"/>
                  </a:lnTo>
                  <a:lnTo>
                    <a:pt x="1586" y="1682"/>
                  </a:lnTo>
                  <a:lnTo>
                    <a:pt x="1575" y="1647"/>
                  </a:lnTo>
                  <a:lnTo>
                    <a:pt x="1568" y="1627"/>
                  </a:lnTo>
                  <a:lnTo>
                    <a:pt x="1557" y="1612"/>
                  </a:lnTo>
                  <a:lnTo>
                    <a:pt x="1541" y="1599"/>
                  </a:lnTo>
                  <a:lnTo>
                    <a:pt x="1524" y="1590"/>
                  </a:lnTo>
                  <a:lnTo>
                    <a:pt x="1504" y="1586"/>
                  </a:lnTo>
                  <a:lnTo>
                    <a:pt x="1483" y="1587"/>
                  </a:lnTo>
                  <a:lnTo>
                    <a:pt x="1438" y="1594"/>
                  </a:lnTo>
                  <a:lnTo>
                    <a:pt x="1418" y="1601"/>
                  </a:lnTo>
                  <a:lnTo>
                    <a:pt x="1399" y="1613"/>
                  </a:lnTo>
                  <a:lnTo>
                    <a:pt x="1386" y="1630"/>
                  </a:lnTo>
                  <a:lnTo>
                    <a:pt x="1376" y="1648"/>
                  </a:lnTo>
                  <a:lnTo>
                    <a:pt x="1372" y="1669"/>
                  </a:lnTo>
                  <a:lnTo>
                    <a:pt x="1373" y="1691"/>
                  </a:lnTo>
                  <a:lnTo>
                    <a:pt x="1384" y="1731"/>
                  </a:lnTo>
                  <a:lnTo>
                    <a:pt x="1396" y="1767"/>
                  </a:lnTo>
                  <a:lnTo>
                    <a:pt x="1411" y="1802"/>
                  </a:lnTo>
                  <a:lnTo>
                    <a:pt x="1430" y="1834"/>
                  </a:lnTo>
                  <a:lnTo>
                    <a:pt x="1454" y="1869"/>
                  </a:lnTo>
                  <a:lnTo>
                    <a:pt x="1480" y="1900"/>
                  </a:lnTo>
                  <a:lnTo>
                    <a:pt x="1509" y="1927"/>
                  </a:lnTo>
                  <a:lnTo>
                    <a:pt x="1538" y="1950"/>
                  </a:lnTo>
                  <a:lnTo>
                    <a:pt x="1570" y="1969"/>
                  </a:lnTo>
                  <a:lnTo>
                    <a:pt x="1617" y="1990"/>
                  </a:lnTo>
                  <a:lnTo>
                    <a:pt x="1668" y="2007"/>
                  </a:lnTo>
                  <a:lnTo>
                    <a:pt x="1720" y="2019"/>
                  </a:lnTo>
                  <a:lnTo>
                    <a:pt x="1720" y="2071"/>
                  </a:lnTo>
                  <a:lnTo>
                    <a:pt x="1723" y="2093"/>
                  </a:lnTo>
                  <a:lnTo>
                    <a:pt x="1731" y="2112"/>
                  </a:lnTo>
                  <a:lnTo>
                    <a:pt x="1744" y="2128"/>
                  </a:lnTo>
                  <a:lnTo>
                    <a:pt x="1761" y="2141"/>
                  </a:lnTo>
                  <a:lnTo>
                    <a:pt x="1780" y="2149"/>
                  </a:lnTo>
                  <a:lnTo>
                    <a:pt x="1801" y="2152"/>
                  </a:lnTo>
                  <a:lnTo>
                    <a:pt x="1846" y="2152"/>
                  </a:lnTo>
                  <a:lnTo>
                    <a:pt x="1867" y="2149"/>
                  </a:lnTo>
                  <a:lnTo>
                    <a:pt x="1887" y="2141"/>
                  </a:lnTo>
                  <a:lnTo>
                    <a:pt x="1903" y="2128"/>
                  </a:lnTo>
                  <a:lnTo>
                    <a:pt x="1915" y="2112"/>
                  </a:lnTo>
                  <a:lnTo>
                    <a:pt x="1924" y="2093"/>
                  </a:lnTo>
                  <a:lnTo>
                    <a:pt x="1927" y="2071"/>
                  </a:lnTo>
                  <a:lnTo>
                    <a:pt x="1927" y="2022"/>
                  </a:lnTo>
                  <a:lnTo>
                    <a:pt x="1975" y="2011"/>
                  </a:lnTo>
                  <a:lnTo>
                    <a:pt x="2020" y="1996"/>
                  </a:lnTo>
                  <a:lnTo>
                    <a:pt x="2061" y="1977"/>
                  </a:lnTo>
                  <a:lnTo>
                    <a:pt x="2101" y="1954"/>
                  </a:lnTo>
                  <a:lnTo>
                    <a:pt x="2137" y="1927"/>
                  </a:lnTo>
                  <a:lnTo>
                    <a:pt x="2170" y="1896"/>
                  </a:lnTo>
                  <a:lnTo>
                    <a:pt x="2200" y="1861"/>
                  </a:lnTo>
                  <a:lnTo>
                    <a:pt x="2226" y="1823"/>
                  </a:lnTo>
                  <a:lnTo>
                    <a:pt x="2246" y="1782"/>
                  </a:lnTo>
                  <a:lnTo>
                    <a:pt x="2263" y="1740"/>
                  </a:lnTo>
                  <a:lnTo>
                    <a:pt x="2275" y="1695"/>
                  </a:lnTo>
                  <a:lnTo>
                    <a:pt x="2282" y="1647"/>
                  </a:lnTo>
                  <a:lnTo>
                    <a:pt x="2284" y="1598"/>
                  </a:lnTo>
                  <a:lnTo>
                    <a:pt x="2280" y="1545"/>
                  </a:lnTo>
                  <a:lnTo>
                    <a:pt x="2272" y="1494"/>
                  </a:lnTo>
                  <a:lnTo>
                    <a:pt x="2256" y="1446"/>
                  </a:lnTo>
                  <a:lnTo>
                    <a:pt x="2241" y="1412"/>
                  </a:lnTo>
                  <a:lnTo>
                    <a:pt x="2222" y="1381"/>
                  </a:lnTo>
                  <a:lnTo>
                    <a:pt x="2201" y="1352"/>
                  </a:lnTo>
                  <a:lnTo>
                    <a:pt x="2177" y="1325"/>
                  </a:lnTo>
                  <a:lnTo>
                    <a:pt x="2150" y="1301"/>
                  </a:lnTo>
                  <a:lnTo>
                    <a:pt x="2119" y="1278"/>
                  </a:lnTo>
                  <a:lnTo>
                    <a:pt x="2085" y="1257"/>
                  </a:lnTo>
                  <a:lnTo>
                    <a:pt x="2047" y="1239"/>
                  </a:lnTo>
                  <a:lnTo>
                    <a:pt x="2009" y="1224"/>
                  </a:lnTo>
                  <a:lnTo>
                    <a:pt x="1968" y="1212"/>
                  </a:lnTo>
                  <a:lnTo>
                    <a:pt x="1926" y="1202"/>
                  </a:lnTo>
                  <a:lnTo>
                    <a:pt x="1885" y="1195"/>
                  </a:lnTo>
                  <a:lnTo>
                    <a:pt x="1848" y="1187"/>
                  </a:lnTo>
                  <a:lnTo>
                    <a:pt x="1813" y="1179"/>
                  </a:lnTo>
                  <a:lnTo>
                    <a:pt x="1778" y="1169"/>
                  </a:lnTo>
                  <a:lnTo>
                    <a:pt x="1744" y="1158"/>
                  </a:lnTo>
                  <a:lnTo>
                    <a:pt x="1713" y="1144"/>
                  </a:lnTo>
                  <a:lnTo>
                    <a:pt x="1683" y="1128"/>
                  </a:lnTo>
                  <a:lnTo>
                    <a:pt x="1656" y="1108"/>
                  </a:lnTo>
                  <a:lnTo>
                    <a:pt x="1631" y="1083"/>
                  </a:lnTo>
                  <a:lnTo>
                    <a:pt x="1616" y="1061"/>
                  </a:lnTo>
                  <a:lnTo>
                    <a:pt x="1604" y="1036"/>
                  </a:lnTo>
                  <a:lnTo>
                    <a:pt x="1595" y="1011"/>
                  </a:lnTo>
                  <a:lnTo>
                    <a:pt x="1590" y="983"/>
                  </a:lnTo>
                  <a:lnTo>
                    <a:pt x="1588" y="953"/>
                  </a:lnTo>
                  <a:lnTo>
                    <a:pt x="1590" y="922"/>
                  </a:lnTo>
                  <a:lnTo>
                    <a:pt x="1596" y="893"/>
                  </a:lnTo>
                  <a:lnTo>
                    <a:pt x="1606" y="865"/>
                  </a:lnTo>
                  <a:lnTo>
                    <a:pt x="1620" y="840"/>
                  </a:lnTo>
                  <a:lnTo>
                    <a:pt x="1639" y="816"/>
                  </a:lnTo>
                  <a:lnTo>
                    <a:pt x="1662" y="794"/>
                  </a:lnTo>
                  <a:lnTo>
                    <a:pt x="1689" y="775"/>
                  </a:lnTo>
                  <a:lnTo>
                    <a:pt x="1719" y="761"/>
                  </a:lnTo>
                  <a:lnTo>
                    <a:pt x="1752" y="750"/>
                  </a:lnTo>
                  <a:lnTo>
                    <a:pt x="1786" y="743"/>
                  </a:lnTo>
                  <a:lnTo>
                    <a:pt x="1822" y="741"/>
                  </a:lnTo>
                  <a:lnTo>
                    <a:pt x="1855" y="742"/>
                  </a:lnTo>
                  <a:lnTo>
                    <a:pt x="1887" y="749"/>
                  </a:lnTo>
                  <a:lnTo>
                    <a:pt x="1916" y="759"/>
                  </a:lnTo>
                  <a:lnTo>
                    <a:pt x="1944" y="772"/>
                  </a:lnTo>
                  <a:lnTo>
                    <a:pt x="1968" y="788"/>
                  </a:lnTo>
                  <a:lnTo>
                    <a:pt x="1990" y="809"/>
                  </a:lnTo>
                  <a:lnTo>
                    <a:pt x="2005" y="830"/>
                  </a:lnTo>
                  <a:lnTo>
                    <a:pt x="2020" y="855"/>
                  </a:lnTo>
                  <a:lnTo>
                    <a:pt x="2030" y="884"/>
                  </a:lnTo>
                  <a:lnTo>
                    <a:pt x="2039" y="901"/>
                  </a:lnTo>
                  <a:lnTo>
                    <a:pt x="2050" y="916"/>
                  </a:lnTo>
                  <a:lnTo>
                    <a:pt x="2066" y="927"/>
                  </a:lnTo>
                  <a:lnTo>
                    <a:pt x="2082" y="934"/>
                  </a:lnTo>
                  <a:lnTo>
                    <a:pt x="2101" y="939"/>
                  </a:lnTo>
                  <a:lnTo>
                    <a:pt x="2119" y="938"/>
                  </a:lnTo>
                  <a:lnTo>
                    <a:pt x="2163" y="932"/>
                  </a:lnTo>
                  <a:lnTo>
                    <a:pt x="2183" y="925"/>
                  </a:lnTo>
                  <a:lnTo>
                    <a:pt x="2200" y="916"/>
                  </a:lnTo>
                  <a:lnTo>
                    <a:pt x="2215" y="901"/>
                  </a:lnTo>
                  <a:lnTo>
                    <a:pt x="2226" y="884"/>
                  </a:lnTo>
                  <a:lnTo>
                    <a:pt x="2231" y="865"/>
                  </a:lnTo>
                  <a:lnTo>
                    <a:pt x="2232" y="844"/>
                  </a:lnTo>
                  <a:lnTo>
                    <a:pt x="2228" y="824"/>
                  </a:lnTo>
                  <a:lnTo>
                    <a:pt x="2212" y="786"/>
                  </a:lnTo>
                  <a:lnTo>
                    <a:pt x="2193" y="751"/>
                  </a:lnTo>
                  <a:lnTo>
                    <a:pt x="2170" y="718"/>
                  </a:lnTo>
                  <a:lnTo>
                    <a:pt x="2143" y="688"/>
                  </a:lnTo>
                  <a:lnTo>
                    <a:pt x="2115" y="661"/>
                  </a:lnTo>
                  <a:lnTo>
                    <a:pt x="2083" y="638"/>
                  </a:lnTo>
                  <a:lnTo>
                    <a:pt x="2048" y="618"/>
                  </a:lnTo>
                  <a:lnTo>
                    <a:pt x="2011" y="600"/>
                  </a:lnTo>
                  <a:lnTo>
                    <a:pt x="1970" y="587"/>
                  </a:lnTo>
                  <a:lnTo>
                    <a:pt x="1927" y="577"/>
                  </a:lnTo>
                  <a:lnTo>
                    <a:pt x="1927" y="509"/>
                  </a:lnTo>
                  <a:lnTo>
                    <a:pt x="1924" y="488"/>
                  </a:lnTo>
                  <a:lnTo>
                    <a:pt x="1916" y="469"/>
                  </a:lnTo>
                  <a:lnTo>
                    <a:pt x="1903" y="452"/>
                  </a:lnTo>
                  <a:lnTo>
                    <a:pt x="1887" y="439"/>
                  </a:lnTo>
                  <a:lnTo>
                    <a:pt x="1867" y="431"/>
                  </a:lnTo>
                  <a:lnTo>
                    <a:pt x="1846" y="428"/>
                  </a:lnTo>
                  <a:lnTo>
                    <a:pt x="1801" y="428"/>
                  </a:lnTo>
                  <a:close/>
                  <a:moveTo>
                    <a:pt x="1321" y="0"/>
                  </a:moveTo>
                  <a:lnTo>
                    <a:pt x="2292" y="0"/>
                  </a:lnTo>
                  <a:lnTo>
                    <a:pt x="2380" y="59"/>
                  </a:lnTo>
                  <a:lnTo>
                    <a:pt x="2467" y="126"/>
                  </a:lnTo>
                  <a:lnTo>
                    <a:pt x="2553" y="199"/>
                  </a:lnTo>
                  <a:lnTo>
                    <a:pt x="2638" y="279"/>
                  </a:lnTo>
                  <a:lnTo>
                    <a:pt x="2720" y="363"/>
                  </a:lnTo>
                  <a:lnTo>
                    <a:pt x="2801" y="452"/>
                  </a:lnTo>
                  <a:lnTo>
                    <a:pt x="2880" y="547"/>
                  </a:lnTo>
                  <a:lnTo>
                    <a:pt x="2957" y="643"/>
                  </a:lnTo>
                  <a:lnTo>
                    <a:pt x="3031" y="744"/>
                  </a:lnTo>
                  <a:lnTo>
                    <a:pt x="3103" y="848"/>
                  </a:lnTo>
                  <a:lnTo>
                    <a:pt x="3171" y="952"/>
                  </a:lnTo>
                  <a:lnTo>
                    <a:pt x="3235" y="1059"/>
                  </a:lnTo>
                  <a:lnTo>
                    <a:pt x="3296" y="1167"/>
                  </a:lnTo>
                  <a:lnTo>
                    <a:pt x="3354" y="1275"/>
                  </a:lnTo>
                  <a:lnTo>
                    <a:pt x="3406" y="1382"/>
                  </a:lnTo>
                  <a:lnTo>
                    <a:pt x="3455" y="1490"/>
                  </a:lnTo>
                  <a:lnTo>
                    <a:pt x="3494" y="1588"/>
                  </a:lnTo>
                  <a:lnTo>
                    <a:pt x="3526" y="1684"/>
                  </a:lnTo>
                  <a:lnTo>
                    <a:pt x="3552" y="1780"/>
                  </a:lnTo>
                  <a:lnTo>
                    <a:pt x="3573" y="1873"/>
                  </a:lnTo>
                  <a:lnTo>
                    <a:pt x="3589" y="1965"/>
                  </a:lnTo>
                  <a:lnTo>
                    <a:pt x="3600" y="2052"/>
                  </a:lnTo>
                  <a:lnTo>
                    <a:pt x="3608" y="2136"/>
                  </a:lnTo>
                  <a:lnTo>
                    <a:pt x="3613" y="2215"/>
                  </a:lnTo>
                  <a:lnTo>
                    <a:pt x="3614" y="2289"/>
                  </a:lnTo>
                  <a:lnTo>
                    <a:pt x="3611" y="2335"/>
                  </a:lnTo>
                  <a:lnTo>
                    <a:pt x="3603" y="2378"/>
                  </a:lnTo>
                  <a:lnTo>
                    <a:pt x="3588" y="2419"/>
                  </a:lnTo>
                  <a:lnTo>
                    <a:pt x="3569" y="2458"/>
                  </a:lnTo>
                  <a:lnTo>
                    <a:pt x="3545" y="2493"/>
                  </a:lnTo>
                  <a:lnTo>
                    <a:pt x="3517" y="2525"/>
                  </a:lnTo>
                  <a:lnTo>
                    <a:pt x="3484" y="2553"/>
                  </a:lnTo>
                  <a:lnTo>
                    <a:pt x="3449" y="2577"/>
                  </a:lnTo>
                  <a:lnTo>
                    <a:pt x="3411" y="2596"/>
                  </a:lnTo>
                  <a:lnTo>
                    <a:pt x="3369" y="2610"/>
                  </a:lnTo>
                  <a:lnTo>
                    <a:pt x="3326" y="2619"/>
                  </a:lnTo>
                  <a:lnTo>
                    <a:pt x="3280" y="2623"/>
                  </a:lnTo>
                  <a:lnTo>
                    <a:pt x="333" y="2623"/>
                  </a:lnTo>
                  <a:lnTo>
                    <a:pt x="288" y="2619"/>
                  </a:lnTo>
                  <a:lnTo>
                    <a:pt x="244" y="2610"/>
                  </a:lnTo>
                  <a:lnTo>
                    <a:pt x="204" y="2596"/>
                  </a:lnTo>
                  <a:lnTo>
                    <a:pt x="164" y="2577"/>
                  </a:lnTo>
                  <a:lnTo>
                    <a:pt x="129" y="2553"/>
                  </a:lnTo>
                  <a:lnTo>
                    <a:pt x="98" y="2525"/>
                  </a:lnTo>
                  <a:lnTo>
                    <a:pt x="69" y="2493"/>
                  </a:lnTo>
                  <a:lnTo>
                    <a:pt x="45" y="2458"/>
                  </a:lnTo>
                  <a:lnTo>
                    <a:pt x="26" y="2419"/>
                  </a:lnTo>
                  <a:lnTo>
                    <a:pt x="12" y="2378"/>
                  </a:lnTo>
                  <a:lnTo>
                    <a:pt x="3" y="2335"/>
                  </a:lnTo>
                  <a:lnTo>
                    <a:pt x="0" y="2289"/>
                  </a:lnTo>
                  <a:lnTo>
                    <a:pt x="1" y="2215"/>
                  </a:lnTo>
                  <a:lnTo>
                    <a:pt x="5" y="2136"/>
                  </a:lnTo>
                  <a:lnTo>
                    <a:pt x="13" y="2052"/>
                  </a:lnTo>
                  <a:lnTo>
                    <a:pt x="25" y="1965"/>
                  </a:lnTo>
                  <a:lnTo>
                    <a:pt x="41" y="1873"/>
                  </a:lnTo>
                  <a:lnTo>
                    <a:pt x="61" y="1780"/>
                  </a:lnTo>
                  <a:lnTo>
                    <a:pt x="88" y="1684"/>
                  </a:lnTo>
                  <a:lnTo>
                    <a:pt x="121" y="1588"/>
                  </a:lnTo>
                  <a:lnTo>
                    <a:pt x="159" y="1490"/>
                  </a:lnTo>
                  <a:lnTo>
                    <a:pt x="208" y="1382"/>
                  </a:lnTo>
                  <a:lnTo>
                    <a:pt x="261" y="1275"/>
                  </a:lnTo>
                  <a:lnTo>
                    <a:pt x="318" y="1167"/>
                  </a:lnTo>
                  <a:lnTo>
                    <a:pt x="379" y="1059"/>
                  </a:lnTo>
                  <a:lnTo>
                    <a:pt x="444" y="952"/>
                  </a:lnTo>
                  <a:lnTo>
                    <a:pt x="512" y="848"/>
                  </a:lnTo>
                  <a:lnTo>
                    <a:pt x="583" y="744"/>
                  </a:lnTo>
                  <a:lnTo>
                    <a:pt x="657" y="643"/>
                  </a:lnTo>
                  <a:lnTo>
                    <a:pt x="733" y="547"/>
                  </a:lnTo>
                  <a:lnTo>
                    <a:pt x="812" y="452"/>
                  </a:lnTo>
                  <a:lnTo>
                    <a:pt x="894" y="363"/>
                  </a:lnTo>
                  <a:lnTo>
                    <a:pt x="977" y="279"/>
                  </a:lnTo>
                  <a:lnTo>
                    <a:pt x="1061" y="199"/>
                  </a:lnTo>
                  <a:lnTo>
                    <a:pt x="1147" y="126"/>
                  </a:lnTo>
                  <a:lnTo>
                    <a:pt x="1233" y="59"/>
                  </a:lnTo>
                  <a:lnTo>
                    <a:pt x="1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173" name="Freeform 51">
              <a:extLst>
                <a:ext uri="{FF2B5EF4-FFF2-40B4-BE49-F238E27FC236}">
                  <a16:creationId xmlns:a16="http://schemas.microsoft.com/office/drawing/2014/main" id="{DDE7EF8D-8F40-4955-BF4E-8651B3EC85B9}"/>
                </a:ext>
              </a:extLst>
            </p:cNvPr>
            <p:cNvSpPr>
              <a:spLocks/>
            </p:cNvSpPr>
            <p:nvPr/>
          </p:nvSpPr>
          <p:spPr bwMode="auto">
            <a:xfrm>
              <a:off x="4800600" y="4732338"/>
              <a:ext cx="276225" cy="115887"/>
            </a:xfrm>
            <a:custGeom>
              <a:avLst/>
              <a:gdLst>
                <a:gd name="T0" fmla="*/ 780 w 1563"/>
                <a:gd name="T1" fmla="*/ 0 h 657"/>
                <a:gd name="T2" fmla="*/ 782 w 1563"/>
                <a:gd name="T3" fmla="*/ 0 h 657"/>
                <a:gd name="T4" fmla="*/ 1417 w 1563"/>
                <a:gd name="T5" fmla="*/ 2 h 657"/>
                <a:gd name="T6" fmla="*/ 1448 w 1563"/>
                <a:gd name="T7" fmla="*/ 6 h 657"/>
                <a:gd name="T8" fmla="*/ 1475 w 1563"/>
                <a:gd name="T9" fmla="*/ 15 h 657"/>
                <a:gd name="T10" fmla="*/ 1501 w 1563"/>
                <a:gd name="T11" fmla="*/ 28 h 657"/>
                <a:gd name="T12" fmla="*/ 1521 w 1563"/>
                <a:gd name="T13" fmla="*/ 46 h 657"/>
                <a:gd name="T14" fmla="*/ 1539 w 1563"/>
                <a:gd name="T15" fmla="*/ 67 h 657"/>
                <a:gd name="T16" fmla="*/ 1551 w 1563"/>
                <a:gd name="T17" fmla="*/ 91 h 657"/>
                <a:gd name="T18" fmla="*/ 1560 w 1563"/>
                <a:gd name="T19" fmla="*/ 118 h 657"/>
                <a:gd name="T20" fmla="*/ 1563 w 1563"/>
                <a:gd name="T21" fmla="*/ 145 h 657"/>
                <a:gd name="T22" fmla="*/ 1561 w 1563"/>
                <a:gd name="T23" fmla="*/ 174 h 657"/>
                <a:gd name="T24" fmla="*/ 1552 w 1563"/>
                <a:gd name="T25" fmla="*/ 202 h 657"/>
                <a:gd name="T26" fmla="*/ 1538 w 1563"/>
                <a:gd name="T27" fmla="*/ 229 h 657"/>
                <a:gd name="T28" fmla="*/ 1254 w 1563"/>
                <a:gd name="T29" fmla="*/ 657 h 657"/>
                <a:gd name="T30" fmla="*/ 310 w 1563"/>
                <a:gd name="T31" fmla="*/ 657 h 657"/>
                <a:gd name="T32" fmla="*/ 25 w 1563"/>
                <a:gd name="T33" fmla="*/ 229 h 657"/>
                <a:gd name="T34" fmla="*/ 11 w 1563"/>
                <a:gd name="T35" fmla="*/ 202 h 657"/>
                <a:gd name="T36" fmla="*/ 2 w 1563"/>
                <a:gd name="T37" fmla="*/ 174 h 657"/>
                <a:gd name="T38" fmla="*/ 0 w 1563"/>
                <a:gd name="T39" fmla="*/ 145 h 657"/>
                <a:gd name="T40" fmla="*/ 3 w 1563"/>
                <a:gd name="T41" fmla="*/ 118 h 657"/>
                <a:gd name="T42" fmla="*/ 12 w 1563"/>
                <a:gd name="T43" fmla="*/ 91 h 657"/>
                <a:gd name="T44" fmla="*/ 25 w 1563"/>
                <a:gd name="T45" fmla="*/ 67 h 657"/>
                <a:gd name="T46" fmla="*/ 41 w 1563"/>
                <a:gd name="T47" fmla="*/ 46 h 657"/>
                <a:gd name="T48" fmla="*/ 63 w 1563"/>
                <a:gd name="T49" fmla="*/ 28 h 657"/>
                <a:gd name="T50" fmla="*/ 87 w 1563"/>
                <a:gd name="T51" fmla="*/ 15 h 657"/>
                <a:gd name="T52" fmla="*/ 115 w 1563"/>
                <a:gd name="T53" fmla="*/ 6 h 657"/>
                <a:gd name="T54" fmla="*/ 145 w 1563"/>
                <a:gd name="T55" fmla="*/ 2 h 657"/>
                <a:gd name="T56" fmla="*/ 780 w 1563"/>
                <a:gd name="T57"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3" h="657">
                  <a:moveTo>
                    <a:pt x="780" y="0"/>
                  </a:moveTo>
                  <a:lnTo>
                    <a:pt x="782" y="0"/>
                  </a:lnTo>
                  <a:lnTo>
                    <a:pt x="1417" y="2"/>
                  </a:lnTo>
                  <a:lnTo>
                    <a:pt x="1448" y="6"/>
                  </a:lnTo>
                  <a:lnTo>
                    <a:pt x="1475" y="15"/>
                  </a:lnTo>
                  <a:lnTo>
                    <a:pt x="1501" y="28"/>
                  </a:lnTo>
                  <a:lnTo>
                    <a:pt x="1521" y="46"/>
                  </a:lnTo>
                  <a:lnTo>
                    <a:pt x="1539" y="67"/>
                  </a:lnTo>
                  <a:lnTo>
                    <a:pt x="1551" y="91"/>
                  </a:lnTo>
                  <a:lnTo>
                    <a:pt x="1560" y="118"/>
                  </a:lnTo>
                  <a:lnTo>
                    <a:pt x="1563" y="145"/>
                  </a:lnTo>
                  <a:lnTo>
                    <a:pt x="1561" y="174"/>
                  </a:lnTo>
                  <a:lnTo>
                    <a:pt x="1552" y="202"/>
                  </a:lnTo>
                  <a:lnTo>
                    <a:pt x="1538" y="229"/>
                  </a:lnTo>
                  <a:lnTo>
                    <a:pt x="1254" y="657"/>
                  </a:lnTo>
                  <a:lnTo>
                    <a:pt x="310" y="657"/>
                  </a:lnTo>
                  <a:lnTo>
                    <a:pt x="25" y="229"/>
                  </a:lnTo>
                  <a:lnTo>
                    <a:pt x="11" y="202"/>
                  </a:lnTo>
                  <a:lnTo>
                    <a:pt x="2" y="174"/>
                  </a:lnTo>
                  <a:lnTo>
                    <a:pt x="0" y="145"/>
                  </a:lnTo>
                  <a:lnTo>
                    <a:pt x="3" y="118"/>
                  </a:lnTo>
                  <a:lnTo>
                    <a:pt x="12" y="91"/>
                  </a:lnTo>
                  <a:lnTo>
                    <a:pt x="25" y="67"/>
                  </a:lnTo>
                  <a:lnTo>
                    <a:pt x="41" y="46"/>
                  </a:lnTo>
                  <a:lnTo>
                    <a:pt x="63" y="28"/>
                  </a:lnTo>
                  <a:lnTo>
                    <a:pt x="87" y="15"/>
                  </a:lnTo>
                  <a:lnTo>
                    <a:pt x="115" y="6"/>
                  </a:lnTo>
                  <a:lnTo>
                    <a:pt x="145" y="2"/>
                  </a:lnTo>
                  <a:lnTo>
                    <a:pt x="7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sp>
        <p:nvSpPr>
          <p:cNvPr id="174" name="TextBox 173">
            <a:extLst>
              <a:ext uri="{FF2B5EF4-FFF2-40B4-BE49-F238E27FC236}">
                <a16:creationId xmlns:a16="http://schemas.microsoft.com/office/drawing/2014/main" id="{4A7DC08A-5327-438D-95DE-B7A520EADF6E}"/>
              </a:ext>
            </a:extLst>
          </p:cNvPr>
          <p:cNvSpPr txBox="1"/>
          <p:nvPr/>
        </p:nvSpPr>
        <p:spPr>
          <a:xfrm rot="16200000" flipH="1">
            <a:off x="565528" y="4257154"/>
            <a:ext cx="1875361" cy="307777"/>
          </a:xfrm>
          <a:prstGeom prst="rect">
            <a:avLst/>
          </a:prstGeom>
          <a:noFill/>
        </p:spPr>
        <p:txBody>
          <a:bodyPr wrap="square" rtlCol="0">
            <a:spAutoFit/>
          </a:bodyPr>
          <a:lstStyle/>
          <a:p>
            <a:pPr algn="r"/>
            <a:r>
              <a:rPr lang="en-US" sz="1400" b="1" dirty="0">
                <a:latin typeface="Arial" panose="020B0604020202020204" pitchFamily="34" charset="0"/>
                <a:ea typeface="Calibri Light" charset="0"/>
                <a:cs typeface="Arial" panose="020B0604020202020204" pitchFamily="34" charset="0"/>
              </a:rPr>
              <a:t>Accuracy</a:t>
            </a:r>
          </a:p>
        </p:txBody>
      </p:sp>
      <p:sp>
        <p:nvSpPr>
          <p:cNvPr id="175" name="TextBox 174">
            <a:extLst>
              <a:ext uri="{FF2B5EF4-FFF2-40B4-BE49-F238E27FC236}">
                <a16:creationId xmlns:a16="http://schemas.microsoft.com/office/drawing/2014/main" id="{2BA58F3F-DC96-4566-9EB3-32B03BCE9583}"/>
              </a:ext>
            </a:extLst>
          </p:cNvPr>
          <p:cNvSpPr txBox="1"/>
          <p:nvPr/>
        </p:nvSpPr>
        <p:spPr>
          <a:xfrm rot="16200000" flipH="1">
            <a:off x="1404925" y="4135788"/>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Precision</a:t>
            </a:r>
          </a:p>
        </p:txBody>
      </p:sp>
      <p:sp>
        <p:nvSpPr>
          <p:cNvPr id="176" name="TextBox 175">
            <a:extLst>
              <a:ext uri="{FF2B5EF4-FFF2-40B4-BE49-F238E27FC236}">
                <a16:creationId xmlns:a16="http://schemas.microsoft.com/office/drawing/2014/main" id="{40663693-77CC-4CD7-ABBC-4E2B082DF83F}"/>
              </a:ext>
            </a:extLst>
          </p:cNvPr>
          <p:cNvSpPr txBox="1"/>
          <p:nvPr/>
        </p:nvSpPr>
        <p:spPr>
          <a:xfrm rot="16200000" flipH="1">
            <a:off x="2115163" y="4028067"/>
            <a:ext cx="1632631" cy="523220"/>
          </a:xfrm>
          <a:prstGeom prst="rect">
            <a:avLst/>
          </a:prstGeom>
          <a:noFill/>
        </p:spPr>
        <p:txBody>
          <a:bodyPr wrap="square" rtlCol="0">
            <a:spAutoFit/>
          </a:bodyPr>
          <a:lstStyle/>
          <a:p>
            <a:pPr algn="r"/>
            <a:r>
              <a:rPr lang="en-US" sz="1400" b="1" dirty="0">
                <a:latin typeface="Arial" panose="020B0604020202020204" pitchFamily="34" charset="0"/>
                <a:cs typeface="Arial" panose="020B0604020202020204" pitchFamily="34" charset="0"/>
              </a:rPr>
              <a:t>Recall (Sensitivity)</a:t>
            </a:r>
          </a:p>
        </p:txBody>
      </p:sp>
      <p:sp>
        <p:nvSpPr>
          <p:cNvPr id="177" name="TextBox 176">
            <a:extLst>
              <a:ext uri="{FF2B5EF4-FFF2-40B4-BE49-F238E27FC236}">
                <a16:creationId xmlns:a16="http://schemas.microsoft.com/office/drawing/2014/main" id="{56FBE0AD-5195-4EC5-B569-4618825F25B0}"/>
              </a:ext>
            </a:extLst>
          </p:cNvPr>
          <p:cNvSpPr txBox="1"/>
          <p:nvPr/>
        </p:nvSpPr>
        <p:spPr>
          <a:xfrm rot="16200000" flipH="1">
            <a:off x="2828333" y="4135788"/>
            <a:ext cx="1632631" cy="307777"/>
          </a:xfrm>
          <a:prstGeom prst="rect">
            <a:avLst/>
          </a:prstGeom>
          <a:noFill/>
        </p:spPr>
        <p:txBody>
          <a:bodyPr wrap="square" rtlCol="0">
            <a:spAutoFit/>
          </a:bodyPr>
          <a:lstStyle/>
          <a:p>
            <a:pPr algn="r"/>
            <a:r>
              <a:rPr lang="en-US" sz="1400" b="1" dirty="0">
                <a:solidFill>
                  <a:schemeClr val="bg1"/>
                </a:solidFill>
                <a:latin typeface="Arial" panose="020B0604020202020204" pitchFamily="34" charset="0"/>
                <a:cs typeface="Arial" panose="020B0604020202020204" pitchFamily="34" charset="0"/>
              </a:rPr>
              <a:t>F1 Score</a:t>
            </a:r>
          </a:p>
        </p:txBody>
      </p:sp>
      <p:sp>
        <p:nvSpPr>
          <p:cNvPr id="178" name="TextBox 177">
            <a:extLst>
              <a:ext uri="{FF2B5EF4-FFF2-40B4-BE49-F238E27FC236}">
                <a16:creationId xmlns:a16="http://schemas.microsoft.com/office/drawing/2014/main" id="{B6CFCA03-793D-4F23-BF5F-0B8DB2C6BDAD}"/>
              </a:ext>
            </a:extLst>
          </p:cNvPr>
          <p:cNvSpPr txBox="1"/>
          <p:nvPr/>
        </p:nvSpPr>
        <p:spPr>
          <a:xfrm rot="16200000" flipH="1">
            <a:off x="4260453" y="4135787"/>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Confusion Matrix</a:t>
            </a:r>
          </a:p>
        </p:txBody>
      </p:sp>
      <p:sp>
        <p:nvSpPr>
          <p:cNvPr id="179" name="TextBox 178">
            <a:extLst>
              <a:ext uri="{FF2B5EF4-FFF2-40B4-BE49-F238E27FC236}">
                <a16:creationId xmlns:a16="http://schemas.microsoft.com/office/drawing/2014/main" id="{86ED5069-B925-4B5E-9CCB-3B8F310F4FBA}"/>
              </a:ext>
            </a:extLst>
          </p:cNvPr>
          <p:cNvSpPr txBox="1"/>
          <p:nvPr/>
        </p:nvSpPr>
        <p:spPr>
          <a:xfrm rot="16200000" flipH="1">
            <a:off x="3705748" y="3961977"/>
            <a:ext cx="1237663"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ROC-AUC</a:t>
            </a:r>
          </a:p>
        </p:txBody>
      </p:sp>
      <p:pic>
        <p:nvPicPr>
          <p:cNvPr id="66" name="Picture 65">
            <a:extLst>
              <a:ext uri="{FF2B5EF4-FFF2-40B4-BE49-F238E27FC236}">
                <a16:creationId xmlns:a16="http://schemas.microsoft.com/office/drawing/2014/main" id="{328D1F07-948B-47BF-B0D7-0244EE7C56A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24655"/>
            <a:ext cx="1606471" cy="1606471"/>
          </a:xfrm>
          <a:prstGeom prst="rect">
            <a:avLst/>
          </a:prstGeom>
        </p:spPr>
      </p:pic>
    </p:spTree>
    <p:extLst>
      <p:ext uri="{BB962C8B-B14F-4D97-AF65-F5344CB8AC3E}">
        <p14:creationId xmlns:p14="http://schemas.microsoft.com/office/powerpoint/2010/main" val="1348459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8" name="Group 107">
            <a:extLst>
              <a:ext uri="{FF2B5EF4-FFF2-40B4-BE49-F238E27FC236}">
                <a16:creationId xmlns:a16="http://schemas.microsoft.com/office/drawing/2014/main" id="{9B58183E-CF2C-46ED-AD57-4624BDDEE84E}"/>
              </a:ext>
            </a:extLst>
          </p:cNvPr>
          <p:cNvGrpSpPr/>
          <p:nvPr/>
        </p:nvGrpSpPr>
        <p:grpSpPr>
          <a:xfrm>
            <a:off x="1144498" y="1524002"/>
            <a:ext cx="4301153" cy="4571997"/>
            <a:chOff x="1144498" y="1524002"/>
            <a:chExt cx="4301153" cy="4571997"/>
          </a:xfrm>
        </p:grpSpPr>
        <p:sp>
          <p:nvSpPr>
            <p:cNvPr id="116" name="Freeform 7">
              <a:extLst>
                <a:ext uri="{FF2B5EF4-FFF2-40B4-BE49-F238E27FC236}">
                  <a16:creationId xmlns:a16="http://schemas.microsoft.com/office/drawing/2014/main" id="{E8F01A12-186F-46A9-A604-8B34AAE207EB}"/>
                </a:ext>
              </a:extLst>
            </p:cNvPr>
            <p:cNvSpPr>
              <a:spLocks/>
            </p:cNvSpPr>
            <p:nvPr/>
          </p:nvSpPr>
          <p:spPr bwMode="auto">
            <a:xfrm rot="16200000" flipH="1">
              <a:off x="3400538" y="3925149"/>
              <a:ext cx="3349175" cy="717388"/>
            </a:xfrm>
            <a:custGeom>
              <a:avLst/>
              <a:gdLst>
                <a:gd name="T0" fmla="*/ 1972 w 1972"/>
                <a:gd name="T1" fmla="*/ 185 h 369"/>
                <a:gd name="T2" fmla="*/ 1778 w 1972"/>
                <a:gd name="T3" fmla="*/ 0 h 369"/>
                <a:gd name="T4" fmla="*/ 1778 w 1972"/>
                <a:gd name="T5" fmla="*/ 0 h 369"/>
                <a:gd name="T6" fmla="*/ 0 w 1972"/>
                <a:gd name="T7" fmla="*/ 0 h 369"/>
                <a:gd name="T8" fmla="*/ 0 w 1972"/>
                <a:gd name="T9" fmla="*/ 369 h 369"/>
                <a:gd name="T10" fmla="*/ 1778 w 1972"/>
                <a:gd name="T11" fmla="*/ 369 h 369"/>
                <a:gd name="T12" fmla="*/ 1778 w 1972"/>
                <a:gd name="T13" fmla="*/ 369 h 369"/>
                <a:gd name="T14" fmla="*/ 1972 w 1972"/>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72" h="369">
                  <a:moveTo>
                    <a:pt x="1972" y="185"/>
                  </a:moveTo>
                  <a:lnTo>
                    <a:pt x="1778" y="0"/>
                  </a:lnTo>
                  <a:lnTo>
                    <a:pt x="1778" y="0"/>
                  </a:lnTo>
                  <a:lnTo>
                    <a:pt x="0" y="0"/>
                  </a:lnTo>
                  <a:lnTo>
                    <a:pt x="0" y="369"/>
                  </a:lnTo>
                  <a:lnTo>
                    <a:pt x="1778" y="369"/>
                  </a:lnTo>
                  <a:lnTo>
                    <a:pt x="1778" y="369"/>
                  </a:lnTo>
                  <a:lnTo>
                    <a:pt x="1972" y="18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17" name="Freeform 8">
              <a:extLst>
                <a:ext uri="{FF2B5EF4-FFF2-40B4-BE49-F238E27FC236}">
                  <a16:creationId xmlns:a16="http://schemas.microsoft.com/office/drawing/2014/main" id="{E82B17CB-B92A-46D7-8CE9-628C66736614}"/>
                </a:ext>
              </a:extLst>
            </p:cNvPr>
            <p:cNvSpPr>
              <a:spLocks/>
            </p:cNvSpPr>
            <p:nvPr/>
          </p:nvSpPr>
          <p:spPr bwMode="auto">
            <a:xfrm rot="16200000" flipH="1">
              <a:off x="3074251" y="3536040"/>
              <a:ext cx="2569626" cy="716059"/>
            </a:xfrm>
            <a:custGeom>
              <a:avLst/>
              <a:gdLst>
                <a:gd name="T0" fmla="*/ 1513 w 1513"/>
                <a:gd name="T1" fmla="*/ 185 h 372"/>
                <a:gd name="T2" fmla="*/ 1319 w 1513"/>
                <a:gd name="T3" fmla="*/ 0 h 372"/>
                <a:gd name="T4" fmla="*/ 1319 w 1513"/>
                <a:gd name="T5" fmla="*/ 0 h 372"/>
                <a:gd name="T6" fmla="*/ 0 w 1513"/>
                <a:gd name="T7" fmla="*/ 0 h 372"/>
                <a:gd name="T8" fmla="*/ 0 w 1513"/>
                <a:gd name="T9" fmla="*/ 372 h 372"/>
                <a:gd name="T10" fmla="*/ 1319 w 1513"/>
                <a:gd name="T11" fmla="*/ 372 h 372"/>
                <a:gd name="T12" fmla="*/ 1319 w 1513"/>
                <a:gd name="T13" fmla="*/ 369 h 372"/>
                <a:gd name="T14" fmla="*/ 1513 w 1513"/>
                <a:gd name="T15" fmla="*/ 185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3" h="372">
                  <a:moveTo>
                    <a:pt x="1513" y="185"/>
                  </a:moveTo>
                  <a:lnTo>
                    <a:pt x="1319" y="0"/>
                  </a:lnTo>
                  <a:lnTo>
                    <a:pt x="1319" y="0"/>
                  </a:lnTo>
                  <a:lnTo>
                    <a:pt x="0" y="0"/>
                  </a:lnTo>
                  <a:lnTo>
                    <a:pt x="0" y="372"/>
                  </a:lnTo>
                  <a:lnTo>
                    <a:pt x="1319" y="372"/>
                  </a:lnTo>
                  <a:lnTo>
                    <a:pt x="1319" y="369"/>
                  </a:lnTo>
                  <a:lnTo>
                    <a:pt x="1513" y="185"/>
                  </a:ln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18" name="Freeform 9">
              <a:extLst>
                <a:ext uri="{FF2B5EF4-FFF2-40B4-BE49-F238E27FC236}">
                  <a16:creationId xmlns:a16="http://schemas.microsoft.com/office/drawing/2014/main" id="{C0B07E50-7B5D-445F-8A12-4CD5DBD51A17}"/>
                </a:ext>
              </a:extLst>
            </p:cNvPr>
            <p:cNvSpPr>
              <a:spLocks/>
            </p:cNvSpPr>
            <p:nvPr/>
          </p:nvSpPr>
          <p:spPr bwMode="auto">
            <a:xfrm rot="16200000" flipH="1">
              <a:off x="753908" y="3715278"/>
              <a:ext cx="2931378" cy="719332"/>
            </a:xfrm>
            <a:custGeom>
              <a:avLst/>
              <a:gdLst>
                <a:gd name="T0" fmla="*/ 1726 w 1726"/>
                <a:gd name="T1" fmla="*/ 185 h 370"/>
                <a:gd name="T2" fmla="*/ 1530 w 1726"/>
                <a:gd name="T3" fmla="*/ 0 h 370"/>
                <a:gd name="T4" fmla="*/ 1530 w 1726"/>
                <a:gd name="T5" fmla="*/ 0 h 370"/>
                <a:gd name="T6" fmla="*/ 0 w 1726"/>
                <a:gd name="T7" fmla="*/ 0 h 370"/>
                <a:gd name="T8" fmla="*/ 0 w 1726"/>
                <a:gd name="T9" fmla="*/ 370 h 370"/>
                <a:gd name="T10" fmla="*/ 1530 w 1726"/>
                <a:gd name="T11" fmla="*/ 370 h 370"/>
                <a:gd name="T12" fmla="*/ 1530 w 1726"/>
                <a:gd name="T13" fmla="*/ 370 h 370"/>
                <a:gd name="T14" fmla="*/ 1726 w 1726"/>
                <a:gd name="T15" fmla="*/ 185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6" h="370">
                  <a:moveTo>
                    <a:pt x="1726" y="185"/>
                  </a:moveTo>
                  <a:lnTo>
                    <a:pt x="1530" y="0"/>
                  </a:lnTo>
                  <a:lnTo>
                    <a:pt x="1530" y="0"/>
                  </a:lnTo>
                  <a:lnTo>
                    <a:pt x="0" y="0"/>
                  </a:lnTo>
                  <a:lnTo>
                    <a:pt x="0" y="370"/>
                  </a:lnTo>
                  <a:lnTo>
                    <a:pt x="1530" y="370"/>
                  </a:lnTo>
                  <a:lnTo>
                    <a:pt x="1530" y="370"/>
                  </a:lnTo>
                  <a:lnTo>
                    <a:pt x="1726" y="18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19" name="Freeform 10">
              <a:extLst>
                <a:ext uri="{FF2B5EF4-FFF2-40B4-BE49-F238E27FC236}">
                  <a16:creationId xmlns:a16="http://schemas.microsoft.com/office/drawing/2014/main" id="{043930EE-FC28-47FB-A072-3B2B9BEAB577}"/>
                </a:ext>
              </a:extLst>
            </p:cNvPr>
            <p:cNvSpPr>
              <a:spLocks/>
            </p:cNvSpPr>
            <p:nvPr/>
          </p:nvSpPr>
          <p:spPr bwMode="auto">
            <a:xfrm rot="16200000" flipH="1">
              <a:off x="-241808" y="3995560"/>
              <a:ext cx="3486745" cy="714134"/>
            </a:xfrm>
            <a:custGeom>
              <a:avLst/>
              <a:gdLst>
                <a:gd name="T0" fmla="*/ 2053 w 2053"/>
                <a:gd name="T1" fmla="*/ 187 h 371"/>
                <a:gd name="T2" fmla="*/ 1859 w 2053"/>
                <a:gd name="T3" fmla="*/ 2 h 371"/>
                <a:gd name="T4" fmla="*/ 1859 w 2053"/>
                <a:gd name="T5" fmla="*/ 0 h 371"/>
                <a:gd name="T6" fmla="*/ 0 w 2053"/>
                <a:gd name="T7" fmla="*/ 0 h 371"/>
                <a:gd name="T8" fmla="*/ 0 w 2053"/>
                <a:gd name="T9" fmla="*/ 371 h 371"/>
                <a:gd name="T10" fmla="*/ 1859 w 2053"/>
                <a:gd name="T11" fmla="*/ 371 h 371"/>
                <a:gd name="T12" fmla="*/ 1859 w 2053"/>
                <a:gd name="T13" fmla="*/ 371 h 371"/>
                <a:gd name="T14" fmla="*/ 2053 w 2053"/>
                <a:gd name="T15" fmla="*/ 187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3" h="371">
                  <a:moveTo>
                    <a:pt x="2053" y="187"/>
                  </a:moveTo>
                  <a:lnTo>
                    <a:pt x="1859" y="2"/>
                  </a:lnTo>
                  <a:lnTo>
                    <a:pt x="1859" y="0"/>
                  </a:lnTo>
                  <a:lnTo>
                    <a:pt x="0" y="0"/>
                  </a:lnTo>
                  <a:lnTo>
                    <a:pt x="0" y="371"/>
                  </a:lnTo>
                  <a:lnTo>
                    <a:pt x="1859" y="371"/>
                  </a:lnTo>
                  <a:lnTo>
                    <a:pt x="1859" y="371"/>
                  </a:lnTo>
                  <a:lnTo>
                    <a:pt x="2053" y="187"/>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0" name="Freeform 11">
              <a:extLst>
                <a:ext uri="{FF2B5EF4-FFF2-40B4-BE49-F238E27FC236}">
                  <a16:creationId xmlns:a16="http://schemas.microsoft.com/office/drawing/2014/main" id="{E4CCB294-94A1-4765-B6E9-ECD8DC3420C6}"/>
                </a:ext>
              </a:extLst>
            </p:cNvPr>
            <p:cNvSpPr>
              <a:spLocks/>
            </p:cNvSpPr>
            <p:nvPr/>
          </p:nvSpPr>
          <p:spPr bwMode="auto">
            <a:xfrm rot="16200000" flipH="1">
              <a:off x="1375831" y="3808117"/>
              <a:ext cx="3108008" cy="710285"/>
            </a:xfrm>
            <a:custGeom>
              <a:avLst/>
              <a:gdLst>
                <a:gd name="T0" fmla="*/ 1830 w 1830"/>
                <a:gd name="T1" fmla="*/ 185 h 369"/>
                <a:gd name="T2" fmla="*/ 1636 w 1830"/>
                <a:gd name="T3" fmla="*/ 0 h 369"/>
                <a:gd name="T4" fmla="*/ 1636 w 1830"/>
                <a:gd name="T5" fmla="*/ 0 h 369"/>
                <a:gd name="T6" fmla="*/ 0 w 1830"/>
                <a:gd name="T7" fmla="*/ 0 h 369"/>
                <a:gd name="T8" fmla="*/ 0 w 1830"/>
                <a:gd name="T9" fmla="*/ 369 h 369"/>
                <a:gd name="T10" fmla="*/ 1636 w 1830"/>
                <a:gd name="T11" fmla="*/ 369 h 369"/>
                <a:gd name="T12" fmla="*/ 1636 w 1830"/>
                <a:gd name="T13" fmla="*/ 369 h 369"/>
                <a:gd name="T14" fmla="*/ 1830 w 1830"/>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0" h="369">
                  <a:moveTo>
                    <a:pt x="1830" y="185"/>
                  </a:moveTo>
                  <a:lnTo>
                    <a:pt x="1636" y="0"/>
                  </a:lnTo>
                  <a:lnTo>
                    <a:pt x="1636" y="0"/>
                  </a:lnTo>
                  <a:lnTo>
                    <a:pt x="0" y="0"/>
                  </a:lnTo>
                  <a:lnTo>
                    <a:pt x="0" y="369"/>
                  </a:lnTo>
                  <a:lnTo>
                    <a:pt x="1636" y="369"/>
                  </a:lnTo>
                  <a:lnTo>
                    <a:pt x="1636" y="369"/>
                  </a:lnTo>
                  <a:lnTo>
                    <a:pt x="1830" y="185"/>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1" name="Freeform 12">
              <a:extLst>
                <a:ext uri="{FF2B5EF4-FFF2-40B4-BE49-F238E27FC236}">
                  <a16:creationId xmlns:a16="http://schemas.microsoft.com/office/drawing/2014/main" id="{6CA57CC0-4D52-4E91-879F-CEE7ED198124}"/>
                </a:ext>
              </a:extLst>
            </p:cNvPr>
            <p:cNvSpPr>
              <a:spLocks/>
            </p:cNvSpPr>
            <p:nvPr/>
          </p:nvSpPr>
          <p:spPr bwMode="auto">
            <a:xfrm rot="16200000" flipH="1">
              <a:off x="2273274" y="3620959"/>
              <a:ext cx="2739464" cy="716059"/>
            </a:xfrm>
            <a:custGeom>
              <a:avLst/>
              <a:gdLst>
                <a:gd name="T0" fmla="*/ 1613 w 1613"/>
                <a:gd name="T1" fmla="*/ 187 h 372"/>
                <a:gd name="T2" fmla="*/ 1418 w 1613"/>
                <a:gd name="T3" fmla="*/ 3 h 372"/>
                <a:gd name="T4" fmla="*/ 1418 w 1613"/>
                <a:gd name="T5" fmla="*/ 0 h 372"/>
                <a:gd name="T6" fmla="*/ 0 w 1613"/>
                <a:gd name="T7" fmla="*/ 0 h 372"/>
                <a:gd name="T8" fmla="*/ 0 w 1613"/>
                <a:gd name="T9" fmla="*/ 372 h 372"/>
                <a:gd name="T10" fmla="*/ 1418 w 1613"/>
                <a:gd name="T11" fmla="*/ 372 h 372"/>
                <a:gd name="T12" fmla="*/ 1418 w 1613"/>
                <a:gd name="T13" fmla="*/ 372 h 372"/>
                <a:gd name="T14" fmla="*/ 1613 w 1613"/>
                <a:gd name="T15" fmla="*/ 187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3" h="372">
                  <a:moveTo>
                    <a:pt x="1613" y="187"/>
                  </a:moveTo>
                  <a:lnTo>
                    <a:pt x="1418" y="3"/>
                  </a:lnTo>
                  <a:lnTo>
                    <a:pt x="1418" y="0"/>
                  </a:lnTo>
                  <a:lnTo>
                    <a:pt x="0" y="0"/>
                  </a:lnTo>
                  <a:lnTo>
                    <a:pt x="0" y="372"/>
                  </a:lnTo>
                  <a:lnTo>
                    <a:pt x="1418" y="372"/>
                  </a:lnTo>
                  <a:lnTo>
                    <a:pt x="1418" y="372"/>
                  </a:lnTo>
                  <a:lnTo>
                    <a:pt x="1613" y="187"/>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2" name="Rectangle 13">
              <a:extLst>
                <a:ext uri="{FF2B5EF4-FFF2-40B4-BE49-F238E27FC236}">
                  <a16:creationId xmlns:a16="http://schemas.microsoft.com/office/drawing/2014/main" id="{AF421882-7128-45A6-948C-408F769C94E8}"/>
                </a:ext>
              </a:extLst>
            </p:cNvPr>
            <p:cNvSpPr>
              <a:spLocks noChangeArrowheads="1"/>
            </p:cNvSpPr>
            <p:nvPr/>
          </p:nvSpPr>
          <p:spPr bwMode="auto">
            <a:xfrm rot="16200000" flipH="1">
              <a:off x="3586777" y="1218354"/>
              <a:ext cx="450067" cy="1061364"/>
            </a:xfrm>
            <a:prstGeom prst="rect">
              <a:avLst/>
            </a:prstGeom>
            <a:solidFill>
              <a:schemeClr val="accent1">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3" name="Freeform 14">
              <a:extLst>
                <a:ext uri="{FF2B5EF4-FFF2-40B4-BE49-F238E27FC236}">
                  <a16:creationId xmlns:a16="http://schemas.microsoft.com/office/drawing/2014/main" id="{0D548219-613C-4669-8811-40FAE6BB19DC}"/>
                </a:ext>
              </a:extLst>
            </p:cNvPr>
            <p:cNvSpPr>
              <a:spLocks/>
            </p:cNvSpPr>
            <p:nvPr/>
          </p:nvSpPr>
          <p:spPr bwMode="auto">
            <a:xfrm rot="16200000" flipH="1">
              <a:off x="1986027" y="1136386"/>
              <a:ext cx="640284" cy="2315644"/>
            </a:xfrm>
            <a:custGeom>
              <a:avLst/>
              <a:gdLst>
                <a:gd name="T0" fmla="*/ 0 w 377"/>
                <a:gd name="T1" fmla="*/ 1203 h 1203"/>
                <a:gd name="T2" fmla="*/ 377 w 377"/>
                <a:gd name="T3" fmla="*/ 369 h 1203"/>
                <a:gd name="T4" fmla="*/ 377 w 377"/>
                <a:gd name="T5" fmla="*/ 0 h 1203"/>
                <a:gd name="T6" fmla="*/ 0 w 377"/>
                <a:gd name="T7" fmla="*/ 1108 h 1203"/>
                <a:gd name="T8" fmla="*/ 0 w 377"/>
                <a:gd name="T9" fmla="*/ 1203 h 1203"/>
              </a:gdLst>
              <a:ahLst/>
              <a:cxnLst>
                <a:cxn ang="0">
                  <a:pos x="T0" y="T1"/>
                </a:cxn>
                <a:cxn ang="0">
                  <a:pos x="T2" y="T3"/>
                </a:cxn>
                <a:cxn ang="0">
                  <a:pos x="T4" y="T5"/>
                </a:cxn>
                <a:cxn ang="0">
                  <a:pos x="T6" y="T7"/>
                </a:cxn>
                <a:cxn ang="0">
                  <a:pos x="T8" y="T9"/>
                </a:cxn>
              </a:cxnLst>
              <a:rect l="0" t="0" r="r" b="b"/>
              <a:pathLst>
                <a:path w="377" h="1203">
                  <a:moveTo>
                    <a:pt x="0" y="1203"/>
                  </a:moveTo>
                  <a:lnTo>
                    <a:pt x="377" y="369"/>
                  </a:lnTo>
                  <a:lnTo>
                    <a:pt x="377" y="0"/>
                  </a:lnTo>
                  <a:lnTo>
                    <a:pt x="0" y="1108"/>
                  </a:lnTo>
                  <a:lnTo>
                    <a:pt x="0" y="1203"/>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4" name="Freeform 16">
              <a:extLst>
                <a:ext uri="{FF2B5EF4-FFF2-40B4-BE49-F238E27FC236}">
                  <a16:creationId xmlns:a16="http://schemas.microsoft.com/office/drawing/2014/main" id="{FD3B6894-3B65-4DD0-947D-FADCC208BF0E}"/>
                </a:ext>
              </a:extLst>
            </p:cNvPr>
            <p:cNvSpPr>
              <a:spLocks/>
            </p:cNvSpPr>
            <p:nvPr/>
          </p:nvSpPr>
          <p:spPr bwMode="auto">
            <a:xfrm rot="16200000" flipH="1">
              <a:off x="2435151" y="1403324"/>
              <a:ext cx="635189" cy="1776675"/>
            </a:xfrm>
            <a:custGeom>
              <a:avLst/>
              <a:gdLst>
                <a:gd name="T0" fmla="*/ 0 w 374"/>
                <a:gd name="T1" fmla="*/ 923 h 923"/>
                <a:gd name="T2" fmla="*/ 374 w 374"/>
                <a:gd name="T3" fmla="*/ 369 h 923"/>
                <a:gd name="T4" fmla="*/ 374 w 374"/>
                <a:gd name="T5" fmla="*/ 0 h 923"/>
                <a:gd name="T6" fmla="*/ 0 w 374"/>
                <a:gd name="T7" fmla="*/ 831 h 923"/>
                <a:gd name="T8" fmla="*/ 0 w 374"/>
                <a:gd name="T9" fmla="*/ 923 h 923"/>
              </a:gdLst>
              <a:ahLst/>
              <a:cxnLst>
                <a:cxn ang="0">
                  <a:pos x="T0" y="T1"/>
                </a:cxn>
                <a:cxn ang="0">
                  <a:pos x="T2" y="T3"/>
                </a:cxn>
                <a:cxn ang="0">
                  <a:pos x="T4" y="T5"/>
                </a:cxn>
                <a:cxn ang="0">
                  <a:pos x="T6" y="T7"/>
                </a:cxn>
                <a:cxn ang="0">
                  <a:pos x="T8" y="T9"/>
                </a:cxn>
              </a:cxnLst>
              <a:rect l="0" t="0" r="r" b="b"/>
              <a:pathLst>
                <a:path w="374" h="923">
                  <a:moveTo>
                    <a:pt x="0" y="923"/>
                  </a:moveTo>
                  <a:lnTo>
                    <a:pt x="374" y="369"/>
                  </a:lnTo>
                  <a:lnTo>
                    <a:pt x="374" y="0"/>
                  </a:lnTo>
                  <a:lnTo>
                    <a:pt x="0" y="831"/>
                  </a:lnTo>
                  <a:lnTo>
                    <a:pt x="0" y="923"/>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5" name="Freeform 18">
              <a:extLst>
                <a:ext uri="{FF2B5EF4-FFF2-40B4-BE49-F238E27FC236}">
                  <a16:creationId xmlns:a16="http://schemas.microsoft.com/office/drawing/2014/main" id="{BBE3C2F6-EF14-470B-AD45-64E2B7D6E23E}"/>
                </a:ext>
              </a:extLst>
            </p:cNvPr>
            <p:cNvSpPr>
              <a:spLocks/>
            </p:cNvSpPr>
            <p:nvPr/>
          </p:nvSpPr>
          <p:spPr bwMode="auto">
            <a:xfrm rot="16200000" flipH="1">
              <a:off x="2881726" y="1667034"/>
              <a:ext cx="635189" cy="1249254"/>
            </a:xfrm>
            <a:custGeom>
              <a:avLst/>
              <a:gdLst>
                <a:gd name="T0" fmla="*/ 0 w 374"/>
                <a:gd name="T1" fmla="*/ 649 h 649"/>
                <a:gd name="T2" fmla="*/ 374 w 374"/>
                <a:gd name="T3" fmla="*/ 369 h 649"/>
                <a:gd name="T4" fmla="*/ 374 w 374"/>
                <a:gd name="T5" fmla="*/ 0 h 649"/>
                <a:gd name="T6" fmla="*/ 0 w 374"/>
                <a:gd name="T7" fmla="*/ 554 h 649"/>
                <a:gd name="T8" fmla="*/ 0 w 374"/>
                <a:gd name="T9" fmla="*/ 649 h 649"/>
              </a:gdLst>
              <a:ahLst/>
              <a:cxnLst>
                <a:cxn ang="0">
                  <a:pos x="T0" y="T1"/>
                </a:cxn>
                <a:cxn ang="0">
                  <a:pos x="T2" y="T3"/>
                </a:cxn>
                <a:cxn ang="0">
                  <a:pos x="T4" y="T5"/>
                </a:cxn>
                <a:cxn ang="0">
                  <a:pos x="T6" y="T7"/>
                </a:cxn>
                <a:cxn ang="0">
                  <a:pos x="T8" y="T9"/>
                </a:cxn>
              </a:cxnLst>
              <a:rect l="0" t="0" r="r" b="b"/>
              <a:pathLst>
                <a:path w="374" h="649">
                  <a:moveTo>
                    <a:pt x="0" y="649"/>
                  </a:moveTo>
                  <a:lnTo>
                    <a:pt x="374" y="369"/>
                  </a:lnTo>
                  <a:lnTo>
                    <a:pt x="374" y="0"/>
                  </a:lnTo>
                  <a:lnTo>
                    <a:pt x="0" y="554"/>
                  </a:lnTo>
                  <a:lnTo>
                    <a:pt x="0" y="649"/>
                  </a:ln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6" name="Freeform 20">
              <a:extLst>
                <a:ext uri="{FF2B5EF4-FFF2-40B4-BE49-F238E27FC236}">
                  <a16:creationId xmlns:a16="http://schemas.microsoft.com/office/drawing/2014/main" id="{19BE0A3C-838A-4883-8B87-C2A447A40009}"/>
                </a:ext>
              </a:extLst>
            </p:cNvPr>
            <p:cNvSpPr>
              <a:spLocks/>
            </p:cNvSpPr>
            <p:nvPr/>
          </p:nvSpPr>
          <p:spPr bwMode="auto">
            <a:xfrm rot="16200000" flipH="1">
              <a:off x="3325412" y="1933632"/>
              <a:ext cx="635189" cy="716059"/>
            </a:xfrm>
            <a:custGeom>
              <a:avLst/>
              <a:gdLst>
                <a:gd name="T0" fmla="*/ 0 w 374"/>
                <a:gd name="T1" fmla="*/ 372 h 372"/>
                <a:gd name="T2" fmla="*/ 374 w 374"/>
                <a:gd name="T3" fmla="*/ 372 h 372"/>
                <a:gd name="T4" fmla="*/ 374 w 374"/>
                <a:gd name="T5" fmla="*/ 0 h 372"/>
                <a:gd name="T6" fmla="*/ 0 w 374"/>
                <a:gd name="T7" fmla="*/ 280 h 372"/>
                <a:gd name="T8" fmla="*/ 0 w 374"/>
                <a:gd name="T9" fmla="*/ 372 h 372"/>
              </a:gdLst>
              <a:ahLst/>
              <a:cxnLst>
                <a:cxn ang="0">
                  <a:pos x="T0" y="T1"/>
                </a:cxn>
                <a:cxn ang="0">
                  <a:pos x="T2" y="T3"/>
                </a:cxn>
                <a:cxn ang="0">
                  <a:pos x="T4" y="T5"/>
                </a:cxn>
                <a:cxn ang="0">
                  <a:pos x="T6" y="T7"/>
                </a:cxn>
                <a:cxn ang="0">
                  <a:pos x="T8" y="T9"/>
                </a:cxn>
              </a:cxnLst>
              <a:rect l="0" t="0" r="r" b="b"/>
              <a:pathLst>
                <a:path w="374" h="372">
                  <a:moveTo>
                    <a:pt x="0" y="372"/>
                  </a:moveTo>
                  <a:lnTo>
                    <a:pt x="374" y="372"/>
                  </a:lnTo>
                  <a:lnTo>
                    <a:pt x="374" y="0"/>
                  </a:lnTo>
                  <a:lnTo>
                    <a:pt x="0" y="280"/>
                  </a:lnTo>
                  <a:lnTo>
                    <a:pt x="0" y="372"/>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7" name="Freeform 22">
              <a:extLst>
                <a:ext uri="{FF2B5EF4-FFF2-40B4-BE49-F238E27FC236}">
                  <a16:creationId xmlns:a16="http://schemas.microsoft.com/office/drawing/2014/main" id="{AF009CEF-5100-45E8-86D6-10C8712EB4AE}"/>
                </a:ext>
              </a:extLst>
            </p:cNvPr>
            <p:cNvSpPr>
              <a:spLocks/>
            </p:cNvSpPr>
            <p:nvPr/>
          </p:nvSpPr>
          <p:spPr bwMode="auto">
            <a:xfrm rot="16200000" flipH="1">
              <a:off x="4044696" y="1932598"/>
              <a:ext cx="640284" cy="723220"/>
            </a:xfrm>
            <a:custGeom>
              <a:avLst/>
              <a:gdLst>
                <a:gd name="T0" fmla="*/ 0 w 377"/>
                <a:gd name="T1" fmla="*/ 95 h 372"/>
                <a:gd name="T2" fmla="*/ 377 w 377"/>
                <a:gd name="T3" fmla="*/ 372 h 372"/>
                <a:gd name="T4" fmla="*/ 377 w 377"/>
                <a:gd name="T5" fmla="*/ 0 h 372"/>
                <a:gd name="T6" fmla="*/ 0 w 377"/>
                <a:gd name="T7" fmla="*/ 0 h 372"/>
                <a:gd name="T8" fmla="*/ 0 w 377"/>
                <a:gd name="T9" fmla="*/ 95 h 372"/>
              </a:gdLst>
              <a:ahLst/>
              <a:cxnLst>
                <a:cxn ang="0">
                  <a:pos x="T0" y="T1"/>
                </a:cxn>
                <a:cxn ang="0">
                  <a:pos x="T2" y="T3"/>
                </a:cxn>
                <a:cxn ang="0">
                  <a:pos x="T4" y="T5"/>
                </a:cxn>
                <a:cxn ang="0">
                  <a:pos x="T6" y="T7"/>
                </a:cxn>
                <a:cxn ang="0">
                  <a:pos x="T8" y="T9"/>
                </a:cxn>
              </a:cxnLst>
              <a:rect l="0" t="0" r="r" b="b"/>
              <a:pathLst>
                <a:path w="377" h="372">
                  <a:moveTo>
                    <a:pt x="0" y="95"/>
                  </a:moveTo>
                  <a:lnTo>
                    <a:pt x="377" y="372"/>
                  </a:lnTo>
                  <a:lnTo>
                    <a:pt x="377" y="0"/>
                  </a:lnTo>
                  <a:lnTo>
                    <a:pt x="0" y="0"/>
                  </a:lnTo>
                  <a:lnTo>
                    <a:pt x="0" y="95"/>
                  </a:lnTo>
                  <a:close/>
                </a:path>
              </a:pathLst>
            </a:custGeom>
            <a:gradFill>
              <a:gsLst>
                <a:gs pos="0">
                  <a:schemeClr val="accent1">
                    <a:lumMod val="50000"/>
                  </a:schemeClr>
                </a:gs>
                <a:gs pos="100000">
                  <a:schemeClr val="accent3">
                    <a:lumMod val="60000"/>
                    <a:lumOff val="40000"/>
                  </a:schemeClr>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8" name="Freeform 24">
              <a:extLst>
                <a:ext uri="{FF2B5EF4-FFF2-40B4-BE49-F238E27FC236}">
                  <a16:creationId xmlns:a16="http://schemas.microsoft.com/office/drawing/2014/main" id="{4F538716-52E0-4460-9EF3-0712E26AF28D}"/>
                </a:ext>
              </a:extLst>
            </p:cNvPr>
            <p:cNvSpPr>
              <a:spLocks/>
            </p:cNvSpPr>
            <p:nvPr/>
          </p:nvSpPr>
          <p:spPr bwMode="auto">
            <a:xfrm rot="16200000" flipH="1">
              <a:off x="4493820" y="1657425"/>
              <a:ext cx="635189" cy="1268473"/>
            </a:xfrm>
            <a:custGeom>
              <a:avLst/>
              <a:gdLst>
                <a:gd name="T0" fmla="*/ 0 w 374"/>
                <a:gd name="T1" fmla="*/ 92 h 646"/>
                <a:gd name="T2" fmla="*/ 374 w 374"/>
                <a:gd name="T3" fmla="*/ 646 h 646"/>
                <a:gd name="T4" fmla="*/ 374 w 374"/>
                <a:gd name="T5" fmla="*/ 277 h 646"/>
                <a:gd name="T6" fmla="*/ 0 w 374"/>
                <a:gd name="T7" fmla="*/ 0 h 646"/>
                <a:gd name="T8" fmla="*/ 0 w 374"/>
                <a:gd name="T9" fmla="*/ 92 h 646"/>
              </a:gdLst>
              <a:ahLst/>
              <a:cxnLst>
                <a:cxn ang="0">
                  <a:pos x="T0" y="T1"/>
                </a:cxn>
                <a:cxn ang="0">
                  <a:pos x="T2" y="T3"/>
                </a:cxn>
                <a:cxn ang="0">
                  <a:pos x="T4" y="T5"/>
                </a:cxn>
                <a:cxn ang="0">
                  <a:pos x="T6" y="T7"/>
                </a:cxn>
                <a:cxn ang="0">
                  <a:pos x="T8" y="T9"/>
                </a:cxn>
              </a:cxnLst>
              <a:rect l="0" t="0" r="r" b="b"/>
              <a:pathLst>
                <a:path w="374" h="646">
                  <a:moveTo>
                    <a:pt x="0" y="92"/>
                  </a:moveTo>
                  <a:lnTo>
                    <a:pt x="374" y="646"/>
                  </a:lnTo>
                  <a:lnTo>
                    <a:pt x="374" y="277"/>
                  </a:lnTo>
                  <a:lnTo>
                    <a:pt x="0" y="0"/>
                  </a:lnTo>
                  <a:lnTo>
                    <a:pt x="0" y="92"/>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grpSp>
      <p:sp>
        <p:nvSpPr>
          <p:cNvPr id="46" name="TextBox 45"/>
          <p:cNvSpPr txBox="1"/>
          <p:nvPr/>
        </p:nvSpPr>
        <p:spPr>
          <a:xfrm flipH="1">
            <a:off x="1243628"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01</a:t>
            </a:r>
          </a:p>
        </p:txBody>
      </p:sp>
      <p:sp>
        <p:nvSpPr>
          <p:cNvPr id="47" name="TextBox 46"/>
          <p:cNvSpPr txBox="1"/>
          <p:nvPr/>
        </p:nvSpPr>
        <p:spPr>
          <a:xfrm flipH="1">
            <a:off x="1954992" y="2668357"/>
            <a:ext cx="515871" cy="307777"/>
          </a:xfrm>
          <a:prstGeom prst="rect">
            <a:avLst/>
          </a:prstGeom>
          <a:noFill/>
        </p:spPr>
        <p:txBody>
          <a:bodyPr wrap="square" rtlCol="0">
            <a:spAutoFit/>
          </a:bodyPr>
          <a:lstStyle/>
          <a:p>
            <a:pPr algn="ctr"/>
            <a:r>
              <a:rPr lang="en-US" sz="1400" b="1" dirty="0">
                <a:latin typeface="Arial" panose="020B0604020202020204" pitchFamily="34" charset="0"/>
                <a:ea typeface="Calibri" charset="0"/>
                <a:cs typeface="Arial" panose="020B0604020202020204" pitchFamily="34" charset="0"/>
              </a:rPr>
              <a:t>02</a:t>
            </a:r>
          </a:p>
        </p:txBody>
      </p:sp>
      <p:sp>
        <p:nvSpPr>
          <p:cNvPr id="48" name="TextBox 47"/>
          <p:cNvSpPr txBox="1"/>
          <p:nvPr/>
        </p:nvSpPr>
        <p:spPr>
          <a:xfrm flipH="1">
            <a:off x="2674217" y="2668357"/>
            <a:ext cx="515871" cy="307777"/>
          </a:xfrm>
          <a:prstGeom prst="rect">
            <a:avLst/>
          </a:prstGeom>
          <a:noFill/>
        </p:spPr>
        <p:txBody>
          <a:bodyPr wrap="square" rtlCol="0">
            <a:spAutoFit/>
          </a:bodyPr>
          <a:lstStyle/>
          <a:p>
            <a:pPr algn="ctr"/>
            <a:r>
              <a:rPr lang="en-US" sz="1400" b="1" dirty="0">
                <a:latin typeface="Arial" panose="020B0604020202020204" pitchFamily="34" charset="0"/>
                <a:ea typeface="Calibri" charset="0"/>
                <a:cs typeface="Arial" panose="020B0604020202020204" pitchFamily="34" charset="0"/>
              </a:rPr>
              <a:t>03</a:t>
            </a:r>
          </a:p>
        </p:txBody>
      </p:sp>
      <p:sp>
        <p:nvSpPr>
          <p:cNvPr id="49" name="TextBox 48"/>
          <p:cNvSpPr txBox="1"/>
          <p:nvPr/>
        </p:nvSpPr>
        <p:spPr>
          <a:xfrm flipH="1">
            <a:off x="3383143" y="2668357"/>
            <a:ext cx="515871" cy="307777"/>
          </a:xfrm>
          <a:prstGeom prst="rect">
            <a:avLst/>
          </a:prstGeom>
          <a:noFill/>
        </p:spPr>
        <p:txBody>
          <a:bodyPr wrap="square" rtlCol="0">
            <a:spAutoFit/>
          </a:bodyPr>
          <a:lstStyle/>
          <a:p>
            <a:pPr algn="ctr"/>
            <a:r>
              <a:rPr lang="en-US" sz="1400" b="1" dirty="0">
                <a:latin typeface="Arial" panose="020B0604020202020204" pitchFamily="34" charset="0"/>
                <a:ea typeface="Calibri" charset="0"/>
                <a:cs typeface="Arial" panose="020B0604020202020204" pitchFamily="34" charset="0"/>
              </a:rPr>
              <a:t>04</a:t>
            </a:r>
          </a:p>
        </p:txBody>
      </p:sp>
      <p:sp>
        <p:nvSpPr>
          <p:cNvPr id="50" name="TextBox 49"/>
          <p:cNvSpPr txBox="1"/>
          <p:nvPr/>
        </p:nvSpPr>
        <p:spPr>
          <a:xfrm flipH="1">
            <a:off x="4102172" y="2668357"/>
            <a:ext cx="515871"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ea typeface="Calibri" charset="0"/>
                <a:cs typeface="Arial" panose="020B0604020202020204" pitchFamily="34" charset="0"/>
              </a:rPr>
              <a:t>05</a:t>
            </a:r>
          </a:p>
        </p:txBody>
      </p:sp>
      <p:sp>
        <p:nvSpPr>
          <p:cNvPr id="51" name="TextBox 50"/>
          <p:cNvSpPr txBox="1"/>
          <p:nvPr/>
        </p:nvSpPr>
        <p:spPr>
          <a:xfrm flipH="1">
            <a:off x="4826215"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06</a:t>
            </a:r>
          </a:p>
        </p:txBody>
      </p:sp>
      <p:grpSp>
        <p:nvGrpSpPr>
          <p:cNvPr id="58" name="Group 57"/>
          <p:cNvGrpSpPr/>
          <p:nvPr/>
        </p:nvGrpSpPr>
        <p:grpSpPr>
          <a:xfrm>
            <a:off x="4186224" y="3012874"/>
            <a:ext cx="345681" cy="337045"/>
            <a:chOff x="4276725" y="4691063"/>
            <a:chExt cx="347663" cy="349250"/>
          </a:xfrm>
          <a:solidFill>
            <a:schemeClr val="bg1"/>
          </a:solidFill>
        </p:grpSpPr>
        <p:sp>
          <p:nvSpPr>
            <p:cNvPr id="59" name="Freeform 56"/>
            <p:cNvSpPr>
              <a:spLocks noEditPoints="1"/>
            </p:cNvSpPr>
            <p:nvPr/>
          </p:nvSpPr>
          <p:spPr bwMode="auto">
            <a:xfrm>
              <a:off x="4340225" y="4691063"/>
              <a:ext cx="284163" cy="161925"/>
            </a:xfrm>
            <a:custGeom>
              <a:avLst/>
              <a:gdLst>
                <a:gd name="T0" fmla="*/ 2252 w 2690"/>
                <a:gd name="T1" fmla="*/ 1266 h 1529"/>
                <a:gd name="T2" fmla="*/ 2362 w 2690"/>
                <a:gd name="T3" fmla="*/ 1202 h 1529"/>
                <a:gd name="T4" fmla="*/ 2182 w 2690"/>
                <a:gd name="T5" fmla="*/ 848 h 1529"/>
                <a:gd name="T6" fmla="*/ 2007 w 2690"/>
                <a:gd name="T7" fmla="*/ 1266 h 1529"/>
                <a:gd name="T8" fmla="*/ 2210 w 2690"/>
                <a:gd name="T9" fmla="*/ 889 h 1529"/>
                <a:gd name="T10" fmla="*/ 1945 w 2690"/>
                <a:gd name="T11" fmla="*/ 591 h 1529"/>
                <a:gd name="T12" fmla="*/ 1661 w 2690"/>
                <a:gd name="T13" fmla="*/ 1266 h 1529"/>
                <a:gd name="T14" fmla="*/ 1986 w 2690"/>
                <a:gd name="T15" fmla="*/ 628 h 1529"/>
                <a:gd name="T16" fmla="*/ 1657 w 2690"/>
                <a:gd name="T17" fmla="*/ 403 h 1529"/>
                <a:gd name="T18" fmla="*/ 1210 w 2690"/>
                <a:gd name="T19" fmla="*/ 1266 h 1529"/>
                <a:gd name="T20" fmla="*/ 1782 w 2690"/>
                <a:gd name="T21" fmla="*/ 471 h 1529"/>
                <a:gd name="T22" fmla="*/ 1657 w 2690"/>
                <a:gd name="T23" fmla="*/ 403 h 1529"/>
                <a:gd name="T24" fmla="*/ 574 w 2690"/>
                <a:gd name="T25" fmla="*/ 348 h 1529"/>
                <a:gd name="T26" fmla="*/ 445 w 2690"/>
                <a:gd name="T27" fmla="*/ 403 h 1529"/>
                <a:gd name="T28" fmla="*/ 478 w 2690"/>
                <a:gd name="T29" fmla="*/ 530 h 1529"/>
                <a:gd name="T30" fmla="*/ 1318 w 2690"/>
                <a:gd name="T31" fmla="*/ 289 h 1529"/>
                <a:gd name="T32" fmla="*/ 990 w 2690"/>
                <a:gd name="T33" fmla="*/ 1045 h 1529"/>
                <a:gd name="T34" fmla="*/ 1392 w 2690"/>
                <a:gd name="T35" fmla="*/ 305 h 1529"/>
                <a:gd name="T36" fmla="*/ 1052 w 2690"/>
                <a:gd name="T37" fmla="*/ 263 h 1529"/>
                <a:gd name="T38" fmla="*/ 906 w 2690"/>
                <a:gd name="T39" fmla="*/ 271 h 1529"/>
                <a:gd name="T40" fmla="*/ 737 w 2690"/>
                <a:gd name="T41" fmla="*/ 792 h 1529"/>
                <a:gd name="T42" fmla="*/ 1052 w 2690"/>
                <a:gd name="T43" fmla="*/ 263 h 1529"/>
                <a:gd name="T44" fmla="*/ 1146 w 2690"/>
                <a:gd name="T45" fmla="*/ 2 h 1529"/>
                <a:gd name="T46" fmla="*/ 1332 w 2690"/>
                <a:gd name="T47" fmla="*/ 23 h 1529"/>
                <a:gd name="T48" fmla="*/ 1512 w 2690"/>
                <a:gd name="T49" fmla="*/ 64 h 1529"/>
                <a:gd name="T50" fmla="*/ 1687 w 2690"/>
                <a:gd name="T51" fmla="*/ 126 h 1529"/>
                <a:gd name="T52" fmla="*/ 1853 w 2690"/>
                <a:gd name="T53" fmla="*/ 206 h 1529"/>
                <a:gd name="T54" fmla="*/ 2009 w 2690"/>
                <a:gd name="T55" fmla="*/ 304 h 1529"/>
                <a:gd name="T56" fmla="*/ 2155 w 2690"/>
                <a:gd name="T57" fmla="*/ 421 h 1529"/>
                <a:gd name="T58" fmla="*/ 2286 w 2690"/>
                <a:gd name="T59" fmla="*/ 554 h 1529"/>
                <a:gd name="T60" fmla="*/ 2400 w 2690"/>
                <a:gd name="T61" fmla="*/ 698 h 1529"/>
                <a:gd name="T62" fmla="*/ 2498 w 2690"/>
                <a:gd name="T63" fmla="*/ 855 h 1529"/>
                <a:gd name="T64" fmla="*/ 2577 w 2690"/>
                <a:gd name="T65" fmla="*/ 1023 h 1529"/>
                <a:gd name="T66" fmla="*/ 2637 w 2690"/>
                <a:gd name="T67" fmla="*/ 1197 h 1529"/>
                <a:gd name="T68" fmla="*/ 2677 w 2690"/>
                <a:gd name="T69" fmla="*/ 1380 h 1529"/>
                <a:gd name="T70" fmla="*/ 2689 w 2690"/>
                <a:gd name="T71" fmla="*/ 1488 h 1529"/>
                <a:gd name="T72" fmla="*/ 2677 w 2690"/>
                <a:gd name="T73" fmla="*/ 1513 h 1529"/>
                <a:gd name="T74" fmla="*/ 2653 w 2690"/>
                <a:gd name="T75" fmla="*/ 1527 h 1529"/>
                <a:gd name="T76" fmla="*/ 1123 w 2690"/>
                <a:gd name="T77" fmla="*/ 1529 h 1529"/>
                <a:gd name="T78" fmla="*/ 1097 w 2690"/>
                <a:gd name="T79" fmla="*/ 1523 h 1529"/>
                <a:gd name="T80" fmla="*/ 14 w 2690"/>
                <a:gd name="T81" fmla="*/ 440 h 1529"/>
                <a:gd name="T82" fmla="*/ 1 w 2690"/>
                <a:gd name="T83" fmla="*/ 416 h 1529"/>
                <a:gd name="T84" fmla="*/ 2 w 2690"/>
                <a:gd name="T85" fmla="*/ 388 h 1529"/>
                <a:gd name="T86" fmla="*/ 18 w 2690"/>
                <a:gd name="T87" fmla="*/ 365 h 1529"/>
                <a:gd name="T88" fmla="*/ 171 w 2690"/>
                <a:gd name="T89" fmla="*/ 256 h 1529"/>
                <a:gd name="T90" fmla="*/ 333 w 2690"/>
                <a:gd name="T91" fmla="*/ 166 h 1529"/>
                <a:gd name="T92" fmla="*/ 504 w 2690"/>
                <a:gd name="T93" fmla="*/ 94 h 1529"/>
                <a:gd name="T94" fmla="*/ 682 w 2690"/>
                <a:gd name="T95" fmla="*/ 42 h 1529"/>
                <a:gd name="T96" fmla="*/ 866 w 2690"/>
                <a:gd name="T97" fmla="*/ 10 h 1529"/>
                <a:gd name="T98" fmla="*/ 1052 w 2690"/>
                <a:gd name="T99" fmla="*/ 0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90" h="1529">
                  <a:moveTo>
                    <a:pt x="2339" y="1139"/>
                  </a:moveTo>
                  <a:lnTo>
                    <a:pt x="2252" y="1266"/>
                  </a:lnTo>
                  <a:lnTo>
                    <a:pt x="2382" y="1266"/>
                  </a:lnTo>
                  <a:lnTo>
                    <a:pt x="2362" y="1202"/>
                  </a:lnTo>
                  <a:lnTo>
                    <a:pt x="2339" y="1139"/>
                  </a:lnTo>
                  <a:close/>
                  <a:moveTo>
                    <a:pt x="2182" y="848"/>
                  </a:moveTo>
                  <a:lnTo>
                    <a:pt x="1904" y="1266"/>
                  </a:lnTo>
                  <a:lnTo>
                    <a:pt x="2007" y="1266"/>
                  </a:lnTo>
                  <a:lnTo>
                    <a:pt x="2236" y="931"/>
                  </a:lnTo>
                  <a:lnTo>
                    <a:pt x="2210" y="889"/>
                  </a:lnTo>
                  <a:lnTo>
                    <a:pt x="2182" y="848"/>
                  </a:lnTo>
                  <a:close/>
                  <a:moveTo>
                    <a:pt x="1945" y="591"/>
                  </a:moveTo>
                  <a:lnTo>
                    <a:pt x="1497" y="1266"/>
                  </a:lnTo>
                  <a:lnTo>
                    <a:pt x="1661" y="1266"/>
                  </a:lnTo>
                  <a:lnTo>
                    <a:pt x="2046" y="686"/>
                  </a:lnTo>
                  <a:lnTo>
                    <a:pt x="1986" y="628"/>
                  </a:lnTo>
                  <a:lnTo>
                    <a:pt x="1945" y="591"/>
                  </a:lnTo>
                  <a:close/>
                  <a:moveTo>
                    <a:pt x="1657" y="403"/>
                  </a:moveTo>
                  <a:lnTo>
                    <a:pt x="1135" y="1190"/>
                  </a:lnTo>
                  <a:lnTo>
                    <a:pt x="1210" y="1266"/>
                  </a:lnTo>
                  <a:lnTo>
                    <a:pt x="1255" y="1266"/>
                  </a:lnTo>
                  <a:lnTo>
                    <a:pt x="1782" y="471"/>
                  </a:lnTo>
                  <a:lnTo>
                    <a:pt x="1721" y="436"/>
                  </a:lnTo>
                  <a:lnTo>
                    <a:pt x="1657" y="403"/>
                  </a:lnTo>
                  <a:close/>
                  <a:moveTo>
                    <a:pt x="615" y="334"/>
                  </a:moveTo>
                  <a:lnTo>
                    <a:pt x="574" y="348"/>
                  </a:lnTo>
                  <a:lnTo>
                    <a:pt x="509" y="374"/>
                  </a:lnTo>
                  <a:lnTo>
                    <a:pt x="445" y="403"/>
                  </a:lnTo>
                  <a:lnTo>
                    <a:pt x="382" y="436"/>
                  </a:lnTo>
                  <a:lnTo>
                    <a:pt x="478" y="530"/>
                  </a:lnTo>
                  <a:lnTo>
                    <a:pt x="615" y="334"/>
                  </a:lnTo>
                  <a:close/>
                  <a:moveTo>
                    <a:pt x="1318" y="289"/>
                  </a:moveTo>
                  <a:lnTo>
                    <a:pt x="883" y="937"/>
                  </a:lnTo>
                  <a:lnTo>
                    <a:pt x="990" y="1045"/>
                  </a:lnTo>
                  <a:lnTo>
                    <a:pt x="1466" y="326"/>
                  </a:lnTo>
                  <a:lnTo>
                    <a:pt x="1392" y="305"/>
                  </a:lnTo>
                  <a:lnTo>
                    <a:pt x="1318" y="289"/>
                  </a:lnTo>
                  <a:close/>
                  <a:moveTo>
                    <a:pt x="1052" y="263"/>
                  </a:moveTo>
                  <a:lnTo>
                    <a:pt x="979" y="265"/>
                  </a:lnTo>
                  <a:lnTo>
                    <a:pt x="906" y="271"/>
                  </a:lnTo>
                  <a:lnTo>
                    <a:pt x="622" y="676"/>
                  </a:lnTo>
                  <a:lnTo>
                    <a:pt x="737" y="792"/>
                  </a:lnTo>
                  <a:lnTo>
                    <a:pt x="1091" y="264"/>
                  </a:lnTo>
                  <a:lnTo>
                    <a:pt x="1052" y="263"/>
                  </a:lnTo>
                  <a:close/>
                  <a:moveTo>
                    <a:pt x="1052" y="0"/>
                  </a:moveTo>
                  <a:lnTo>
                    <a:pt x="1146" y="2"/>
                  </a:lnTo>
                  <a:lnTo>
                    <a:pt x="1239" y="10"/>
                  </a:lnTo>
                  <a:lnTo>
                    <a:pt x="1332" y="23"/>
                  </a:lnTo>
                  <a:lnTo>
                    <a:pt x="1423" y="41"/>
                  </a:lnTo>
                  <a:lnTo>
                    <a:pt x="1512" y="64"/>
                  </a:lnTo>
                  <a:lnTo>
                    <a:pt x="1600" y="92"/>
                  </a:lnTo>
                  <a:lnTo>
                    <a:pt x="1687" y="126"/>
                  </a:lnTo>
                  <a:lnTo>
                    <a:pt x="1771" y="164"/>
                  </a:lnTo>
                  <a:lnTo>
                    <a:pt x="1853" y="206"/>
                  </a:lnTo>
                  <a:lnTo>
                    <a:pt x="1933" y="253"/>
                  </a:lnTo>
                  <a:lnTo>
                    <a:pt x="2009" y="304"/>
                  </a:lnTo>
                  <a:lnTo>
                    <a:pt x="2084" y="361"/>
                  </a:lnTo>
                  <a:lnTo>
                    <a:pt x="2155" y="421"/>
                  </a:lnTo>
                  <a:lnTo>
                    <a:pt x="2223" y="485"/>
                  </a:lnTo>
                  <a:lnTo>
                    <a:pt x="2286" y="554"/>
                  </a:lnTo>
                  <a:lnTo>
                    <a:pt x="2345" y="625"/>
                  </a:lnTo>
                  <a:lnTo>
                    <a:pt x="2400" y="698"/>
                  </a:lnTo>
                  <a:lnTo>
                    <a:pt x="2451" y="776"/>
                  </a:lnTo>
                  <a:lnTo>
                    <a:pt x="2498" y="855"/>
                  </a:lnTo>
                  <a:lnTo>
                    <a:pt x="2540" y="937"/>
                  </a:lnTo>
                  <a:lnTo>
                    <a:pt x="2577" y="1023"/>
                  </a:lnTo>
                  <a:lnTo>
                    <a:pt x="2609" y="1109"/>
                  </a:lnTo>
                  <a:lnTo>
                    <a:pt x="2637" y="1197"/>
                  </a:lnTo>
                  <a:lnTo>
                    <a:pt x="2659" y="1288"/>
                  </a:lnTo>
                  <a:lnTo>
                    <a:pt x="2677" y="1380"/>
                  </a:lnTo>
                  <a:lnTo>
                    <a:pt x="2690" y="1474"/>
                  </a:lnTo>
                  <a:lnTo>
                    <a:pt x="2689" y="1488"/>
                  </a:lnTo>
                  <a:lnTo>
                    <a:pt x="2685" y="1501"/>
                  </a:lnTo>
                  <a:lnTo>
                    <a:pt x="2677" y="1513"/>
                  </a:lnTo>
                  <a:lnTo>
                    <a:pt x="2666" y="1522"/>
                  </a:lnTo>
                  <a:lnTo>
                    <a:pt x="2653" y="1527"/>
                  </a:lnTo>
                  <a:lnTo>
                    <a:pt x="2640" y="1529"/>
                  </a:lnTo>
                  <a:lnTo>
                    <a:pt x="1123" y="1529"/>
                  </a:lnTo>
                  <a:lnTo>
                    <a:pt x="1110" y="1528"/>
                  </a:lnTo>
                  <a:lnTo>
                    <a:pt x="1097" y="1523"/>
                  </a:lnTo>
                  <a:lnTo>
                    <a:pt x="1087" y="1515"/>
                  </a:lnTo>
                  <a:lnTo>
                    <a:pt x="14" y="440"/>
                  </a:lnTo>
                  <a:lnTo>
                    <a:pt x="6" y="429"/>
                  </a:lnTo>
                  <a:lnTo>
                    <a:pt x="1" y="416"/>
                  </a:lnTo>
                  <a:lnTo>
                    <a:pt x="0" y="402"/>
                  </a:lnTo>
                  <a:lnTo>
                    <a:pt x="2" y="388"/>
                  </a:lnTo>
                  <a:lnTo>
                    <a:pt x="9" y="375"/>
                  </a:lnTo>
                  <a:lnTo>
                    <a:pt x="18" y="365"/>
                  </a:lnTo>
                  <a:lnTo>
                    <a:pt x="93" y="308"/>
                  </a:lnTo>
                  <a:lnTo>
                    <a:pt x="171" y="256"/>
                  </a:lnTo>
                  <a:lnTo>
                    <a:pt x="250" y="208"/>
                  </a:lnTo>
                  <a:lnTo>
                    <a:pt x="333" y="166"/>
                  </a:lnTo>
                  <a:lnTo>
                    <a:pt x="417" y="128"/>
                  </a:lnTo>
                  <a:lnTo>
                    <a:pt x="504" y="94"/>
                  </a:lnTo>
                  <a:lnTo>
                    <a:pt x="592" y="65"/>
                  </a:lnTo>
                  <a:lnTo>
                    <a:pt x="682" y="42"/>
                  </a:lnTo>
                  <a:lnTo>
                    <a:pt x="773" y="24"/>
                  </a:lnTo>
                  <a:lnTo>
                    <a:pt x="866" y="10"/>
                  </a:lnTo>
                  <a:lnTo>
                    <a:pt x="958" y="3"/>
                  </a:lnTo>
                  <a:lnTo>
                    <a:pt x="105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0" name="Freeform 57"/>
            <p:cNvSpPr>
              <a:spLocks noEditPoints="1"/>
            </p:cNvSpPr>
            <p:nvPr/>
          </p:nvSpPr>
          <p:spPr bwMode="auto">
            <a:xfrm>
              <a:off x="4276725" y="4754563"/>
              <a:ext cx="157163" cy="250825"/>
            </a:xfrm>
            <a:custGeom>
              <a:avLst/>
              <a:gdLst>
                <a:gd name="T0" fmla="*/ 403 w 1481"/>
                <a:gd name="T1" fmla="*/ 446 h 2369"/>
                <a:gd name="T2" fmla="*/ 348 w 1481"/>
                <a:gd name="T3" fmla="*/ 575 h 2369"/>
                <a:gd name="T4" fmla="*/ 301 w 1481"/>
                <a:gd name="T5" fmla="*/ 731 h 2369"/>
                <a:gd name="T6" fmla="*/ 273 w 1481"/>
                <a:gd name="T7" fmla="*/ 891 h 2369"/>
                <a:gd name="T8" fmla="*/ 263 w 1481"/>
                <a:gd name="T9" fmla="*/ 1053 h 2369"/>
                <a:gd name="T10" fmla="*/ 276 w 1481"/>
                <a:gd name="T11" fmla="*/ 1241 h 2369"/>
                <a:gd name="T12" fmla="*/ 312 w 1481"/>
                <a:gd name="T13" fmla="*/ 1423 h 2369"/>
                <a:gd name="T14" fmla="*/ 373 w 1481"/>
                <a:gd name="T15" fmla="*/ 1598 h 2369"/>
                <a:gd name="T16" fmla="*/ 448 w 1481"/>
                <a:gd name="T17" fmla="*/ 1748 h 2369"/>
                <a:gd name="T18" fmla="*/ 529 w 1481"/>
                <a:gd name="T19" fmla="*/ 1872 h 2369"/>
                <a:gd name="T20" fmla="*/ 624 w 1481"/>
                <a:gd name="T21" fmla="*/ 1988 h 2369"/>
                <a:gd name="T22" fmla="*/ 435 w 1481"/>
                <a:gd name="T23" fmla="*/ 383 h 2369"/>
                <a:gd name="T24" fmla="*/ 415 w 1481"/>
                <a:gd name="T25" fmla="*/ 1 h 2369"/>
                <a:gd name="T26" fmla="*/ 439 w 1481"/>
                <a:gd name="T27" fmla="*/ 15 h 2369"/>
                <a:gd name="T28" fmla="*/ 1475 w 1481"/>
                <a:gd name="T29" fmla="*/ 1054 h 2369"/>
                <a:gd name="T30" fmla="*/ 1481 w 1481"/>
                <a:gd name="T31" fmla="*/ 1081 h 2369"/>
                <a:gd name="T32" fmla="*/ 1474 w 1481"/>
                <a:gd name="T33" fmla="*/ 1106 h 2369"/>
                <a:gd name="T34" fmla="*/ 704 w 1481"/>
                <a:gd name="T35" fmla="*/ 2356 h 2369"/>
                <a:gd name="T36" fmla="*/ 679 w 1481"/>
                <a:gd name="T37" fmla="*/ 2368 h 2369"/>
                <a:gd name="T38" fmla="*/ 654 w 1481"/>
                <a:gd name="T39" fmla="*/ 2366 h 2369"/>
                <a:gd name="T40" fmla="*/ 564 w 1481"/>
                <a:gd name="T41" fmla="*/ 2298 h 2369"/>
                <a:gd name="T42" fmla="*/ 429 w 1481"/>
                <a:gd name="T43" fmla="*/ 2166 h 2369"/>
                <a:gd name="T44" fmla="*/ 311 w 1481"/>
                <a:gd name="T45" fmla="*/ 2020 h 2369"/>
                <a:gd name="T46" fmla="*/ 211 w 1481"/>
                <a:gd name="T47" fmla="*/ 1863 h 2369"/>
                <a:gd name="T48" fmla="*/ 128 w 1481"/>
                <a:gd name="T49" fmla="*/ 1696 h 2369"/>
                <a:gd name="T50" fmla="*/ 66 w 1481"/>
                <a:gd name="T51" fmla="*/ 1521 h 2369"/>
                <a:gd name="T52" fmla="*/ 24 w 1481"/>
                <a:gd name="T53" fmla="*/ 1338 h 2369"/>
                <a:gd name="T54" fmla="*/ 3 w 1481"/>
                <a:gd name="T55" fmla="*/ 1150 h 2369"/>
                <a:gd name="T56" fmla="*/ 3 w 1481"/>
                <a:gd name="T57" fmla="*/ 960 h 2369"/>
                <a:gd name="T58" fmla="*/ 24 w 1481"/>
                <a:gd name="T59" fmla="*/ 775 h 2369"/>
                <a:gd name="T60" fmla="*/ 66 w 1481"/>
                <a:gd name="T61" fmla="*/ 593 h 2369"/>
                <a:gd name="T62" fmla="*/ 127 w 1481"/>
                <a:gd name="T63" fmla="*/ 419 h 2369"/>
                <a:gd name="T64" fmla="*/ 209 w 1481"/>
                <a:gd name="T65" fmla="*/ 251 h 2369"/>
                <a:gd name="T66" fmla="*/ 308 w 1481"/>
                <a:gd name="T67" fmla="*/ 93 h 2369"/>
                <a:gd name="T68" fmla="*/ 374 w 1481"/>
                <a:gd name="T69" fmla="*/ 9 h 2369"/>
                <a:gd name="T70" fmla="*/ 401 w 1481"/>
                <a:gd name="T71" fmla="*/ 0 h 2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1" h="2369">
                  <a:moveTo>
                    <a:pt x="435" y="383"/>
                  </a:moveTo>
                  <a:lnTo>
                    <a:pt x="403" y="446"/>
                  </a:lnTo>
                  <a:lnTo>
                    <a:pt x="373" y="510"/>
                  </a:lnTo>
                  <a:lnTo>
                    <a:pt x="348" y="575"/>
                  </a:lnTo>
                  <a:lnTo>
                    <a:pt x="322" y="653"/>
                  </a:lnTo>
                  <a:lnTo>
                    <a:pt x="301" y="731"/>
                  </a:lnTo>
                  <a:lnTo>
                    <a:pt x="284" y="810"/>
                  </a:lnTo>
                  <a:lnTo>
                    <a:pt x="273" y="891"/>
                  </a:lnTo>
                  <a:lnTo>
                    <a:pt x="266" y="972"/>
                  </a:lnTo>
                  <a:lnTo>
                    <a:pt x="263" y="1053"/>
                  </a:lnTo>
                  <a:lnTo>
                    <a:pt x="266" y="1148"/>
                  </a:lnTo>
                  <a:lnTo>
                    <a:pt x="276" y="1241"/>
                  </a:lnTo>
                  <a:lnTo>
                    <a:pt x="291" y="1333"/>
                  </a:lnTo>
                  <a:lnTo>
                    <a:pt x="312" y="1423"/>
                  </a:lnTo>
                  <a:lnTo>
                    <a:pt x="340" y="1512"/>
                  </a:lnTo>
                  <a:lnTo>
                    <a:pt x="373" y="1598"/>
                  </a:lnTo>
                  <a:lnTo>
                    <a:pt x="413" y="1683"/>
                  </a:lnTo>
                  <a:lnTo>
                    <a:pt x="448" y="1748"/>
                  </a:lnTo>
                  <a:lnTo>
                    <a:pt x="487" y="1811"/>
                  </a:lnTo>
                  <a:lnTo>
                    <a:pt x="529" y="1872"/>
                  </a:lnTo>
                  <a:lnTo>
                    <a:pt x="574" y="1931"/>
                  </a:lnTo>
                  <a:lnTo>
                    <a:pt x="624" y="1988"/>
                  </a:lnTo>
                  <a:lnTo>
                    <a:pt x="1162" y="1111"/>
                  </a:lnTo>
                  <a:lnTo>
                    <a:pt x="435" y="383"/>
                  </a:lnTo>
                  <a:close/>
                  <a:moveTo>
                    <a:pt x="401" y="0"/>
                  </a:moveTo>
                  <a:lnTo>
                    <a:pt x="415" y="1"/>
                  </a:lnTo>
                  <a:lnTo>
                    <a:pt x="428" y="6"/>
                  </a:lnTo>
                  <a:lnTo>
                    <a:pt x="439" y="15"/>
                  </a:lnTo>
                  <a:lnTo>
                    <a:pt x="1466" y="1043"/>
                  </a:lnTo>
                  <a:lnTo>
                    <a:pt x="1475" y="1054"/>
                  </a:lnTo>
                  <a:lnTo>
                    <a:pt x="1480" y="1067"/>
                  </a:lnTo>
                  <a:lnTo>
                    <a:pt x="1481" y="1081"/>
                  </a:lnTo>
                  <a:lnTo>
                    <a:pt x="1479" y="1094"/>
                  </a:lnTo>
                  <a:lnTo>
                    <a:pt x="1474" y="1106"/>
                  </a:lnTo>
                  <a:lnTo>
                    <a:pt x="713" y="2345"/>
                  </a:lnTo>
                  <a:lnTo>
                    <a:pt x="704" y="2356"/>
                  </a:lnTo>
                  <a:lnTo>
                    <a:pt x="692" y="2364"/>
                  </a:lnTo>
                  <a:lnTo>
                    <a:pt x="679" y="2368"/>
                  </a:lnTo>
                  <a:lnTo>
                    <a:pt x="670" y="2369"/>
                  </a:lnTo>
                  <a:lnTo>
                    <a:pt x="654" y="2366"/>
                  </a:lnTo>
                  <a:lnTo>
                    <a:pt x="639" y="2359"/>
                  </a:lnTo>
                  <a:lnTo>
                    <a:pt x="564" y="2298"/>
                  </a:lnTo>
                  <a:lnTo>
                    <a:pt x="494" y="2234"/>
                  </a:lnTo>
                  <a:lnTo>
                    <a:pt x="429" y="2166"/>
                  </a:lnTo>
                  <a:lnTo>
                    <a:pt x="368" y="2094"/>
                  </a:lnTo>
                  <a:lnTo>
                    <a:pt x="311" y="2020"/>
                  </a:lnTo>
                  <a:lnTo>
                    <a:pt x="259" y="1944"/>
                  </a:lnTo>
                  <a:lnTo>
                    <a:pt x="211" y="1863"/>
                  </a:lnTo>
                  <a:lnTo>
                    <a:pt x="167" y="1781"/>
                  </a:lnTo>
                  <a:lnTo>
                    <a:pt x="128" y="1696"/>
                  </a:lnTo>
                  <a:lnTo>
                    <a:pt x="95" y="1610"/>
                  </a:lnTo>
                  <a:lnTo>
                    <a:pt x="66" y="1521"/>
                  </a:lnTo>
                  <a:lnTo>
                    <a:pt x="43" y="1430"/>
                  </a:lnTo>
                  <a:lnTo>
                    <a:pt x="24" y="1338"/>
                  </a:lnTo>
                  <a:lnTo>
                    <a:pt x="11" y="1244"/>
                  </a:lnTo>
                  <a:lnTo>
                    <a:pt x="3" y="1150"/>
                  </a:lnTo>
                  <a:lnTo>
                    <a:pt x="0" y="1053"/>
                  </a:lnTo>
                  <a:lnTo>
                    <a:pt x="3" y="960"/>
                  </a:lnTo>
                  <a:lnTo>
                    <a:pt x="11" y="867"/>
                  </a:lnTo>
                  <a:lnTo>
                    <a:pt x="24" y="775"/>
                  </a:lnTo>
                  <a:lnTo>
                    <a:pt x="42" y="684"/>
                  </a:lnTo>
                  <a:lnTo>
                    <a:pt x="66" y="593"/>
                  </a:lnTo>
                  <a:lnTo>
                    <a:pt x="94" y="505"/>
                  </a:lnTo>
                  <a:lnTo>
                    <a:pt x="127" y="419"/>
                  </a:lnTo>
                  <a:lnTo>
                    <a:pt x="165" y="333"/>
                  </a:lnTo>
                  <a:lnTo>
                    <a:pt x="209" y="251"/>
                  </a:lnTo>
                  <a:lnTo>
                    <a:pt x="256" y="170"/>
                  </a:lnTo>
                  <a:lnTo>
                    <a:pt x="308" y="93"/>
                  </a:lnTo>
                  <a:lnTo>
                    <a:pt x="364" y="19"/>
                  </a:lnTo>
                  <a:lnTo>
                    <a:pt x="374" y="9"/>
                  </a:lnTo>
                  <a:lnTo>
                    <a:pt x="387" y="3"/>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1" name="Freeform 58"/>
            <p:cNvSpPr>
              <a:spLocks/>
            </p:cNvSpPr>
            <p:nvPr/>
          </p:nvSpPr>
          <p:spPr bwMode="auto">
            <a:xfrm>
              <a:off x="4373563" y="4878388"/>
              <a:ext cx="250825" cy="161925"/>
            </a:xfrm>
            <a:custGeom>
              <a:avLst/>
              <a:gdLst>
                <a:gd name="T0" fmla="*/ 832 w 2375"/>
                <a:gd name="T1" fmla="*/ 0 h 1530"/>
                <a:gd name="T2" fmla="*/ 2325 w 2375"/>
                <a:gd name="T3" fmla="*/ 0 h 1530"/>
                <a:gd name="T4" fmla="*/ 2338 w 2375"/>
                <a:gd name="T5" fmla="*/ 2 h 1530"/>
                <a:gd name="T6" fmla="*/ 2351 w 2375"/>
                <a:gd name="T7" fmla="*/ 8 h 1530"/>
                <a:gd name="T8" fmla="*/ 2362 w 2375"/>
                <a:gd name="T9" fmla="*/ 17 h 1530"/>
                <a:gd name="T10" fmla="*/ 2370 w 2375"/>
                <a:gd name="T11" fmla="*/ 29 h 1530"/>
                <a:gd name="T12" fmla="*/ 2374 w 2375"/>
                <a:gd name="T13" fmla="*/ 42 h 1530"/>
                <a:gd name="T14" fmla="*/ 2375 w 2375"/>
                <a:gd name="T15" fmla="*/ 56 h 1530"/>
                <a:gd name="T16" fmla="*/ 2362 w 2375"/>
                <a:gd name="T17" fmla="*/ 150 h 1530"/>
                <a:gd name="T18" fmla="*/ 2344 w 2375"/>
                <a:gd name="T19" fmla="*/ 242 h 1530"/>
                <a:gd name="T20" fmla="*/ 2322 w 2375"/>
                <a:gd name="T21" fmla="*/ 333 h 1530"/>
                <a:gd name="T22" fmla="*/ 2294 w 2375"/>
                <a:gd name="T23" fmla="*/ 421 h 1530"/>
                <a:gd name="T24" fmla="*/ 2262 w 2375"/>
                <a:gd name="T25" fmla="*/ 507 h 1530"/>
                <a:gd name="T26" fmla="*/ 2225 w 2375"/>
                <a:gd name="T27" fmla="*/ 592 h 1530"/>
                <a:gd name="T28" fmla="*/ 2183 w 2375"/>
                <a:gd name="T29" fmla="*/ 674 h 1530"/>
                <a:gd name="T30" fmla="*/ 2136 w 2375"/>
                <a:gd name="T31" fmla="*/ 754 h 1530"/>
                <a:gd name="T32" fmla="*/ 2085 w 2375"/>
                <a:gd name="T33" fmla="*/ 831 h 1530"/>
                <a:gd name="T34" fmla="*/ 2030 w 2375"/>
                <a:gd name="T35" fmla="*/ 905 h 1530"/>
                <a:gd name="T36" fmla="*/ 1971 w 2375"/>
                <a:gd name="T37" fmla="*/ 976 h 1530"/>
                <a:gd name="T38" fmla="*/ 1908 w 2375"/>
                <a:gd name="T39" fmla="*/ 1045 h 1530"/>
                <a:gd name="T40" fmla="*/ 1840 w 2375"/>
                <a:gd name="T41" fmla="*/ 1109 h 1530"/>
                <a:gd name="T42" fmla="*/ 1769 w 2375"/>
                <a:gd name="T43" fmla="*/ 1169 h 1530"/>
                <a:gd name="T44" fmla="*/ 1694 w 2375"/>
                <a:gd name="T45" fmla="*/ 1226 h 1530"/>
                <a:gd name="T46" fmla="*/ 1618 w 2375"/>
                <a:gd name="T47" fmla="*/ 1277 h 1530"/>
                <a:gd name="T48" fmla="*/ 1538 w 2375"/>
                <a:gd name="T49" fmla="*/ 1324 h 1530"/>
                <a:gd name="T50" fmla="*/ 1456 w 2375"/>
                <a:gd name="T51" fmla="*/ 1366 h 1530"/>
                <a:gd name="T52" fmla="*/ 1372 w 2375"/>
                <a:gd name="T53" fmla="*/ 1404 h 1530"/>
                <a:gd name="T54" fmla="*/ 1285 w 2375"/>
                <a:gd name="T55" fmla="*/ 1437 h 1530"/>
                <a:gd name="T56" fmla="*/ 1197 w 2375"/>
                <a:gd name="T57" fmla="*/ 1465 h 1530"/>
                <a:gd name="T58" fmla="*/ 1108 w 2375"/>
                <a:gd name="T59" fmla="*/ 1488 h 1530"/>
                <a:gd name="T60" fmla="*/ 1017 w 2375"/>
                <a:gd name="T61" fmla="*/ 1506 h 1530"/>
                <a:gd name="T62" fmla="*/ 924 w 2375"/>
                <a:gd name="T63" fmla="*/ 1519 h 1530"/>
                <a:gd name="T64" fmla="*/ 831 w 2375"/>
                <a:gd name="T65" fmla="*/ 1527 h 1530"/>
                <a:gd name="T66" fmla="*/ 737 w 2375"/>
                <a:gd name="T67" fmla="*/ 1530 h 1530"/>
                <a:gd name="T68" fmla="*/ 644 w 2375"/>
                <a:gd name="T69" fmla="*/ 1527 h 1530"/>
                <a:gd name="T70" fmla="*/ 553 w 2375"/>
                <a:gd name="T71" fmla="*/ 1520 h 1530"/>
                <a:gd name="T72" fmla="*/ 462 w 2375"/>
                <a:gd name="T73" fmla="*/ 1507 h 1530"/>
                <a:gd name="T74" fmla="*/ 373 w 2375"/>
                <a:gd name="T75" fmla="*/ 1490 h 1530"/>
                <a:gd name="T76" fmla="*/ 285 w 2375"/>
                <a:gd name="T77" fmla="*/ 1468 h 1530"/>
                <a:gd name="T78" fmla="*/ 199 w 2375"/>
                <a:gd name="T79" fmla="*/ 1440 h 1530"/>
                <a:gd name="T80" fmla="*/ 113 w 2375"/>
                <a:gd name="T81" fmla="*/ 1407 h 1530"/>
                <a:gd name="T82" fmla="*/ 29 w 2375"/>
                <a:gd name="T83" fmla="*/ 1370 h 1530"/>
                <a:gd name="T84" fmla="*/ 17 w 2375"/>
                <a:gd name="T85" fmla="*/ 1362 h 1530"/>
                <a:gd name="T86" fmla="*/ 8 w 2375"/>
                <a:gd name="T87" fmla="*/ 1352 h 1530"/>
                <a:gd name="T88" fmla="*/ 2 w 2375"/>
                <a:gd name="T89" fmla="*/ 1339 h 1530"/>
                <a:gd name="T90" fmla="*/ 0 w 2375"/>
                <a:gd name="T91" fmla="*/ 1325 h 1530"/>
                <a:gd name="T92" fmla="*/ 2 w 2375"/>
                <a:gd name="T93" fmla="*/ 1311 h 1530"/>
                <a:gd name="T94" fmla="*/ 8 w 2375"/>
                <a:gd name="T95" fmla="*/ 1298 h 1530"/>
                <a:gd name="T96" fmla="*/ 789 w 2375"/>
                <a:gd name="T97" fmla="*/ 24 h 1530"/>
                <a:gd name="T98" fmla="*/ 798 w 2375"/>
                <a:gd name="T99" fmla="*/ 14 h 1530"/>
                <a:gd name="T100" fmla="*/ 808 w 2375"/>
                <a:gd name="T101" fmla="*/ 7 h 1530"/>
                <a:gd name="T102" fmla="*/ 820 w 2375"/>
                <a:gd name="T103" fmla="*/ 2 h 1530"/>
                <a:gd name="T104" fmla="*/ 832 w 2375"/>
                <a:gd name="T105" fmla="*/ 0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75" h="1530">
                  <a:moveTo>
                    <a:pt x="832" y="0"/>
                  </a:moveTo>
                  <a:lnTo>
                    <a:pt x="2325" y="0"/>
                  </a:lnTo>
                  <a:lnTo>
                    <a:pt x="2338" y="2"/>
                  </a:lnTo>
                  <a:lnTo>
                    <a:pt x="2351" y="8"/>
                  </a:lnTo>
                  <a:lnTo>
                    <a:pt x="2362" y="17"/>
                  </a:lnTo>
                  <a:lnTo>
                    <a:pt x="2370" y="29"/>
                  </a:lnTo>
                  <a:lnTo>
                    <a:pt x="2374" y="42"/>
                  </a:lnTo>
                  <a:lnTo>
                    <a:pt x="2375" y="56"/>
                  </a:lnTo>
                  <a:lnTo>
                    <a:pt x="2362" y="150"/>
                  </a:lnTo>
                  <a:lnTo>
                    <a:pt x="2344" y="242"/>
                  </a:lnTo>
                  <a:lnTo>
                    <a:pt x="2322" y="333"/>
                  </a:lnTo>
                  <a:lnTo>
                    <a:pt x="2294" y="421"/>
                  </a:lnTo>
                  <a:lnTo>
                    <a:pt x="2262" y="507"/>
                  </a:lnTo>
                  <a:lnTo>
                    <a:pt x="2225" y="592"/>
                  </a:lnTo>
                  <a:lnTo>
                    <a:pt x="2183" y="674"/>
                  </a:lnTo>
                  <a:lnTo>
                    <a:pt x="2136" y="754"/>
                  </a:lnTo>
                  <a:lnTo>
                    <a:pt x="2085" y="831"/>
                  </a:lnTo>
                  <a:lnTo>
                    <a:pt x="2030" y="905"/>
                  </a:lnTo>
                  <a:lnTo>
                    <a:pt x="1971" y="976"/>
                  </a:lnTo>
                  <a:lnTo>
                    <a:pt x="1908" y="1045"/>
                  </a:lnTo>
                  <a:lnTo>
                    <a:pt x="1840" y="1109"/>
                  </a:lnTo>
                  <a:lnTo>
                    <a:pt x="1769" y="1169"/>
                  </a:lnTo>
                  <a:lnTo>
                    <a:pt x="1694" y="1226"/>
                  </a:lnTo>
                  <a:lnTo>
                    <a:pt x="1618" y="1277"/>
                  </a:lnTo>
                  <a:lnTo>
                    <a:pt x="1538" y="1324"/>
                  </a:lnTo>
                  <a:lnTo>
                    <a:pt x="1456" y="1366"/>
                  </a:lnTo>
                  <a:lnTo>
                    <a:pt x="1372" y="1404"/>
                  </a:lnTo>
                  <a:lnTo>
                    <a:pt x="1285" y="1437"/>
                  </a:lnTo>
                  <a:lnTo>
                    <a:pt x="1197" y="1465"/>
                  </a:lnTo>
                  <a:lnTo>
                    <a:pt x="1108" y="1488"/>
                  </a:lnTo>
                  <a:lnTo>
                    <a:pt x="1017" y="1506"/>
                  </a:lnTo>
                  <a:lnTo>
                    <a:pt x="924" y="1519"/>
                  </a:lnTo>
                  <a:lnTo>
                    <a:pt x="831" y="1527"/>
                  </a:lnTo>
                  <a:lnTo>
                    <a:pt x="737" y="1530"/>
                  </a:lnTo>
                  <a:lnTo>
                    <a:pt x="644" y="1527"/>
                  </a:lnTo>
                  <a:lnTo>
                    <a:pt x="553" y="1520"/>
                  </a:lnTo>
                  <a:lnTo>
                    <a:pt x="462" y="1507"/>
                  </a:lnTo>
                  <a:lnTo>
                    <a:pt x="373" y="1490"/>
                  </a:lnTo>
                  <a:lnTo>
                    <a:pt x="285" y="1468"/>
                  </a:lnTo>
                  <a:lnTo>
                    <a:pt x="199" y="1440"/>
                  </a:lnTo>
                  <a:lnTo>
                    <a:pt x="113" y="1407"/>
                  </a:lnTo>
                  <a:lnTo>
                    <a:pt x="29" y="1370"/>
                  </a:lnTo>
                  <a:lnTo>
                    <a:pt x="17" y="1362"/>
                  </a:lnTo>
                  <a:lnTo>
                    <a:pt x="8" y="1352"/>
                  </a:lnTo>
                  <a:lnTo>
                    <a:pt x="2" y="1339"/>
                  </a:lnTo>
                  <a:lnTo>
                    <a:pt x="0" y="1325"/>
                  </a:lnTo>
                  <a:lnTo>
                    <a:pt x="2" y="1311"/>
                  </a:lnTo>
                  <a:lnTo>
                    <a:pt x="8" y="1298"/>
                  </a:lnTo>
                  <a:lnTo>
                    <a:pt x="789" y="24"/>
                  </a:lnTo>
                  <a:lnTo>
                    <a:pt x="798" y="14"/>
                  </a:lnTo>
                  <a:lnTo>
                    <a:pt x="808" y="7"/>
                  </a:lnTo>
                  <a:lnTo>
                    <a:pt x="820" y="2"/>
                  </a:lnTo>
                  <a:lnTo>
                    <a:pt x="8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2" name="Group 61"/>
          <p:cNvGrpSpPr/>
          <p:nvPr/>
        </p:nvGrpSpPr>
        <p:grpSpPr>
          <a:xfrm>
            <a:off x="2744349" y="2997136"/>
            <a:ext cx="370972" cy="368521"/>
            <a:chOff x="5509038" y="2829908"/>
            <a:chExt cx="376386" cy="373901"/>
          </a:xfrm>
          <a:solidFill>
            <a:schemeClr val="tx1"/>
          </a:solidFill>
        </p:grpSpPr>
        <p:sp>
          <p:nvSpPr>
            <p:cNvPr id="63" name="Freeform 6"/>
            <p:cNvSpPr>
              <a:spLocks/>
            </p:cNvSpPr>
            <p:nvPr/>
          </p:nvSpPr>
          <p:spPr bwMode="auto">
            <a:xfrm>
              <a:off x="5509038" y="2887049"/>
              <a:ext cx="318002" cy="316760"/>
            </a:xfrm>
            <a:custGeom>
              <a:avLst/>
              <a:gdLst>
                <a:gd name="T0" fmla="*/ 910 w 2818"/>
                <a:gd name="T1" fmla="*/ 10 h 2801"/>
                <a:gd name="T2" fmla="*/ 1156 w 2818"/>
                <a:gd name="T3" fmla="*/ 65 h 2801"/>
                <a:gd name="T4" fmla="*/ 1408 w 2818"/>
                <a:gd name="T5" fmla="*/ 164 h 2801"/>
                <a:gd name="T6" fmla="*/ 1660 w 2818"/>
                <a:gd name="T7" fmla="*/ 305 h 2801"/>
                <a:gd name="T8" fmla="*/ 1667 w 2818"/>
                <a:gd name="T9" fmla="*/ 440 h 2801"/>
                <a:gd name="T10" fmla="*/ 1530 w 2818"/>
                <a:gd name="T11" fmla="*/ 624 h 2801"/>
                <a:gd name="T12" fmla="*/ 1309 w 2818"/>
                <a:gd name="T13" fmla="*/ 493 h 2801"/>
                <a:gd name="T14" fmla="*/ 1092 w 2818"/>
                <a:gd name="T15" fmla="*/ 400 h 2801"/>
                <a:gd name="T16" fmla="*/ 884 w 2818"/>
                <a:gd name="T17" fmla="*/ 348 h 2801"/>
                <a:gd name="T18" fmla="*/ 697 w 2818"/>
                <a:gd name="T19" fmla="*/ 340 h 2801"/>
                <a:gd name="T20" fmla="*/ 554 w 2818"/>
                <a:gd name="T21" fmla="*/ 372 h 2801"/>
                <a:gd name="T22" fmla="*/ 445 w 2818"/>
                <a:gd name="T23" fmla="*/ 444 h 2801"/>
                <a:gd name="T24" fmla="*/ 377 w 2818"/>
                <a:gd name="T25" fmla="*/ 547 h 2801"/>
                <a:gd name="T26" fmla="*/ 344 w 2818"/>
                <a:gd name="T27" fmla="*/ 684 h 2801"/>
                <a:gd name="T28" fmla="*/ 348 w 2818"/>
                <a:gd name="T29" fmla="*/ 849 h 2801"/>
                <a:gd name="T30" fmla="*/ 388 w 2818"/>
                <a:gd name="T31" fmla="*/ 1035 h 2801"/>
                <a:gd name="T32" fmla="*/ 465 w 2818"/>
                <a:gd name="T33" fmla="*/ 1236 h 2801"/>
                <a:gd name="T34" fmla="*/ 580 w 2818"/>
                <a:gd name="T35" fmla="*/ 1449 h 2801"/>
                <a:gd name="T36" fmla="*/ 734 w 2818"/>
                <a:gd name="T37" fmla="*/ 1665 h 2801"/>
                <a:gd name="T38" fmla="*/ 927 w 2818"/>
                <a:gd name="T39" fmla="*/ 1879 h 2801"/>
                <a:gd name="T40" fmla="*/ 1138 w 2818"/>
                <a:gd name="T41" fmla="*/ 2066 h 2801"/>
                <a:gd name="T42" fmla="*/ 1357 w 2818"/>
                <a:gd name="T43" fmla="*/ 2222 h 2801"/>
                <a:gd name="T44" fmla="*/ 1578 w 2818"/>
                <a:gd name="T45" fmla="*/ 2342 h 2801"/>
                <a:gd name="T46" fmla="*/ 1795 w 2818"/>
                <a:gd name="T47" fmla="*/ 2422 h 2801"/>
                <a:gd name="T48" fmla="*/ 2000 w 2818"/>
                <a:gd name="T49" fmla="*/ 2461 h 2801"/>
                <a:gd name="T50" fmla="*/ 2171 w 2818"/>
                <a:gd name="T51" fmla="*/ 2454 h 2801"/>
                <a:gd name="T52" fmla="*/ 2303 w 2818"/>
                <a:gd name="T53" fmla="*/ 2409 h 2801"/>
                <a:gd name="T54" fmla="*/ 2399 w 2818"/>
                <a:gd name="T55" fmla="*/ 2326 h 2801"/>
                <a:gd name="T56" fmla="*/ 2455 w 2818"/>
                <a:gd name="T57" fmla="*/ 2214 h 2801"/>
                <a:gd name="T58" fmla="*/ 2477 w 2818"/>
                <a:gd name="T59" fmla="*/ 2073 h 2801"/>
                <a:gd name="T60" fmla="*/ 2465 w 2818"/>
                <a:gd name="T61" fmla="*/ 1906 h 2801"/>
                <a:gd name="T62" fmla="*/ 2410 w 2818"/>
                <a:gd name="T63" fmla="*/ 1701 h 2801"/>
                <a:gd name="T64" fmla="*/ 2294 w 2818"/>
                <a:gd name="T65" fmla="*/ 1449 h 2801"/>
                <a:gd name="T66" fmla="*/ 2252 w 2818"/>
                <a:gd name="T67" fmla="*/ 1241 h 2801"/>
                <a:gd name="T68" fmla="*/ 2436 w 2818"/>
                <a:gd name="T69" fmla="*/ 1087 h 2801"/>
                <a:gd name="T70" fmla="*/ 2568 w 2818"/>
                <a:gd name="T71" fmla="*/ 1244 h 2801"/>
                <a:gd name="T72" fmla="*/ 2701 w 2818"/>
                <a:gd name="T73" fmla="*/ 1513 h 2801"/>
                <a:gd name="T74" fmla="*/ 2785 w 2818"/>
                <a:gd name="T75" fmla="*/ 1772 h 2801"/>
                <a:gd name="T76" fmla="*/ 2817 w 2818"/>
                <a:gd name="T77" fmla="*/ 2001 h 2801"/>
                <a:gd name="T78" fmla="*/ 2807 w 2818"/>
                <a:gd name="T79" fmla="*/ 2209 h 2801"/>
                <a:gd name="T80" fmla="*/ 2751 w 2818"/>
                <a:gd name="T81" fmla="*/ 2393 h 2801"/>
                <a:gd name="T82" fmla="*/ 2654 w 2818"/>
                <a:gd name="T83" fmla="*/ 2550 h 2801"/>
                <a:gd name="T84" fmla="*/ 2525 w 2818"/>
                <a:gd name="T85" fmla="*/ 2669 h 2801"/>
                <a:gd name="T86" fmla="*/ 2371 w 2818"/>
                <a:gd name="T87" fmla="*/ 2749 h 2801"/>
                <a:gd name="T88" fmla="*/ 2194 w 2818"/>
                <a:gd name="T89" fmla="*/ 2792 h 2801"/>
                <a:gd name="T90" fmla="*/ 1982 w 2818"/>
                <a:gd name="T91" fmla="*/ 2799 h 2801"/>
                <a:gd name="T92" fmla="*/ 1727 w 2818"/>
                <a:gd name="T93" fmla="*/ 2755 h 2801"/>
                <a:gd name="T94" fmla="*/ 1464 w 2818"/>
                <a:gd name="T95" fmla="*/ 2661 h 2801"/>
                <a:gd name="T96" fmla="*/ 1198 w 2818"/>
                <a:gd name="T97" fmla="*/ 2522 h 2801"/>
                <a:gd name="T98" fmla="*/ 936 w 2818"/>
                <a:gd name="T99" fmla="*/ 2340 h 2801"/>
                <a:gd name="T100" fmla="*/ 686 w 2818"/>
                <a:gd name="T101" fmla="*/ 2118 h 2801"/>
                <a:gd name="T102" fmla="*/ 486 w 2818"/>
                <a:gd name="T103" fmla="*/ 1897 h 2801"/>
                <a:gd name="T104" fmla="*/ 317 w 2818"/>
                <a:gd name="T105" fmla="*/ 1669 h 2801"/>
                <a:gd name="T106" fmla="*/ 184 w 2818"/>
                <a:gd name="T107" fmla="*/ 1438 h 2801"/>
                <a:gd name="T108" fmla="*/ 86 w 2818"/>
                <a:gd name="T109" fmla="*/ 1209 h 2801"/>
                <a:gd name="T110" fmla="*/ 24 w 2818"/>
                <a:gd name="T111" fmla="*/ 987 h 2801"/>
                <a:gd name="T112" fmla="*/ 0 w 2818"/>
                <a:gd name="T113" fmla="*/ 776 h 2801"/>
                <a:gd name="T114" fmla="*/ 14 w 2818"/>
                <a:gd name="T115" fmla="*/ 579 h 2801"/>
                <a:gd name="T116" fmla="*/ 68 w 2818"/>
                <a:gd name="T117" fmla="*/ 401 h 2801"/>
                <a:gd name="T118" fmla="*/ 163 w 2818"/>
                <a:gd name="T119" fmla="*/ 249 h 2801"/>
                <a:gd name="T120" fmla="*/ 292 w 2818"/>
                <a:gd name="T121" fmla="*/ 132 h 2801"/>
                <a:gd name="T122" fmla="*/ 445 w 2818"/>
                <a:gd name="T123" fmla="*/ 52 h 2801"/>
                <a:gd name="T124" fmla="*/ 623 w 2818"/>
                <a:gd name="T125" fmla="*/ 8 h 2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18" h="2801">
                  <a:moveTo>
                    <a:pt x="753" y="0"/>
                  </a:moveTo>
                  <a:lnTo>
                    <a:pt x="830" y="2"/>
                  </a:lnTo>
                  <a:lnTo>
                    <a:pt x="910" y="10"/>
                  </a:lnTo>
                  <a:lnTo>
                    <a:pt x="991" y="24"/>
                  </a:lnTo>
                  <a:lnTo>
                    <a:pt x="1073" y="41"/>
                  </a:lnTo>
                  <a:lnTo>
                    <a:pt x="1156" y="65"/>
                  </a:lnTo>
                  <a:lnTo>
                    <a:pt x="1240" y="93"/>
                  </a:lnTo>
                  <a:lnTo>
                    <a:pt x="1323" y="127"/>
                  </a:lnTo>
                  <a:lnTo>
                    <a:pt x="1408" y="164"/>
                  </a:lnTo>
                  <a:lnTo>
                    <a:pt x="1492" y="207"/>
                  </a:lnTo>
                  <a:lnTo>
                    <a:pt x="1577" y="254"/>
                  </a:lnTo>
                  <a:lnTo>
                    <a:pt x="1660" y="305"/>
                  </a:lnTo>
                  <a:lnTo>
                    <a:pt x="1744" y="360"/>
                  </a:lnTo>
                  <a:lnTo>
                    <a:pt x="1724" y="379"/>
                  </a:lnTo>
                  <a:lnTo>
                    <a:pt x="1667" y="440"/>
                  </a:lnTo>
                  <a:lnTo>
                    <a:pt x="1615" y="500"/>
                  </a:lnTo>
                  <a:lnTo>
                    <a:pt x="1570" y="563"/>
                  </a:lnTo>
                  <a:lnTo>
                    <a:pt x="1530" y="624"/>
                  </a:lnTo>
                  <a:lnTo>
                    <a:pt x="1456" y="576"/>
                  </a:lnTo>
                  <a:lnTo>
                    <a:pt x="1383" y="532"/>
                  </a:lnTo>
                  <a:lnTo>
                    <a:pt x="1309" y="493"/>
                  </a:lnTo>
                  <a:lnTo>
                    <a:pt x="1236" y="457"/>
                  </a:lnTo>
                  <a:lnTo>
                    <a:pt x="1163" y="426"/>
                  </a:lnTo>
                  <a:lnTo>
                    <a:pt x="1092" y="400"/>
                  </a:lnTo>
                  <a:lnTo>
                    <a:pt x="1021" y="378"/>
                  </a:lnTo>
                  <a:lnTo>
                    <a:pt x="952" y="361"/>
                  </a:lnTo>
                  <a:lnTo>
                    <a:pt x="884" y="348"/>
                  </a:lnTo>
                  <a:lnTo>
                    <a:pt x="817" y="340"/>
                  </a:lnTo>
                  <a:lnTo>
                    <a:pt x="753" y="338"/>
                  </a:lnTo>
                  <a:lnTo>
                    <a:pt x="697" y="340"/>
                  </a:lnTo>
                  <a:lnTo>
                    <a:pt x="646" y="346"/>
                  </a:lnTo>
                  <a:lnTo>
                    <a:pt x="598" y="358"/>
                  </a:lnTo>
                  <a:lnTo>
                    <a:pt x="554" y="372"/>
                  </a:lnTo>
                  <a:lnTo>
                    <a:pt x="514" y="392"/>
                  </a:lnTo>
                  <a:lnTo>
                    <a:pt x="477" y="416"/>
                  </a:lnTo>
                  <a:lnTo>
                    <a:pt x="445" y="444"/>
                  </a:lnTo>
                  <a:lnTo>
                    <a:pt x="419" y="474"/>
                  </a:lnTo>
                  <a:lnTo>
                    <a:pt x="396" y="508"/>
                  </a:lnTo>
                  <a:lnTo>
                    <a:pt x="377" y="547"/>
                  </a:lnTo>
                  <a:lnTo>
                    <a:pt x="362" y="590"/>
                  </a:lnTo>
                  <a:lnTo>
                    <a:pt x="352" y="635"/>
                  </a:lnTo>
                  <a:lnTo>
                    <a:pt x="344" y="684"/>
                  </a:lnTo>
                  <a:lnTo>
                    <a:pt x="341" y="736"/>
                  </a:lnTo>
                  <a:lnTo>
                    <a:pt x="343" y="791"/>
                  </a:lnTo>
                  <a:lnTo>
                    <a:pt x="348" y="849"/>
                  </a:lnTo>
                  <a:lnTo>
                    <a:pt x="357" y="908"/>
                  </a:lnTo>
                  <a:lnTo>
                    <a:pt x="371" y="970"/>
                  </a:lnTo>
                  <a:lnTo>
                    <a:pt x="388" y="1035"/>
                  </a:lnTo>
                  <a:lnTo>
                    <a:pt x="409" y="1100"/>
                  </a:lnTo>
                  <a:lnTo>
                    <a:pt x="436" y="1168"/>
                  </a:lnTo>
                  <a:lnTo>
                    <a:pt x="465" y="1236"/>
                  </a:lnTo>
                  <a:lnTo>
                    <a:pt x="499" y="1306"/>
                  </a:lnTo>
                  <a:lnTo>
                    <a:pt x="538" y="1377"/>
                  </a:lnTo>
                  <a:lnTo>
                    <a:pt x="580" y="1449"/>
                  </a:lnTo>
                  <a:lnTo>
                    <a:pt x="627" y="1520"/>
                  </a:lnTo>
                  <a:lnTo>
                    <a:pt x="678" y="1592"/>
                  </a:lnTo>
                  <a:lnTo>
                    <a:pt x="734" y="1665"/>
                  </a:lnTo>
                  <a:lnTo>
                    <a:pt x="794" y="1737"/>
                  </a:lnTo>
                  <a:lnTo>
                    <a:pt x="859" y="1807"/>
                  </a:lnTo>
                  <a:lnTo>
                    <a:pt x="927" y="1879"/>
                  </a:lnTo>
                  <a:lnTo>
                    <a:pt x="996" y="1945"/>
                  </a:lnTo>
                  <a:lnTo>
                    <a:pt x="1066" y="2007"/>
                  </a:lnTo>
                  <a:lnTo>
                    <a:pt x="1138" y="2066"/>
                  </a:lnTo>
                  <a:lnTo>
                    <a:pt x="1210" y="2123"/>
                  </a:lnTo>
                  <a:lnTo>
                    <a:pt x="1284" y="2173"/>
                  </a:lnTo>
                  <a:lnTo>
                    <a:pt x="1357" y="2222"/>
                  </a:lnTo>
                  <a:lnTo>
                    <a:pt x="1431" y="2266"/>
                  </a:lnTo>
                  <a:lnTo>
                    <a:pt x="1504" y="2306"/>
                  </a:lnTo>
                  <a:lnTo>
                    <a:pt x="1578" y="2342"/>
                  </a:lnTo>
                  <a:lnTo>
                    <a:pt x="1651" y="2373"/>
                  </a:lnTo>
                  <a:lnTo>
                    <a:pt x="1723" y="2400"/>
                  </a:lnTo>
                  <a:lnTo>
                    <a:pt x="1795" y="2422"/>
                  </a:lnTo>
                  <a:lnTo>
                    <a:pt x="1865" y="2440"/>
                  </a:lnTo>
                  <a:lnTo>
                    <a:pt x="1933" y="2452"/>
                  </a:lnTo>
                  <a:lnTo>
                    <a:pt x="2000" y="2461"/>
                  </a:lnTo>
                  <a:lnTo>
                    <a:pt x="2065" y="2463"/>
                  </a:lnTo>
                  <a:lnTo>
                    <a:pt x="2119" y="2461"/>
                  </a:lnTo>
                  <a:lnTo>
                    <a:pt x="2171" y="2454"/>
                  </a:lnTo>
                  <a:lnTo>
                    <a:pt x="2220" y="2443"/>
                  </a:lnTo>
                  <a:lnTo>
                    <a:pt x="2264" y="2428"/>
                  </a:lnTo>
                  <a:lnTo>
                    <a:pt x="2303" y="2409"/>
                  </a:lnTo>
                  <a:lnTo>
                    <a:pt x="2340" y="2385"/>
                  </a:lnTo>
                  <a:lnTo>
                    <a:pt x="2371" y="2357"/>
                  </a:lnTo>
                  <a:lnTo>
                    <a:pt x="2399" y="2326"/>
                  </a:lnTo>
                  <a:lnTo>
                    <a:pt x="2421" y="2293"/>
                  </a:lnTo>
                  <a:lnTo>
                    <a:pt x="2439" y="2256"/>
                  </a:lnTo>
                  <a:lnTo>
                    <a:pt x="2455" y="2214"/>
                  </a:lnTo>
                  <a:lnTo>
                    <a:pt x="2467" y="2170"/>
                  </a:lnTo>
                  <a:lnTo>
                    <a:pt x="2474" y="2123"/>
                  </a:lnTo>
                  <a:lnTo>
                    <a:pt x="2477" y="2073"/>
                  </a:lnTo>
                  <a:lnTo>
                    <a:pt x="2477" y="2020"/>
                  </a:lnTo>
                  <a:lnTo>
                    <a:pt x="2473" y="1964"/>
                  </a:lnTo>
                  <a:lnTo>
                    <a:pt x="2465" y="1906"/>
                  </a:lnTo>
                  <a:lnTo>
                    <a:pt x="2453" y="1847"/>
                  </a:lnTo>
                  <a:lnTo>
                    <a:pt x="2436" y="1785"/>
                  </a:lnTo>
                  <a:lnTo>
                    <a:pt x="2410" y="1701"/>
                  </a:lnTo>
                  <a:lnTo>
                    <a:pt x="2377" y="1618"/>
                  </a:lnTo>
                  <a:lnTo>
                    <a:pt x="2338" y="1533"/>
                  </a:lnTo>
                  <a:lnTo>
                    <a:pt x="2294" y="1449"/>
                  </a:lnTo>
                  <a:lnTo>
                    <a:pt x="2245" y="1364"/>
                  </a:lnTo>
                  <a:lnTo>
                    <a:pt x="2190" y="1280"/>
                  </a:lnTo>
                  <a:lnTo>
                    <a:pt x="2252" y="1241"/>
                  </a:lnTo>
                  <a:lnTo>
                    <a:pt x="2314" y="1195"/>
                  </a:lnTo>
                  <a:lnTo>
                    <a:pt x="2376" y="1144"/>
                  </a:lnTo>
                  <a:lnTo>
                    <a:pt x="2436" y="1087"/>
                  </a:lnTo>
                  <a:lnTo>
                    <a:pt x="2455" y="1068"/>
                  </a:lnTo>
                  <a:lnTo>
                    <a:pt x="2514" y="1155"/>
                  </a:lnTo>
                  <a:lnTo>
                    <a:pt x="2568" y="1244"/>
                  </a:lnTo>
                  <a:lnTo>
                    <a:pt x="2617" y="1333"/>
                  </a:lnTo>
                  <a:lnTo>
                    <a:pt x="2662" y="1424"/>
                  </a:lnTo>
                  <a:lnTo>
                    <a:pt x="2701" y="1513"/>
                  </a:lnTo>
                  <a:lnTo>
                    <a:pt x="2736" y="1603"/>
                  </a:lnTo>
                  <a:lnTo>
                    <a:pt x="2764" y="1692"/>
                  </a:lnTo>
                  <a:lnTo>
                    <a:pt x="2785" y="1772"/>
                  </a:lnTo>
                  <a:lnTo>
                    <a:pt x="2801" y="1850"/>
                  </a:lnTo>
                  <a:lnTo>
                    <a:pt x="2812" y="1927"/>
                  </a:lnTo>
                  <a:lnTo>
                    <a:pt x="2817" y="2001"/>
                  </a:lnTo>
                  <a:lnTo>
                    <a:pt x="2818" y="2073"/>
                  </a:lnTo>
                  <a:lnTo>
                    <a:pt x="2815" y="2142"/>
                  </a:lnTo>
                  <a:lnTo>
                    <a:pt x="2807" y="2209"/>
                  </a:lnTo>
                  <a:lnTo>
                    <a:pt x="2793" y="2273"/>
                  </a:lnTo>
                  <a:lnTo>
                    <a:pt x="2774" y="2335"/>
                  </a:lnTo>
                  <a:lnTo>
                    <a:pt x="2751" y="2393"/>
                  </a:lnTo>
                  <a:lnTo>
                    <a:pt x="2724" y="2449"/>
                  </a:lnTo>
                  <a:lnTo>
                    <a:pt x="2692" y="2501"/>
                  </a:lnTo>
                  <a:lnTo>
                    <a:pt x="2654" y="2550"/>
                  </a:lnTo>
                  <a:lnTo>
                    <a:pt x="2612" y="2596"/>
                  </a:lnTo>
                  <a:lnTo>
                    <a:pt x="2570" y="2634"/>
                  </a:lnTo>
                  <a:lnTo>
                    <a:pt x="2525" y="2669"/>
                  </a:lnTo>
                  <a:lnTo>
                    <a:pt x="2477" y="2700"/>
                  </a:lnTo>
                  <a:lnTo>
                    <a:pt x="2426" y="2726"/>
                  </a:lnTo>
                  <a:lnTo>
                    <a:pt x="2371" y="2749"/>
                  </a:lnTo>
                  <a:lnTo>
                    <a:pt x="2315" y="2767"/>
                  </a:lnTo>
                  <a:lnTo>
                    <a:pt x="2256" y="2782"/>
                  </a:lnTo>
                  <a:lnTo>
                    <a:pt x="2194" y="2792"/>
                  </a:lnTo>
                  <a:lnTo>
                    <a:pt x="2131" y="2799"/>
                  </a:lnTo>
                  <a:lnTo>
                    <a:pt x="2065" y="2801"/>
                  </a:lnTo>
                  <a:lnTo>
                    <a:pt x="1982" y="2799"/>
                  </a:lnTo>
                  <a:lnTo>
                    <a:pt x="1898" y="2789"/>
                  </a:lnTo>
                  <a:lnTo>
                    <a:pt x="1813" y="2775"/>
                  </a:lnTo>
                  <a:lnTo>
                    <a:pt x="1727" y="2755"/>
                  </a:lnTo>
                  <a:lnTo>
                    <a:pt x="1640" y="2729"/>
                  </a:lnTo>
                  <a:lnTo>
                    <a:pt x="1552" y="2698"/>
                  </a:lnTo>
                  <a:lnTo>
                    <a:pt x="1464" y="2661"/>
                  </a:lnTo>
                  <a:lnTo>
                    <a:pt x="1375" y="2620"/>
                  </a:lnTo>
                  <a:lnTo>
                    <a:pt x="1286" y="2574"/>
                  </a:lnTo>
                  <a:lnTo>
                    <a:pt x="1198" y="2522"/>
                  </a:lnTo>
                  <a:lnTo>
                    <a:pt x="1110" y="2466"/>
                  </a:lnTo>
                  <a:lnTo>
                    <a:pt x="1022" y="2405"/>
                  </a:lnTo>
                  <a:lnTo>
                    <a:pt x="936" y="2340"/>
                  </a:lnTo>
                  <a:lnTo>
                    <a:pt x="851" y="2270"/>
                  </a:lnTo>
                  <a:lnTo>
                    <a:pt x="767" y="2196"/>
                  </a:lnTo>
                  <a:lnTo>
                    <a:pt x="686" y="2118"/>
                  </a:lnTo>
                  <a:lnTo>
                    <a:pt x="616" y="2046"/>
                  </a:lnTo>
                  <a:lnTo>
                    <a:pt x="549" y="1972"/>
                  </a:lnTo>
                  <a:lnTo>
                    <a:pt x="486" y="1897"/>
                  </a:lnTo>
                  <a:lnTo>
                    <a:pt x="426" y="1822"/>
                  </a:lnTo>
                  <a:lnTo>
                    <a:pt x="370" y="1746"/>
                  </a:lnTo>
                  <a:lnTo>
                    <a:pt x="317" y="1669"/>
                  </a:lnTo>
                  <a:lnTo>
                    <a:pt x="269" y="1592"/>
                  </a:lnTo>
                  <a:lnTo>
                    <a:pt x="225" y="1515"/>
                  </a:lnTo>
                  <a:lnTo>
                    <a:pt x="184" y="1438"/>
                  </a:lnTo>
                  <a:lnTo>
                    <a:pt x="148" y="1362"/>
                  </a:lnTo>
                  <a:lnTo>
                    <a:pt x="114" y="1285"/>
                  </a:lnTo>
                  <a:lnTo>
                    <a:pt x="86" y="1209"/>
                  </a:lnTo>
                  <a:lnTo>
                    <a:pt x="61" y="1135"/>
                  </a:lnTo>
                  <a:lnTo>
                    <a:pt x="41" y="1061"/>
                  </a:lnTo>
                  <a:lnTo>
                    <a:pt x="24" y="987"/>
                  </a:lnTo>
                  <a:lnTo>
                    <a:pt x="12" y="915"/>
                  </a:lnTo>
                  <a:lnTo>
                    <a:pt x="3" y="844"/>
                  </a:lnTo>
                  <a:lnTo>
                    <a:pt x="0" y="776"/>
                  </a:lnTo>
                  <a:lnTo>
                    <a:pt x="0" y="708"/>
                  </a:lnTo>
                  <a:lnTo>
                    <a:pt x="5" y="643"/>
                  </a:lnTo>
                  <a:lnTo>
                    <a:pt x="14" y="579"/>
                  </a:lnTo>
                  <a:lnTo>
                    <a:pt x="27" y="518"/>
                  </a:lnTo>
                  <a:lnTo>
                    <a:pt x="46" y="459"/>
                  </a:lnTo>
                  <a:lnTo>
                    <a:pt x="68" y="401"/>
                  </a:lnTo>
                  <a:lnTo>
                    <a:pt x="95" y="348"/>
                  </a:lnTo>
                  <a:lnTo>
                    <a:pt x="127" y="297"/>
                  </a:lnTo>
                  <a:lnTo>
                    <a:pt x="163" y="249"/>
                  </a:lnTo>
                  <a:lnTo>
                    <a:pt x="204" y="205"/>
                  </a:lnTo>
                  <a:lnTo>
                    <a:pt x="247" y="166"/>
                  </a:lnTo>
                  <a:lnTo>
                    <a:pt x="292" y="132"/>
                  </a:lnTo>
                  <a:lnTo>
                    <a:pt x="340" y="101"/>
                  </a:lnTo>
                  <a:lnTo>
                    <a:pt x="392" y="75"/>
                  </a:lnTo>
                  <a:lnTo>
                    <a:pt x="445" y="52"/>
                  </a:lnTo>
                  <a:lnTo>
                    <a:pt x="501" y="33"/>
                  </a:lnTo>
                  <a:lnTo>
                    <a:pt x="561" y="19"/>
                  </a:lnTo>
                  <a:lnTo>
                    <a:pt x="623" y="8"/>
                  </a:lnTo>
                  <a:lnTo>
                    <a:pt x="687" y="2"/>
                  </a:lnTo>
                  <a:lnTo>
                    <a:pt x="75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4" name="Freeform 7"/>
            <p:cNvSpPr>
              <a:spLocks/>
            </p:cNvSpPr>
            <p:nvPr/>
          </p:nvSpPr>
          <p:spPr bwMode="auto">
            <a:xfrm>
              <a:off x="5589781" y="2954127"/>
              <a:ext cx="170181" cy="168938"/>
            </a:xfrm>
            <a:custGeom>
              <a:avLst/>
              <a:gdLst>
                <a:gd name="T0" fmla="*/ 370 w 1504"/>
                <a:gd name="T1" fmla="*/ 2 h 1493"/>
                <a:gd name="T2" fmla="*/ 469 w 1504"/>
                <a:gd name="T3" fmla="*/ 22 h 1493"/>
                <a:gd name="T4" fmla="*/ 576 w 1504"/>
                <a:gd name="T5" fmla="*/ 60 h 1493"/>
                <a:gd name="T6" fmla="*/ 688 w 1504"/>
                <a:gd name="T7" fmla="*/ 115 h 1493"/>
                <a:gd name="T8" fmla="*/ 717 w 1504"/>
                <a:gd name="T9" fmla="*/ 206 h 1493"/>
                <a:gd name="T10" fmla="*/ 674 w 1504"/>
                <a:gd name="T11" fmla="*/ 315 h 1493"/>
                <a:gd name="T12" fmla="*/ 644 w 1504"/>
                <a:gd name="T13" fmla="*/ 413 h 1493"/>
                <a:gd name="T14" fmla="*/ 624 w 1504"/>
                <a:gd name="T15" fmla="*/ 497 h 1493"/>
                <a:gd name="T16" fmla="*/ 614 w 1504"/>
                <a:gd name="T17" fmla="*/ 562 h 1493"/>
                <a:gd name="T18" fmla="*/ 608 w 1504"/>
                <a:gd name="T19" fmla="*/ 606 h 1493"/>
                <a:gd name="T20" fmla="*/ 606 w 1504"/>
                <a:gd name="T21" fmla="*/ 626 h 1493"/>
                <a:gd name="T22" fmla="*/ 614 w 1504"/>
                <a:gd name="T23" fmla="*/ 695 h 1493"/>
                <a:gd name="T24" fmla="*/ 639 w 1504"/>
                <a:gd name="T25" fmla="*/ 761 h 1493"/>
                <a:gd name="T26" fmla="*/ 682 w 1504"/>
                <a:gd name="T27" fmla="*/ 816 h 1493"/>
                <a:gd name="T28" fmla="*/ 737 w 1504"/>
                <a:gd name="T29" fmla="*/ 859 h 1493"/>
                <a:gd name="T30" fmla="*/ 802 w 1504"/>
                <a:gd name="T31" fmla="*/ 884 h 1493"/>
                <a:gd name="T32" fmla="*/ 872 w 1504"/>
                <a:gd name="T33" fmla="*/ 890 h 1493"/>
                <a:gd name="T34" fmla="*/ 892 w 1504"/>
                <a:gd name="T35" fmla="*/ 889 h 1493"/>
                <a:gd name="T36" fmla="*/ 937 w 1504"/>
                <a:gd name="T37" fmla="*/ 884 h 1493"/>
                <a:gd name="T38" fmla="*/ 1003 w 1504"/>
                <a:gd name="T39" fmla="*/ 872 h 1493"/>
                <a:gd name="T40" fmla="*/ 1088 w 1504"/>
                <a:gd name="T41" fmla="*/ 853 h 1493"/>
                <a:gd name="T42" fmla="*/ 1186 w 1504"/>
                <a:gd name="T43" fmla="*/ 823 h 1493"/>
                <a:gd name="T44" fmla="*/ 1296 w 1504"/>
                <a:gd name="T45" fmla="*/ 780 h 1493"/>
                <a:gd name="T46" fmla="*/ 1386 w 1504"/>
                <a:gd name="T47" fmla="*/ 807 h 1493"/>
                <a:gd name="T48" fmla="*/ 1440 w 1504"/>
                <a:gd name="T49" fmla="*/ 911 h 1493"/>
                <a:gd name="T50" fmla="*/ 1477 w 1504"/>
                <a:gd name="T51" fmla="*/ 1011 h 1493"/>
                <a:gd name="T52" fmla="*/ 1497 w 1504"/>
                <a:gd name="T53" fmla="*/ 1098 h 1493"/>
                <a:gd name="T54" fmla="*/ 1504 w 1504"/>
                <a:gd name="T55" fmla="*/ 1175 h 1493"/>
                <a:gd name="T56" fmla="*/ 1497 w 1504"/>
                <a:gd name="T57" fmla="*/ 1240 h 1493"/>
                <a:gd name="T58" fmla="*/ 1483 w 1504"/>
                <a:gd name="T59" fmla="*/ 1295 h 1493"/>
                <a:gd name="T60" fmla="*/ 1463 w 1504"/>
                <a:gd name="T61" fmla="*/ 1340 h 1493"/>
                <a:gd name="T62" fmla="*/ 1439 w 1504"/>
                <a:gd name="T63" fmla="*/ 1377 h 1493"/>
                <a:gd name="T64" fmla="*/ 1414 w 1504"/>
                <a:gd name="T65" fmla="*/ 1405 h 1493"/>
                <a:gd name="T66" fmla="*/ 1382 w 1504"/>
                <a:gd name="T67" fmla="*/ 1432 h 1493"/>
                <a:gd name="T68" fmla="*/ 1339 w 1504"/>
                <a:gd name="T69" fmla="*/ 1458 h 1493"/>
                <a:gd name="T70" fmla="*/ 1285 w 1504"/>
                <a:gd name="T71" fmla="*/ 1479 h 1493"/>
                <a:gd name="T72" fmla="*/ 1219 w 1504"/>
                <a:gd name="T73" fmla="*/ 1491 h 1493"/>
                <a:gd name="T74" fmla="*/ 1134 w 1504"/>
                <a:gd name="T75" fmla="*/ 1491 h 1493"/>
                <a:gd name="T76" fmla="*/ 1036 w 1504"/>
                <a:gd name="T77" fmla="*/ 1471 h 1493"/>
                <a:gd name="T78" fmla="*/ 930 w 1504"/>
                <a:gd name="T79" fmla="*/ 1435 h 1493"/>
                <a:gd name="T80" fmla="*/ 819 w 1504"/>
                <a:gd name="T81" fmla="*/ 1381 h 1493"/>
                <a:gd name="T82" fmla="*/ 706 w 1504"/>
                <a:gd name="T83" fmla="*/ 1311 h 1493"/>
                <a:gd name="T84" fmla="*/ 591 w 1504"/>
                <a:gd name="T85" fmla="*/ 1227 h 1493"/>
                <a:gd name="T86" fmla="*/ 477 w 1504"/>
                <a:gd name="T87" fmla="*/ 1129 h 1493"/>
                <a:gd name="T88" fmla="*/ 362 w 1504"/>
                <a:gd name="T89" fmla="*/ 1015 h 1493"/>
                <a:gd name="T90" fmla="*/ 257 w 1504"/>
                <a:gd name="T91" fmla="*/ 892 h 1493"/>
                <a:gd name="T92" fmla="*/ 166 w 1504"/>
                <a:gd name="T93" fmla="*/ 766 h 1493"/>
                <a:gd name="T94" fmla="*/ 93 w 1504"/>
                <a:gd name="T95" fmla="*/ 642 h 1493"/>
                <a:gd name="T96" fmla="*/ 43 w 1504"/>
                <a:gd name="T97" fmla="*/ 531 h 1493"/>
                <a:gd name="T98" fmla="*/ 15 w 1504"/>
                <a:gd name="T99" fmla="*/ 437 h 1493"/>
                <a:gd name="T100" fmla="*/ 1 w 1504"/>
                <a:gd name="T101" fmla="*/ 355 h 1493"/>
                <a:gd name="T102" fmla="*/ 2 w 1504"/>
                <a:gd name="T103" fmla="*/ 285 h 1493"/>
                <a:gd name="T104" fmla="*/ 13 w 1504"/>
                <a:gd name="T105" fmla="*/ 224 h 1493"/>
                <a:gd name="T106" fmla="*/ 31 w 1504"/>
                <a:gd name="T107" fmla="*/ 173 h 1493"/>
                <a:gd name="T108" fmla="*/ 53 w 1504"/>
                <a:gd name="T109" fmla="*/ 133 h 1493"/>
                <a:gd name="T110" fmla="*/ 78 w 1504"/>
                <a:gd name="T111" fmla="*/ 102 h 1493"/>
                <a:gd name="T112" fmla="*/ 105 w 1504"/>
                <a:gd name="T113" fmla="*/ 75 h 1493"/>
                <a:gd name="T114" fmla="*/ 142 w 1504"/>
                <a:gd name="T115" fmla="*/ 48 h 1493"/>
                <a:gd name="T116" fmla="*/ 190 w 1504"/>
                <a:gd name="T117" fmla="*/ 24 h 1493"/>
                <a:gd name="T118" fmla="*/ 250 w 1504"/>
                <a:gd name="T119" fmla="*/ 6 h 1493"/>
                <a:gd name="T120" fmla="*/ 323 w 1504"/>
                <a:gd name="T121" fmla="*/ 0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4" h="1493">
                  <a:moveTo>
                    <a:pt x="323" y="0"/>
                  </a:moveTo>
                  <a:lnTo>
                    <a:pt x="370" y="2"/>
                  </a:lnTo>
                  <a:lnTo>
                    <a:pt x="418" y="10"/>
                  </a:lnTo>
                  <a:lnTo>
                    <a:pt x="469" y="22"/>
                  </a:lnTo>
                  <a:lnTo>
                    <a:pt x="522" y="39"/>
                  </a:lnTo>
                  <a:lnTo>
                    <a:pt x="576" y="60"/>
                  </a:lnTo>
                  <a:lnTo>
                    <a:pt x="631" y="86"/>
                  </a:lnTo>
                  <a:lnTo>
                    <a:pt x="688" y="115"/>
                  </a:lnTo>
                  <a:lnTo>
                    <a:pt x="745" y="148"/>
                  </a:lnTo>
                  <a:lnTo>
                    <a:pt x="717" y="206"/>
                  </a:lnTo>
                  <a:lnTo>
                    <a:pt x="694" y="262"/>
                  </a:lnTo>
                  <a:lnTo>
                    <a:pt x="674" y="315"/>
                  </a:lnTo>
                  <a:lnTo>
                    <a:pt x="658" y="366"/>
                  </a:lnTo>
                  <a:lnTo>
                    <a:pt x="644" y="413"/>
                  </a:lnTo>
                  <a:lnTo>
                    <a:pt x="634" y="456"/>
                  </a:lnTo>
                  <a:lnTo>
                    <a:pt x="624" y="497"/>
                  </a:lnTo>
                  <a:lnTo>
                    <a:pt x="618" y="531"/>
                  </a:lnTo>
                  <a:lnTo>
                    <a:pt x="614" y="562"/>
                  </a:lnTo>
                  <a:lnTo>
                    <a:pt x="611" y="587"/>
                  </a:lnTo>
                  <a:lnTo>
                    <a:pt x="608" y="606"/>
                  </a:lnTo>
                  <a:lnTo>
                    <a:pt x="607" y="620"/>
                  </a:lnTo>
                  <a:lnTo>
                    <a:pt x="606" y="626"/>
                  </a:lnTo>
                  <a:lnTo>
                    <a:pt x="607" y="661"/>
                  </a:lnTo>
                  <a:lnTo>
                    <a:pt x="614" y="695"/>
                  </a:lnTo>
                  <a:lnTo>
                    <a:pt x="624" y="729"/>
                  </a:lnTo>
                  <a:lnTo>
                    <a:pt x="639" y="761"/>
                  </a:lnTo>
                  <a:lnTo>
                    <a:pt x="658" y="790"/>
                  </a:lnTo>
                  <a:lnTo>
                    <a:pt x="682" y="816"/>
                  </a:lnTo>
                  <a:lnTo>
                    <a:pt x="708" y="839"/>
                  </a:lnTo>
                  <a:lnTo>
                    <a:pt x="737" y="859"/>
                  </a:lnTo>
                  <a:lnTo>
                    <a:pt x="769" y="873"/>
                  </a:lnTo>
                  <a:lnTo>
                    <a:pt x="802" y="884"/>
                  </a:lnTo>
                  <a:lnTo>
                    <a:pt x="838" y="890"/>
                  </a:lnTo>
                  <a:lnTo>
                    <a:pt x="872" y="890"/>
                  </a:lnTo>
                  <a:lnTo>
                    <a:pt x="880" y="890"/>
                  </a:lnTo>
                  <a:lnTo>
                    <a:pt x="892" y="889"/>
                  </a:lnTo>
                  <a:lnTo>
                    <a:pt x="912" y="887"/>
                  </a:lnTo>
                  <a:lnTo>
                    <a:pt x="937" y="884"/>
                  </a:lnTo>
                  <a:lnTo>
                    <a:pt x="968" y="880"/>
                  </a:lnTo>
                  <a:lnTo>
                    <a:pt x="1003" y="872"/>
                  </a:lnTo>
                  <a:lnTo>
                    <a:pt x="1044" y="864"/>
                  </a:lnTo>
                  <a:lnTo>
                    <a:pt x="1088" y="853"/>
                  </a:lnTo>
                  <a:lnTo>
                    <a:pt x="1136" y="839"/>
                  </a:lnTo>
                  <a:lnTo>
                    <a:pt x="1186" y="823"/>
                  </a:lnTo>
                  <a:lnTo>
                    <a:pt x="1241" y="804"/>
                  </a:lnTo>
                  <a:lnTo>
                    <a:pt x="1296" y="780"/>
                  </a:lnTo>
                  <a:lnTo>
                    <a:pt x="1355" y="753"/>
                  </a:lnTo>
                  <a:lnTo>
                    <a:pt x="1386" y="807"/>
                  </a:lnTo>
                  <a:lnTo>
                    <a:pt x="1415" y="859"/>
                  </a:lnTo>
                  <a:lnTo>
                    <a:pt x="1440" y="911"/>
                  </a:lnTo>
                  <a:lnTo>
                    <a:pt x="1461" y="962"/>
                  </a:lnTo>
                  <a:lnTo>
                    <a:pt x="1477" y="1011"/>
                  </a:lnTo>
                  <a:lnTo>
                    <a:pt x="1489" y="1056"/>
                  </a:lnTo>
                  <a:lnTo>
                    <a:pt x="1497" y="1098"/>
                  </a:lnTo>
                  <a:lnTo>
                    <a:pt x="1502" y="1137"/>
                  </a:lnTo>
                  <a:lnTo>
                    <a:pt x="1504" y="1175"/>
                  </a:lnTo>
                  <a:lnTo>
                    <a:pt x="1502" y="1208"/>
                  </a:lnTo>
                  <a:lnTo>
                    <a:pt x="1497" y="1240"/>
                  </a:lnTo>
                  <a:lnTo>
                    <a:pt x="1491" y="1269"/>
                  </a:lnTo>
                  <a:lnTo>
                    <a:pt x="1483" y="1295"/>
                  </a:lnTo>
                  <a:lnTo>
                    <a:pt x="1473" y="1318"/>
                  </a:lnTo>
                  <a:lnTo>
                    <a:pt x="1463" y="1340"/>
                  </a:lnTo>
                  <a:lnTo>
                    <a:pt x="1450" y="1360"/>
                  </a:lnTo>
                  <a:lnTo>
                    <a:pt x="1439" y="1377"/>
                  </a:lnTo>
                  <a:lnTo>
                    <a:pt x="1426" y="1391"/>
                  </a:lnTo>
                  <a:lnTo>
                    <a:pt x="1414" y="1405"/>
                  </a:lnTo>
                  <a:lnTo>
                    <a:pt x="1399" y="1418"/>
                  </a:lnTo>
                  <a:lnTo>
                    <a:pt x="1382" y="1432"/>
                  </a:lnTo>
                  <a:lnTo>
                    <a:pt x="1361" y="1445"/>
                  </a:lnTo>
                  <a:lnTo>
                    <a:pt x="1339" y="1458"/>
                  </a:lnTo>
                  <a:lnTo>
                    <a:pt x="1313" y="1469"/>
                  </a:lnTo>
                  <a:lnTo>
                    <a:pt x="1285" y="1479"/>
                  </a:lnTo>
                  <a:lnTo>
                    <a:pt x="1253" y="1487"/>
                  </a:lnTo>
                  <a:lnTo>
                    <a:pt x="1219" y="1491"/>
                  </a:lnTo>
                  <a:lnTo>
                    <a:pt x="1180" y="1493"/>
                  </a:lnTo>
                  <a:lnTo>
                    <a:pt x="1134" y="1491"/>
                  </a:lnTo>
                  <a:lnTo>
                    <a:pt x="1086" y="1484"/>
                  </a:lnTo>
                  <a:lnTo>
                    <a:pt x="1036" y="1471"/>
                  </a:lnTo>
                  <a:lnTo>
                    <a:pt x="983" y="1456"/>
                  </a:lnTo>
                  <a:lnTo>
                    <a:pt x="930" y="1435"/>
                  </a:lnTo>
                  <a:lnTo>
                    <a:pt x="875" y="1410"/>
                  </a:lnTo>
                  <a:lnTo>
                    <a:pt x="819" y="1381"/>
                  </a:lnTo>
                  <a:lnTo>
                    <a:pt x="762" y="1348"/>
                  </a:lnTo>
                  <a:lnTo>
                    <a:pt x="706" y="1311"/>
                  </a:lnTo>
                  <a:lnTo>
                    <a:pt x="648" y="1271"/>
                  </a:lnTo>
                  <a:lnTo>
                    <a:pt x="591" y="1227"/>
                  </a:lnTo>
                  <a:lnTo>
                    <a:pt x="533" y="1180"/>
                  </a:lnTo>
                  <a:lnTo>
                    <a:pt x="477" y="1129"/>
                  </a:lnTo>
                  <a:lnTo>
                    <a:pt x="421" y="1075"/>
                  </a:lnTo>
                  <a:lnTo>
                    <a:pt x="362" y="1015"/>
                  </a:lnTo>
                  <a:lnTo>
                    <a:pt x="308" y="954"/>
                  </a:lnTo>
                  <a:lnTo>
                    <a:pt x="257" y="892"/>
                  </a:lnTo>
                  <a:lnTo>
                    <a:pt x="210" y="830"/>
                  </a:lnTo>
                  <a:lnTo>
                    <a:pt x="166" y="766"/>
                  </a:lnTo>
                  <a:lnTo>
                    <a:pt x="127" y="705"/>
                  </a:lnTo>
                  <a:lnTo>
                    <a:pt x="93" y="642"/>
                  </a:lnTo>
                  <a:lnTo>
                    <a:pt x="64" y="582"/>
                  </a:lnTo>
                  <a:lnTo>
                    <a:pt x="43" y="531"/>
                  </a:lnTo>
                  <a:lnTo>
                    <a:pt x="26" y="482"/>
                  </a:lnTo>
                  <a:lnTo>
                    <a:pt x="15" y="437"/>
                  </a:lnTo>
                  <a:lnTo>
                    <a:pt x="6" y="395"/>
                  </a:lnTo>
                  <a:lnTo>
                    <a:pt x="1" y="355"/>
                  </a:lnTo>
                  <a:lnTo>
                    <a:pt x="0" y="318"/>
                  </a:lnTo>
                  <a:lnTo>
                    <a:pt x="2" y="285"/>
                  </a:lnTo>
                  <a:lnTo>
                    <a:pt x="6" y="252"/>
                  </a:lnTo>
                  <a:lnTo>
                    <a:pt x="13" y="224"/>
                  </a:lnTo>
                  <a:lnTo>
                    <a:pt x="21" y="197"/>
                  </a:lnTo>
                  <a:lnTo>
                    <a:pt x="31" y="173"/>
                  </a:lnTo>
                  <a:lnTo>
                    <a:pt x="41" y="153"/>
                  </a:lnTo>
                  <a:lnTo>
                    <a:pt x="53" y="133"/>
                  </a:lnTo>
                  <a:lnTo>
                    <a:pt x="65" y="116"/>
                  </a:lnTo>
                  <a:lnTo>
                    <a:pt x="78" y="102"/>
                  </a:lnTo>
                  <a:lnTo>
                    <a:pt x="89" y="88"/>
                  </a:lnTo>
                  <a:lnTo>
                    <a:pt x="105" y="75"/>
                  </a:lnTo>
                  <a:lnTo>
                    <a:pt x="122" y="61"/>
                  </a:lnTo>
                  <a:lnTo>
                    <a:pt x="142" y="48"/>
                  </a:lnTo>
                  <a:lnTo>
                    <a:pt x="165" y="35"/>
                  </a:lnTo>
                  <a:lnTo>
                    <a:pt x="190" y="24"/>
                  </a:lnTo>
                  <a:lnTo>
                    <a:pt x="219" y="14"/>
                  </a:lnTo>
                  <a:lnTo>
                    <a:pt x="250" y="6"/>
                  </a:lnTo>
                  <a:lnTo>
                    <a:pt x="285" y="2"/>
                  </a:lnTo>
                  <a:lnTo>
                    <a:pt x="3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5" name="Freeform 8"/>
            <p:cNvSpPr>
              <a:spLocks/>
            </p:cNvSpPr>
            <p:nvPr/>
          </p:nvSpPr>
          <p:spPr bwMode="auto">
            <a:xfrm>
              <a:off x="5677977" y="2829908"/>
              <a:ext cx="207447" cy="206204"/>
            </a:xfrm>
            <a:custGeom>
              <a:avLst/>
              <a:gdLst>
                <a:gd name="T0" fmla="*/ 1289 w 1835"/>
                <a:gd name="T1" fmla="*/ 2 h 1823"/>
                <a:gd name="T2" fmla="*/ 1327 w 1835"/>
                <a:gd name="T3" fmla="*/ 23 h 1823"/>
                <a:gd name="T4" fmla="*/ 1350 w 1835"/>
                <a:gd name="T5" fmla="*/ 60 h 1823"/>
                <a:gd name="T6" fmla="*/ 1776 w 1835"/>
                <a:gd name="T7" fmla="*/ 482 h 1823"/>
                <a:gd name="T8" fmla="*/ 1812 w 1835"/>
                <a:gd name="T9" fmla="*/ 505 h 1823"/>
                <a:gd name="T10" fmla="*/ 1833 w 1835"/>
                <a:gd name="T11" fmla="*/ 543 h 1823"/>
                <a:gd name="T12" fmla="*/ 1832 w 1835"/>
                <a:gd name="T13" fmla="*/ 586 h 1823"/>
                <a:gd name="T14" fmla="*/ 1810 w 1835"/>
                <a:gd name="T15" fmla="*/ 622 h 1823"/>
                <a:gd name="T16" fmla="*/ 1498 w 1835"/>
                <a:gd name="T17" fmla="*/ 929 h 1823"/>
                <a:gd name="T18" fmla="*/ 1459 w 1835"/>
                <a:gd name="T19" fmla="*/ 942 h 1823"/>
                <a:gd name="T20" fmla="*/ 1253 w 1835"/>
                <a:gd name="T21" fmla="*/ 903 h 1823"/>
                <a:gd name="T22" fmla="*/ 1194 w 1835"/>
                <a:gd name="T23" fmla="*/ 1011 h 1823"/>
                <a:gd name="T24" fmla="*/ 1118 w 1835"/>
                <a:gd name="T25" fmla="*/ 1126 h 1823"/>
                <a:gd name="T26" fmla="*/ 1030 w 1835"/>
                <a:gd name="T27" fmla="*/ 1243 h 1823"/>
                <a:gd name="T28" fmla="*/ 930 w 1835"/>
                <a:gd name="T29" fmla="*/ 1362 h 1823"/>
                <a:gd name="T30" fmla="*/ 823 w 1835"/>
                <a:gd name="T31" fmla="*/ 1475 h 1823"/>
                <a:gd name="T32" fmla="*/ 705 w 1835"/>
                <a:gd name="T33" fmla="*/ 1578 h 1823"/>
                <a:gd name="T34" fmla="*/ 585 w 1835"/>
                <a:gd name="T35" fmla="*/ 1659 h 1823"/>
                <a:gd name="T36" fmla="*/ 470 w 1835"/>
                <a:gd name="T37" fmla="*/ 1719 h 1823"/>
                <a:gd name="T38" fmla="*/ 363 w 1835"/>
                <a:gd name="T39" fmla="*/ 1763 h 1823"/>
                <a:gd name="T40" fmla="*/ 268 w 1835"/>
                <a:gd name="T41" fmla="*/ 1792 h 1823"/>
                <a:gd name="T42" fmla="*/ 187 w 1835"/>
                <a:gd name="T43" fmla="*/ 1810 h 1823"/>
                <a:gd name="T44" fmla="*/ 130 w 1835"/>
                <a:gd name="T45" fmla="*/ 1819 h 1823"/>
                <a:gd name="T46" fmla="*/ 95 w 1835"/>
                <a:gd name="T47" fmla="*/ 1823 h 1823"/>
                <a:gd name="T48" fmla="*/ 71 w 1835"/>
                <a:gd name="T49" fmla="*/ 1822 h 1823"/>
                <a:gd name="T50" fmla="*/ 39 w 1835"/>
                <a:gd name="T51" fmla="*/ 1810 h 1823"/>
                <a:gd name="T52" fmla="*/ 14 w 1835"/>
                <a:gd name="T53" fmla="*/ 1785 h 1823"/>
                <a:gd name="T54" fmla="*/ 1 w 1835"/>
                <a:gd name="T55" fmla="*/ 1753 h 1823"/>
                <a:gd name="T56" fmla="*/ 0 w 1835"/>
                <a:gd name="T57" fmla="*/ 1729 h 1823"/>
                <a:gd name="T58" fmla="*/ 3 w 1835"/>
                <a:gd name="T59" fmla="*/ 1695 h 1823"/>
                <a:gd name="T60" fmla="*/ 13 w 1835"/>
                <a:gd name="T61" fmla="*/ 1636 h 1823"/>
                <a:gd name="T62" fmla="*/ 30 w 1835"/>
                <a:gd name="T63" fmla="*/ 1557 h 1823"/>
                <a:gd name="T64" fmla="*/ 61 w 1835"/>
                <a:gd name="T65" fmla="*/ 1463 h 1823"/>
                <a:gd name="T66" fmla="*/ 105 w 1835"/>
                <a:gd name="T67" fmla="*/ 1357 h 1823"/>
                <a:gd name="T68" fmla="*/ 165 w 1835"/>
                <a:gd name="T69" fmla="*/ 1242 h 1823"/>
                <a:gd name="T70" fmla="*/ 247 w 1835"/>
                <a:gd name="T71" fmla="*/ 1124 h 1823"/>
                <a:gd name="T72" fmla="*/ 351 w 1835"/>
                <a:gd name="T73" fmla="*/ 1007 h 1823"/>
                <a:gd name="T74" fmla="*/ 465 w 1835"/>
                <a:gd name="T75" fmla="*/ 899 h 1823"/>
                <a:gd name="T76" fmla="*/ 583 w 1835"/>
                <a:gd name="T77" fmla="*/ 800 h 1823"/>
                <a:gd name="T78" fmla="*/ 703 w 1835"/>
                <a:gd name="T79" fmla="*/ 712 h 1823"/>
                <a:gd name="T80" fmla="*/ 818 w 1835"/>
                <a:gd name="T81" fmla="*/ 637 h 1823"/>
                <a:gd name="T82" fmla="*/ 927 w 1835"/>
                <a:gd name="T83" fmla="*/ 579 h 1823"/>
                <a:gd name="T84" fmla="*/ 888 w 1835"/>
                <a:gd name="T85" fmla="*/ 374 h 1823"/>
                <a:gd name="T86" fmla="*/ 900 w 1835"/>
                <a:gd name="T87" fmla="*/ 335 h 1823"/>
                <a:gd name="T88" fmla="*/ 1208 w 1835"/>
                <a:gd name="T89" fmla="*/ 25 h 1823"/>
                <a:gd name="T90" fmla="*/ 1246 w 1835"/>
                <a:gd name="T91" fmla="*/ 3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35" h="1823">
                  <a:moveTo>
                    <a:pt x="1267" y="0"/>
                  </a:moveTo>
                  <a:lnTo>
                    <a:pt x="1289" y="2"/>
                  </a:lnTo>
                  <a:lnTo>
                    <a:pt x="1310" y="11"/>
                  </a:lnTo>
                  <a:lnTo>
                    <a:pt x="1327" y="23"/>
                  </a:lnTo>
                  <a:lnTo>
                    <a:pt x="1341" y="40"/>
                  </a:lnTo>
                  <a:lnTo>
                    <a:pt x="1350" y="60"/>
                  </a:lnTo>
                  <a:lnTo>
                    <a:pt x="1451" y="381"/>
                  </a:lnTo>
                  <a:lnTo>
                    <a:pt x="1776" y="482"/>
                  </a:lnTo>
                  <a:lnTo>
                    <a:pt x="1796" y="491"/>
                  </a:lnTo>
                  <a:lnTo>
                    <a:pt x="1812" y="505"/>
                  </a:lnTo>
                  <a:lnTo>
                    <a:pt x="1825" y="522"/>
                  </a:lnTo>
                  <a:lnTo>
                    <a:pt x="1833" y="543"/>
                  </a:lnTo>
                  <a:lnTo>
                    <a:pt x="1835" y="565"/>
                  </a:lnTo>
                  <a:lnTo>
                    <a:pt x="1832" y="586"/>
                  </a:lnTo>
                  <a:lnTo>
                    <a:pt x="1824" y="606"/>
                  </a:lnTo>
                  <a:lnTo>
                    <a:pt x="1810" y="622"/>
                  </a:lnTo>
                  <a:lnTo>
                    <a:pt x="1515" y="917"/>
                  </a:lnTo>
                  <a:lnTo>
                    <a:pt x="1498" y="929"/>
                  </a:lnTo>
                  <a:lnTo>
                    <a:pt x="1479" y="937"/>
                  </a:lnTo>
                  <a:lnTo>
                    <a:pt x="1459" y="942"/>
                  </a:lnTo>
                  <a:lnTo>
                    <a:pt x="1439" y="939"/>
                  </a:lnTo>
                  <a:lnTo>
                    <a:pt x="1253" y="903"/>
                  </a:lnTo>
                  <a:lnTo>
                    <a:pt x="1226" y="956"/>
                  </a:lnTo>
                  <a:lnTo>
                    <a:pt x="1194" y="1011"/>
                  </a:lnTo>
                  <a:lnTo>
                    <a:pt x="1158" y="1067"/>
                  </a:lnTo>
                  <a:lnTo>
                    <a:pt x="1118" y="1126"/>
                  </a:lnTo>
                  <a:lnTo>
                    <a:pt x="1075" y="1184"/>
                  </a:lnTo>
                  <a:lnTo>
                    <a:pt x="1030" y="1243"/>
                  </a:lnTo>
                  <a:lnTo>
                    <a:pt x="981" y="1302"/>
                  </a:lnTo>
                  <a:lnTo>
                    <a:pt x="930" y="1362"/>
                  </a:lnTo>
                  <a:lnTo>
                    <a:pt x="877" y="1419"/>
                  </a:lnTo>
                  <a:lnTo>
                    <a:pt x="823" y="1475"/>
                  </a:lnTo>
                  <a:lnTo>
                    <a:pt x="763" y="1529"/>
                  </a:lnTo>
                  <a:lnTo>
                    <a:pt x="705" y="1578"/>
                  </a:lnTo>
                  <a:lnTo>
                    <a:pt x="645" y="1622"/>
                  </a:lnTo>
                  <a:lnTo>
                    <a:pt x="585" y="1659"/>
                  </a:lnTo>
                  <a:lnTo>
                    <a:pt x="528" y="1691"/>
                  </a:lnTo>
                  <a:lnTo>
                    <a:pt x="470" y="1719"/>
                  </a:lnTo>
                  <a:lnTo>
                    <a:pt x="416" y="1743"/>
                  </a:lnTo>
                  <a:lnTo>
                    <a:pt x="363" y="1763"/>
                  </a:lnTo>
                  <a:lnTo>
                    <a:pt x="314" y="1780"/>
                  </a:lnTo>
                  <a:lnTo>
                    <a:pt x="268" y="1792"/>
                  </a:lnTo>
                  <a:lnTo>
                    <a:pt x="226" y="1803"/>
                  </a:lnTo>
                  <a:lnTo>
                    <a:pt x="187" y="1810"/>
                  </a:lnTo>
                  <a:lnTo>
                    <a:pt x="156" y="1816"/>
                  </a:lnTo>
                  <a:lnTo>
                    <a:pt x="130" y="1819"/>
                  </a:lnTo>
                  <a:lnTo>
                    <a:pt x="109" y="1821"/>
                  </a:lnTo>
                  <a:lnTo>
                    <a:pt x="95" y="1823"/>
                  </a:lnTo>
                  <a:lnTo>
                    <a:pt x="88" y="1823"/>
                  </a:lnTo>
                  <a:lnTo>
                    <a:pt x="71" y="1822"/>
                  </a:lnTo>
                  <a:lnTo>
                    <a:pt x="54" y="1817"/>
                  </a:lnTo>
                  <a:lnTo>
                    <a:pt x="39" y="1810"/>
                  </a:lnTo>
                  <a:lnTo>
                    <a:pt x="25" y="1799"/>
                  </a:lnTo>
                  <a:lnTo>
                    <a:pt x="14" y="1785"/>
                  </a:lnTo>
                  <a:lnTo>
                    <a:pt x="5" y="1769"/>
                  </a:lnTo>
                  <a:lnTo>
                    <a:pt x="1" y="1753"/>
                  </a:lnTo>
                  <a:lnTo>
                    <a:pt x="0" y="1735"/>
                  </a:lnTo>
                  <a:lnTo>
                    <a:pt x="0" y="1729"/>
                  </a:lnTo>
                  <a:lnTo>
                    <a:pt x="1" y="1715"/>
                  </a:lnTo>
                  <a:lnTo>
                    <a:pt x="3" y="1695"/>
                  </a:lnTo>
                  <a:lnTo>
                    <a:pt x="7" y="1669"/>
                  </a:lnTo>
                  <a:lnTo>
                    <a:pt x="13" y="1636"/>
                  </a:lnTo>
                  <a:lnTo>
                    <a:pt x="21" y="1599"/>
                  </a:lnTo>
                  <a:lnTo>
                    <a:pt x="30" y="1557"/>
                  </a:lnTo>
                  <a:lnTo>
                    <a:pt x="44" y="1511"/>
                  </a:lnTo>
                  <a:lnTo>
                    <a:pt x="61" y="1463"/>
                  </a:lnTo>
                  <a:lnTo>
                    <a:pt x="81" y="1411"/>
                  </a:lnTo>
                  <a:lnTo>
                    <a:pt x="105" y="1357"/>
                  </a:lnTo>
                  <a:lnTo>
                    <a:pt x="133" y="1299"/>
                  </a:lnTo>
                  <a:lnTo>
                    <a:pt x="165" y="1242"/>
                  </a:lnTo>
                  <a:lnTo>
                    <a:pt x="203" y="1183"/>
                  </a:lnTo>
                  <a:lnTo>
                    <a:pt x="247" y="1124"/>
                  </a:lnTo>
                  <a:lnTo>
                    <a:pt x="295" y="1065"/>
                  </a:lnTo>
                  <a:lnTo>
                    <a:pt x="351" y="1007"/>
                  </a:lnTo>
                  <a:lnTo>
                    <a:pt x="407" y="952"/>
                  </a:lnTo>
                  <a:lnTo>
                    <a:pt x="465" y="899"/>
                  </a:lnTo>
                  <a:lnTo>
                    <a:pt x="525" y="849"/>
                  </a:lnTo>
                  <a:lnTo>
                    <a:pt x="583" y="800"/>
                  </a:lnTo>
                  <a:lnTo>
                    <a:pt x="643" y="754"/>
                  </a:lnTo>
                  <a:lnTo>
                    <a:pt x="703" y="712"/>
                  </a:lnTo>
                  <a:lnTo>
                    <a:pt x="761" y="673"/>
                  </a:lnTo>
                  <a:lnTo>
                    <a:pt x="818" y="637"/>
                  </a:lnTo>
                  <a:lnTo>
                    <a:pt x="873" y="606"/>
                  </a:lnTo>
                  <a:lnTo>
                    <a:pt x="927" y="579"/>
                  </a:lnTo>
                  <a:lnTo>
                    <a:pt x="890" y="395"/>
                  </a:lnTo>
                  <a:lnTo>
                    <a:pt x="888" y="374"/>
                  </a:lnTo>
                  <a:lnTo>
                    <a:pt x="892" y="354"/>
                  </a:lnTo>
                  <a:lnTo>
                    <a:pt x="900" y="335"/>
                  </a:lnTo>
                  <a:lnTo>
                    <a:pt x="913" y="319"/>
                  </a:lnTo>
                  <a:lnTo>
                    <a:pt x="1208" y="25"/>
                  </a:lnTo>
                  <a:lnTo>
                    <a:pt x="1226" y="12"/>
                  </a:lnTo>
                  <a:lnTo>
                    <a:pt x="1246" y="3"/>
                  </a:lnTo>
                  <a:lnTo>
                    <a:pt x="12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6" name="Group 65"/>
          <p:cNvGrpSpPr/>
          <p:nvPr/>
        </p:nvGrpSpPr>
        <p:grpSpPr>
          <a:xfrm>
            <a:off x="4865989" y="3009530"/>
            <a:ext cx="418272" cy="343730"/>
            <a:chOff x="7000875" y="2609851"/>
            <a:chExt cx="481013" cy="395288"/>
          </a:xfrm>
          <a:solidFill>
            <a:schemeClr val="tx1">
              <a:lumMod val="95000"/>
              <a:lumOff val="5000"/>
            </a:schemeClr>
          </a:solidFill>
        </p:grpSpPr>
        <p:sp>
          <p:nvSpPr>
            <p:cNvPr id="67" name="Freeform 39"/>
            <p:cNvSpPr>
              <a:spLocks/>
            </p:cNvSpPr>
            <p:nvPr/>
          </p:nvSpPr>
          <p:spPr bwMode="auto">
            <a:xfrm>
              <a:off x="7000875" y="2638426"/>
              <a:ext cx="419100" cy="366713"/>
            </a:xfrm>
            <a:custGeom>
              <a:avLst/>
              <a:gdLst>
                <a:gd name="T0" fmla="*/ 2249 w 2905"/>
                <a:gd name="T1" fmla="*/ 239 h 2540"/>
                <a:gd name="T2" fmla="*/ 2885 w 2905"/>
                <a:gd name="T3" fmla="*/ 968 h 2540"/>
                <a:gd name="T4" fmla="*/ 2609 w 2905"/>
                <a:gd name="T5" fmla="*/ 1645 h 2540"/>
                <a:gd name="T6" fmla="*/ 2513 w 2905"/>
                <a:gd name="T7" fmla="*/ 1837 h 2540"/>
                <a:gd name="T8" fmla="*/ 2362 w 2905"/>
                <a:gd name="T9" fmla="*/ 1977 h 2540"/>
                <a:gd name="T10" fmla="*/ 2169 w 2905"/>
                <a:gd name="T11" fmla="*/ 2102 h 2540"/>
                <a:gd name="T12" fmla="*/ 2044 w 2905"/>
                <a:gd name="T13" fmla="*/ 2294 h 2540"/>
                <a:gd name="T14" fmla="*/ 1903 w 2905"/>
                <a:gd name="T15" fmla="*/ 2444 h 2540"/>
                <a:gd name="T16" fmla="*/ 1710 w 2905"/>
                <a:gd name="T17" fmla="*/ 2540 h 2540"/>
                <a:gd name="T18" fmla="*/ 1191 w 2905"/>
                <a:gd name="T19" fmla="*/ 2359 h 2540"/>
                <a:gd name="T20" fmla="*/ 1027 w 2905"/>
                <a:gd name="T21" fmla="*/ 2380 h 2540"/>
                <a:gd name="T22" fmla="*/ 934 w 2905"/>
                <a:gd name="T23" fmla="*/ 2229 h 2540"/>
                <a:gd name="T24" fmla="*/ 907 w 2905"/>
                <a:gd name="T25" fmla="*/ 2175 h 2540"/>
                <a:gd name="T26" fmla="*/ 745 w 2905"/>
                <a:gd name="T27" fmla="*/ 2107 h 2540"/>
                <a:gd name="T28" fmla="*/ 735 w 2905"/>
                <a:gd name="T29" fmla="*/ 1941 h 2540"/>
                <a:gd name="T30" fmla="*/ 612 w 2905"/>
                <a:gd name="T31" fmla="*/ 1952 h 2540"/>
                <a:gd name="T32" fmla="*/ 495 w 2905"/>
                <a:gd name="T33" fmla="*/ 1816 h 2540"/>
                <a:gd name="T34" fmla="*/ 490 w 2905"/>
                <a:gd name="T35" fmla="*/ 1730 h 2540"/>
                <a:gd name="T36" fmla="*/ 323 w 2905"/>
                <a:gd name="T37" fmla="*/ 1690 h 2540"/>
                <a:gd name="T38" fmla="*/ 284 w 2905"/>
                <a:gd name="T39" fmla="*/ 1525 h 2540"/>
                <a:gd name="T40" fmla="*/ 0 w 2905"/>
                <a:gd name="T41" fmla="*/ 904 h 2540"/>
                <a:gd name="T42" fmla="*/ 87 w 2905"/>
                <a:gd name="T43" fmla="*/ 837 h 2540"/>
                <a:gd name="T44" fmla="*/ 629 w 2905"/>
                <a:gd name="T45" fmla="*/ 1240 h 2540"/>
                <a:gd name="T46" fmla="*/ 771 w 2905"/>
                <a:gd name="T47" fmla="*/ 1357 h 2540"/>
                <a:gd name="T48" fmla="*/ 760 w 2905"/>
                <a:gd name="T49" fmla="*/ 1479 h 2540"/>
                <a:gd name="T50" fmla="*/ 927 w 2905"/>
                <a:gd name="T51" fmla="*/ 1489 h 2540"/>
                <a:gd name="T52" fmla="*/ 996 w 2905"/>
                <a:gd name="T53" fmla="*/ 1649 h 2540"/>
                <a:gd name="T54" fmla="*/ 1050 w 2905"/>
                <a:gd name="T55" fmla="*/ 1676 h 2540"/>
                <a:gd name="T56" fmla="*/ 1201 w 2905"/>
                <a:gd name="T57" fmla="*/ 1769 h 2540"/>
                <a:gd name="T58" fmla="*/ 1181 w 2905"/>
                <a:gd name="T59" fmla="*/ 1932 h 2540"/>
                <a:gd name="T60" fmla="*/ 1344 w 2905"/>
                <a:gd name="T61" fmla="*/ 1912 h 2540"/>
                <a:gd name="T62" fmla="*/ 1438 w 2905"/>
                <a:gd name="T63" fmla="*/ 2062 h 2540"/>
                <a:gd name="T64" fmla="*/ 1716 w 2905"/>
                <a:gd name="T65" fmla="*/ 2402 h 2540"/>
                <a:gd name="T66" fmla="*/ 1809 w 2905"/>
                <a:gd name="T67" fmla="*/ 2325 h 2540"/>
                <a:gd name="T68" fmla="*/ 1567 w 2905"/>
                <a:gd name="T69" fmla="*/ 2025 h 2540"/>
                <a:gd name="T70" fmla="*/ 1633 w 2905"/>
                <a:gd name="T71" fmla="*/ 1939 h 2540"/>
                <a:gd name="T72" fmla="*/ 1936 w 2905"/>
                <a:gd name="T73" fmla="*/ 2183 h 2540"/>
                <a:gd name="T74" fmla="*/ 2029 w 2905"/>
                <a:gd name="T75" fmla="*/ 2106 h 2540"/>
                <a:gd name="T76" fmla="*/ 1786 w 2905"/>
                <a:gd name="T77" fmla="*/ 1806 h 2540"/>
                <a:gd name="T78" fmla="*/ 1853 w 2905"/>
                <a:gd name="T79" fmla="*/ 1720 h 2540"/>
                <a:gd name="T80" fmla="*/ 2156 w 2905"/>
                <a:gd name="T81" fmla="*/ 1965 h 2540"/>
                <a:gd name="T82" fmla="*/ 2249 w 2905"/>
                <a:gd name="T83" fmla="*/ 1887 h 2540"/>
                <a:gd name="T84" fmla="*/ 2006 w 2905"/>
                <a:gd name="T85" fmla="*/ 1587 h 2540"/>
                <a:gd name="T86" fmla="*/ 2074 w 2905"/>
                <a:gd name="T87" fmla="*/ 1501 h 2540"/>
                <a:gd name="T88" fmla="*/ 2377 w 2905"/>
                <a:gd name="T89" fmla="*/ 1746 h 2540"/>
                <a:gd name="T90" fmla="*/ 2469 w 2905"/>
                <a:gd name="T91" fmla="*/ 1669 h 2540"/>
                <a:gd name="T92" fmla="*/ 2438 w 2905"/>
                <a:gd name="T93" fmla="*/ 1591 h 2540"/>
                <a:gd name="T94" fmla="*/ 2295 w 2905"/>
                <a:gd name="T95" fmla="*/ 1449 h 2540"/>
                <a:gd name="T96" fmla="*/ 2062 w 2905"/>
                <a:gd name="T97" fmla="*/ 1218 h 2540"/>
                <a:gd name="T98" fmla="*/ 1813 w 2905"/>
                <a:gd name="T99" fmla="*/ 970 h 2540"/>
                <a:gd name="T100" fmla="*/ 1616 w 2905"/>
                <a:gd name="T101" fmla="*/ 775 h 2540"/>
                <a:gd name="T102" fmla="*/ 1537 w 2905"/>
                <a:gd name="T103" fmla="*/ 706 h 2540"/>
                <a:gd name="T104" fmla="*/ 1428 w 2905"/>
                <a:gd name="T105" fmla="*/ 754 h 2540"/>
                <a:gd name="T106" fmla="*/ 1226 w 2905"/>
                <a:gd name="T107" fmla="*/ 1069 h 2540"/>
                <a:gd name="T108" fmla="*/ 976 w 2905"/>
                <a:gd name="T109" fmla="*/ 1147 h 2540"/>
                <a:gd name="T110" fmla="*/ 796 w 2905"/>
                <a:gd name="T111" fmla="*/ 1004 h 2540"/>
                <a:gd name="T112" fmla="*/ 1064 w 2905"/>
                <a:gd name="T113" fmla="*/ 203 h 2540"/>
                <a:gd name="T114" fmla="*/ 1158 w 2905"/>
                <a:gd name="T115" fmla="*/ 94 h 2540"/>
                <a:gd name="T116" fmla="*/ 1338 w 2905"/>
                <a:gd name="T117" fmla="*/ 10 h 2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05" h="2540">
                  <a:moveTo>
                    <a:pt x="1451" y="0"/>
                  </a:moveTo>
                  <a:lnTo>
                    <a:pt x="1493" y="3"/>
                  </a:lnTo>
                  <a:lnTo>
                    <a:pt x="1538" y="11"/>
                  </a:lnTo>
                  <a:lnTo>
                    <a:pt x="1585" y="23"/>
                  </a:lnTo>
                  <a:lnTo>
                    <a:pt x="2221" y="222"/>
                  </a:lnTo>
                  <a:lnTo>
                    <a:pt x="2236" y="229"/>
                  </a:lnTo>
                  <a:lnTo>
                    <a:pt x="2249" y="239"/>
                  </a:lnTo>
                  <a:lnTo>
                    <a:pt x="2885" y="870"/>
                  </a:lnTo>
                  <a:lnTo>
                    <a:pt x="2896" y="886"/>
                  </a:lnTo>
                  <a:lnTo>
                    <a:pt x="2903" y="902"/>
                  </a:lnTo>
                  <a:lnTo>
                    <a:pt x="2905" y="919"/>
                  </a:lnTo>
                  <a:lnTo>
                    <a:pt x="2903" y="936"/>
                  </a:lnTo>
                  <a:lnTo>
                    <a:pt x="2896" y="954"/>
                  </a:lnTo>
                  <a:lnTo>
                    <a:pt x="2885" y="968"/>
                  </a:lnTo>
                  <a:lnTo>
                    <a:pt x="2445" y="1405"/>
                  </a:lnTo>
                  <a:lnTo>
                    <a:pt x="2552" y="1511"/>
                  </a:lnTo>
                  <a:lnTo>
                    <a:pt x="2572" y="1534"/>
                  </a:lnTo>
                  <a:lnTo>
                    <a:pt x="2588" y="1560"/>
                  </a:lnTo>
                  <a:lnTo>
                    <a:pt x="2599" y="1587"/>
                  </a:lnTo>
                  <a:lnTo>
                    <a:pt x="2606" y="1615"/>
                  </a:lnTo>
                  <a:lnTo>
                    <a:pt x="2609" y="1645"/>
                  </a:lnTo>
                  <a:lnTo>
                    <a:pt x="2608" y="1675"/>
                  </a:lnTo>
                  <a:lnTo>
                    <a:pt x="2603" y="1705"/>
                  </a:lnTo>
                  <a:lnTo>
                    <a:pt x="2594" y="1734"/>
                  </a:lnTo>
                  <a:lnTo>
                    <a:pt x="2580" y="1762"/>
                  </a:lnTo>
                  <a:lnTo>
                    <a:pt x="2562" y="1790"/>
                  </a:lnTo>
                  <a:lnTo>
                    <a:pt x="2540" y="1815"/>
                  </a:lnTo>
                  <a:lnTo>
                    <a:pt x="2513" y="1837"/>
                  </a:lnTo>
                  <a:lnTo>
                    <a:pt x="2484" y="1857"/>
                  </a:lnTo>
                  <a:lnTo>
                    <a:pt x="2453" y="1870"/>
                  </a:lnTo>
                  <a:lnTo>
                    <a:pt x="2421" y="1879"/>
                  </a:lnTo>
                  <a:lnTo>
                    <a:pt x="2389" y="1883"/>
                  </a:lnTo>
                  <a:lnTo>
                    <a:pt x="2385" y="1915"/>
                  </a:lnTo>
                  <a:lnTo>
                    <a:pt x="2376" y="1947"/>
                  </a:lnTo>
                  <a:lnTo>
                    <a:pt x="2362" y="1977"/>
                  </a:lnTo>
                  <a:lnTo>
                    <a:pt x="2343" y="2007"/>
                  </a:lnTo>
                  <a:lnTo>
                    <a:pt x="2319" y="2033"/>
                  </a:lnTo>
                  <a:lnTo>
                    <a:pt x="2293" y="2056"/>
                  </a:lnTo>
                  <a:lnTo>
                    <a:pt x="2263" y="2075"/>
                  </a:lnTo>
                  <a:lnTo>
                    <a:pt x="2233" y="2089"/>
                  </a:lnTo>
                  <a:lnTo>
                    <a:pt x="2201" y="2098"/>
                  </a:lnTo>
                  <a:lnTo>
                    <a:pt x="2169" y="2102"/>
                  </a:lnTo>
                  <a:lnTo>
                    <a:pt x="2164" y="2134"/>
                  </a:lnTo>
                  <a:lnTo>
                    <a:pt x="2155" y="2166"/>
                  </a:lnTo>
                  <a:lnTo>
                    <a:pt x="2142" y="2196"/>
                  </a:lnTo>
                  <a:lnTo>
                    <a:pt x="2123" y="2226"/>
                  </a:lnTo>
                  <a:lnTo>
                    <a:pt x="2100" y="2252"/>
                  </a:lnTo>
                  <a:lnTo>
                    <a:pt x="2073" y="2275"/>
                  </a:lnTo>
                  <a:lnTo>
                    <a:pt x="2044" y="2294"/>
                  </a:lnTo>
                  <a:lnTo>
                    <a:pt x="2012" y="2308"/>
                  </a:lnTo>
                  <a:lnTo>
                    <a:pt x="1981" y="2316"/>
                  </a:lnTo>
                  <a:lnTo>
                    <a:pt x="1948" y="2321"/>
                  </a:lnTo>
                  <a:lnTo>
                    <a:pt x="1944" y="2352"/>
                  </a:lnTo>
                  <a:lnTo>
                    <a:pt x="1935" y="2385"/>
                  </a:lnTo>
                  <a:lnTo>
                    <a:pt x="1922" y="2415"/>
                  </a:lnTo>
                  <a:lnTo>
                    <a:pt x="1903" y="2444"/>
                  </a:lnTo>
                  <a:lnTo>
                    <a:pt x="1880" y="2471"/>
                  </a:lnTo>
                  <a:lnTo>
                    <a:pt x="1854" y="2492"/>
                  </a:lnTo>
                  <a:lnTo>
                    <a:pt x="1828" y="2510"/>
                  </a:lnTo>
                  <a:lnTo>
                    <a:pt x="1799" y="2524"/>
                  </a:lnTo>
                  <a:lnTo>
                    <a:pt x="1770" y="2533"/>
                  </a:lnTo>
                  <a:lnTo>
                    <a:pt x="1739" y="2539"/>
                  </a:lnTo>
                  <a:lnTo>
                    <a:pt x="1710" y="2540"/>
                  </a:lnTo>
                  <a:lnTo>
                    <a:pt x="1680" y="2537"/>
                  </a:lnTo>
                  <a:lnTo>
                    <a:pt x="1650" y="2530"/>
                  </a:lnTo>
                  <a:lnTo>
                    <a:pt x="1623" y="2519"/>
                  </a:lnTo>
                  <a:lnTo>
                    <a:pt x="1597" y="2503"/>
                  </a:lnTo>
                  <a:lnTo>
                    <a:pt x="1574" y="2483"/>
                  </a:lnTo>
                  <a:lnTo>
                    <a:pt x="1320" y="2231"/>
                  </a:lnTo>
                  <a:lnTo>
                    <a:pt x="1191" y="2359"/>
                  </a:lnTo>
                  <a:lnTo>
                    <a:pt x="1172" y="2375"/>
                  </a:lnTo>
                  <a:lnTo>
                    <a:pt x="1150" y="2387"/>
                  </a:lnTo>
                  <a:lnTo>
                    <a:pt x="1127" y="2394"/>
                  </a:lnTo>
                  <a:lnTo>
                    <a:pt x="1102" y="2396"/>
                  </a:lnTo>
                  <a:lnTo>
                    <a:pt x="1077" y="2395"/>
                  </a:lnTo>
                  <a:lnTo>
                    <a:pt x="1052" y="2389"/>
                  </a:lnTo>
                  <a:lnTo>
                    <a:pt x="1027" y="2380"/>
                  </a:lnTo>
                  <a:lnTo>
                    <a:pt x="1005" y="2365"/>
                  </a:lnTo>
                  <a:lnTo>
                    <a:pt x="983" y="2347"/>
                  </a:lnTo>
                  <a:lnTo>
                    <a:pt x="965" y="2326"/>
                  </a:lnTo>
                  <a:lnTo>
                    <a:pt x="951" y="2303"/>
                  </a:lnTo>
                  <a:lnTo>
                    <a:pt x="941" y="2278"/>
                  </a:lnTo>
                  <a:lnTo>
                    <a:pt x="935" y="2254"/>
                  </a:lnTo>
                  <a:lnTo>
                    <a:pt x="934" y="2229"/>
                  </a:lnTo>
                  <a:lnTo>
                    <a:pt x="936" y="2204"/>
                  </a:lnTo>
                  <a:lnTo>
                    <a:pt x="944" y="2181"/>
                  </a:lnTo>
                  <a:lnTo>
                    <a:pt x="955" y="2160"/>
                  </a:lnTo>
                  <a:lnTo>
                    <a:pt x="971" y="2140"/>
                  </a:lnTo>
                  <a:lnTo>
                    <a:pt x="952" y="2157"/>
                  </a:lnTo>
                  <a:lnTo>
                    <a:pt x="930" y="2168"/>
                  </a:lnTo>
                  <a:lnTo>
                    <a:pt x="907" y="2175"/>
                  </a:lnTo>
                  <a:lnTo>
                    <a:pt x="882" y="2178"/>
                  </a:lnTo>
                  <a:lnTo>
                    <a:pt x="857" y="2176"/>
                  </a:lnTo>
                  <a:lnTo>
                    <a:pt x="832" y="2170"/>
                  </a:lnTo>
                  <a:lnTo>
                    <a:pt x="808" y="2161"/>
                  </a:lnTo>
                  <a:lnTo>
                    <a:pt x="784" y="2147"/>
                  </a:lnTo>
                  <a:lnTo>
                    <a:pt x="763" y="2128"/>
                  </a:lnTo>
                  <a:lnTo>
                    <a:pt x="745" y="2107"/>
                  </a:lnTo>
                  <a:lnTo>
                    <a:pt x="730" y="2084"/>
                  </a:lnTo>
                  <a:lnTo>
                    <a:pt x="721" y="2060"/>
                  </a:lnTo>
                  <a:lnTo>
                    <a:pt x="715" y="2035"/>
                  </a:lnTo>
                  <a:lnTo>
                    <a:pt x="714" y="2011"/>
                  </a:lnTo>
                  <a:lnTo>
                    <a:pt x="716" y="1986"/>
                  </a:lnTo>
                  <a:lnTo>
                    <a:pt x="723" y="1963"/>
                  </a:lnTo>
                  <a:lnTo>
                    <a:pt x="735" y="1941"/>
                  </a:lnTo>
                  <a:lnTo>
                    <a:pt x="751" y="1922"/>
                  </a:lnTo>
                  <a:lnTo>
                    <a:pt x="731" y="1938"/>
                  </a:lnTo>
                  <a:lnTo>
                    <a:pt x="710" y="1949"/>
                  </a:lnTo>
                  <a:lnTo>
                    <a:pt x="686" y="1956"/>
                  </a:lnTo>
                  <a:lnTo>
                    <a:pt x="662" y="1959"/>
                  </a:lnTo>
                  <a:lnTo>
                    <a:pt x="636" y="1957"/>
                  </a:lnTo>
                  <a:lnTo>
                    <a:pt x="612" y="1952"/>
                  </a:lnTo>
                  <a:lnTo>
                    <a:pt x="588" y="1942"/>
                  </a:lnTo>
                  <a:lnTo>
                    <a:pt x="564" y="1928"/>
                  </a:lnTo>
                  <a:lnTo>
                    <a:pt x="543" y="1909"/>
                  </a:lnTo>
                  <a:lnTo>
                    <a:pt x="524" y="1888"/>
                  </a:lnTo>
                  <a:lnTo>
                    <a:pt x="511" y="1866"/>
                  </a:lnTo>
                  <a:lnTo>
                    <a:pt x="501" y="1841"/>
                  </a:lnTo>
                  <a:lnTo>
                    <a:pt x="495" y="1816"/>
                  </a:lnTo>
                  <a:lnTo>
                    <a:pt x="494" y="1792"/>
                  </a:lnTo>
                  <a:lnTo>
                    <a:pt x="497" y="1767"/>
                  </a:lnTo>
                  <a:lnTo>
                    <a:pt x="504" y="1744"/>
                  </a:lnTo>
                  <a:lnTo>
                    <a:pt x="515" y="1722"/>
                  </a:lnTo>
                  <a:lnTo>
                    <a:pt x="530" y="1703"/>
                  </a:lnTo>
                  <a:lnTo>
                    <a:pt x="511" y="1719"/>
                  </a:lnTo>
                  <a:lnTo>
                    <a:pt x="490" y="1730"/>
                  </a:lnTo>
                  <a:lnTo>
                    <a:pt x="466" y="1737"/>
                  </a:lnTo>
                  <a:lnTo>
                    <a:pt x="442" y="1740"/>
                  </a:lnTo>
                  <a:lnTo>
                    <a:pt x="417" y="1738"/>
                  </a:lnTo>
                  <a:lnTo>
                    <a:pt x="392" y="1733"/>
                  </a:lnTo>
                  <a:lnTo>
                    <a:pt x="367" y="1723"/>
                  </a:lnTo>
                  <a:lnTo>
                    <a:pt x="344" y="1709"/>
                  </a:lnTo>
                  <a:lnTo>
                    <a:pt x="323" y="1690"/>
                  </a:lnTo>
                  <a:lnTo>
                    <a:pt x="305" y="1670"/>
                  </a:lnTo>
                  <a:lnTo>
                    <a:pt x="291" y="1647"/>
                  </a:lnTo>
                  <a:lnTo>
                    <a:pt x="281" y="1622"/>
                  </a:lnTo>
                  <a:lnTo>
                    <a:pt x="275" y="1597"/>
                  </a:lnTo>
                  <a:lnTo>
                    <a:pt x="273" y="1573"/>
                  </a:lnTo>
                  <a:lnTo>
                    <a:pt x="276" y="1549"/>
                  </a:lnTo>
                  <a:lnTo>
                    <a:pt x="284" y="1525"/>
                  </a:lnTo>
                  <a:lnTo>
                    <a:pt x="295" y="1504"/>
                  </a:lnTo>
                  <a:lnTo>
                    <a:pt x="311" y="1485"/>
                  </a:lnTo>
                  <a:lnTo>
                    <a:pt x="432" y="1363"/>
                  </a:lnTo>
                  <a:lnTo>
                    <a:pt x="20" y="952"/>
                  </a:lnTo>
                  <a:lnTo>
                    <a:pt x="9" y="938"/>
                  </a:lnTo>
                  <a:lnTo>
                    <a:pt x="2" y="921"/>
                  </a:lnTo>
                  <a:lnTo>
                    <a:pt x="0" y="904"/>
                  </a:lnTo>
                  <a:lnTo>
                    <a:pt x="2" y="887"/>
                  </a:lnTo>
                  <a:lnTo>
                    <a:pt x="9" y="870"/>
                  </a:lnTo>
                  <a:lnTo>
                    <a:pt x="20" y="855"/>
                  </a:lnTo>
                  <a:lnTo>
                    <a:pt x="35" y="844"/>
                  </a:lnTo>
                  <a:lnTo>
                    <a:pt x="51" y="837"/>
                  </a:lnTo>
                  <a:lnTo>
                    <a:pt x="69" y="835"/>
                  </a:lnTo>
                  <a:lnTo>
                    <a:pt x="87" y="837"/>
                  </a:lnTo>
                  <a:lnTo>
                    <a:pt x="103" y="844"/>
                  </a:lnTo>
                  <a:lnTo>
                    <a:pt x="118" y="855"/>
                  </a:lnTo>
                  <a:lnTo>
                    <a:pt x="531" y="1267"/>
                  </a:lnTo>
                  <a:lnTo>
                    <a:pt x="554" y="1253"/>
                  </a:lnTo>
                  <a:lnTo>
                    <a:pt x="577" y="1243"/>
                  </a:lnTo>
                  <a:lnTo>
                    <a:pt x="603" y="1239"/>
                  </a:lnTo>
                  <a:lnTo>
                    <a:pt x="629" y="1240"/>
                  </a:lnTo>
                  <a:lnTo>
                    <a:pt x="656" y="1245"/>
                  </a:lnTo>
                  <a:lnTo>
                    <a:pt x="681" y="1255"/>
                  </a:lnTo>
                  <a:lnTo>
                    <a:pt x="706" y="1269"/>
                  </a:lnTo>
                  <a:lnTo>
                    <a:pt x="728" y="1288"/>
                  </a:lnTo>
                  <a:lnTo>
                    <a:pt x="747" y="1309"/>
                  </a:lnTo>
                  <a:lnTo>
                    <a:pt x="761" y="1333"/>
                  </a:lnTo>
                  <a:lnTo>
                    <a:pt x="771" y="1357"/>
                  </a:lnTo>
                  <a:lnTo>
                    <a:pt x="776" y="1381"/>
                  </a:lnTo>
                  <a:lnTo>
                    <a:pt x="778" y="1407"/>
                  </a:lnTo>
                  <a:lnTo>
                    <a:pt x="775" y="1431"/>
                  </a:lnTo>
                  <a:lnTo>
                    <a:pt x="768" y="1454"/>
                  </a:lnTo>
                  <a:lnTo>
                    <a:pt x="757" y="1476"/>
                  </a:lnTo>
                  <a:lnTo>
                    <a:pt x="741" y="1495"/>
                  </a:lnTo>
                  <a:lnTo>
                    <a:pt x="760" y="1479"/>
                  </a:lnTo>
                  <a:lnTo>
                    <a:pt x="781" y="1467"/>
                  </a:lnTo>
                  <a:lnTo>
                    <a:pt x="805" y="1460"/>
                  </a:lnTo>
                  <a:lnTo>
                    <a:pt x="829" y="1457"/>
                  </a:lnTo>
                  <a:lnTo>
                    <a:pt x="855" y="1459"/>
                  </a:lnTo>
                  <a:lnTo>
                    <a:pt x="879" y="1464"/>
                  </a:lnTo>
                  <a:lnTo>
                    <a:pt x="904" y="1475"/>
                  </a:lnTo>
                  <a:lnTo>
                    <a:pt x="927" y="1489"/>
                  </a:lnTo>
                  <a:lnTo>
                    <a:pt x="949" y="1507"/>
                  </a:lnTo>
                  <a:lnTo>
                    <a:pt x="967" y="1528"/>
                  </a:lnTo>
                  <a:lnTo>
                    <a:pt x="981" y="1551"/>
                  </a:lnTo>
                  <a:lnTo>
                    <a:pt x="990" y="1575"/>
                  </a:lnTo>
                  <a:lnTo>
                    <a:pt x="997" y="1600"/>
                  </a:lnTo>
                  <a:lnTo>
                    <a:pt x="998" y="1625"/>
                  </a:lnTo>
                  <a:lnTo>
                    <a:pt x="996" y="1649"/>
                  </a:lnTo>
                  <a:lnTo>
                    <a:pt x="988" y="1672"/>
                  </a:lnTo>
                  <a:lnTo>
                    <a:pt x="977" y="1694"/>
                  </a:lnTo>
                  <a:lnTo>
                    <a:pt x="961" y="1714"/>
                  </a:lnTo>
                  <a:lnTo>
                    <a:pt x="980" y="1698"/>
                  </a:lnTo>
                  <a:lnTo>
                    <a:pt x="1002" y="1686"/>
                  </a:lnTo>
                  <a:lnTo>
                    <a:pt x="1025" y="1679"/>
                  </a:lnTo>
                  <a:lnTo>
                    <a:pt x="1050" y="1676"/>
                  </a:lnTo>
                  <a:lnTo>
                    <a:pt x="1075" y="1678"/>
                  </a:lnTo>
                  <a:lnTo>
                    <a:pt x="1100" y="1683"/>
                  </a:lnTo>
                  <a:lnTo>
                    <a:pt x="1124" y="1693"/>
                  </a:lnTo>
                  <a:lnTo>
                    <a:pt x="1148" y="1708"/>
                  </a:lnTo>
                  <a:lnTo>
                    <a:pt x="1169" y="1725"/>
                  </a:lnTo>
                  <a:lnTo>
                    <a:pt x="1187" y="1746"/>
                  </a:lnTo>
                  <a:lnTo>
                    <a:pt x="1201" y="1769"/>
                  </a:lnTo>
                  <a:lnTo>
                    <a:pt x="1211" y="1794"/>
                  </a:lnTo>
                  <a:lnTo>
                    <a:pt x="1217" y="1818"/>
                  </a:lnTo>
                  <a:lnTo>
                    <a:pt x="1218" y="1843"/>
                  </a:lnTo>
                  <a:lnTo>
                    <a:pt x="1215" y="1868"/>
                  </a:lnTo>
                  <a:lnTo>
                    <a:pt x="1208" y="1891"/>
                  </a:lnTo>
                  <a:lnTo>
                    <a:pt x="1196" y="1912"/>
                  </a:lnTo>
                  <a:lnTo>
                    <a:pt x="1181" y="1932"/>
                  </a:lnTo>
                  <a:lnTo>
                    <a:pt x="1201" y="1916"/>
                  </a:lnTo>
                  <a:lnTo>
                    <a:pt x="1222" y="1905"/>
                  </a:lnTo>
                  <a:lnTo>
                    <a:pt x="1245" y="1898"/>
                  </a:lnTo>
                  <a:lnTo>
                    <a:pt x="1270" y="1895"/>
                  </a:lnTo>
                  <a:lnTo>
                    <a:pt x="1294" y="1896"/>
                  </a:lnTo>
                  <a:lnTo>
                    <a:pt x="1320" y="1902"/>
                  </a:lnTo>
                  <a:lnTo>
                    <a:pt x="1344" y="1912"/>
                  </a:lnTo>
                  <a:lnTo>
                    <a:pt x="1367" y="1926"/>
                  </a:lnTo>
                  <a:lnTo>
                    <a:pt x="1388" y="1944"/>
                  </a:lnTo>
                  <a:lnTo>
                    <a:pt x="1407" y="1965"/>
                  </a:lnTo>
                  <a:lnTo>
                    <a:pt x="1421" y="1988"/>
                  </a:lnTo>
                  <a:lnTo>
                    <a:pt x="1431" y="2013"/>
                  </a:lnTo>
                  <a:lnTo>
                    <a:pt x="1436" y="2037"/>
                  </a:lnTo>
                  <a:lnTo>
                    <a:pt x="1438" y="2062"/>
                  </a:lnTo>
                  <a:lnTo>
                    <a:pt x="1435" y="2087"/>
                  </a:lnTo>
                  <a:lnTo>
                    <a:pt x="1428" y="2110"/>
                  </a:lnTo>
                  <a:lnTo>
                    <a:pt x="1416" y="2131"/>
                  </a:lnTo>
                  <a:lnTo>
                    <a:pt x="1672" y="2386"/>
                  </a:lnTo>
                  <a:lnTo>
                    <a:pt x="1685" y="2395"/>
                  </a:lnTo>
                  <a:lnTo>
                    <a:pt x="1699" y="2401"/>
                  </a:lnTo>
                  <a:lnTo>
                    <a:pt x="1716" y="2402"/>
                  </a:lnTo>
                  <a:lnTo>
                    <a:pt x="1733" y="2400"/>
                  </a:lnTo>
                  <a:lnTo>
                    <a:pt x="1750" y="2395"/>
                  </a:lnTo>
                  <a:lnTo>
                    <a:pt x="1767" y="2386"/>
                  </a:lnTo>
                  <a:lnTo>
                    <a:pt x="1782" y="2374"/>
                  </a:lnTo>
                  <a:lnTo>
                    <a:pt x="1794" y="2358"/>
                  </a:lnTo>
                  <a:lnTo>
                    <a:pt x="1803" y="2342"/>
                  </a:lnTo>
                  <a:lnTo>
                    <a:pt x="1809" y="2325"/>
                  </a:lnTo>
                  <a:lnTo>
                    <a:pt x="1811" y="2308"/>
                  </a:lnTo>
                  <a:lnTo>
                    <a:pt x="1809" y="2291"/>
                  </a:lnTo>
                  <a:lnTo>
                    <a:pt x="1803" y="2276"/>
                  </a:lnTo>
                  <a:lnTo>
                    <a:pt x="1794" y="2264"/>
                  </a:lnTo>
                  <a:lnTo>
                    <a:pt x="1584" y="2055"/>
                  </a:lnTo>
                  <a:lnTo>
                    <a:pt x="1573" y="2041"/>
                  </a:lnTo>
                  <a:lnTo>
                    <a:pt x="1567" y="2025"/>
                  </a:lnTo>
                  <a:lnTo>
                    <a:pt x="1564" y="2007"/>
                  </a:lnTo>
                  <a:lnTo>
                    <a:pt x="1567" y="1989"/>
                  </a:lnTo>
                  <a:lnTo>
                    <a:pt x="1573" y="1973"/>
                  </a:lnTo>
                  <a:lnTo>
                    <a:pt x="1584" y="1958"/>
                  </a:lnTo>
                  <a:lnTo>
                    <a:pt x="1599" y="1947"/>
                  </a:lnTo>
                  <a:lnTo>
                    <a:pt x="1616" y="1941"/>
                  </a:lnTo>
                  <a:lnTo>
                    <a:pt x="1633" y="1939"/>
                  </a:lnTo>
                  <a:lnTo>
                    <a:pt x="1650" y="1941"/>
                  </a:lnTo>
                  <a:lnTo>
                    <a:pt x="1668" y="1947"/>
                  </a:lnTo>
                  <a:lnTo>
                    <a:pt x="1682" y="1958"/>
                  </a:lnTo>
                  <a:lnTo>
                    <a:pt x="1892" y="2167"/>
                  </a:lnTo>
                  <a:lnTo>
                    <a:pt x="1904" y="2176"/>
                  </a:lnTo>
                  <a:lnTo>
                    <a:pt x="1920" y="2182"/>
                  </a:lnTo>
                  <a:lnTo>
                    <a:pt x="1936" y="2183"/>
                  </a:lnTo>
                  <a:lnTo>
                    <a:pt x="1953" y="2182"/>
                  </a:lnTo>
                  <a:lnTo>
                    <a:pt x="1971" y="2176"/>
                  </a:lnTo>
                  <a:lnTo>
                    <a:pt x="1987" y="2167"/>
                  </a:lnTo>
                  <a:lnTo>
                    <a:pt x="2002" y="2155"/>
                  </a:lnTo>
                  <a:lnTo>
                    <a:pt x="2015" y="2139"/>
                  </a:lnTo>
                  <a:lnTo>
                    <a:pt x="2024" y="2123"/>
                  </a:lnTo>
                  <a:lnTo>
                    <a:pt x="2029" y="2106"/>
                  </a:lnTo>
                  <a:lnTo>
                    <a:pt x="2031" y="2089"/>
                  </a:lnTo>
                  <a:lnTo>
                    <a:pt x="2029" y="2073"/>
                  </a:lnTo>
                  <a:lnTo>
                    <a:pt x="2024" y="2058"/>
                  </a:lnTo>
                  <a:lnTo>
                    <a:pt x="2015" y="2045"/>
                  </a:lnTo>
                  <a:lnTo>
                    <a:pt x="1804" y="1837"/>
                  </a:lnTo>
                  <a:lnTo>
                    <a:pt x="1793" y="1822"/>
                  </a:lnTo>
                  <a:lnTo>
                    <a:pt x="1786" y="1806"/>
                  </a:lnTo>
                  <a:lnTo>
                    <a:pt x="1784" y="1788"/>
                  </a:lnTo>
                  <a:lnTo>
                    <a:pt x="1786" y="1770"/>
                  </a:lnTo>
                  <a:lnTo>
                    <a:pt x="1793" y="1754"/>
                  </a:lnTo>
                  <a:lnTo>
                    <a:pt x="1804" y="1740"/>
                  </a:lnTo>
                  <a:lnTo>
                    <a:pt x="1820" y="1729"/>
                  </a:lnTo>
                  <a:lnTo>
                    <a:pt x="1836" y="1722"/>
                  </a:lnTo>
                  <a:lnTo>
                    <a:pt x="1853" y="1720"/>
                  </a:lnTo>
                  <a:lnTo>
                    <a:pt x="1871" y="1722"/>
                  </a:lnTo>
                  <a:lnTo>
                    <a:pt x="1887" y="1729"/>
                  </a:lnTo>
                  <a:lnTo>
                    <a:pt x="1902" y="1740"/>
                  </a:lnTo>
                  <a:lnTo>
                    <a:pt x="2112" y="1948"/>
                  </a:lnTo>
                  <a:lnTo>
                    <a:pt x="2125" y="1957"/>
                  </a:lnTo>
                  <a:lnTo>
                    <a:pt x="2140" y="1963"/>
                  </a:lnTo>
                  <a:lnTo>
                    <a:pt x="2156" y="1965"/>
                  </a:lnTo>
                  <a:lnTo>
                    <a:pt x="2174" y="1963"/>
                  </a:lnTo>
                  <a:lnTo>
                    <a:pt x="2190" y="1957"/>
                  </a:lnTo>
                  <a:lnTo>
                    <a:pt x="2207" y="1949"/>
                  </a:lnTo>
                  <a:lnTo>
                    <a:pt x="2223" y="1936"/>
                  </a:lnTo>
                  <a:lnTo>
                    <a:pt x="2235" y="1920"/>
                  </a:lnTo>
                  <a:lnTo>
                    <a:pt x="2244" y="1904"/>
                  </a:lnTo>
                  <a:lnTo>
                    <a:pt x="2249" y="1887"/>
                  </a:lnTo>
                  <a:lnTo>
                    <a:pt x="2251" y="1871"/>
                  </a:lnTo>
                  <a:lnTo>
                    <a:pt x="2249" y="1855"/>
                  </a:lnTo>
                  <a:lnTo>
                    <a:pt x="2244" y="1839"/>
                  </a:lnTo>
                  <a:lnTo>
                    <a:pt x="2234" y="1826"/>
                  </a:lnTo>
                  <a:lnTo>
                    <a:pt x="2025" y="1618"/>
                  </a:lnTo>
                  <a:lnTo>
                    <a:pt x="2013" y="1603"/>
                  </a:lnTo>
                  <a:lnTo>
                    <a:pt x="2006" y="1587"/>
                  </a:lnTo>
                  <a:lnTo>
                    <a:pt x="2004" y="1570"/>
                  </a:lnTo>
                  <a:lnTo>
                    <a:pt x="2006" y="1553"/>
                  </a:lnTo>
                  <a:lnTo>
                    <a:pt x="2013" y="1535"/>
                  </a:lnTo>
                  <a:lnTo>
                    <a:pt x="2025" y="1521"/>
                  </a:lnTo>
                  <a:lnTo>
                    <a:pt x="2039" y="1510"/>
                  </a:lnTo>
                  <a:lnTo>
                    <a:pt x="2055" y="1503"/>
                  </a:lnTo>
                  <a:lnTo>
                    <a:pt x="2074" y="1501"/>
                  </a:lnTo>
                  <a:lnTo>
                    <a:pt x="2091" y="1503"/>
                  </a:lnTo>
                  <a:lnTo>
                    <a:pt x="2107" y="1510"/>
                  </a:lnTo>
                  <a:lnTo>
                    <a:pt x="2122" y="1521"/>
                  </a:lnTo>
                  <a:lnTo>
                    <a:pt x="2332" y="1729"/>
                  </a:lnTo>
                  <a:lnTo>
                    <a:pt x="2345" y="1739"/>
                  </a:lnTo>
                  <a:lnTo>
                    <a:pt x="2359" y="1744"/>
                  </a:lnTo>
                  <a:lnTo>
                    <a:pt x="2377" y="1746"/>
                  </a:lnTo>
                  <a:lnTo>
                    <a:pt x="2393" y="1744"/>
                  </a:lnTo>
                  <a:lnTo>
                    <a:pt x="2410" y="1739"/>
                  </a:lnTo>
                  <a:lnTo>
                    <a:pt x="2427" y="1730"/>
                  </a:lnTo>
                  <a:lnTo>
                    <a:pt x="2442" y="1718"/>
                  </a:lnTo>
                  <a:lnTo>
                    <a:pt x="2455" y="1703"/>
                  </a:lnTo>
                  <a:lnTo>
                    <a:pt x="2463" y="1685"/>
                  </a:lnTo>
                  <a:lnTo>
                    <a:pt x="2469" y="1669"/>
                  </a:lnTo>
                  <a:lnTo>
                    <a:pt x="2471" y="1652"/>
                  </a:lnTo>
                  <a:lnTo>
                    <a:pt x="2469" y="1636"/>
                  </a:lnTo>
                  <a:lnTo>
                    <a:pt x="2463" y="1620"/>
                  </a:lnTo>
                  <a:lnTo>
                    <a:pt x="2454" y="1608"/>
                  </a:lnTo>
                  <a:lnTo>
                    <a:pt x="2452" y="1606"/>
                  </a:lnTo>
                  <a:lnTo>
                    <a:pt x="2447" y="1600"/>
                  </a:lnTo>
                  <a:lnTo>
                    <a:pt x="2438" y="1591"/>
                  </a:lnTo>
                  <a:lnTo>
                    <a:pt x="2426" y="1579"/>
                  </a:lnTo>
                  <a:lnTo>
                    <a:pt x="2410" y="1564"/>
                  </a:lnTo>
                  <a:lnTo>
                    <a:pt x="2392" y="1545"/>
                  </a:lnTo>
                  <a:lnTo>
                    <a:pt x="2372" y="1525"/>
                  </a:lnTo>
                  <a:lnTo>
                    <a:pt x="2348" y="1502"/>
                  </a:lnTo>
                  <a:lnTo>
                    <a:pt x="2323" y="1477"/>
                  </a:lnTo>
                  <a:lnTo>
                    <a:pt x="2295" y="1449"/>
                  </a:lnTo>
                  <a:lnTo>
                    <a:pt x="2265" y="1420"/>
                  </a:lnTo>
                  <a:lnTo>
                    <a:pt x="2235" y="1389"/>
                  </a:lnTo>
                  <a:lnTo>
                    <a:pt x="2202" y="1357"/>
                  </a:lnTo>
                  <a:lnTo>
                    <a:pt x="2169" y="1323"/>
                  </a:lnTo>
                  <a:lnTo>
                    <a:pt x="2134" y="1289"/>
                  </a:lnTo>
                  <a:lnTo>
                    <a:pt x="2099" y="1254"/>
                  </a:lnTo>
                  <a:lnTo>
                    <a:pt x="2062" y="1218"/>
                  </a:lnTo>
                  <a:lnTo>
                    <a:pt x="2027" y="1182"/>
                  </a:lnTo>
                  <a:lnTo>
                    <a:pt x="1990" y="1146"/>
                  </a:lnTo>
                  <a:lnTo>
                    <a:pt x="1954" y="1110"/>
                  </a:lnTo>
                  <a:lnTo>
                    <a:pt x="1918" y="1074"/>
                  </a:lnTo>
                  <a:lnTo>
                    <a:pt x="1882" y="1039"/>
                  </a:lnTo>
                  <a:lnTo>
                    <a:pt x="1847" y="1003"/>
                  </a:lnTo>
                  <a:lnTo>
                    <a:pt x="1813" y="970"/>
                  </a:lnTo>
                  <a:lnTo>
                    <a:pt x="1780" y="937"/>
                  </a:lnTo>
                  <a:lnTo>
                    <a:pt x="1748" y="906"/>
                  </a:lnTo>
                  <a:lnTo>
                    <a:pt x="1718" y="875"/>
                  </a:lnTo>
                  <a:lnTo>
                    <a:pt x="1689" y="847"/>
                  </a:lnTo>
                  <a:lnTo>
                    <a:pt x="1663" y="821"/>
                  </a:lnTo>
                  <a:lnTo>
                    <a:pt x="1638" y="797"/>
                  </a:lnTo>
                  <a:lnTo>
                    <a:pt x="1616" y="775"/>
                  </a:lnTo>
                  <a:lnTo>
                    <a:pt x="1596" y="756"/>
                  </a:lnTo>
                  <a:lnTo>
                    <a:pt x="1579" y="740"/>
                  </a:lnTo>
                  <a:lnTo>
                    <a:pt x="1565" y="725"/>
                  </a:lnTo>
                  <a:lnTo>
                    <a:pt x="1560" y="721"/>
                  </a:lnTo>
                  <a:lnTo>
                    <a:pt x="1553" y="715"/>
                  </a:lnTo>
                  <a:lnTo>
                    <a:pt x="1546" y="711"/>
                  </a:lnTo>
                  <a:lnTo>
                    <a:pt x="1537" y="706"/>
                  </a:lnTo>
                  <a:lnTo>
                    <a:pt x="1527" y="704"/>
                  </a:lnTo>
                  <a:lnTo>
                    <a:pt x="1515" y="703"/>
                  </a:lnTo>
                  <a:lnTo>
                    <a:pt x="1501" y="705"/>
                  </a:lnTo>
                  <a:lnTo>
                    <a:pt x="1485" y="711"/>
                  </a:lnTo>
                  <a:lnTo>
                    <a:pt x="1468" y="720"/>
                  </a:lnTo>
                  <a:lnTo>
                    <a:pt x="1449" y="735"/>
                  </a:lnTo>
                  <a:lnTo>
                    <a:pt x="1428" y="754"/>
                  </a:lnTo>
                  <a:lnTo>
                    <a:pt x="1405" y="779"/>
                  </a:lnTo>
                  <a:lnTo>
                    <a:pt x="1383" y="808"/>
                  </a:lnTo>
                  <a:lnTo>
                    <a:pt x="1366" y="837"/>
                  </a:lnTo>
                  <a:lnTo>
                    <a:pt x="1270" y="1012"/>
                  </a:lnTo>
                  <a:lnTo>
                    <a:pt x="1259" y="1031"/>
                  </a:lnTo>
                  <a:lnTo>
                    <a:pt x="1244" y="1050"/>
                  </a:lnTo>
                  <a:lnTo>
                    <a:pt x="1226" y="1069"/>
                  </a:lnTo>
                  <a:lnTo>
                    <a:pt x="1194" y="1096"/>
                  </a:lnTo>
                  <a:lnTo>
                    <a:pt x="1161" y="1119"/>
                  </a:lnTo>
                  <a:lnTo>
                    <a:pt x="1125" y="1136"/>
                  </a:lnTo>
                  <a:lnTo>
                    <a:pt x="1089" y="1147"/>
                  </a:lnTo>
                  <a:lnTo>
                    <a:pt x="1052" y="1153"/>
                  </a:lnTo>
                  <a:lnTo>
                    <a:pt x="1014" y="1153"/>
                  </a:lnTo>
                  <a:lnTo>
                    <a:pt x="976" y="1147"/>
                  </a:lnTo>
                  <a:lnTo>
                    <a:pt x="944" y="1137"/>
                  </a:lnTo>
                  <a:lnTo>
                    <a:pt x="913" y="1123"/>
                  </a:lnTo>
                  <a:lnTo>
                    <a:pt x="883" y="1106"/>
                  </a:lnTo>
                  <a:lnTo>
                    <a:pt x="858" y="1085"/>
                  </a:lnTo>
                  <a:lnTo>
                    <a:pt x="833" y="1061"/>
                  </a:lnTo>
                  <a:lnTo>
                    <a:pt x="813" y="1034"/>
                  </a:lnTo>
                  <a:lnTo>
                    <a:pt x="796" y="1004"/>
                  </a:lnTo>
                  <a:lnTo>
                    <a:pt x="784" y="980"/>
                  </a:lnTo>
                  <a:lnTo>
                    <a:pt x="777" y="955"/>
                  </a:lnTo>
                  <a:lnTo>
                    <a:pt x="772" y="930"/>
                  </a:lnTo>
                  <a:lnTo>
                    <a:pt x="772" y="908"/>
                  </a:lnTo>
                  <a:lnTo>
                    <a:pt x="774" y="886"/>
                  </a:lnTo>
                  <a:lnTo>
                    <a:pt x="781" y="866"/>
                  </a:lnTo>
                  <a:lnTo>
                    <a:pt x="1064" y="203"/>
                  </a:lnTo>
                  <a:lnTo>
                    <a:pt x="1074" y="185"/>
                  </a:lnTo>
                  <a:lnTo>
                    <a:pt x="1086" y="166"/>
                  </a:lnTo>
                  <a:lnTo>
                    <a:pt x="1102" y="147"/>
                  </a:lnTo>
                  <a:lnTo>
                    <a:pt x="1120" y="126"/>
                  </a:lnTo>
                  <a:lnTo>
                    <a:pt x="1130" y="117"/>
                  </a:lnTo>
                  <a:lnTo>
                    <a:pt x="1142" y="106"/>
                  </a:lnTo>
                  <a:lnTo>
                    <a:pt x="1158" y="94"/>
                  </a:lnTo>
                  <a:lnTo>
                    <a:pt x="1176" y="81"/>
                  </a:lnTo>
                  <a:lnTo>
                    <a:pt x="1196" y="67"/>
                  </a:lnTo>
                  <a:lnTo>
                    <a:pt x="1220" y="53"/>
                  </a:lnTo>
                  <a:lnTo>
                    <a:pt x="1245" y="40"/>
                  </a:lnTo>
                  <a:lnTo>
                    <a:pt x="1274" y="28"/>
                  </a:lnTo>
                  <a:lnTo>
                    <a:pt x="1305" y="18"/>
                  </a:lnTo>
                  <a:lnTo>
                    <a:pt x="1338" y="10"/>
                  </a:lnTo>
                  <a:lnTo>
                    <a:pt x="1373" y="3"/>
                  </a:lnTo>
                  <a:lnTo>
                    <a:pt x="1412" y="0"/>
                  </a:lnTo>
                  <a:lnTo>
                    <a:pt x="14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8" name="Freeform 40"/>
            <p:cNvSpPr>
              <a:spLocks noEditPoints="1"/>
            </p:cNvSpPr>
            <p:nvPr/>
          </p:nvSpPr>
          <p:spPr bwMode="auto">
            <a:xfrm>
              <a:off x="7332663" y="2609851"/>
              <a:ext cx="149225" cy="147638"/>
            </a:xfrm>
            <a:custGeom>
              <a:avLst/>
              <a:gdLst>
                <a:gd name="T0" fmla="*/ 671 w 1031"/>
                <a:gd name="T1" fmla="*/ 657 h 1025"/>
                <a:gd name="T2" fmla="*/ 626 w 1031"/>
                <a:gd name="T3" fmla="*/ 679 h 1025"/>
                <a:gd name="T4" fmla="*/ 595 w 1031"/>
                <a:gd name="T5" fmla="*/ 718 h 1025"/>
                <a:gd name="T6" fmla="*/ 584 w 1031"/>
                <a:gd name="T7" fmla="*/ 766 h 1025"/>
                <a:gd name="T8" fmla="*/ 595 w 1031"/>
                <a:gd name="T9" fmla="*/ 817 h 1025"/>
                <a:gd name="T10" fmla="*/ 626 w 1031"/>
                <a:gd name="T11" fmla="*/ 854 h 1025"/>
                <a:gd name="T12" fmla="*/ 671 w 1031"/>
                <a:gd name="T13" fmla="*/ 877 h 1025"/>
                <a:gd name="T14" fmla="*/ 723 w 1031"/>
                <a:gd name="T15" fmla="*/ 877 h 1025"/>
                <a:gd name="T16" fmla="*/ 768 w 1031"/>
                <a:gd name="T17" fmla="*/ 854 h 1025"/>
                <a:gd name="T18" fmla="*/ 800 w 1031"/>
                <a:gd name="T19" fmla="*/ 816 h 1025"/>
                <a:gd name="T20" fmla="*/ 811 w 1031"/>
                <a:gd name="T21" fmla="*/ 766 h 1025"/>
                <a:gd name="T22" fmla="*/ 800 w 1031"/>
                <a:gd name="T23" fmla="*/ 718 h 1025"/>
                <a:gd name="T24" fmla="*/ 768 w 1031"/>
                <a:gd name="T25" fmla="*/ 679 h 1025"/>
                <a:gd name="T26" fmla="*/ 723 w 1031"/>
                <a:gd name="T27" fmla="*/ 657 h 1025"/>
                <a:gd name="T28" fmla="*/ 345 w 1031"/>
                <a:gd name="T29" fmla="*/ 0 h 1025"/>
                <a:gd name="T30" fmla="*/ 391 w 1031"/>
                <a:gd name="T31" fmla="*/ 12 h 1025"/>
                <a:gd name="T32" fmla="*/ 432 w 1031"/>
                <a:gd name="T33" fmla="*/ 39 h 1025"/>
                <a:gd name="T34" fmla="*/ 1007 w 1031"/>
                <a:gd name="T35" fmla="*/ 615 h 1025"/>
                <a:gd name="T36" fmla="*/ 1027 w 1031"/>
                <a:gd name="T37" fmla="*/ 659 h 1025"/>
                <a:gd name="T38" fmla="*/ 1031 w 1031"/>
                <a:gd name="T39" fmla="*/ 705 h 1025"/>
                <a:gd name="T40" fmla="*/ 1019 w 1031"/>
                <a:gd name="T41" fmla="*/ 751 h 1025"/>
                <a:gd name="T42" fmla="*/ 992 w 1031"/>
                <a:gd name="T43" fmla="*/ 791 h 1025"/>
                <a:gd name="T44" fmla="*/ 776 w 1031"/>
                <a:gd name="T45" fmla="*/ 1001 h 1025"/>
                <a:gd name="T46" fmla="*/ 732 w 1031"/>
                <a:gd name="T47" fmla="*/ 1021 h 1025"/>
                <a:gd name="T48" fmla="*/ 686 w 1031"/>
                <a:gd name="T49" fmla="*/ 1025 h 1025"/>
                <a:gd name="T50" fmla="*/ 640 w 1031"/>
                <a:gd name="T51" fmla="*/ 1013 h 1025"/>
                <a:gd name="T52" fmla="*/ 600 w 1031"/>
                <a:gd name="T53" fmla="*/ 985 h 1025"/>
                <a:gd name="T54" fmla="*/ 24 w 1031"/>
                <a:gd name="T55" fmla="*/ 409 h 1025"/>
                <a:gd name="T56" fmla="*/ 4 w 1031"/>
                <a:gd name="T57" fmla="*/ 367 h 1025"/>
                <a:gd name="T58" fmla="*/ 0 w 1031"/>
                <a:gd name="T59" fmla="*/ 320 h 1025"/>
                <a:gd name="T60" fmla="*/ 11 w 1031"/>
                <a:gd name="T61" fmla="*/ 275 h 1025"/>
                <a:gd name="T62" fmla="*/ 40 w 1031"/>
                <a:gd name="T63" fmla="*/ 234 h 1025"/>
                <a:gd name="T64" fmla="*/ 255 w 1031"/>
                <a:gd name="T65" fmla="*/ 24 h 1025"/>
                <a:gd name="T66" fmla="*/ 298 w 1031"/>
                <a:gd name="T67" fmla="*/ 4 h 1025"/>
                <a:gd name="T68" fmla="*/ 345 w 1031"/>
                <a:gd name="T69" fmla="*/ 0 h 1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1" h="1025">
                  <a:moveTo>
                    <a:pt x="698" y="654"/>
                  </a:moveTo>
                  <a:lnTo>
                    <a:pt x="671" y="657"/>
                  </a:lnTo>
                  <a:lnTo>
                    <a:pt x="648" y="665"/>
                  </a:lnTo>
                  <a:lnTo>
                    <a:pt x="626" y="679"/>
                  </a:lnTo>
                  <a:lnTo>
                    <a:pt x="609" y="696"/>
                  </a:lnTo>
                  <a:lnTo>
                    <a:pt x="595" y="718"/>
                  </a:lnTo>
                  <a:lnTo>
                    <a:pt x="587" y="741"/>
                  </a:lnTo>
                  <a:lnTo>
                    <a:pt x="584" y="766"/>
                  </a:lnTo>
                  <a:lnTo>
                    <a:pt x="587" y="793"/>
                  </a:lnTo>
                  <a:lnTo>
                    <a:pt x="595" y="817"/>
                  </a:lnTo>
                  <a:lnTo>
                    <a:pt x="609" y="837"/>
                  </a:lnTo>
                  <a:lnTo>
                    <a:pt x="626" y="854"/>
                  </a:lnTo>
                  <a:lnTo>
                    <a:pt x="648" y="868"/>
                  </a:lnTo>
                  <a:lnTo>
                    <a:pt x="671" y="877"/>
                  </a:lnTo>
                  <a:lnTo>
                    <a:pt x="698" y="880"/>
                  </a:lnTo>
                  <a:lnTo>
                    <a:pt x="723" y="877"/>
                  </a:lnTo>
                  <a:lnTo>
                    <a:pt x="748" y="868"/>
                  </a:lnTo>
                  <a:lnTo>
                    <a:pt x="768" y="854"/>
                  </a:lnTo>
                  <a:lnTo>
                    <a:pt x="785" y="837"/>
                  </a:lnTo>
                  <a:lnTo>
                    <a:pt x="800" y="816"/>
                  </a:lnTo>
                  <a:lnTo>
                    <a:pt x="808" y="793"/>
                  </a:lnTo>
                  <a:lnTo>
                    <a:pt x="811" y="766"/>
                  </a:lnTo>
                  <a:lnTo>
                    <a:pt x="808" y="741"/>
                  </a:lnTo>
                  <a:lnTo>
                    <a:pt x="800" y="718"/>
                  </a:lnTo>
                  <a:lnTo>
                    <a:pt x="785" y="696"/>
                  </a:lnTo>
                  <a:lnTo>
                    <a:pt x="768" y="679"/>
                  </a:lnTo>
                  <a:lnTo>
                    <a:pt x="748" y="665"/>
                  </a:lnTo>
                  <a:lnTo>
                    <a:pt x="723" y="657"/>
                  </a:lnTo>
                  <a:lnTo>
                    <a:pt x="698" y="654"/>
                  </a:lnTo>
                  <a:close/>
                  <a:moveTo>
                    <a:pt x="345" y="0"/>
                  </a:moveTo>
                  <a:lnTo>
                    <a:pt x="368" y="4"/>
                  </a:lnTo>
                  <a:lnTo>
                    <a:pt x="391" y="12"/>
                  </a:lnTo>
                  <a:lnTo>
                    <a:pt x="412" y="24"/>
                  </a:lnTo>
                  <a:lnTo>
                    <a:pt x="432" y="39"/>
                  </a:lnTo>
                  <a:lnTo>
                    <a:pt x="992" y="596"/>
                  </a:lnTo>
                  <a:lnTo>
                    <a:pt x="1007" y="615"/>
                  </a:lnTo>
                  <a:lnTo>
                    <a:pt x="1019" y="637"/>
                  </a:lnTo>
                  <a:lnTo>
                    <a:pt x="1027" y="659"/>
                  </a:lnTo>
                  <a:lnTo>
                    <a:pt x="1031" y="682"/>
                  </a:lnTo>
                  <a:lnTo>
                    <a:pt x="1031" y="705"/>
                  </a:lnTo>
                  <a:lnTo>
                    <a:pt x="1027" y="729"/>
                  </a:lnTo>
                  <a:lnTo>
                    <a:pt x="1019" y="751"/>
                  </a:lnTo>
                  <a:lnTo>
                    <a:pt x="1007" y="771"/>
                  </a:lnTo>
                  <a:lnTo>
                    <a:pt x="992" y="791"/>
                  </a:lnTo>
                  <a:lnTo>
                    <a:pt x="796" y="985"/>
                  </a:lnTo>
                  <a:lnTo>
                    <a:pt x="776" y="1001"/>
                  </a:lnTo>
                  <a:lnTo>
                    <a:pt x="755" y="1013"/>
                  </a:lnTo>
                  <a:lnTo>
                    <a:pt x="732" y="1021"/>
                  </a:lnTo>
                  <a:lnTo>
                    <a:pt x="709" y="1025"/>
                  </a:lnTo>
                  <a:lnTo>
                    <a:pt x="686" y="1025"/>
                  </a:lnTo>
                  <a:lnTo>
                    <a:pt x="663" y="1021"/>
                  </a:lnTo>
                  <a:lnTo>
                    <a:pt x="640" y="1013"/>
                  </a:lnTo>
                  <a:lnTo>
                    <a:pt x="619" y="1001"/>
                  </a:lnTo>
                  <a:lnTo>
                    <a:pt x="600" y="985"/>
                  </a:lnTo>
                  <a:lnTo>
                    <a:pt x="40" y="429"/>
                  </a:lnTo>
                  <a:lnTo>
                    <a:pt x="24" y="409"/>
                  </a:lnTo>
                  <a:lnTo>
                    <a:pt x="11" y="389"/>
                  </a:lnTo>
                  <a:lnTo>
                    <a:pt x="4" y="367"/>
                  </a:lnTo>
                  <a:lnTo>
                    <a:pt x="0" y="344"/>
                  </a:lnTo>
                  <a:lnTo>
                    <a:pt x="0" y="320"/>
                  </a:lnTo>
                  <a:lnTo>
                    <a:pt x="4" y="297"/>
                  </a:lnTo>
                  <a:lnTo>
                    <a:pt x="11" y="275"/>
                  </a:lnTo>
                  <a:lnTo>
                    <a:pt x="24" y="253"/>
                  </a:lnTo>
                  <a:lnTo>
                    <a:pt x="40" y="234"/>
                  </a:lnTo>
                  <a:lnTo>
                    <a:pt x="236" y="39"/>
                  </a:lnTo>
                  <a:lnTo>
                    <a:pt x="255" y="24"/>
                  </a:lnTo>
                  <a:lnTo>
                    <a:pt x="275" y="12"/>
                  </a:lnTo>
                  <a:lnTo>
                    <a:pt x="298" y="4"/>
                  </a:lnTo>
                  <a:lnTo>
                    <a:pt x="321" y="0"/>
                  </a:lnTo>
                  <a:lnTo>
                    <a:pt x="34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9" name="Group 68"/>
          <p:cNvGrpSpPr/>
          <p:nvPr/>
        </p:nvGrpSpPr>
        <p:grpSpPr>
          <a:xfrm>
            <a:off x="3434825" y="2971800"/>
            <a:ext cx="416360" cy="419193"/>
            <a:chOff x="7156450" y="2708275"/>
            <a:chExt cx="233363" cy="234950"/>
          </a:xfrm>
          <a:solidFill>
            <a:schemeClr val="tx1"/>
          </a:solidFill>
        </p:grpSpPr>
        <p:sp>
          <p:nvSpPr>
            <p:cNvPr id="70" name="Rectangle 33"/>
            <p:cNvSpPr>
              <a:spLocks noChangeArrowheads="1"/>
            </p:cNvSpPr>
            <p:nvPr/>
          </p:nvSpPr>
          <p:spPr bwMode="auto">
            <a:xfrm>
              <a:off x="7156450" y="2803525"/>
              <a:ext cx="41275" cy="12382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1" name="Freeform 34"/>
            <p:cNvSpPr>
              <a:spLocks noEditPoints="1"/>
            </p:cNvSpPr>
            <p:nvPr/>
          </p:nvSpPr>
          <p:spPr bwMode="auto">
            <a:xfrm>
              <a:off x="7215188" y="2708275"/>
              <a:ext cx="174625" cy="234950"/>
            </a:xfrm>
            <a:custGeom>
              <a:avLst/>
              <a:gdLst>
                <a:gd name="T0" fmla="*/ 790 w 2315"/>
                <a:gd name="T1" fmla="*/ 1051 h 3103"/>
                <a:gd name="T2" fmla="*/ 645 w 2315"/>
                <a:gd name="T3" fmla="*/ 1093 h 3103"/>
                <a:gd name="T4" fmla="*/ 513 w 2315"/>
                <a:gd name="T5" fmla="*/ 1176 h 3103"/>
                <a:gd name="T6" fmla="*/ 407 w 2315"/>
                <a:gd name="T7" fmla="*/ 1297 h 3103"/>
                <a:gd name="T8" fmla="*/ 338 w 2315"/>
                <a:gd name="T9" fmla="*/ 1438 h 3103"/>
                <a:gd name="T10" fmla="*/ 311 w 2315"/>
                <a:gd name="T11" fmla="*/ 1590 h 3103"/>
                <a:gd name="T12" fmla="*/ 324 w 2315"/>
                <a:gd name="T13" fmla="*/ 1743 h 3103"/>
                <a:gd name="T14" fmla="*/ 378 w 2315"/>
                <a:gd name="T15" fmla="*/ 1890 h 3103"/>
                <a:gd name="T16" fmla="*/ 473 w 2315"/>
                <a:gd name="T17" fmla="*/ 2018 h 3103"/>
                <a:gd name="T18" fmla="*/ 600 w 2315"/>
                <a:gd name="T19" fmla="*/ 2115 h 3103"/>
                <a:gd name="T20" fmla="*/ 741 w 2315"/>
                <a:gd name="T21" fmla="*/ 2170 h 3103"/>
                <a:gd name="T22" fmla="*/ 891 w 2315"/>
                <a:gd name="T23" fmla="*/ 2184 h 3103"/>
                <a:gd name="T24" fmla="*/ 1039 w 2315"/>
                <a:gd name="T25" fmla="*/ 2157 h 3103"/>
                <a:gd name="T26" fmla="*/ 1176 w 2315"/>
                <a:gd name="T27" fmla="*/ 2087 h 3103"/>
                <a:gd name="T28" fmla="*/ 1294 w 2315"/>
                <a:gd name="T29" fmla="*/ 1977 h 3103"/>
                <a:gd name="T30" fmla="*/ 1375 w 2315"/>
                <a:gd name="T31" fmla="*/ 1842 h 3103"/>
                <a:gd name="T32" fmla="*/ 1415 w 2315"/>
                <a:gd name="T33" fmla="*/ 1693 h 3103"/>
                <a:gd name="T34" fmla="*/ 1415 w 2315"/>
                <a:gd name="T35" fmla="*/ 1539 h 3103"/>
                <a:gd name="T36" fmla="*/ 1375 w 2315"/>
                <a:gd name="T37" fmla="*/ 1390 h 3103"/>
                <a:gd name="T38" fmla="*/ 1294 w 2315"/>
                <a:gd name="T39" fmla="*/ 1253 h 3103"/>
                <a:gd name="T40" fmla="*/ 1176 w 2315"/>
                <a:gd name="T41" fmla="*/ 1143 h 3103"/>
                <a:gd name="T42" fmla="*/ 1039 w 2315"/>
                <a:gd name="T43" fmla="*/ 1074 h 3103"/>
                <a:gd name="T44" fmla="*/ 891 w 2315"/>
                <a:gd name="T45" fmla="*/ 1046 h 3103"/>
                <a:gd name="T46" fmla="*/ 1320 w 2315"/>
                <a:gd name="T47" fmla="*/ 1046 h 3103"/>
                <a:gd name="T48" fmla="*/ 1417 w 2315"/>
                <a:gd name="T49" fmla="*/ 1140 h 3103"/>
                <a:gd name="T50" fmla="*/ 1515 w 2315"/>
                <a:gd name="T51" fmla="*/ 1297 h 3103"/>
                <a:gd name="T52" fmla="*/ 1571 w 2315"/>
                <a:gd name="T53" fmla="*/ 1468 h 3103"/>
                <a:gd name="T54" fmla="*/ 1584 w 2315"/>
                <a:gd name="T55" fmla="*/ 1647 h 3103"/>
                <a:gd name="T56" fmla="*/ 1555 w 2315"/>
                <a:gd name="T57" fmla="*/ 1825 h 3103"/>
                <a:gd name="T58" fmla="*/ 1484 w 2315"/>
                <a:gd name="T59" fmla="*/ 1992 h 3103"/>
                <a:gd name="T60" fmla="*/ 1664 w 2315"/>
                <a:gd name="T61" fmla="*/ 2118 h 3103"/>
                <a:gd name="T62" fmla="*/ 2315 w 2315"/>
                <a:gd name="T63" fmla="*/ 2800 h 3103"/>
                <a:gd name="T64" fmla="*/ 2307 w 2315"/>
                <a:gd name="T65" fmla="*/ 2859 h 3103"/>
                <a:gd name="T66" fmla="*/ 2276 w 2315"/>
                <a:gd name="T67" fmla="*/ 2943 h 3103"/>
                <a:gd name="T68" fmla="*/ 2209 w 2315"/>
                <a:gd name="T69" fmla="*/ 3030 h 3103"/>
                <a:gd name="T70" fmla="*/ 2128 w 2315"/>
                <a:gd name="T71" fmla="*/ 3078 h 3103"/>
                <a:gd name="T72" fmla="*/ 2053 w 2315"/>
                <a:gd name="T73" fmla="*/ 3099 h 3103"/>
                <a:gd name="T74" fmla="*/ 2010 w 2315"/>
                <a:gd name="T75" fmla="*/ 3103 h 3103"/>
                <a:gd name="T76" fmla="*/ 1403 w 2315"/>
                <a:gd name="T77" fmla="*/ 2335 h 3103"/>
                <a:gd name="T78" fmla="*/ 774 w 2315"/>
                <a:gd name="T79" fmla="*/ 2903 h 3103"/>
                <a:gd name="T80" fmla="*/ 657 w 2315"/>
                <a:gd name="T81" fmla="*/ 2320 h 3103"/>
                <a:gd name="T82" fmla="*/ 544 w 2315"/>
                <a:gd name="T83" fmla="*/ 2903 h 3103"/>
                <a:gd name="T84" fmla="*/ 545 w 2315"/>
                <a:gd name="T85" fmla="*/ 687 h 3103"/>
                <a:gd name="T86" fmla="*/ 657 w 2315"/>
                <a:gd name="T87" fmla="*/ 911 h 3103"/>
                <a:gd name="T88" fmla="*/ 774 w 2315"/>
                <a:gd name="T89" fmla="*/ 0 h 3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15" h="3103">
                  <a:moveTo>
                    <a:pt x="891" y="1046"/>
                  </a:moveTo>
                  <a:lnTo>
                    <a:pt x="841" y="1046"/>
                  </a:lnTo>
                  <a:lnTo>
                    <a:pt x="790" y="1051"/>
                  </a:lnTo>
                  <a:lnTo>
                    <a:pt x="741" y="1061"/>
                  </a:lnTo>
                  <a:lnTo>
                    <a:pt x="693" y="1074"/>
                  </a:lnTo>
                  <a:lnTo>
                    <a:pt x="645" y="1093"/>
                  </a:lnTo>
                  <a:lnTo>
                    <a:pt x="600" y="1116"/>
                  </a:lnTo>
                  <a:lnTo>
                    <a:pt x="555" y="1143"/>
                  </a:lnTo>
                  <a:lnTo>
                    <a:pt x="513" y="1176"/>
                  </a:lnTo>
                  <a:lnTo>
                    <a:pt x="474" y="1213"/>
                  </a:lnTo>
                  <a:lnTo>
                    <a:pt x="438" y="1253"/>
                  </a:lnTo>
                  <a:lnTo>
                    <a:pt x="407" y="1297"/>
                  </a:lnTo>
                  <a:lnTo>
                    <a:pt x="379" y="1342"/>
                  </a:lnTo>
                  <a:lnTo>
                    <a:pt x="356" y="1390"/>
                  </a:lnTo>
                  <a:lnTo>
                    <a:pt x="338" y="1438"/>
                  </a:lnTo>
                  <a:lnTo>
                    <a:pt x="325" y="1487"/>
                  </a:lnTo>
                  <a:lnTo>
                    <a:pt x="316" y="1539"/>
                  </a:lnTo>
                  <a:lnTo>
                    <a:pt x="311" y="1590"/>
                  </a:lnTo>
                  <a:lnTo>
                    <a:pt x="311" y="1641"/>
                  </a:lnTo>
                  <a:lnTo>
                    <a:pt x="316" y="1693"/>
                  </a:lnTo>
                  <a:lnTo>
                    <a:pt x="324" y="1743"/>
                  </a:lnTo>
                  <a:lnTo>
                    <a:pt x="338" y="1794"/>
                  </a:lnTo>
                  <a:lnTo>
                    <a:pt x="356" y="1842"/>
                  </a:lnTo>
                  <a:lnTo>
                    <a:pt x="378" y="1890"/>
                  </a:lnTo>
                  <a:lnTo>
                    <a:pt x="406" y="1935"/>
                  </a:lnTo>
                  <a:lnTo>
                    <a:pt x="437" y="1977"/>
                  </a:lnTo>
                  <a:lnTo>
                    <a:pt x="473" y="2018"/>
                  </a:lnTo>
                  <a:lnTo>
                    <a:pt x="513" y="2054"/>
                  </a:lnTo>
                  <a:lnTo>
                    <a:pt x="554" y="2087"/>
                  </a:lnTo>
                  <a:lnTo>
                    <a:pt x="600" y="2115"/>
                  </a:lnTo>
                  <a:lnTo>
                    <a:pt x="645" y="2138"/>
                  </a:lnTo>
                  <a:lnTo>
                    <a:pt x="693" y="2157"/>
                  </a:lnTo>
                  <a:lnTo>
                    <a:pt x="741" y="2170"/>
                  </a:lnTo>
                  <a:lnTo>
                    <a:pt x="790" y="2179"/>
                  </a:lnTo>
                  <a:lnTo>
                    <a:pt x="841" y="2184"/>
                  </a:lnTo>
                  <a:lnTo>
                    <a:pt x="891" y="2184"/>
                  </a:lnTo>
                  <a:lnTo>
                    <a:pt x="941" y="2179"/>
                  </a:lnTo>
                  <a:lnTo>
                    <a:pt x="990" y="2170"/>
                  </a:lnTo>
                  <a:lnTo>
                    <a:pt x="1039" y="2157"/>
                  </a:lnTo>
                  <a:lnTo>
                    <a:pt x="1087" y="2138"/>
                  </a:lnTo>
                  <a:lnTo>
                    <a:pt x="1132" y="2115"/>
                  </a:lnTo>
                  <a:lnTo>
                    <a:pt x="1176" y="2087"/>
                  </a:lnTo>
                  <a:lnTo>
                    <a:pt x="1218" y="2054"/>
                  </a:lnTo>
                  <a:lnTo>
                    <a:pt x="1258" y="2018"/>
                  </a:lnTo>
                  <a:lnTo>
                    <a:pt x="1294" y="1977"/>
                  </a:lnTo>
                  <a:lnTo>
                    <a:pt x="1326" y="1934"/>
                  </a:lnTo>
                  <a:lnTo>
                    <a:pt x="1352" y="1888"/>
                  </a:lnTo>
                  <a:lnTo>
                    <a:pt x="1375" y="1842"/>
                  </a:lnTo>
                  <a:lnTo>
                    <a:pt x="1393" y="1793"/>
                  </a:lnTo>
                  <a:lnTo>
                    <a:pt x="1406" y="1743"/>
                  </a:lnTo>
                  <a:lnTo>
                    <a:pt x="1415" y="1693"/>
                  </a:lnTo>
                  <a:lnTo>
                    <a:pt x="1419" y="1641"/>
                  </a:lnTo>
                  <a:lnTo>
                    <a:pt x="1419" y="1590"/>
                  </a:lnTo>
                  <a:lnTo>
                    <a:pt x="1415" y="1539"/>
                  </a:lnTo>
                  <a:lnTo>
                    <a:pt x="1406" y="1487"/>
                  </a:lnTo>
                  <a:lnTo>
                    <a:pt x="1393" y="1438"/>
                  </a:lnTo>
                  <a:lnTo>
                    <a:pt x="1375" y="1390"/>
                  </a:lnTo>
                  <a:lnTo>
                    <a:pt x="1352" y="1342"/>
                  </a:lnTo>
                  <a:lnTo>
                    <a:pt x="1325" y="1297"/>
                  </a:lnTo>
                  <a:lnTo>
                    <a:pt x="1294" y="1253"/>
                  </a:lnTo>
                  <a:lnTo>
                    <a:pt x="1258" y="1213"/>
                  </a:lnTo>
                  <a:lnTo>
                    <a:pt x="1218" y="1176"/>
                  </a:lnTo>
                  <a:lnTo>
                    <a:pt x="1176" y="1143"/>
                  </a:lnTo>
                  <a:lnTo>
                    <a:pt x="1132" y="1115"/>
                  </a:lnTo>
                  <a:lnTo>
                    <a:pt x="1086" y="1093"/>
                  </a:lnTo>
                  <a:lnTo>
                    <a:pt x="1039" y="1074"/>
                  </a:lnTo>
                  <a:lnTo>
                    <a:pt x="990" y="1061"/>
                  </a:lnTo>
                  <a:lnTo>
                    <a:pt x="941" y="1051"/>
                  </a:lnTo>
                  <a:lnTo>
                    <a:pt x="891" y="1046"/>
                  </a:lnTo>
                  <a:close/>
                  <a:moveTo>
                    <a:pt x="774" y="0"/>
                  </a:moveTo>
                  <a:lnTo>
                    <a:pt x="1320" y="0"/>
                  </a:lnTo>
                  <a:lnTo>
                    <a:pt x="1320" y="1046"/>
                  </a:lnTo>
                  <a:lnTo>
                    <a:pt x="1348" y="1069"/>
                  </a:lnTo>
                  <a:lnTo>
                    <a:pt x="1375" y="1094"/>
                  </a:lnTo>
                  <a:lnTo>
                    <a:pt x="1417" y="1140"/>
                  </a:lnTo>
                  <a:lnTo>
                    <a:pt x="1455" y="1191"/>
                  </a:lnTo>
                  <a:lnTo>
                    <a:pt x="1488" y="1242"/>
                  </a:lnTo>
                  <a:lnTo>
                    <a:pt x="1515" y="1297"/>
                  </a:lnTo>
                  <a:lnTo>
                    <a:pt x="1538" y="1352"/>
                  </a:lnTo>
                  <a:lnTo>
                    <a:pt x="1557" y="1410"/>
                  </a:lnTo>
                  <a:lnTo>
                    <a:pt x="1571" y="1468"/>
                  </a:lnTo>
                  <a:lnTo>
                    <a:pt x="1580" y="1528"/>
                  </a:lnTo>
                  <a:lnTo>
                    <a:pt x="1584" y="1587"/>
                  </a:lnTo>
                  <a:lnTo>
                    <a:pt x="1584" y="1647"/>
                  </a:lnTo>
                  <a:lnTo>
                    <a:pt x="1579" y="1707"/>
                  </a:lnTo>
                  <a:lnTo>
                    <a:pt x="1569" y="1766"/>
                  </a:lnTo>
                  <a:lnTo>
                    <a:pt x="1555" y="1825"/>
                  </a:lnTo>
                  <a:lnTo>
                    <a:pt x="1536" y="1881"/>
                  </a:lnTo>
                  <a:lnTo>
                    <a:pt x="1512" y="1937"/>
                  </a:lnTo>
                  <a:lnTo>
                    <a:pt x="1484" y="1992"/>
                  </a:lnTo>
                  <a:lnTo>
                    <a:pt x="1451" y="2043"/>
                  </a:lnTo>
                  <a:lnTo>
                    <a:pt x="1579" y="2171"/>
                  </a:lnTo>
                  <a:lnTo>
                    <a:pt x="1664" y="2118"/>
                  </a:lnTo>
                  <a:lnTo>
                    <a:pt x="2315" y="2786"/>
                  </a:lnTo>
                  <a:lnTo>
                    <a:pt x="2315" y="2791"/>
                  </a:lnTo>
                  <a:lnTo>
                    <a:pt x="2315" y="2800"/>
                  </a:lnTo>
                  <a:lnTo>
                    <a:pt x="2314" y="2815"/>
                  </a:lnTo>
                  <a:lnTo>
                    <a:pt x="2311" y="2835"/>
                  </a:lnTo>
                  <a:lnTo>
                    <a:pt x="2307" y="2859"/>
                  </a:lnTo>
                  <a:lnTo>
                    <a:pt x="2300" y="2884"/>
                  </a:lnTo>
                  <a:lnTo>
                    <a:pt x="2290" y="2913"/>
                  </a:lnTo>
                  <a:lnTo>
                    <a:pt x="2276" y="2943"/>
                  </a:lnTo>
                  <a:lnTo>
                    <a:pt x="2257" y="2974"/>
                  </a:lnTo>
                  <a:lnTo>
                    <a:pt x="2234" y="3005"/>
                  </a:lnTo>
                  <a:lnTo>
                    <a:pt x="2209" y="3030"/>
                  </a:lnTo>
                  <a:lnTo>
                    <a:pt x="2183" y="3050"/>
                  </a:lnTo>
                  <a:lnTo>
                    <a:pt x="2156" y="3066"/>
                  </a:lnTo>
                  <a:lnTo>
                    <a:pt x="2128" y="3078"/>
                  </a:lnTo>
                  <a:lnTo>
                    <a:pt x="2101" y="3087"/>
                  </a:lnTo>
                  <a:lnTo>
                    <a:pt x="2076" y="3095"/>
                  </a:lnTo>
                  <a:lnTo>
                    <a:pt x="2053" y="3099"/>
                  </a:lnTo>
                  <a:lnTo>
                    <a:pt x="2034" y="3102"/>
                  </a:lnTo>
                  <a:lnTo>
                    <a:pt x="2019" y="3103"/>
                  </a:lnTo>
                  <a:lnTo>
                    <a:pt x="2010" y="3103"/>
                  </a:lnTo>
                  <a:lnTo>
                    <a:pt x="2006" y="3103"/>
                  </a:lnTo>
                  <a:lnTo>
                    <a:pt x="1355" y="2435"/>
                  </a:lnTo>
                  <a:lnTo>
                    <a:pt x="1403" y="2335"/>
                  </a:lnTo>
                  <a:lnTo>
                    <a:pt x="1320" y="2252"/>
                  </a:lnTo>
                  <a:lnTo>
                    <a:pt x="1320" y="2903"/>
                  </a:lnTo>
                  <a:lnTo>
                    <a:pt x="774" y="2903"/>
                  </a:lnTo>
                  <a:lnTo>
                    <a:pt x="774" y="2345"/>
                  </a:lnTo>
                  <a:lnTo>
                    <a:pt x="715" y="2336"/>
                  </a:lnTo>
                  <a:lnTo>
                    <a:pt x="657" y="2320"/>
                  </a:lnTo>
                  <a:lnTo>
                    <a:pt x="600" y="2300"/>
                  </a:lnTo>
                  <a:lnTo>
                    <a:pt x="544" y="2274"/>
                  </a:lnTo>
                  <a:lnTo>
                    <a:pt x="544" y="2903"/>
                  </a:lnTo>
                  <a:lnTo>
                    <a:pt x="0" y="2903"/>
                  </a:lnTo>
                  <a:lnTo>
                    <a:pt x="0" y="687"/>
                  </a:lnTo>
                  <a:lnTo>
                    <a:pt x="545" y="687"/>
                  </a:lnTo>
                  <a:lnTo>
                    <a:pt x="545" y="957"/>
                  </a:lnTo>
                  <a:lnTo>
                    <a:pt x="601" y="932"/>
                  </a:lnTo>
                  <a:lnTo>
                    <a:pt x="657" y="911"/>
                  </a:lnTo>
                  <a:lnTo>
                    <a:pt x="715" y="896"/>
                  </a:lnTo>
                  <a:lnTo>
                    <a:pt x="774" y="885"/>
                  </a:lnTo>
                  <a:lnTo>
                    <a:pt x="7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73" name="Group 72"/>
          <p:cNvGrpSpPr/>
          <p:nvPr/>
        </p:nvGrpSpPr>
        <p:grpSpPr>
          <a:xfrm>
            <a:off x="2034111" y="2977633"/>
            <a:ext cx="370972" cy="407527"/>
            <a:chOff x="4776788" y="2243138"/>
            <a:chExt cx="434976" cy="477838"/>
          </a:xfrm>
          <a:solidFill>
            <a:schemeClr val="tx1"/>
          </a:solidFill>
        </p:grpSpPr>
        <p:sp>
          <p:nvSpPr>
            <p:cNvPr id="74" name="Freeform 17"/>
            <p:cNvSpPr>
              <a:spLocks noEditPoints="1"/>
            </p:cNvSpPr>
            <p:nvPr/>
          </p:nvSpPr>
          <p:spPr bwMode="auto">
            <a:xfrm>
              <a:off x="4848226" y="2316163"/>
              <a:ext cx="292100" cy="404813"/>
            </a:xfrm>
            <a:custGeom>
              <a:avLst/>
              <a:gdLst>
                <a:gd name="T0" fmla="*/ 750 w 2029"/>
                <a:gd name="T1" fmla="*/ 299 h 2800"/>
                <a:gd name="T2" fmla="*/ 479 w 2029"/>
                <a:gd name="T3" fmla="*/ 466 h 2800"/>
                <a:gd name="T4" fmla="*/ 304 w 2029"/>
                <a:gd name="T5" fmla="*/ 723 h 2800"/>
                <a:gd name="T6" fmla="*/ 259 w 2029"/>
                <a:gd name="T7" fmla="*/ 1034 h 2800"/>
                <a:gd name="T8" fmla="*/ 314 w 2029"/>
                <a:gd name="T9" fmla="*/ 1283 h 2800"/>
                <a:gd name="T10" fmla="*/ 414 w 2029"/>
                <a:gd name="T11" fmla="*/ 1472 h 2800"/>
                <a:gd name="T12" fmla="*/ 530 w 2029"/>
                <a:gd name="T13" fmla="*/ 1646 h 2800"/>
                <a:gd name="T14" fmla="*/ 603 w 2029"/>
                <a:gd name="T15" fmla="*/ 1843 h 2800"/>
                <a:gd name="T16" fmla="*/ 647 w 2029"/>
                <a:gd name="T17" fmla="*/ 1978 h 2800"/>
                <a:gd name="T18" fmla="*/ 1346 w 2029"/>
                <a:gd name="T19" fmla="*/ 2011 h 2800"/>
                <a:gd name="T20" fmla="*/ 1421 w 2029"/>
                <a:gd name="T21" fmla="*/ 1912 h 2800"/>
                <a:gd name="T22" fmla="*/ 1460 w 2029"/>
                <a:gd name="T23" fmla="*/ 1721 h 2800"/>
                <a:gd name="T24" fmla="*/ 1570 w 2029"/>
                <a:gd name="T25" fmla="*/ 1538 h 2800"/>
                <a:gd name="T26" fmla="*/ 1678 w 2029"/>
                <a:gd name="T27" fmla="*/ 1364 h 2800"/>
                <a:gd name="T28" fmla="*/ 1756 w 2029"/>
                <a:gd name="T29" fmla="*/ 1143 h 2800"/>
                <a:gd name="T30" fmla="*/ 1760 w 2029"/>
                <a:gd name="T31" fmla="*/ 844 h 2800"/>
                <a:gd name="T32" fmla="*/ 1634 w 2029"/>
                <a:gd name="T33" fmla="*/ 559 h 2800"/>
                <a:gd name="T34" fmla="*/ 1397 w 2029"/>
                <a:gd name="T35" fmla="*/ 352 h 2800"/>
                <a:gd name="T36" fmla="*/ 1084 w 2029"/>
                <a:gd name="T37" fmla="*/ 258 h 2800"/>
                <a:gd name="T38" fmla="*/ 1258 w 2029"/>
                <a:gd name="T39" fmla="*/ 29 h 2800"/>
                <a:gd name="T40" fmla="*/ 1613 w 2029"/>
                <a:gd name="T41" fmla="*/ 188 h 2800"/>
                <a:gd name="T42" fmla="*/ 1877 w 2029"/>
                <a:gd name="T43" fmla="*/ 461 h 2800"/>
                <a:gd name="T44" fmla="*/ 2015 w 2029"/>
                <a:gd name="T45" fmla="*/ 815 h 2800"/>
                <a:gd name="T46" fmla="*/ 2013 w 2029"/>
                <a:gd name="T47" fmla="*/ 1166 h 2800"/>
                <a:gd name="T48" fmla="*/ 1934 w 2029"/>
                <a:gd name="T49" fmla="*/ 1424 h 2800"/>
                <a:gd name="T50" fmla="*/ 1825 w 2029"/>
                <a:gd name="T51" fmla="*/ 1617 h 2800"/>
                <a:gd name="T52" fmla="*/ 1714 w 2029"/>
                <a:gd name="T53" fmla="*/ 1785 h 2800"/>
                <a:gd name="T54" fmla="*/ 1677 w 2029"/>
                <a:gd name="T55" fmla="*/ 1934 h 2800"/>
                <a:gd name="T56" fmla="*/ 1572 w 2029"/>
                <a:gd name="T57" fmla="*/ 2150 h 2800"/>
                <a:gd name="T58" fmla="*/ 1487 w 2029"/>
                <a:gd name="T59" fmla="*/ 2294 h 2800"/>
                <a:gd name="T60" fmla="*/ 1480 w 2029"/>
                <a:gd name="T61" fmla="*/ 2429 h 2800"/>
                <a:gd name="T62" fmla="*/ 1476 w 2029"/>
                <a:gd name="T63" fmla="*/ 2492 h 2800"/>
                <a:gd name="T64" fmla="*/ 1446 w 2029"/>
                <a:gd name="T65" fmla="*/ 2575 h 2800"/>
                <a:gd name="T66" fmla="*/ 1340 w 2029"/>
                <a:gd name="T67" fmla="*/ 2666 h 2800"/>
                <a:gd name="T68" fmla="*/ 1184 w 2029"/>
                <a:gd name="T69" fmla="*/ 2779 h 2800"/>
                <a:gd name="T70" fmla="*/ 891 w 2029"/>
                <a:gd name="T71" fmla="*/ 2798 h 2800"/>
                <a:gd name="T72" fmla="*/ 762 w 2029"/>
                <a:gd name="T73" fmla="*/ 2698 h 2800"/>
                <a:gd name="T74" fmla="*/ 607 w 2029"/>
                <a:gd name="T75" fmla="*/ 2606 h 2800"/>
                <a:gd name="T76" fmla="*/ 556 w 2029"/>
                <a:gd name="T77" fmla="*/ 2509 h 2800"/>
                <a:gd name="T78" fmla="*/ 551 w 2029"/>
                <a:gd name="T79" fmla="*/ 2466 h 2800"/>
                <a:gd name="T80" fmla="*/ 545 w 2029"/>
                <a:gd name="T81" fmla="*/ 2350 h 2800"/>
                <a:gd name="T82" fmla="*/ 538 w 2029"/>
                <a:gd name="T83" fmla="*/ 2221 h 2800"/>
                <a:gd name="T84" fmla="*/ 376 w 2029"/>
                <a:gd name="T85" fmla="*/ 2025 h 2800"/>
                <a:gd name="T86" fmla="*/ 340 w 2029"/>
                <a:gd name="T87" fmla="*/ 1839 h 2800"/>
                <a:gd name="T88" fmla="*/ 248 w 2029"/>
                <a:gd name="T89" fmla="*/ 1682 h 2800"/>
                <a:gd name="T90" fmla="*/ 138 w 2029"/>
                <a:gd name="T91" fmla="*/ 1508 h 2800"/>
                <a:gd name="T92" fmla="*/ 41 w 2029"/>
                <a:gd name="T93" fmla="*/ 1278 h 2800"/>
                <a:gd name="T94" fmla="*/ 0 w 2029"/>
                <a:gd name="T95" fmla="*/ 973 h 2800"/>
                <a:gd name="T96" fmla="*/ 80 w 2029"/>
                <a:gd name="T97" fmla="*/ 595 h 2800"/>
                <a:gd name="T98" fmla="*/ 298 w 2029"/>
                <a:gd name="T99" fmla="*/ 286 h 2800"/>
                <a:gd name="T100" fmla="*/ 621 w 2029"/>
                <a:gd name="T101" fmla="*/ 77 h 2800"/>
                <a:gd name="T102" fmla="*/ 1014 w 2029"/>
                <a:gd name="T103" fmla="*/ 0 h 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9" h="2800">
                  <a:moveTo>
                    <a:pt x="1014" y="255"/>
                  </a:moveTo>
                  <a:lnTo>
                    <a:pt x="945" y="258"/>
                  </a:lnTo>
                  <a:lnTo>
                    <a:pt x="878" y="266"/>
                  </a:lnTo>
                  <a:lnTo>
                    <a:pt x="813" y="281"/>
                  </a:lnTo>
                  <a:lnTo>
                    <a:pt x="750" y="299"/>
                  </a:lnTo>
                  <a:lnTo>
                    <a:pt x="690" y="324"/>
                  </a:lnTo>
                  <a:lnTo>
                    <a:pt x="632" y="354"/>
                  </a:lnTo>
                  <a:lnTo>
                    <a:pt x="578" y="387"/>
                  </a:lnTo>
                  <a:lnTo>
                    <a:pt x="527" y="424"/>
                  </a:lnTo>
                  <a:lnTo>
                    <a:pt x="479" y="466"/>
                  </a:lnTo>
                  <a:lnTo>
                    <a:pt x="435" y="511"/>
                  </a:lnTo>
                  <a:lnTo>
                    <a:pt x="396" y="559"/>
                  </a:lnTo>
                  <a:lnTo>
                    <a:pt x="361" y="611"/>
                  </a:lnTo>
                  <a:lnTo>
                    <a:pt x="330" y="666"/>
                  </a:lnTo>
                  <a:lnTo>
                    <a:pt x="304" y="723"/>
                  </a:lnTo>
                  <a:lnTo>
                    <a:pt x="284" y="783"/>
                  </a:lnTo>
                  <a:lnTo>
                    <a:pt x="270" y="844"/>
                  </a:lnTo>
                  <a:lnTo>
                    <a:pt x="260" y="908"/>
                  </a:lnTo>
                  <a:lnTo>
                    <a:pt x="257" y="973"/>
                  </a:lnTo>
                  <a:lnTo>
                    <a:pt x="259" y="1034"/>
                  </a:lnTo>
                  <a:lnTo>
                    <a:pt x="264" y="1090"/>
                  </a:lnTo>
                  <a:lnTo>
                    <a:pt x="273" y="1143"/>
                  </a:lnTo>
                  <a:lnTo>
                    <a:pt x="284" y="1193"/>
                  </a:lnTo>
                  <a:lnTo>
                    <a:pt x="298" y="1240"/>
                  </a:lnTo>
                  <a:lnTo>
                    <a:pt x="314" y="1283"/>
                  </a:lnTo>
                  <a:lnTo>
                    <a:pt x="331" y="1325"/>
                  </a:lnTo>
                  <a:lnTo>
                    <a:pt x="351" y="1364"/>
                  </a:lnTo>
                  <a:lnTo>
                    <a:pt x="371" y="1402"/>
                  </a:lnTo>
                  <a:lnTo>
                    <a:pt x="393" y="1437"/>
                  </a:lnTo>
                  <a:lnTo>
                    <a:pt x="414" y="1472"/>
                  </a:lnTo>
                  <a:lnTo>
                    <a:pt x="437" y="1505"/>
                  </a:lnTo>
                  <a:lnTo>
                    <a:pt x="458" y="1537"/>
                  </a:lnTo>
                  <a:lnTo>
                    <a:pt x="483" y="1573"/>
                  </a:lnTo>
                  <a:lnTo>
                    <a:pt x="507" y="1610"/>
                  </a:lnTo>
                  <a:lnTo>
                    <a:pt x="530" y="1646"/>
                  </a:lnTo>
                  <a:lnTo>
                    <a:pt x="551" y="1683"/>
                  </a:lnTo>
                  <a:lnTo>
                    <a:pt x="569" y="1721"/>
                  </a:lnTo>
                  <a:lnTo>
                    <a:pt x="584" y="1760"/>
                  </a:lnTo>
                  <a:lnTo>
                    <a:pt x="595" y="1800"/>
                  </a:lnTo>
                  <a:lnTo>
                    <a:pt x="603" y="1843"/>
                  </a:lnTo>
                  <a:lnTo>
                    <a:pt x="605" y="1888"/>
                  </a:lnTo>
                  <a:lnTo>
                    <a:pt x="608" y="1912"/>
                  </a:lnTo>
                  <a:lnTo>
                    <a:pt x="617" y="1936"/>
                  </a:lnTo>
                  <a:lnTo>
                    <a:pt x="630" y="1958"/>
                  </a:lnTo>
                  <a:lnTo>
                    <a:pt x="647" y="1978"/>
                  </a:lnTo>
                  <a:lnTo>
                    <a:pt x="665" y="1996"/>
                  </a:lnTo>
                  <a:lnTo>
                    <a:pt x="683" y="2011"/>
                  </a:lnTo>
                  <a:lnTo>
                    <a:pt x="701" y="2025"/>
                  </a:lnTo>
                  <a:lnTo>
                    <a:pt x="1328" y="2025"/>
                  </a:lnTo>
                  <a:lnTo>
                    <a:pt x="1346" y="2011"/>
                  </a:lnTo>
                  <a:lnTo>
                    <a:pt x="1364" y="1996"/>
                  </a:lnTo>
                  <a:lnTo>
                    <a:pt x="1383" y="1978"/>
                  </a:lnTo>
                  <a:lnTo>
                    <a:pt x="1399" y="1958"/>
                  </a:lnTo>
                  <a:lnTo>
                    <a:pt x="1412" y="1936"/>
                  </a:lnTo>
                  <a:lnTo>
                    <a:pt x="1421" y="1912"/>
                  </a:lnTo>
                  <a:lnTo>
                    <a:pt x="1424" y="1888"/>
                  </a:lnTo>
                  <a:lnTo>
                    <a:pt x="1426" y="1843"/>
                  </a:lnTo>
                  <a:lnTo>
                    <a:pt x="1434" y="1800"/>
                  </a:lnTo>
                  <a:lnTo>
                    <a:pt x="1445" y="1760"/>
                  </a:lnTo>
                  <a:lnTo>
                    <a:pt x="1460" y="1721"/>
                  </a:lnTo>
                  <a:lnTo>
                    <a:pt x="1478" y="1684"/>
                  </a:lnTo>
                  <a:lnTo>
                    <a:pt x="1498" y="1646"/>
                  </a:lnTo>
                  <a:lnTo>
                    <a:pt x="1520" y="1610"/>
                  </a:lnTo>
                  <a:lnTo>
                    <a:pt x="1545" y="1574"/>
                  </a:lnTo>
                  <a:lnTo>
                    <a:pt x="1570" y="1538"/>
                  </a:lnTo>
                  <a:lnTo>
                    <a:pt x="1592" y="1506"/>
                  </a:lnTo>
                  <a:lnTo>
                    <a:pt x="1614" y="1473"/>
                  </a:lnTo>
                  <a:lnTo>
                    <a:pt x="1636" y="1438"/>
                  </a:lnTo>
                  <a:lnTo>
                    <a:pt x="1658" y="1402"/>
                  </a:lnTo>
                  <a:lnTo>
                    <a:pt x="1678" y="1364"/>
                  </a:lnTo>
                  <a:lnTo>
                    <a:pt x="1698" y="1325"/>
                  </a:lnTo>
                  <a:lnTo>
                    <a:pt x="1715" y="1283"/>
                  </a:lnTo>
                  <a:lnTo>
                    <a:pt x="1731" y="1240"/>
                  </a:lnTo>
                  <a:lnTo>
                    <a:pt x="1745" y="1193"/>
                  </a:lnTo>
                  <a:lnTo>
                    <a:pt x="1756" y="1143"/>
                  </a:lnTo>
                  <a:lnTo>
                    <a:pt x="1765" y="1090"/>
                  </a:lnTo>
                  <a:lnTo>
                    <a:pt x="1770" y="1034"/>
                  </a:lnTo>
                  <a:lnTo>
                    <a:pt x="1772" y="973"/>
                  </a:lnTo>
                  <a:lnTo>
                    <a:pt x="1769" y="908"/>
                  </a:lnTo>
                  <a:lnTo>
                    <a:pt x="1760" y="844"/>
                  </a:lnTo>
                  <a:lnTo>
                    <a:pt x="1745" y="782"/>
                  </a:lnTo>
                  <a:lnTo>
                    <a:pt x="1725" y="723"/>
                  </a:lnTo>
                  <a:lnTo>
                    <a:pt x="1700" y="666"/>
                  </a:lnTo>
                  <a:lnTo>
                    <a:pt x="1668" y="610"/>
                  </a:lnTo>
                  <a:lnTo>
                    <a:pt x="1634" y="559"/>
                  </a:lnTo>
                  <a:lnTo>
                    <a:pt x="1594" y="511"/>
                  </a:lnTo>
                  <a:lnTo>
                    <a:pt x="1550" y="466"/>
                  </a:lnTo>
                  <a:lnTo>
                    <a:pt x="1503" y="424"/>
                  </a:lnTo>
                  <a:lnTo>
                    <a:pt x="1451" y="386"/>
                  </a:lnTo>
                  <a:lnTo>
                    <a:pt x="1397" y="352"/>
                  </a:lnTo>
                  <a:lnTo>
                    <a:pt x="1339" y="324"/>
                  </a:lnTo>
                  <a:lnTo>
                    <a:pt x="1278" y="299"/>
                  </a:lnTo>
                  <a:lnTo>
                    <a:pt x="1216" y="281"/>
                  </a:lnTo>
                  <a:lnTo>
                    <a:pt x="1151" y="266"/>
                  </a:lnTo>
                  <a:lnTo>
                    <a:pt x="1084" y="258"/>
                  </a:lnTo>
                  <a:lnTo>
                    <a:pt x="1014" y="255"/>
                  </a:lnTo>
                  <a:close/>
                  <a:moveTo>
                    <a:pt x="1014" y="0"/>
                  </a:moveTo>
                  <a:lnTo>
                    <a:pt x="1097" y="3"/>
                  </a:lnTo>
                  <a:lnTo>
                    <a:pt x="1179" y="13"/>
                  </a:lnTo>
                  <a:lnTo>
                    <a:pt x="1258" y="29"/>
                  </a:lnTo>
                  <a:lnTo>
                    <a:pt x="1335" y="50"/>
                  </a:lnTo>
                  <a:lnTo>
                    <a:pt x="1408" y="77"/>
                  </a:lnTo>
                  <a:lnTo>
                    <a:pt x="1480" y="109"/>
                  </a:lnTo>
                  <a:lnTo>
                    <a:pt x="1548" y="147"/>
                  </a:lnTo>
                  <a:lnTo>
                    <a:pt x="1613" y="188"/>
                  </a:lnTo>
                  <a:lnTo>
                    <a:pt x="1673" y="235"/>
                  </a:lnTo>
                  <a:lnTo>
                    <a:pt x="1731" y="286"/>
                  </a:lnTo>
                  <a:lnTo>
                    <a:pt x="1783" y="340"/>
                  </a:lnTo>
                  <a:lnTo>
                    <a:pt x="1833" y="399"/>
                  </a:lnTo>
                  <a:lnTo>
                    <a:pt x="1877" y="461"/>
                  </a:lnTo>
                  <a:lnTo>
                    <a:pt x="1915" y="526"/>
                  </a:lnTo>
                  <a:lnTo>
                    <a:pt x="1949" y="595"/>
                  </a:lnTo>
                  <a:lnTo>
                    <a:pt x="1976" y="667"/>
                  </a:lnTo>
                  <a:lnTo>
                    <a:pt x="1999" y="739"/>
                  </a:lnTo>
                  <a:lnTo>
                    <a:pt x="2015" y="815"/>
                  </a:lnTo>
                  <a:lnTo>
                    <a:pt x="2025" y="893"/>
                  </a:lnTo>
                  <a:lnTo>
                    <a:pt x="2029" y="973"/>
                  </a:lnTo>
                  <a:lnTo>
                    <a:pt x="2026" y="1041"/>
                  </a:lnTo>
                  <a:lnTo>
                    <a:pt x="2021" y="1105"/>
                  </a:lnTo>
                  <a:lnTo>
                    <a:pt x="2013" y="1166"/>
                  </a:lnTo>
                  <a:lnTo>
                    <a:pt x="2001" y="1224"/>
                  </a:lnTo>
                  <a:lnTo>
                    <a:pt x="1988" y="1278"/>
                  </a:lnTo>
                  <a:lnTo>
                    <a:pt x="1972" y="1329"/>
                  </a:lnTo>
                  <a:lnTo>
                    <a:pt x="1953" y="1378"/>
                  </a:lnTo>
                  <a:lnTo>
                    <a:pt x="1934" y="1424"/>
                  </a:lnTo>
                  <a:lnTo>
                    <a:pt x="1913" y="1466"/>
                  </a:lnTo>
                  <a:lnTo>
                    <a:pt x="1892" y="1507"/>
                  </a:lnTo>
                  <a:lnTo>
                    <a:pt x="1869" y="1546"/>
                  </a:lnTo>
                  <a:lnTo>
                    <a:pt x="1847" y="1583"/>
                  </a:lnTo>
                  <a:lnTo>
                    <a:pt x="1825" y="1617"/>
                  </a:lnTo>
                  <a:lnTo>
                    <a:pt x="1803" y="1649"/>
                  </a:lnTo>
                  <a:lnTo>
                    <a:pt x="1781" y="1681"/>
                  </a:lnTo>
                  <a:lnTo>
                    <a:pt x="1756" y="1719"/>
                  </a:lnTo>
                  <a:lnTo>
                    <a:pt x="1733" y="1753"/>
                  </a:lnTo>
                  <a:lnTo>
                    <a:pt x="1714" y="1785"/>
                  </a:lnTo>
                  <a:lnTo>
                    <a:pt x="1700" y="1813"/>
                  </a:lnTo>
                  <a:lnTo>
                    <a:pt x="1689" y="1839"/>
                  </a:lnTo>
                  <a:lnTo>
                    <a:pt x="1682" y="1864"/>
                  </a:lnTo>
                  <a:lnTo>
                    <a:pt x="1680" y="1888"/>
                  </a:lnTo>
                  <a:lnTo>
                    <a:pt x="1677" y="1934"/>
                  </a:lnTo>
                  <a:lnTo>
                    <a:pt x="1667" y="1980"/>
                  </a:lnTo>
                  <a:lnTo>
                    <a:pt x="1652" y="2025"/>
                  </a:lnTo>
                  <a:lnTo>
                    <a:pt x="1630" y="2068"/>
                  </a:lnTo>
                  <a:lnTo>
                    <a:pt x="1604" y="2110"/>
                  </a:lnTo>
                  <a:lnTo>
                    <a:pt x="1572" y="2150"/>
                  </a:lnTo>
                  <a:lnTo>
                    <a:pt x="1534" y="2187"/>
                  </a:lnTo>
                  <a:lnTo>
                    <a:pt x="1491" y="2221"/>
                  </a:lnTo>
                  <a:lnTo>
                    <a:pt x="1490" y="2242"/>
                  </a:lnTo>
                  <a:lnTo>
                    <a:pt x="1489" y="2267"/>
                  </a:lnTo>
                  <a:lnTo>
                    <a:pt x="1487" y="2294"/>
                  </a:lnTo>
                  <a:lnTo>
                    <a:pt x="1486" y="2322"/>
                  </a:lnTo>
                  <a:lnTo>
                    <a:pt x="1484" y="2350"/>
                  </a:lnTo>
                  <a:lnTo>
                    <a:pt x="1483" y="2378"/>
                  </a:lnTo>
                  <a:lnTo>
                    <a:pt x="1481" y="2405"/>
                  </a:lnTo>
                  <a:lnTo>
                    <a:pt x="1480" y="2429"/>
                  </a:lnTo>
                  <a:lnTo>
                    <a:pt x="1479" y="2449"/>
                  </a:lnTo>
                  <a:lnTo>
                    <a:pt x="1478" y="2466"/>
                  </a:lnTo>
                  <a:lnTo>
                    <a:pt x="1478" y="2476"/>
                  </a:lnTo>
                  <a:lnTo>
                    <a:pt x="1476" y="2479"/>
                  </a:lnTo>
                  <a:lnTo>
                    <a:pt x="1476" y="2492"/>
                  </a:lnTo>
                  <a:lnTo>
                    <a:pt x="1474" y="2506"/>
                  </a:lnTo>
                  <a:lnTo>
                    <a:pt x="1470" y="2522"/>
                  </a:lnTo>
                  <a:lnTo>
                    <a:pt x="1465" y="2539"/>
                  </a:lnTo>
                  <a:lnTo>
                    <a:pt x="1457" y="2557"/>
                  </a:lnTo>
                  <a:lnTo>
                    <a:pt x="1446" y="2575"/>
                  </a:lnTo>
                  <a:lnTo>
                    <a:pt x="1432" y="2594"/>
                  </a:lnTo>
                  <a:lnTo>
                    <a:pt x="1416" y="2613"/>
                  </a:lnTo>
                  <a:lnTo>
                    <a:pt x="1395" y="2631"/>
                  </a:lnTo>
                  <a:lnTo>
                    <a:pt x="1370" y="2650"/>
                  </a:lnTo>
                  <a:lnTo>
                    <a:pt x="1340" y="2666"/>
                  </a:lnTo>
                  <a:lnTo>
                    <a:pt x="1307" y="2683"/>
                  </a:lnTo>
                  <a:lnTo>
                    <a:pt x="1267" y="2698"/>
                  </a:lnTo>
                  <a:lnTo>
                    <a:pt x="1244" y="2727"/>
                  </a:lnTo>
                  <a:lnTo>
                    <a:pt x="1216" y="2754"/>
                  </a:lnTo>
                  <a:lnTo>
                    <a:pt x="1184" y="2779"/>
                  </a:lnTo>
                  <a:lnTo>
                    <a:pt x="1162" y="2790"/>
                  </a:lnTo>
                  <a:lnTo>
                    <a:pt x="1138" y="2798"/>
                  </a:lnTo>
                  <a:lnTo>
                    <a:pt x="1113" y="2800"/>
                  </a:lnTo>
                  <a:lnTo>
                    <a:pt x="916" y="2800"/>
                  </a:lnTo>
                  <a:lnTo>
                    <a:pt x="891" y="2798"/>
                  </a:lnTo>
                  <a:lnTo>
                    <a:pt x="867" y="2790"/>
                  </a:lnTo>
                  <a:lnTo>
                    <a:pt x="845" y="2779"/>
                  </a:lnTo>
                  <a:lnTo>
                    <a:pt x="813" y="2754"/>
                  </a:lnTo>
                  <a:lnTo>
                    <a:pt x="785" y="2727"/>
                  </a:lnTo>
                  <a:lnTo>
                    <a:pt x="762" y="2698"/>
                  </a:lnTo>
                  <a:lnTo>
                    <a:pt x="720" y="2681"/>
                  </a:lnTo>
                  <a:lnTo>
                    <a:pt x="684" y="2664"/>
                  </a:lnTo>
                  <a:lnTo>
                    <a:pt x="653" y="2646"/>
                  </a:lnTo>
                  <a:lnTo>
                    <a:pt x="628" y="2626"/>
                  </a:lnTo>
                  <a:lnTo>
                    <a:pt x="607" y="2606"/>
                  </a:lnTo>
                  <a:lnTo>
                    <a:pt x="590" y="2585"/>
                  </a:lnTo>
                  <a:lnTo>
                    <a:pt x="578" y="2566"/>
                  </a:lnTo>
                  <a:lnTo>
                    <a:pt x="567" y="2546"/>
                  </a:lnTo>
                  <a:lnTo>
                    <a:pt x="561" y="2527"/>
                  </a:lnTo>
                  <a:lnTo>
                    <a:pt x="556" y="2509"/>
                  </a:lnTo>
                  <a:lnTo>
                    <a:pt x="554" y="2494"/>
                  </a:lnTo>
                  <a:lnTo>
                    <a:pt x="552" y="2479"/>
                  </a:lnTo>
                  <a:lnTo>
                    <a:pt x="552" y="2479"/>
                  </a:lnTo>
                  <a:lnTo>
                    <a:pt x="552" y="2476"/>
                  </a:lnTo>
                  <a:lnTo>
                    <a:pt x="551" y="2466"/>
                  </a:lnTo>
                  <a:lnTo>
                    <a:pt x="550" y="2449"/>
                  </a:lnTo>
                  <a:lnTo>
                    <a:pt x="549" y="2429"/>
                  </a:lnTo>
                  <a:lnTo>
                    <a:pt x="548" y="2405"/>
                  </a:lnTo>
                  <a:lnTo>
                    <a:pt x="546" y="2378"/>
                  </a:lnTo>
                  <a:lnTo>
                    <a:pt x="545" y="2350"/>
                  </a:lnTo>
                  <a:lnTo>
                    <a:pt x="543" y="2322"/>
                  </a:lnTo>
                  <a:lnTo>
                    <a:pt x="542" y="2294"/>
                  </a:lnTo>
                  <a:lnTo>
                    <a:pt x="540" y="2267"/>
                  </a:lnTo>
                  <a:lnTo>
                    <a:pt x="539" y="2242"/>
                  </a:lnTo>
                  <a:lnTo>
                    <a:pt x="538" y="2221"/>
                  </a:lnTo>
                  <a:lnTo>
                    <a:pt x="495" y="2187"/>
                  </a:lnTo>
                  <a:lnTo>
                    <a:pt x="457" y="2150"/>
                  </a:lnTo>
                  <a:lnTo>
                    <a:pt x="425" y="2110"/>
                  </a:lnTo>
                  <a:lnTo>
                    <a:pt x="398" y="2068"/>
                  </a:lnTo>
                  <a:lnTo>
                    <a:pt x="376" y="2025"/>
                  </a:lnTo>
                  <a:lnTo>
                    <a:pt x="362" y="1980"/>
                  </a:lnTo>
                  <a:lnTo>
                    <a:pt x="352" y="1934"/>
                  </a:lnTo>
                  <a:lnTo>
                    <a:pt x="349" y="1888"/>
                  </a:lnTo>
                  <a:lnTo>
                    <a:pt x="347" y="1864"/>
                  </a:lnTo>
                  <a:lnTo>
                    <a:pt x="340" y="1839"/>
                  </a:lnTo>
                  <a:lnTo>
                    <a:pt x="329" y="1813"/>
                  </a:lnTo>
                  <a:lnTo>
                    <a:pt x="315" y="1785"/>
                  </a:lnTo>
                  <a:lnTo>
                    <a:pt x="296" y="1753"/>
                  </a:lnTo>
                  <a:lnTo>
                    <a:pt x="274" y="1719"/>
                  </a:lnTo>
                  <a:lnTo>
                    <a:pt x="248" y="1682"/>
                  </a:lnTo>
                  <a:lnTo>
                    <a:pt x="227" y="1650"/>
                  </a:lnTo>
                  <a:lnTo>
                    <a:pt x="205" y="1617"/>
                  </a:lnTo>
                  <a:lnTo>
                    <a:pt x="182" y="1583"/>
                  </a:lnTo>
                  <a:lnTo>
                    <a:pt x="160" y="1546"/>
                  </a:lnTo>
                  <a:lnTo>
                    <a:pt x="138" y="1508"/>
                  </a:lnTo>
                  <a:lnTo>
                    <a:pt x="116" y="1466"/>
                  </a:lnTo>
                  <a:lnTo>
                    <a:pt x="95" y="1424"/>
                  </a:lnTo>
                  <a:lnTo>
                    <a:pt x="76" y="1378"/>
                  </a:lnTo>
                  <a:lnTo>
                    <a:pt x="57" y="1329"/>
                  </a:lnTo>
                  <a:lnTo>
                    <a:pt x="41" y="1278"/>
                  </a:lnTo>
                  <a:lnTo>
                    <a:pt x="28" y="1224"/>
                  </a:lnTo>
                  <a:lnTo>
                    <a:pt x="16" y="1166"/>
                  </a:lnTo>
                  <a:lnTo>
                    <a:pt x="8" y="1105"/>
                  </a:lnTo>
                  <a:lnTo>
                    <a:pt x="2" y="1041"/>
                  </a:lnTo>
                  <a:lnTo>
                    <a:pt x="0" y="973"/>
                  </a:lnTo>
                  <a:lnTo>
                    <a:pt x="4" y="893"/>
                  </a:lnTo>
                  <a:lnTo>
                    <a:pt x="14" y="815"/>
                  </a:lnTo>
                  <a:lnTo>
                    <a:pt x="30" y="739"/>
                  </a:lnTo>
                  <a:lnTo>
                    <a:pt x="53" y="667"/>
                  </a:lnTo>
                  <a:lnTo>
                    <a:pt x="80" y="595"/>
                  </a:lnTo>
                  <a:lnTo>
                    <a:pt x="114" y="526"/>
                  </a:lnTo>
                  <a:lnTo>
                    <a:pt x="152" y="461"/>
                  </a:lnTo>
                  <a:lnTo>
                    <a:pt x="196" y="399"/>
                  </a:lnTo>
                  <a:lnTo>
                    <a:pt x="246" y="340"/>
                  </a:lnTo>
                  <a:lnTo>
                    <a:pt x="298" y="286"/>
                  </a:lnTo>
                  <a:lnTo>
                    <a:pt x="356" y="235"/>
                  </a:lnTo>
                  <a:lnTo>
                    <a:pt x="416" y="188"/>
                  </a:lnTo>
                  <a:lnTo>
                    <a:pt x="481" y="147"/>
                  </a:lnTo>
                  <a:lnTo>
                    <a:pt x="549" y="109"/>
                  </a:lnTo>
                  <a:lnTo>
                    <a:pt x="621" y="77"/>
                  </a:lnTo>
                  <a:lnTo>
                    <a:pt x="695" y="50"/>
                  </a:lnTo>
                  <a:lnTo>
                    <a:pt x="771" y="29"/>
                  </a:lnTo>
                  <a:lnTo>
                    <a:pt x="850" y="13"/>
                  </a:lnTo>
                  <a:lnTo>
                    <a:pt x="932" y="3"/>
                  </a:lnTo>
                  <a:lnTo>
                    <a:pt x="10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5" name="Freeform 18"/>
            <p:cNvSpPr>
              <a:spLocks/>
            </p:cNvSpPr>
            <p:nvPr/>
          </p:nvSpPr>
          <p:spPr bwMode="auto">
            <a:xfrm>
              <a:off x="4984751" y="2243138"/>
              <a:ext cx="19050" cy="46038"/>
            </a:xfrm>
            <a:custGeom>
              <a:avLst/>
              <a:gdLst>
                <a:gd name="T0" fmla="*/ 63 w 127"/>
                <a:gd name="T1" fmla="*/ 0 h 318"/>
                <a:gd name="T2" fmla="*/ 63 w 127"/>
                <a:gd name="T3" fmla="*/ 0 h 318"/>
                <a:gd name="T4" fmla="*/ 80 w 127"/>
                <a:gd name="T5" fmla="*/ 2 h 318"/>
                <a:gd name="T6" fmla="*/ 96 w 127"/>
                <a:gd name="T7" fmla="*/ 9 h 318"/>
                <a:gd name="T8" fmla="*/ 109 w 127"/>
                <a:gd name="T9" fmla="*/ 19 h 318"/>
                <a:gd name="T10" fmla="*/ 119 w 127"/>
                <a:gd name="T11" fmla="*/ 32 h 318"/>
                <a:gd name="T12" fmla="*/ 125 w 127"/>
                <a:gd name="T13" fmla="*/ 47 h 318"/>
                <a:gd name="T14" fmla="*/ 127 w 127"/>
                <a:gd name="T15" fmla="*/ 64 h 318"/>
                <a:gd name="T16" fmla="*/ 127 w 127"/>
                <a:gd name="T17" fmla="*/ 254 h 318"/>
                <a:gd name="T18" fmla="*/ 125 w 127"/>
                <a:gd name="T19" fmla="*/ 272 h 318"/>
                <a:gd name="T20" fmla="*/ 119 w 127"/>
                <a:gd name="T21" fmla="*/ 286 h 318"/>
                <a:gd name="T22" fmla="*/ 109 w 127"/>
                <a:gd name="T23" fmla="*/ 300 h 318"/>
                <a:gd name="T24" fmla="*/ 96 w 127"/>
                <a:gd name="T25" fmla="*/ 309 h 318"/>
                <a:gd name="T26" fmla="*/ 80 w 127"/>
                <a:gd name="T27" fmla="*/ 315 h 318"/>
                <a:gd name="T28" fmla="*/ 63 w 127"/>
                <a:gd name="T29" fmla="*/ 318 h 318"/>
                <a:gd name="T30" fmla="*/ 47 w 127"/>
                <a:gd name="T31" fmla="*/ 315 h 318"/>
                <a:gd name="T32" fmla="*/ 31 w 127"/>
                <a:gd name="T33" fmla="*/ 309 h 318"/>
                <a:gd name="T34" fmla="*/ 18 w 127"/>
                <a:gd name="T35" fmla="*/ 300 h 318"/>
                <a:gd name="T36" fmla="*/ 8 w 127"/>
                <a:gd name="T37" fmla="*/ 286 h 318"/>
                <a:gd name="T38" fmla="*/ 2 w 127"/>
                <a:gd name="T39" fmla="*/ 272 h 318"/>
                <a:gd name="T40" fmla="*/ 0 w 127"/>
                <a:gd name="T41" fmla="*/ 254 h 318"/>
                <a:gd name="T42" fmla="*/ 0 w 127"/>
                <a:gd name="T43" fmla="*/ 64 h 318"/>
                <a:gd name="T44" fmla="*/ 2 w 127"/>
                <a:gd name="T45" fmla="*/ 47 h 318"/>
                <a:gd name="T46" fmla="*/ 8 w 127"/>
                <a:gd name="T47" fmla="*/ 32 h 318"/>
                <a:gd name="T48" fmla="*/ 18 w 127"/>
                <a:gd name="T49" fmla="*/ 19 h 318"/>
                <a:gd name="T50" fmla="*/ 31 w 127"/>
                <a:gd name="T51" fmla="*/ 9 h 318"/>
                <a:gd name="T52" fmla="*/ 47 w 127"/>
                <a:gd name="T53" fmla="*/ 2 h 318"/>
                <a:gd name="T54" fmla="*/ 63 w 127"/>
                <a:gd name="T5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7" h="318">
                  <a:moveTo>
                    <a:pt x="63" y="0"/>
                  </a:moveTo>
                  <a:lnTo>
                    <a:pt x="63" y="0"/>
                  </a:lnTo>
                  <a:lnTo>
                    <a:pt x="80" y="2"/>
                  </a:lnTo>
                  <a:lnTo>
                    <a:pt x="96" y="9"/>
                  </a:lnTo>
                  <a:lnTo>
                    <a:pt x="109" y="19"/>
                  </a:lnTo>
                  <a:lnTo>
                    <a:pt x="119" y="32"/>
                  </a:lnTo>
                  <a:lnTo>
                    <a:pt x="125" y="47"/>
                  </a:lnTo>
                  <a:lnTo>
                    <a:pt x="127" y="64"/>
                  </a:lnTo>
                  <a:lnTo>
                    <a:pt x="127" y="254"/>
                  </a:lnTo>
                  <a:lnTo>
                    <a:pt x="125" y="272"/>
                  </a:lnTo>
                  <a:lnTo>
                    <a:pt x="119" y="286"/>
                  </a:lnTo>
                  <a:lnTo>
                    <a:pt x="109" y="300"/>
                  </a:lnTo>
                  <a:lnTo>
                    <a:pt x="96" y="309"/>
                  </a:lnTo>
                  <a:lnTo>
                    <a:pt x="80" y="315"/>
                  </a:lnTo>
                  <a:lnTo>
                    <a:pt x="63" y="318"/>
                  </a:lnTo>
                  <a:lnTo>
                    <a:pt x="47" y="315"/>
                  </a:lnTo>
                  <a:lnTo>
                    <a:pt x="31" y="309"/>
                  </a:lnTo>
                  <a:lnTo>
                    <a:pt x="18" y="300"/>
                  </a:lnTo>
                  <a:lnTo>
                    <a:pt x="8" y="286"/>
                  </a:lnTo>
                  <a:lnTo>
                    <a:pt x="2" y="272"/>
                  </a:lnTo>
                  <a:lnTo>
                    <a:pt x="0" y="254"/>
                  </a:lnTo>
                  <a:lnTo>
                    <a:pt x="0" y="64"/>
                  </a:lnTo>
                  <a:lnTo>
                    <a:pt x="2" y="47"/>
                  </a:lnTo>
                  <a:lnTo>
                    <a:pt x="8" y="32"/>
                  </a:lnTo>
                  <a:lnTo>
                    <a:pt x="18" y="19"/>
                  </a:lnTo>
                  <a:lnTo>
                    <a:pt x="31" y="9"/>
                  </a:lnTo>
                  <a:lnTo>
                    <a:pt x="47" y="2"/>
                  </a:lnTo>
                  <a:lnTo>
                    <a:pt x="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6" name="Freeform 19"/>
            <p:cNvSpPr>
              <a:spLocks/>
            </p:cNvSpPr>
            <p:nvPr/>
          </p:nvSpPr>
          <p:spPr bwMode="auto">
            <a:xfrm>
              <a:off x="4881563" y="2271713"/>
              <a:ext cx="31750" cy="41275"/>
            </a:xfrm>
            <a:custGeom>
              <a:avLst/>
              <a:gdLst>
                <a:gd name="T0" fmla="*/ 64 w 224"/>
                <a:gd name="T1" fmla="*/ 0 h 293"/>
                <a:gd name="T2" fmla="*/ 80 w 224"/>
                <a:gd name="T3" fmla="*/ 2 h 293"/>
                <a:gd name="T4" fmla="*/ 95 w 224"/>
                <a:gd name="T5" fmla="*/ 8 h 293"/>
                <a:gd name="T6" fmla="*/ 109 w 224"/>
                <a:gd name="T7" fmla="*/ 18 h 293"/>
                <a:gd name="T8" fmla="*/ 119 w 224"/>
                <a:gd name="T9" fmla="*/ 32 h 293"/>
                <a:gd name="T10" fmla="*/ 216 w 224"/>
                <a:gd name="T11" fmla="*/ 197 h 293"/>
                <a:gd name="T12" fmla="*/ 222 w 224"/>
                <a:gd name="T13" fmla="*/ 213 h 293"/>
                <a:gd name="T14" fmla="*/ 224 w 224"/>
                <a:gd name="T15" fmla="*/ 230 h 293"/>
                <a:gd name="T16" fmla="*/ 222 w 224"/>
                <a:gd name="T17" fmla="*/ 245 h 293"/>
                <a:gd name="T18" fmla="*/ 216 w 224"/>
                <a:gd name="T19" fmla="*/ 261 h 293"/>
                <a:gd name="T20" fmla="*/ 206 w 224"/>
                <a:gd name="T21" fmla="*/ 274 h 293"/>
                <a:gd name="T22" fmla="*/ 193 w 224"/>
                <a:gd name="T23" fmla="*/ 285 h 293"/>
                <a:gd name="T24" fmla="*/ 177 w 224"/>
                <a:gd name="T25" fmla="*/ 291 h 293"/>
                <a:gd name="T26" fmla="*/ 160 w 224"/>
                <a:gd name="T27" fmla="*/ 293 h 293"/>
                <a:gd name="T28" fmla="*/ 143 w 224"/>
                <a:gd name="T29" fmla="*/ 291 h 293"/>
                <a:gd name="T30" fmla="*/ 129 w 224"/>
                <a:gd name="T31" fmla="*/ 285 h 293"/>
                <a:gd name="T32" fmla="*/ 115 w 224"/>
                <a:gd name="T33" fmla="*/ 274 h 293"/>
                <a:gd name="T34" fmla="*/ 105 w 224"/>
                <a:gd name="T35" fmla="*/ 261 h 293"/>
                <a:gd name="T36" fmla="*/ 8 w 224"/>
                <a:gd name="T37" fmla="*/ 95 h 293"/>
                <a:gd name="T38" fmla="*/ 2 w 224"/>
                <a:gd name="T39" fmla="*/ 80 h 293"/>
                <a:gd name="T40" fmla="*/ 0 w 224"/>
                <a:gd name="T41" fmla="*/ 63 h 293"/>
                <a:gd name="T42" fmla="*/ 2 w 224"/>
                <a:gd name="T43" fmla="*/ 48 h 293"/>
                <a:gd name="T44" fmla="*/ 8 w 224"/>
                <a:gd name="T45" fmla="*/ 32 h 293"/>
                <a:gd name="T46" fmla="*/ 19 w 224"/>
                <a:gd name="T47" fmla="*/ 19 h 293"/>
                <a:gd name="T48" fmla="*/ 31 w 224"/>
                <a:gd name="T49" fmla="*/ 9 h 293"/>
                <a:gd name="T50" fmla="*/ 48 w 224"/>
                <a:gd name="T51" fmla="*/ 2 h 293"/>
                <a:gd name="T52" fmla="*/ 64 w 224"/>
                <a:gd name="T5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3">
                  <a:moveTo>
                    <a:pt x="64" y="0"/>
                  </a:moveTo>
                  <a:lnTo>
                    <a:pt x="80" y="2"/>
                  </a:lnTo>
                  <a:lnTo>
                    <a:pt x="95" y="8"/>
                  </a:lnTo>
                  <a:lnTo>
                    <a:pt x="109" y="18"/>
                  </a:lnTo>
                  <a:lnTo>
                    <a:pt x="119" y="32"/>
                  </a:lnTo>
                  <a:lnTo>
                    <a:pt x="216" y="197"/>
                  </a:lnTo>
                  <a:lnTo>
                    <a:pt x="222" y="213"/>
                  </a:lnTo>
                  <a:lnTo>
                    <a:pt x="224" y="230"/>
                  </a:lnTo>
                  <a:lnTo>
                    <a:pt x="222" y="245"/>
                  </a:lnTo>
                  <a:lnTo>
                    <a:pt x="216" y="261"/>
                  </a:lnTo>
                  <a:lnTo>
                    <a:pt x="206" y="274"/>
                  </a:lnTo>
                  <a:lnTo>
                    <a:pt x="193" y="285"/>
                  </a:lnTo>
                  <a:lnTo>
                    <a:pt x="177" y="291"/>
                  </a:lnTo>
                  <a:lnTo>
                    <a:pt x="160" y="293"/>
                  </a:lnTo>
                  <a:lnTo>
                    <a:pt x="143" y="291"/>
                  </a:lnTo>
                  <a:lnTo>
                    <a:pt x="129" y="285"/>
                  </a:lnTo>
                  <a:lnTo>
                    <a:pt x="115" y="274"/>
                  </a:lnTo>
                  <a:lnTo>
                    <a:pt x="105" y="261"/>
                  </a:lnTo>
                  <a:lnTo>
                    <a:pt x="8" y="95"/>
                  </a:lnTo>
                  <a:lnTo>
                    <a:pt x="2" y="80"/>
                  </a:lnTo>
                  <a:lnTo>
                    <a:pt x="0" y="63"/>
                  </a:lnTo>
                  <a:lnTo>
                    <a:pt x="2" y="48"/>
                  </a:lnTo>
                  <a:lnTo>
                    <a:pt x="8" y="32"/>
                  </a:lnTo>
                  <a:lnTo>
                    <a:pt x="19" y="19"/>
                  </a:lnTo>
                  <a:lnTo>
                    <a:pt x="31" y="9"/>
                  </a:lnTo>
                  <a:lnTo>
                    <a:pt x="48"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7" name="Freeform 20"/>
            <p:cNvSpPr>
              <a:spLocks/>
            </p:cNvSpPr>
            <p:nvPr/>
          </p:nvSpPr>
          <p:spPr bwMode="auto">
            <a:xfrm>
              <a:off x="4805363" y="2346325"/>
              <a:ext cx="41275" cy="33338"/>
            </a:xfrm>
            <a:custGeom>
              <a:avLst/>
              <a:gdLst>
                <a:gd name="T0" fmla="*/ 64 w 294"/>
                <a:gd name="T1" fmla="*/ 0 h 222"/>
                <a:gd name="T2" fmla="*/ 79 w 294"/>
                <a:gd name="T3" fmla="*/ 2 h 222"/>
                <a:gd name="T4" fmla="*/ 96 w 294"/>
                <a:gd name="T5" fmla="*/ 8 h 222"/>
                <a:gd name="T6" fmla="*/ 263 w 294"/>
                <a:gd name="T7" fmla="*/ 103 h 222"/>
                <a:gd name="T8" fmla="*/ 276 w 294"/>
                <a:gd name="T9" fmla="*/ 114 h 222"/>
                <a:gd name="T10" fmla="*/ 286 w 294"/>
                <a:gd name="T11" fmla="*/ 127 h 222"/>
                <a:gd name="T12" fmla="*/ 292 w 294"/>
                <a:gd name="T13" fmla="*/ 142 h 222"/>
                <a:gd name="T14" fmla="*/ 294 w 294"/>
                <a:gd name="T15" fmla="*/ 158 h 222"/>
                <a:gd name="T16" fmla="*/ 292 w 294"/>
                <a:gd name="T17" fmla="*/ 175 h 222"/>
                <a:gd name="T18" fmla="*/ 286 w 294"/>
                <a:gd name="T19" fmla="*/ 190 h 222"/>
                <a:gd name="T20" fmla="*/ 275 w 294"/>
                <a:gd name="T21" fmla="*/ 204 h 222"/>
                <a:gd name="T22" fmla="*/ 262 w 294"/>
                <a:gd name="T23" fmla="*/ 214 h 222"/>
                <a:gd name="T24" fmla="*/ 246 w 294"/>
                <a:gd name="T25" fmla="*/ 220 h 222"/>
                <a:gd name="T26" fmla="*/ 230 w 294"/>
                <a:gd name="T27" fmla="*/ 222 h 222"/>
                <a:gd name="T28" fmla="*/ 213 w 294"/>
                <a:gd name="T29" fmla="*/ 220 h 222"/>
                <a:gd name="T30" fmla="*/ 198 w 294"/>
                <a:gd name="T31" fmla="*/ 213 h 222"/>
                <a:gd name="T32" fmla="*/ 31 w 294"/>
                <a:gd name="T33" fmla="*/ 118 h 222"/>
                <a:gd name="T34" fmla="*/ 18 w 294"/>
                <a:gd name="T35" fmla="*/ 108 h 222"/>
                <a:gd name="T36" fmla="*/ 8 w 294"/>
                <a:gd name="T37" fmla="*/ 95 h 222"/>
                <a:gd name="T38" fmla="*/ 2 w 294"/>
                <a:gd name="T39" fmla="*/ 80 h 222"/>
                <a:gd name="T40" fmla="*/ 0 w 294"/>
                <a:gd name="T41" fmla="*/ 63 h 222"/>
                <a:gd name="T42" fmla="*/ 2 w 294"/>
                <a:gd name="T43" fmla="*/ 47 h 222"/>
                <a:gd name="T44" fmla="*/ 8 w 294"/>
                <a:gd name="T45" fmla="*/ 31 h 222"/>
                <a:gd name="T46" fmla="*/ 19 w 294"/>
                <a:gd name="T47" fmla="*/ 18 h 222"/>
                <a:gd name="T48" fmla="*/ 32 w 294"/>
                <a:gd name="T49" fmla="*/ 8 h 222"/>
                <a:gd name="T50" fmla="*/ 47 w 294"/>
                <a:gd name="T51" fmla="*/ 2 h 222"/>
                <a:gd name="T52" fmla="*/ 64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64" y="0"/>
                  </a:moveTo>
                  <a:lnTo>
                    <a:pt x="79" y="2"/>
                  </a:lnTo>
                  <a:lnTo>
                    <a:pt x="96" y="8"/>
                  </a:lnTo>
                  <a:lnTo>
                    <a:pt x="263" y="103"/>
                  </a:lnTo>
                  <a:lnTo>
                    <a:pt x="276" y="114"/>
                  </a:lnTo>
                  <a:lnTo>
                    <a:pt x="286" y="127"/>
                  </a:lnTo>
                  <a:lnTo>
                    <a:pt x="292" y="142"/>
                  </a:lnTo>
                  <a:lnTo>
                    <a:pt x="294" y="158"/>
                  </a:lnTo>
                  <a:lnTo>
                    <a:pt x="292" y="175"/>
                  </a:lnTo>
                  <a:lnTo>
                    <a:pt x="286" y="190"/>
                  </a:lnTo>
                  <a:lnTo>
                    <a:pt x="275" y="204"/>
                  </a:lnTo>
                  <a:lnTo>
                    <a:pt x="262" y="214"/>
                  </a:lnTo>
                  <a:lnTo>
                    <a:pt x="246" y="220"/>
                  </a:lnTo>
                  <a:lnTo>
                    <a:pt x="230" y="222"/>
                  </a:lnTo>
                  <a:lnTo>
                    <a:pt x="213" y="220"/>
                  </a:lnTo>
                  <a:lnTo>
                    <a:pt x="198" y="213"/>
                  </a:lnTo>
                  <a:lnTo>
                    <a:pt x="31" y="118"/>
                  </a:lnTo>
                  <a:lnTo>
                    <a:pt x="18" y="108"/>
                  </a:lnTo>
                  <a:lnTo>
                    <a:pt x="8" y="95"/>
                  </a:lnTo>
                  <a:lnTo>
                    <a:pt x="2" y="80"/>
                  </a:lnTo>
                  <a:lnTo>
                    <a:pt x="0" y="63"/>
                  </a:lnTo>
                  <a:lnTo>
                    <a:pt x="2" y="47"/>
                  </a:lnTo>
                  <a:lnTo>
                    <a:pt x="8" y="31"/>
                  </a:lnTo>
                  <a:lnTo>
                    <a:pt x="19" y="18"/>
                  </a:lnTo>
                  <a:lnTo>
                    <a:pt x="32" y="8"/>
                  </a:lnTo>
                  <a:lnTo>
                    <a:pt x="47"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8" name="Freeform 21"/>
            <p:cNvSpPr>
              <a:spLocks/>
            </p:cNvSpPr>
            <p:nvPr/>
          </p:nvSpPr>
          <p:spPr bwMode="auto">
            <a:xfrm>
              <a:off x="4776788" y="2449513"/>
              <a:ext cx="46038" cy="19050"/>
            </a:xfrm>
            <a:custGeom>
              <a:avLst/>
              <a:gdLst>
                <a:gd name="T0" fmla="*/ 64 w 321"/>
                <a:gd name="T1" fmla="*/ 0 h 128"/>
                <a:gd name="T2" fmla="*/ 257 w 321"/>
                <a:gd name="T3" fmla="*/ 0 h 128"/>
                <a:gd name="T4" fmla="*/ 273 w 321"/>
                <a:gd name="T5" fmla="*/ 4 h 128"/>
                <a:gd name="T6" fmla="*/ 289 w 321"/>
                <a:gd name="T7" fmla="*/ 10 h 128"/>
                <a:gd name="T8" fmla="*/ 302 w 321"/>
                <a:gd name="T9" fmla="*/ 19 h 128"/>
                <a:gd name="T10" fmla="*/ 312 w 321"/>
                <a:gd name="T11" fmla="*/ 33 h 128"/>
                <a:gd name="T12" fmla="*/ 318 w 321"/>
                <a:gd name="T13" fmla="*/ 47 h 128"/>
                <a:gd name="T14" fmla="*/ 321 w 321"/>
                <a:gd name="T15" fmla="*/ 65 h 128"/>
                <a:gd name="T16" fmla="*/ 318 w 321"/>
                <a:gd name="T17" fmla="*/ 82 h 128"/>
                <a:gd name="T18" fmla="*/ 312 w 321"/>
                <a:gd name="T19" fmla="*/ 96 h 128"/>
                <a:gd name="T20" fmla="*/ 302 w 321"/>
                <a:gd name="T21" fmla="*/ 110 h 128"/>
                <a:gd name="T22" fmla="*/ 289 w 321"/>
                <a:gd name="T23" fmla="*/ 119 h 128"/>
                <a:gd name="T24" fmla="*/ 273 w 321"/>
                <a:gd name="T25" fmla="*/ 126 h 128"/>
                <a:gd name="T26" fmla="*/ 257 w 321"/>
                <a:gd name="T27" fmla="*/ 128 h 128"/>
                <a:gd name="T28" fmla="*/ 64 w 321"/>
                <a:gd name="T29" fmla="*/ 128 h 128"/>
                <a:gd name="T30" fmla="*/ 47 w 321"/>
                <a:gd name="T31" fmla="*/ 126 h 128"/>
                <a:gd name="T32" fmla="*/ 32 w 321"/>
                <a:gd name="T33" fmla="*/ 119 h 128"/>
                <a:gd name="T34" fmla="*/ 19 w 321"/>
                <a:gd name="T35" fmla="*/ 110 h 128"/>
                <a:gd name="T36" fmla="*/ 9 w 321"/>
                <a:gd name="T37" fmla="*/ 96 h 128"/>
                <a:gd name="T38" fmla="*/ 2 w 321"/>
                <a:gd name="T39" fmla="*/ 82 h 128"/>
                <a:gd name="T40" fmla="*/ 0 w 321"/>
                <a:gd name="T41" fmla="*/ 65 h 128"/>
                <a:gd name="T42" fmla="*/ 2 w 321"/>
                <a:gd name="T43" fmla="*/ 47 h 128"/>
                <a:gd name="T44" fmla="*/ 9 w 321"/>
                <a:gd name="T45" fmla="*/ 33 h 128"/>
                <a:gd name="T46" fmla="*/ 19 w 321"/>
                <a:gd name="T47" fmla="*/ 19 h 128"/>
                <a:gd name="T48" fmla="*/ 32 w 321"/>
                <a:gd name="T49" fmla="*/ 10 h 128"/>
                <a:gd name="T50" fmla="*/ 47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3" y="4"/>
                  </a:lnTo>
                  <a:lnTo>
                    <a:pt x="289" y="10"/>
                  </a:lnTo>
                  <a:lnTo>
                    <a:pt x="302" y="19"/>
                  </a:lnTo>
                  <a:lnTo>
                    <a:pt x="312" y="33"/>
                  </a:lnTo>
                  <a:lnTo>
                    <a:pt x="318" y="47"/>
                  </a:lnTo>
                  <a:lnTo>
                    <a:pt x="321" y="65"/>
                  </a:lnTo>
                  <a:lnTo>
                    <a:pt x="318" y="82"/>
                  </a:lnTo>
                  <a:lnTo>
                    <a:pt x="312" y="96"/>
                  </a:lnTo>
                  <a:lnTo>
                    <a:pt x="302" y="110"/>
                  </a:lnTo>
                  <a:lnTo>
                    <a:pt x="289" y="119"/>
                  </a:lnTo>
                  <a:lnTo>
                    <a:pt x="273" y="126"/>
                  </a:lnTo>
                  <a:lnTo>
                    <a:pt x="257" y="128"/>
                  </a:lnTo>
                  <a:lnTo>
                    <a:pt x="64" y="128"/>
                  </a:lnTo>
                  <a:lnTo>
                    <a:pt x="47" y="126"/>
                  </a:lnTo>
                  <a:lnTo>
                    <a:pt x="32" y="119"/>
                  </a:lnTo>
                  <a:lnTo>
                    <a:pt x="19" y="110"/>
                  </a:lnTo>
                  <a:lnTo>
                    <a:pt x="9" y="96"/>
                  </a:lnTo>
                  <a:lnTo>
                    <a:pt x="2" y="82"/>
                  </a:lnTo>
                  <a:lnTo>
                    <a:pt x="0" y="65"/>
                  </a:lnTo>
                  <a:lnTo>
                    <a:pt x="2" y="47"/>
                  </a:lnTo>
                  <a:lnTo>
                    <a:pt x="9" y="33"/>
                  </a:lnTo>
                  <a:lnTo>
                    <a:pt x="19" y="19"/>
                  </a:lnTo>
                  <a:lnTo>
                    <a:pt x="32" y="10"/>
                  </a:lnTo>
                  <a:lnTo>
                    <a:pt x="47"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9" name="Freeform 22"/>
            <p:cNvSpPr>
              <a:spLocks/>
            </p:cNvSpPr>
            <p:nvPr/>
          </p:nvSpPr>
          <p:spPr bwMode="auto">
            <a:xfrm>
              <a:off x="4805363" y="2540000"/>
              <a:ext cx="41275" cy="31750"/>
            </a:xfrm>
            <a:custGeom>
              <a:avLst/>
              <a:gdLst>
                <a:gd name="T0" fmla="*/ 230 w 294"/>
                <a:gd name="T1" fmla="*/ 0 h 224"/>
                <a:gd name="T2" fmla="*/ 247 w 294"/>
                <a:gd name="T3" fmla="*/ 3 h 224"/>
                <a:gd name="T4" fmla="*/ 262 w 294"/>
                <a:gd name="T5" fmla="*/ 9 h 224"/>
                <a:gd name="T6" fmla="*/ 275 w 294"/>
                <a:gd name="T7" fmla="*/ 19 h 224"/>
                <a:gd name="T8" fmla="*/ 286 w 294"/>
                <a:gd name="T9" fmla="*/ 33 h 224"/>
                <a:gd name="T10" fmla="*/ 292 w 294"/>
                <a:gd name="T11" fmla="*/ 48 h 224"/>
                <a:gd name="T12" fmla="*/ 294 w 294"/>
                <a:gd name="T13" fmla="*/ 65 h 224"/>
                <a:gd name="T14" fmla="*/ 292 w 294"/>
                <a:gd name="T15" fmla="*/ 80 h 224"/>
                <a:gd name="T16" fmla="*/ 286 w 294"/>
                <a:gd name="T17" fmla="*/ 96 h 224"/>
                <a:gd name="T18" fmla="*/ 275 w 294"/>
                <a:gd name="T19" fmla="*/ 110 h 224"/>
                <a:gd name="T20" fmla="*/ 263 w 294"/>
                <a:gd name="T21" fmla="*/ 120 h 224"/>
                <a:gd name="T22" fmla="*/ 96 w 294"/>
                <a:gd name="T23" fmla="*/ 215 h 224"/>
                <a:gd name="T24" fmla="*/ 80 w 294"/>
                <a:gd name="T25" fmla="*/ 221 h 224"/>
                <a:gd name="T26" fmla="*/ 64 w 294"/>
                <a:gd name="T27" fmla="*/ 224 h 224"/>
                <a:gd name="T28" fmla="*/ 47 w 294"/>
                <a:gd name="T29" fmla="*/ 221 h 224"/>
                <a:gd name="T30" fmla="*/ 32 w 294"/>
                <a:gd name="T31" fmla="*/ 216 h 224"/>
                <a:gd name="T32" fmla="*/ 19 w 294"/>
                <a:gd name="T33" fmla="*/ 205 h 224"/>
                <a:gd name="T34" fmla="*/ 8 w 294"/>
                <a:gd name="T35" fmla="*/ 192 h 224"/>
                <a:gd name="T36" fmla="*/ 2 w 294"/>
                <a:gd name="T37" fmla="*/ 176 h 224"/>
                <a:gd name="T38" fmla="*/ 0 w 294"/>
                <a:gd name="T39" fmla="*/ 159 h 224"/>
                <a:gd name="T40" fmla="*/ 2 w 294"/>
                <a:gd name="T41" fmla="*/ 144 h 224"/>
                <a:gd name="T42" fmla="*/ 8 w 294"/>
                <a:gd name="T43" fmla="*/ 128 h 224"/>
                <a:gd name="T44" fmla="*/ 18 w 294"/>
                <a:gd name="T45" fmla="*/ 116 h 224"/>
                <a:gd name="T46" fmla="*/ 31 w 294"/>
                <a:gd name="T47" fmla="*/ 105 h 224"/>
                <a:gd name="T48" fmla="*/ 198 w 294"/>
                <a:gd name="T49" fmla="*/ 10 h 224"/>
                <a:gd name="T50" fmla="*/ 215 w 294"/>
                <a:gd name="T51" fmla="*/ 2 h 224"/>
                <a:gd name="T52" fmla="*/ 230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230" y="0"/>
                  </a:moveTo>
                  <a:lnTo>
                    <a:pt x="247" y="3"/>
                  </a:lnTo>
                  <a:lnTo>
                    <a:pt x="262" y="9"/>
                  </a:lnTo>
                  <a:lnTo>
                    <a:pt x="275" y="19"/>
                  </a:lnTo>
                  <a:lnTo>
                    <a:pt x="286" y="33"/>
                  </a:lnTo>
                  <a:lnTo>
                    <a:pt x="292" y="48"/>
                  </a:lnTo>
                  <a:lnTo>
                    <a:pt x="294" y="65"/>
                  </a:lnTo>
                  <a:lnTo>
                    <a:pt x="292" y="80"/>
                  </a:lnTo>
                  <a:lnTo>
                    <a:pt x="286" y="96"/>
                  </a:lnTo>
                  <a:lnTo>
                    <a:pt x="275" y="110"/>
                  </a:lnTo>
                  <a:lnTo>
                    <a:pt x="263" y="120"/>
                  </a:lnTo>
                  <a:lnTo>
                    <a:pt x="96" y="215"/>
                  </a:lnTo>
                  <a:lnTo>
                    <a:pt x="80" y="221"/>
                  </a:lnTo>
                  <a:lnTo>
                    <a:pt x="64" y="224"/>
                  </a:lnTo>
                  <a:lnTo>
                    <a:pt x="47" y="221"/>
                  </a:lnTo>
                  <a:lnTo>
                    <a:pt x="32" y="216"/>
                  </a:lnTo>
                  <a:lnTo>
                    <a:pt x="19" y="205"/>
                  </a:lnTo>
                  <a:lnTo>
                    <a:pt x="8" y="192"/>
                  </a:lnTo>
                  <a:lnTo>
                    <a:pt x="2" y="176"/>
                  </a:lnTo>
                  <a:lnTo>
                    <a:pt x="0" y="159"/>
                  </a:lnTo>
                  <a:lnTo>
                    <a:pt x="2" y="144"/>
                  </a:lnTo>
                  <a:lnTo>
                    <a:pt x="8" y="128"/>
                  </a:lnTo>
                  <a:lnTo>
                    <a:pt x="18" y="116"/>
                  </a:lnTo>
                  <a:lnTo>
                    <a:pt x="31" y="105"/>
                  </a:lnTo>
                  <a:lnTo>
                    <a:pt x="198" y="10"/>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0" name="Freeform 23"/>
            <p:cNvSpPr>
              <a:spLocks/>
            </p:cNvSpPr>
            <p:nvPr/>
          </p:nvSpPr>
          <p:spPr bwMode="auto">
            <a:xfrm>
              <a:off x="5141913" y="2540000"/>
              <a:ext cx="41275" cy="31750"/>
            </a:xfrm>
            <a:custGeom>
              <a:avLst/>
              <a:gdLst>
                <a:gd name="T0" fmla="*/ 64 w 294"/>
                <a:gd name="T1" fmla="*/ 0 h 224"/>
                <a:gd name="T2" fmla="*/ 80 w 294"/>
                <a:gd name="T3" fmla="*/ 2 h 224"/>
                <a:gd name="T4" fmla="*/ 96 w 294"/>
                <a:gd name="T5" fmla="*/ 10 h 224"/>
                <a:gd name="T6" fmla="*/ 263 w 294"/>
                <a:gd name="T7" fmla="*/ 105 h 224"/>
                <a:gd name="T8" fmla="*/ 276 w 294"/>
                <a:gd name="T9" fmla="*/ 116 h 224"/>
                <a:gd name="T10" fmla="*/ 286 w 294"/>
                <a:gd name="T11" fmla="*/ 128 h 224"/>
                <a:gd name="T12" fmla="*/ 292 w 294"/>
                <a:gd name="T13" fmla="*/ 144 h 224"/>
                <a:gd name="T14" fmla="*/ 294 w 294"/>
                <a:gd name="T15" fmla="*/ 159 h 224"/>
                <a:gd name="T16" fmla="*/ 292 w 294"/>
                <a:gd name="T17" fmla="*/ 176 h 224"/>
                <a:gd name="T18" fmla="*/ 286 w 294"/>
                <a:gd name="T19" fmla="*/ 192 h 224"/>
                <a:gd name="T20" fmla="*/ 275 w 294"/>
                <a:gd name="T21" fmla="*/ 205 h 224"/>
                <a:gd name="T22" fmla="*/ 262 w 294"/>
                <a:gd name="T23" fmla="*/ 216 h 224"/>
                <a:gd name="T24" fmla="*/ 247 w 294"/>
                <a:gd name="T25" fmla="*/ 221 h 224"/>
                <a:gd name="T26" fmla="*/ 230 w 294"/>
                <a:gd name="T27" fmla="*/ 224 h 224"/>
                <a:gd name="T28" fmla="*/ 214 w 294"/>
                <a:gd name="T29" fmla="*/ 221 h 224"/>
                <a:gd name="T30" fmla="*/ 198 w 294"/>
                <a:gd name="T31" fmla="*/ 215 h 224"/>
                <a:gd name="T32" fmla="*/ 31 w 294"/>
                <a:gd name="T33" fmla="*/ 120 h 224"/>
                <a:gd name="T34" fmla="*/ 19 w 294"/>
                <a:gd name="T35" fmla="*/ 110 h 224"/>
                <a:gd name="T36" fmla="*/ 8 w 294"/>
                <a:gd name="T37" fmla="*/ 96 h 224"/>
                <a:gd name="T38" fmla="*/ 2 w 294"/>
                <a:gd name="T39" fmla="*/ 80 h 224"/>
                <a:gd name="T40" fmla="*/ 0 w 294"/>
                <a:gd name="T41" fmla="*/ 65 h 224"/>
                <a:gd name="T42" fmla="*/ 2 w 294"/>
                <a:gd name="T43" fmla="*/ 48 h 224"/>
                <a:gd name="T44" fmla="*/ 8 w 294"/>
                <a:gd name="T45" fmla="*/ 33 h 224"/>
                <a:gd name="T46" fmla="*/ 19 w 294"/>
                <a:gd name="T47" fmla="*/ 19 h 224"/>
                <a:gd name="T48" fmla="*/ 32 w 294"/>
                <a:gd name="T49" fmla="*/ 9 h 224"/>
                <a:gd name="T50" fmla="*/ 47 w 294"/>
                <a:gd name="T51" fmla="*/ 3 h 224"/>
                <a:gd name="T52" fmla="*/ 64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64" y="0"/>
                  </a:moveTo>
                  <a:lnTo>
                    <a:pt x="80" y="2"/>
                  </a:lnTo>
                  <a:lnTo>
                    <a:pt x="96" y="10"/>
                  </a:lnTo>
                  <a:lnTo>
                    <a:pt x="263" y="105"/>
                  </a:lnTo>
                  <a:lnTo>
                    <a:pt x="276" y="116"/>
                  </a:lnTo>
                  <a:lnTo>
                    <a:pt x="286" y="128"/>
                  </a:lnTo>
                  <a:lnTo>
                    <a:pt x="292" y="144"/>
                  </a:lnTo>
                  <a:lnTo>
                    <a:pt x="294" y="159"/>
                  </a:lnTo>
                  <a:lnTo>
                    <a:pt x="292" y="176"/>
                  </a:lnTo>
                  <a:lnTo>
                    <a:pt x="286" y="192"/>
                  </a:lnTo>
                  <a:lnTo>
                    <a:pt x="275" y="205"/>
                  </a:lnTo>
                  <a:lnTo>
                    <a:pt x="262" y="216"/>
                  </a:lnTo>
                  <a:lnTo>
                    <a:pt x="247" y="221"/>
                  </a:lnTo>
                  <a:lnTo>
                    <a:pt x="230" y="224"/>
                  </a:lnTo>
                  <a:lnTo>
                    <a:pt x="214" y="221"/>
                  </a:lnTo>
                  <a:lnTo>
                    <a:pt x="198" y="215"/>
                  </a:lnTo>
                  <a:lnTo>
                    <a:pt x="31" y="120"/>
                  </a:lnTo>
                  <a:lnTo>
                    <a:pt x="19" y="110"/>
                  </a:lnTo>
                  <a:lnTo>
                    <a:pt x="8" y="96"/>
                  </a:lnTo>
                  <a:lnTo>
                    <a:pt x="2" y="80"/>
                  </a:lnTo>
                  <a:lnTo>
                    <a:pt x="0" y="65"/>
                  </a:lnTo>
                  <a:lnTo>
                    <a:pt x="2" y="48"/>
                  </a:lnTo>
                  <a:lnTo>
                    <a:pt x="8" y="33"/>
                  </a:lnTo>
                  <a:lnTo>
                    <a:pt x="19" y="19"/>
                  </a:lnTo>
                  <a:lnTo>
                    <a:pt x="32" y="9"/>
                  </a:lnTo>
                  <a:lnTo>
                    <a:pt x="47" y="3"/>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1" name="Freeform 24"/>
            <p:cNvSpPr>
              <a:spLocks/>
            </p:cNvSpPr>
            <p:nvPr/>
          </p:nvSpPr>
          <p:spPr bwMode="auto">
            <a:xfrm>
              <a:off x="5165726" y="2449513"/>
              <a:ext cx="46038" cy="19050"/>
            </a:xfrm>
            <a:custGeom>
              <a:avLst/>
              <a:gdLst>
                <a:gd name="T0" fmla="*/ 64 w 321"/>
                <a:gd name="T1" fmla="*/ 0 h 128"/>
                <a:gd name="T2" fmla="*/ 257 w 321"/>
                <a:gd name="T3" fmla="*/ 0 h 128"/>
                <a:gd name="T4" fmla="*/ 274 w 321"/>
                <a:gd name="T5" fmla="*/ 4 h 128"/>
                <a:gd name="T6" fmla="*/ 290 w 321"/>
                <a:gd name="T7" fmla="*/ 10 h 128"/>
                <a:gd name="T8" fmla="*/ 302 w 321"/>
                <a:gd name="T9" fmla="*/ 19 h 128"/>
                <a:gd name="T10" fmla="*/ 312 w 321"/>
                <a:gd name="T11" fmla="*/ 33 h 128"/>
                <a:gd name="T12" fmla="*/ 319 w 321"/>
                <a:gd name="T13" fmla="*/ 47 h 128"/>
                <a:gd name="T14" fmla="*/ 321 w 321"/>
                <a:gd name="T15" fmla="*/ 65 h 128"/>
                <a:gd name="T16" fmla="*/ 319 w 321"/>
                <a:gd name="T17" fmla="*/ 82 h 128"/>
                <a:gd name="T18" fmla="*/ 312 w 321"/>
                <a:gd name="T19" fmla="*/ 96 h 128"/>
                <a:gd name="T20" fmla="*/ 302 w 321"/>
                <a:gd name="T21" fmla="*/ 110 h 128"/>
                <a:gd name="T22" fmla="*/ 290 w 321"/>
                <a:gd name="T23" fmla="*/ 119 h 128"/>
                <a:gd name="T24" fmla="*/ 274 w 321"/>
                <a:gd name="T25" fmla="*/ 126 h 128"/>
                <a:gd name="T26" fmla="*/ 257 w 321"/>
                <a:gd name="T27" fmla="*/ 128 h 128"/>
                <a:gd name="T28" fmla="*/ 64 w 321"/>
                <a:gd name="T29" fmla="*/ 128 h 128"/>
                <a:gd name="T30" fmla="*/ 48 w 321"/>
                <a:gd name="T31" fmla="*/ 126 h 128"/>
                <a:gd name="T32" fmla="*/ 32 w 321"/>
                <a:gd name="T33" fmla="*/ 119 h 128"/>
                <a:gd name="T34" fmla="*/ 19 w 321"/>
                <a:gd name="T35" fmla="*/ 110 h 128"/>
                <a:gd name="T36" fmla="*/ 9 w 321"/>
                <a:gd name="T37" fmla="*/ 96 h 128"/>
                <a:gd name="T38" fmla="*/ 3 w 321"/>
                <a:gd name="T39" fmla="*/ 82 h 128"/>
                <a:gd name="T40" fmla="*/ 0 w 321"/>
                <a:gd name="T41" fmla="*/ 65 h 128"/>
                <a:gd name="T42" fmla="*/ 3 w 321"/>
                <a:gd name="T43" fmla="*/ 47 h 128"/>
                <a:gd name="T44" fmla="*/ 9 w 321"/>
                <a:gd name="T45" fmla="*/ 33 h 128"/>
                <a:gd name="T46" fmla="*/ 19 w 321"/>
                <a:gd name="T47" fmla="*/ 19 h 128"/>
                <a:gd name="T48" fmla="*/ 32 w 321"/>
                <a:gd name="T49" fmla="*/ 10 h 128"/>
                <a:gd name="T50" fmla="*/ 48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4" y="4"/>
                  </a:lnTo>
                  <a:lnTo>
                    <a:pt x="290" y="10"/>
                  </a:lnTo>
                  <a:lnTo>
                    <a:pt x="302" y="19"/>
                  </a:lnTo>
                  <a:lnTo>
                    <a:pt x="312" y="33"/>
                  </a:lnTo>
                  <a:lnTo>
                    <a:pt x="319" y="47"/>
                  </a:lnTo>
                  <a:lnTo>
                    <a:pt x="321" y="65"/>
                  </a:lnTo>
                  <a:lnTo>
                    <a:pt x="319" y="82"/>
                  </a:lnTo>
                  <a:lnTo>
                    <a:pt x="312" y="96"/>
                  </a:lnTo>
                  <a:lnTo>
                    <a:pt x="302" y="110"/>
                  </a:lnTo>
                  <a:lnTo>
                    <a:pt x="290" y="119"/>
                  </a:lnTo>
                  <a:lnTo>
                    <a:pt x="274" y="126"/>
                  </a:lnTo>
                  <a:lnTo>
                    <a:pt x="257" y="128"/>
                  </a:lnTo>
                  <a:lnTo>
                    <a:pt x="64" y="128"/>
                  </a:lnTo>
                  <a:lnTo>
                    <a:pt x="48" y="126"/>
                  </a:lnTo>
                  <a:lnTo>
                    <a:pt x="32" y="119"/>
                  </a:lnTo>
                  <a:lnTo>
                    <a:pt x="19" y="110"/>
                  </a:lnTo>
                  <a:lnTo>
                    <a:pt x="9" y="96"/>
                  </a:lnTo>
                  <a:lnTo>
                    <a:pt x="3" y="82"/>
                  </a:lnTo>
                  <a:lnTo>
                    <a:pt x="0" y="65"/>
                  </a:lnTo>
                  <a:lnTo>
                    <a:pt x="3" y="47"/>
                  </a:lnTo>
                  <a:lnTo>
                    <a:pt x="9" y="33"/>
                  </a:lnTo>
                  <a:lnTo>
                    <a:pt x="19" y="19"/>
                  </a:lnTo>
                  <a:lnTo>
                    <a:pt x="32" y="10"/>
                  </a:lnTo>
                  <a:lnTo>
                    <a:pt x="48"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2" name="Freeform 25"/>
            <p:cNvSpPr>
              <a:spLocks/>
            </p:cNvSpPr>
            <p:nvPr/>
          </p:nvSpPr>
          <p:spPr bwMode="auto">
            <a:xfrm>
              <a:off x="5141913" y="2346325"/>
              <a:ext cx="41275" cy="33338"/>
            </a:xfrm>
            <a:custGeom>
              <a:avLst/>
              <a:gdLst>
                <a:gd name="T0" fmla="*/ 230 w 294"/>
                <a:gd name="T1" fmla="*/ 0 h 222"/>
                <a:gd name="T2" fmla="*/ 247 w 294"/>
                <a:gd name="T3" fmla="*/ 2 h 222"/>
                <a:gd name="T4" fmla="*/ 262 w 294"/>
                <a:gd name="T5" fmla="*/ 8 h 222"/>
                <a:gd name="T6" fmla="*/ 275 w 294"/>
                <a:gd name="T7" fmla="*/ 18 h 222"/>
                <a:gd name="T8" fmla="*/ 286 w 294"/>
                <a:gd name="T9" fmla="*/ 31 h 222"/>
                <a:gd name="T10" fmla="*/ 292 w 294"/>
                <a:gd name="T11" fmla="*/ 47 h 222"/>
                <a:gd name="T12" fmla="*/ 294 w 294"/>
                <a:gd name="T13" fmla="*/ 63 h 222"/>
                <a:gd name="T14" fmla="*/ 292 w 294"/>
                <a:gd name="T15" fmla="*/ 80 h 222"/>
                <a:gd name="T16" fmla="*/ 286 w 294"/>
                <a:gd name="T17" fmla="*/ 95 h 222"/>
                <a:gd name="T18" fmla="*/ 276 w 294"/>
                <a:gd name="T19" fmla="*/ 108 h 222"/>
                <a:gd name="T20" fmla="*/ 263 w 294"/>
                <a:gd name="T21" fmla="*/ 118 h 222"/>
                <a:gd name="T22" fmla="*/ 96 w 294"/>
                <a:gd name="T23" fmla="*/ 213 h 222"/>
                <a:gd name="T24" fmla="*/ 80 w 294"/>
                <a:gd name="T25" fmla="*/ 220 h 222"/>
                <a:gd name="T26" fmla="*/ 64 w 294"/>
                <a:gd name="T27" fmla="*/ 222 h 222"/>
                <a:gd name="T28" fmla="*/ 48 w 294"/>
                <a:gd name="T29" fmla="*/ 220 h 222"/>
                <a:gd name="T30" fmla="*/ 32 w 294"/>
                <a:gd name="T31" fmla="*/ 214 h 222"/>
                <a:gd name="T32" fmla="*/ 19 w 294"/>
                <a:gd name="T33" fmla="*/ 204 h 222"/>
                <a:gd name="T34" fmla="*/ 8 w 294"/>
                <a:gd name="T35" fmla="*/ 190 h 222"/>
                <a:gd name="T36" fmla="*/ 2 w 294"/>
                <a:gd name="T37" fmla="*/ 175 h 222"/>
                <a:gd name="T38" fmla="*/ 0 w 294"/>
                <a:gd name="T39" fmla="*/ 158 h 222"/>
                <a:gd name="T40" fmla="*/ 2 w 294"/>
                <a:gd name="T41" fmla="*/ 142 h 222"/>
                <a:gd name="T42" fmla="*/ 8 w 294"/>
                <a:gd name="T43" fmla="*/ 127 h 222"/>
                <a:gd name="T44" fmla="*/ 19 w 294"/>
                <a:gd name="T45" fmla="*/ 114 h 222"/>
                <a:gd name="T46" fmla="*/ 31 w 294"/>
                <a:gd name="T47" fmla="*/ 103 h 222"/>
                <a:gd name="T48" fmla="*/ 198 w 294"/>
                <a:gd name="T49" fmla="*/ 8 h 222"/>
                <a:gd name="T50" fmla="*/ 215 w 294"/>
                <a:gd name="T51" fmla="*/ 2 h 222"/>
                <a:gd name="T52" fmla="*/ 230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230" y="0"/>
                  </a:moveTo>
                  <a:lnTo>
                    <a:pt x="247" y="2"/>
                  </a:lnTo>
                  <a:lnTo>
                    <a:pt x="262" y="8"/>
                  </a:lnTo>
                  <a:lnTo>
                    <a:pt x="275" y="18"/>
                  </a:lnTo>
                  <a:lnTo>
                    <a:pt x="286" y="31"/>
                  </a:lnTo>
                  <a:lnTo>
                    <a:pt x="292" y="47"/>
                  </a:lnTo>
                  <a:lnTo>
                    <a:pt x="294" y="63"/>
                  </a:lnTo>
                  <a:lnTo>
                    <a:pt x="292" y="80"/>
                  </a:lnTo>
                  <a:lnTo>
                    <a:pt x="286" y="95"/>
                  </a:lnTo>
                  <a:lnTo>
                    <a:pt x="276" y="108"/>
                  </a:lnTo>
                  <a:lnTo>
                    <a:pt x="263" y="118"/>
                  </a:lnTo>
                  <a:lnTo>
                    <a:pt x="96" y="213"/>
                  </a:lnTo>
                  <a:lnTo>
                    <a:pt x="80" y="220"/>
                  </a:lnTo>
                  <a:lnTo>
                    <a:pt x="64" y="222"/>
                  </a:lnTo>
                  <a:lnTo>
                    <a:pt x="48" y="220"/>
                  </a:lnTo>
                  <a:lnTo>
                    <a:pt x="32" y="214"/>
                  </a:lnTo>
                  <a:lnTo>
                    <a:pt x="19" y="204"/>
                  </a:lnTo>
                  <a:lnTo>
                    <a:pt x="8" y="190"/>
                  </a:lnTo>
                  <a:lnTo>
                    <a:pt x="2" y="175"/>
                  </a:lnTo>
                  <a:lnTo>
                    <a:pt x="0" y="158"/>
                  </a:lnTo>
                  <a:lnTo>
                    <a:pt x="2" y="142"/>
                  </a:lnTo>
                  <a:lnTo>
                    <a:pt x="8" y="127"/>
                  </a:lnTo>
                  <a:lnTo>
                    <a:pt x="19" y="114"/>
                  </a:lnTo>
                  <a:lnTo>
                    <a:pt x="31" y="103"/>
                  </a:lnTo>
                  <a:lnTo>
                    <a:pt x="198" y="8"/>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3" name="Freeform 26"/>
            <p:cNvSpPr>
              <a:spLocks/>
            </p:cNvSpPr>
            <p:nvPr/>
          </p:nvSpPr>
          <p:spPr bwMode="auto">
            <a:xfrm>
              <a:off x="5075238" y="2271713"/>
              <a:ext cx="31750" cy="41275"/>
            </a:xfrm>
            <a:custGeom>
              <a:avLst/>
              <a:gdLst>
                <a:gd name="T0" fmla="*/ 159 w 224"/>
                <a:gd name="T1" fmla="*/ 0 h 292"/>
                <a:gd name="T2" fmla="*/ 176 w 224"/>
                <a:gd name="T3" fmla="*/ 2 h 292"/>
                <a:gd name="T4" fmla="*/ 192 w 224"/>
                <a:gd name="T5" fmla="*/ 9 h 292"/>
                <a:gd name="T6" fmla="*/ 205 w 224"/>
                <a:gd name="T7" fmla="*/ 19 h 292"/>
                <a:gd name="T8" fmla="*/ 216 w 224"/>
                <a:gd name="T9" fmla="*/ 32 h 292"/>
                <a:gd name="T10" fmla="*/ 222 w 224"/>
                <a:gd name="T11" fmla="*/ 48 h 292"/>
                <a:gd name="T12" fmla="*/ 224 w 224"/>
                <a:gd name="T13" fmla="*/ 63 h 292"/>
                <a:gd name="T14" fmla="*/ 222 w 224"/>
                <a:gd name="T15" fmla="*/ 80 h 292"/>
                <a:gd name="T16" fmla="*/ 216 w 224"/>
                <a:gd name="T17" fmla="*/ 95 h 292"/>
                <a:gd name="T18" fmla="*/ 119 w 224"/>
                <a:gd name="T19" fmla="*/ 261 h 292"/>
                <a:gd name="T20" fmla="*/ 109 w 224"/>
                <a:gd name="T21" fmla="*/ 274 h 292"/>
                <a:gd name="T22" fmla="*/ 95 w 224"/>
                <a:gd name="T23" fmla="*/ 285 h 292"/>
                <a:gd name="T24" fmla="*/ 81 w 224"/>
                <a:gd name="T25" fmla="*/ 290 h 292"/>
                <a:gd name="T26" fmla="*/ 64 w 224"/>
                <a:gd name="T27" fmla="*/ 292 h 292"/>
                <a:gd name="T28" fmla="*/ 48 w 224"/>
                <a:gd name="T29" fmla="*/ 290 h 292"/>
                <a:gd name="T30" fmla="*/ 32 w 224"/>
                <a:gd name="T31" fmla="*/ 284 h 292"/>
                <a:gd name="T32" fmla="*/ 18 w 224"/>
                <a:gd name="T33" fmla="*/ 273 h 292"/>
                <a:gd name="T34" fmla="*/ 8 w 224"/>
                <a:gd name="T35" fmla="*/ 261 h 292"/>
                <a:gd name="T36" fmla="*/ 2 w 224"/>
                <a:gd name="T37" fmla="*/ 245 h 292"/>
                <a:gd name="T38" fmla="*/ 0 w 224"/>
                <a:gd name="T39" fmla="*/ 230 h 292"/>
                <a:gd name="T40" fmla="*/ 2 w 224"/>
                <a:gd name="T41" fmla="*/ 213 h 292"/>
                <a:gd name="T42" fmla="*/ 8 w 224"/>
                <a:gd name="T43" fmla="*/ 197 h 292"/>
                <a:gd name="T44" fmla="*/ 105 w 224"/>
                <a:gd name="T45" fmla="*/ 32 h 292"/>
                <a:gd name="T46" fmla="*/ 115 w 224"/>
                <a:gd name="T47" fmla="*/ 18 h 292"/>
                <a:gd name="T48" fmla="*/ 129 w 224"/>
                <a:gd name="T49" fmla="*/ 8 h 292"/>
                <a:gd name="T50" fmla="*/ 144 w 224"/>
                <a:gd name="T51" fmla="*/ 2 h 292"/>
                <a:gd name="T52" fmla="*/ 159 w 224"/>
                <a:gd name="T53"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2">
                  <a:moveTo>
                    <a:pt x="159" y="0"/>
                  </a:moveTo>
                  <a:lnTo>
                    <a:pt x="176" y="2"/>
                  </a:lnTo>
                  <a:lnTo>
                    <a:pt x="192" y="9"/>
                  </a:lnTo>
                  <a:lnTo>
                    <a:pt x="205" y="19"/>
                  </a:lnTo>
                  <a:lnTo>
                    <a:pt x="216" y="32"/>
                  </a:lnTo>
                  <a:lnTo>
                    <a:pt x="222" y="48"/>
                  </a:lnTo>
                  <a:lnTo>
                    <a:pt x="224" y="63"/>
                  </a:lnTo>
                  <a:lnTo>
                    <a:pt x="222" y="80"/>
                  </a:lnTo>
                  <a:lnTo>
                    <a:pt x="216" y="95"/>
                  </a:lnTo>
                  <a:lnTo>
                    <a:pt x="119" y="261"/>
                  </a:lnTo>
                  <a:lnTo>
                    <a:pt x="109" y="274"/>
                  </a:lnTo>
                  <a:lnTo>
                    <a:pt x="95" y="285"/>
                  </a:lnTo>
                  <a:lnTo>
                    <a:pt x="81" y="290"/>
                  </a:lnTo>
                  <a:lnTo>
                    <a:pt x="64" y="292"/>
                  </a:lnTo>
                  <a:lnTo>
                    <a:pt x="48" y="290"/>
                  </a:lnTo>
                  <a:lnTo>
                    <a:pt x="32" y="284"/>
                  </a:lnTo>
                  <a:lnTo>
                    <a:pt x="18" y="273"/>
                  </a:lnTo>
                  <a:lnTo>
                    <a:pt x="8" y="261"/>
                  </a:lnTo>
                  <a:lnTo>
                    <a:pt x="2" y="245"/>
                  </a:lnTo>
                  <a:lnTo>
                    <a:pt x="0" y="230"/>
                  </a:lnTo>
                  <a:lnTo>
                    <a:pt x="2" y="213"/>
                  </a:lnTo>
                  <a:lnTo>
                    <a:pt x="8" y="197"/>
                  </a:lnTo>
                  <a:lnTo>
                    <a:pt x="105" y="32"/>
                  </a:lnTo>
                  <a:lnTo>
                    <a:pt x="115" y="18"/>
                  </a:lnTo>
                  <a:lnTo>
                    <a:pt x="129" y="8"/>
                  </a:lnTo>
                  <a:lnTo>
                    <a:pt x="144" y="2"/>
                  </a:lnTo>
                  <a:lnTo>
                    <a:pt x="1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4" name="Freeform 27"/>
            <p:cNvSpPr>
              <a:spLocks/>
            </p:cNvSpPr>
            <p:nvPr/>
          </p:nvSpPr>
          <p:spPr bwMode="auto">
            <a:xfrm>
              <a:off x="4972051" y="2382838"/>
              <a:ext cx="44450" cy="142875"/>
            </a:xfrm>
            <a:custGeom>
              <a:avLst/>
              <a:gdLst>
                <a:gd name="T0" fmla="*/ 154 w 308"/>
                <a:gd name="T1" fmla="*/ 0 h 991"/>
                <a:gd name="T2" fmla="*/ 186 w 308"/>
                <a:gd name="T3" fmla="*/ 2 h 991"/>
                <a:gd name="T4" fmla="*/ 213 w 308"/>
                <a:gd name="T5" fmla="*/ 8 h 991"/>
                <a:gd name="T6" fmla="*/ 238 w 308"/>
                <a:gd name="T7" fmla="*/ 17 h 991"/>
                <a:gd name="T8" fmla="*/ 259 w 308"/>
                <a:gd name="T9" fmla="*/ 30 h 991"/>
                <a:gd name="T10" fmla="*/ 277 w 308"/>
                <a:gd name="T11" fmla="*/ 47 h 991"/>
                <a:gd name="T12" fmla="*/ 291 w 308"/>
                <a:gd name="T13" fmla="*/ 67 h 991"/>
                <a:gd name="T14" fmla="*/ 301 w 308"/>
                <a:gd name="T15" fmla="*/ 91 h 991"/>
                <a:gd name="T16" fmla="*/ 306 w 308"/>
                <a:gd name="T17" fmla="*/ 119 h 991"/>
                <a:gd name="T18" fmla="*/ 308 w 308"/>
                <a:gd name="T19" fmla="*/ 150 h 991"/>
                <a:gd name="T20" fmla="*/ 308 w 308"/>
                <a:gd name="T21" fmla="*/ 375 h 991"/>
                <a:gd name="T22" fmla="*/ 307 w 308"/>
                <a:gd name="T23" fmla="*/ 405 h 991"/>
                <a:gd name="T24" fmla="*/ 304 w 308"/>
                <a:gd name="T25" fmla="*/ 435 h 991"/>
                <a:gd name="T26" fmla="*/ 301 w 308"/>
                <a:gd name="T27" fmla="*/ 466 h 991"/>
                <a:gd name="T28" fmla="*/ 240 w 308"/>
                <a:gd name="T29" fmla="*/ 920 h 991"/>
                <a:gd name="T30" fmla="*/ 236 w 308"/>
                <a:gd name="T31" fmla="*/ 942 h 991"/>
                <a:gd name="T32" fmla="*/ 229 w 308"/>
                <a:gd name="T33" fmla="*/ 959 h 991"/>
                <a:gd name="T34" fmla="*/ 219 w 308"/>
                <a:gd name="T35" fmla="*/ 972 h 991"/>
                <a:gd name="T36" fmla="*/ 207 w 308"/>
                <a:gd name="T37" fmla="*/ 981 h 991"/>
                <a:gd name="T38" fmla="*/ 192 w 308"/>
                <a:gd name="T39" fmla="*/ 987 h 991"/>
                <a:gd name="T40" fmla="*/ 174 w 308"/>
                <a:gd name="T41" fmla="*/ 990 h 991"/>
                <a:gd name="T42" fmla="*/ 154 w 308"/>
                <a:gd name="T43" fmla="*/ 991 h 991"/>
                <a:gd name="T44" fmla="*/ 135 w 308"/>
                <a:gd name="T45" fmla="*/ 990 h 991"/>
                <a:gd name="T46" fmla="*/ 117 w 308"/>
                <a:gd name="T47" fmla="*/ 987 h 991"/>
                <a:gd name="T48" fmla="*/ 102 w 308"/>
                <a:gd name="T49" fmla="*/ 981 h 991"/>
                <a:gd name="T50" fmla="*/ 90 w 308"/>
                <a:gd name="T51" fmla="*/ 972 h 991"/>
                <a:gd name="T52" fmla="*/ 80 w 308"/>
                <a:gd name="T53" fmla="*/ 959 h 991"/>
                <a:gd name="T54" fmla="*/ 73 w 308"/>
                <a:gd name="T55" fmla="*/ 942 h 991"/>
                <a:gd name="T56" fmla="*/ 69 w 308"/>
                <a:gd name="T57" fmla="*/ 920 h 991"/>
                <a:gd name="T58" fmla="*/ 8 w 308"/>
                <a:gd name="T59" fmla="*/ 466 h 991"/>
                <a:gd name="T60" fmla="*/ 5 w 308"/>
                <a:gd name="T61" fmla="*/ 435 h 991"/>
                <a:gd name="T62" fmla="*/ 2 w 308"/>
                <a:gd name="T63" fmla="*/ 405 h 991"/>
                <a:gd name="T64" fmla="*/ 0 w 308"/>
                <a:gd name="T65" fmla="*/ 375 h 991"/>
                <a:gd name="T66" fmla="*/ 0 w 308"/>
                <a:gd name="T67" fmla="*/ 150 h 991"/>
                <a:gd name="T68" fmla="*/ 3 w 308"/>
                <a:gd name="T69" fmla="*/ 119 h 991"/>
                <a:gd name="T70" fmla="*/ 8 w 308"/>
                <a:gd name="T71" fmla="*/ 91 h 991"/>
                <a:gd name="T72" fmla="*/ 18 w 308"/>
                <a:gd name="T73" fmla="*/ 67 h 991"/>
                <a:gd name="T74" fmla="*/ 32 w 308"/>
                <a:gd name="T75" fmla="*/ 47 h 991"/>
                <a:gd name="T76" fmla="*/ 50 w 308"/>
                <a:gd name="T77" fmla="*/ 30 h 991"/>
                <a:gd name="T78" fmla="*/ 71 w 308"/>
                <a:gd name="T79" fmla="*/ 17 h 991"/>
                <a:gd name="T80" fmla="*/ 96 w 308"/>
                <a:gd name="T81" fmla="*/ 8 h 991"/>
                <a:gd name="T82" fmla="*/ 123 w 308"/>
                <a:gd name="T83" fmla="*/ 2 h 991"/>
                <a:gd name="T84" fmla="*/ 154 w 308"/>
                <a:gd name="T85" fmla="*/ 0 h 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8" h="991">
                  <a:moveTo>
                    <a:pt x="154" y="0"/>
                  </a:moveTo>
                  <a:lnTo>
                    <a:pt x="186" y="2"/>
                  </a:lnTo>
                  <a:lnTo>
                    <a:pt x="213" y="8"/>
                  </a:lnTo>
                  <a:lnTo>
                    <a:pt x="238" y="17"/>
                  </a:lnTo>
                  <a:lnTo>
                    <a:pt x="259" y="30"/>
                  </a:lnTo>
                  <a:lnTo>
                    <a:pt x="277" y="47"/>
                  </a:lnTo>
                  <a:lnTo>
                    <a:pt x="291" y="67"/>
                  </a:lnTo>
                  <a:lnTo>
                    <a:pt x="301" y="91"/>
                  </a:lnTo>
                  <a:lnTo>
                    <a:pt x="306" y="119"/>
                  </a:lnTo>
                  <a:lnTo>
                    <a:pt x="308" y="150"/>
                  </a:lnTo>
                  <a:lnTo>
                    <a:pt x="308" y="375"/>
                  </a:lnTo>
                  <a:lnTo>
                    <a:pt x="307" y="405"/>
                  </a:lnTo>
                  <a:lnTo>
                    <a:pt x="304" y="435"/>
                  </a:lnTo>
                  <a:lnTo>
                    <a:pt x="301" y="466"/>
                  </a:lnTo>
                  <a:lnTo>
                    <a:pt x="240" y="920"/>
                  </a:lnTo>
                  <a:lnTo>
                    <a:pt x="236" y="942"/>
                  </a:lnTo>
                  <a:lnTo>
                    <a:pt x="229" y="959"/>
                  </a:lnTo>
                  <a:lnTo>
                    <a:pt x="219" y="972"/>
                  </a:lnTo>
                  <a:lnTo>
                    <a:pt x="207" y="981"/>
                  </a:lnTo>
                  <a:lnTo>
                    <a:pt x="192" y="987"/>
                  </a:lnTo>
                  <a:lnTo>
                    <a:pt x="174" y="990"/>
                  </a:lnTo>
                  <a:lnTo>
                    <a:pt x="154" y="991"/>
                  </a:lnTo>
                  <a:lnTo>
                    <a:pt x="135" y="990"/>
                  </a:lnTo>
                  <a:lnTo>
                    <a:pt x="117" y="987"/>
                  </a:lnTo>
                  <a:lnTo>
                    <a:pt x="102" y="981"/>
                  </a:lnTo>
                  <a:lnTo>
                    <a:pt x="90" y="972"/>
                  </a:lnTo>
                  <a:lnTo>
                    <a:pt x="80" y="959"/>
                  </a:lnTo>
                  <a:lnTo>
                    <a:pt x="73" y="942"/>
                  </a:lnTo>
                  <a:lnTo>
                    <a:pt x="69" y="920"/>
                  </a:lnTo>
                  <a:lnTo>
                    <a:pt x="8" y="466"/>
                  </a:lnTo>
                  <a:lnTo>
                    <a:pt x="5" y="435"/>
                  </a:lnTo>
                  <a:lnTo>
                    <a:pt x="2" y="405"/>
                  </a:lnTo>
                  <a:lnTo>
                    <a:pt x="0" y="375"/>
                  </a:lnTo>
                  <a:lnTo>
                    <a:pt x="0" y="150"/>
                  </a:lnTo>
                  <a:lnTo>
                    <a:pt x="3" y="119"/>
                  </a:lnTo>
                  <a:lnTo>
                    <a:pt x="8" y="91"/>
                  </a:lnTo>
                  <a:lnTo>
                    <a:pt x="18" y="67"/>
                  </a:lnTo>
                  <a:lnTo>
                    <a:pt x="32" y="47"/>
                  </a:lnTo>
                  <a:lnTo>
                    <a:pt x="50" y="30"/>
                  </a:lnTo>
                  <a:lnTo>
                    <a:pt x="71" y="17"/>
                  </a:lnTo>
                  <a:lnTo>
                    <a:pt x="96" y="8"/>
                  </a:lnTo>
                  <a:lnTo>
                    <a:pt x="123" y="2"/>
                  </a:lnTo>
                  <a:lnTo>
                    <a:pt x="1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5" name="Freeform 28"/>
            <p:cNvSpPr>
              <a:spLocks/>
            </p:cNvSpPr>
            <p:nvPr/>
          </p:nvSpPr>
          <p:spPr bwMode="auto">
            <a:xfrm>
              <a:off x="4970463" y="2543175"/>
              <a:ext cx="47625" cy="46038"/>
            </a:xfrm>
            <a:custGeom>
              <a:avLst/>
              <a:gdLst>
                <a:gd name="T0" fmla="*/ 160 w 321"/>
                <a:gd name="T1" fmla="*/ 0 h 319"/>
                <a:gd name="T2" fmla="*/ 193 w 321"/>
                <a:gd name="T3" fmla="*/ 4 h 319"/>
                <a:gd name="T4" fmla="*/ 222 w 321"/>
                <a:gd name="T5" fmla="*/ 14 h 319"/>
                <a:gd name="T6" fmla="*/ 250 w 321"/>
                <a:gd name="T7" fmla="*/ 28 h 319"/>
                <a:gd name="T8" fmla="*/ 274 w 321"/>
                <a:gd name="T9" fmla="*/ 47 h 319"/>
                <a:gd name="T10" fmla="*/ 294 w 321"/>
                <a:gd name="T11" fmla="*/ 71 h 319"/>
                <a:gd name="T12" fmla="*/ 308 w 321"/>
                <a:gd name="T13" fmla="*/ 98 h 319"/>
                <a:gd name="T14" fmla="*/ 318 w 321"/>
                <a:gd name="T15" fmla="*/ 128 h 319"/>
                <a:gd name="T16" fmla="*/ 321 w 321"/>
                <a:gd name="T17" fmla="*/ 159 h 319"/>
                <a:gd name="T18" fmla="*/ 318 w 321"/>
                <a:gd name="T19" fmla="*/ 192 h 319"/>
                <a:gd name="T20" fmla="*/ 308 w 321"/>
                <a:gd name="T21" fmla="*/ 222 h 319"/>
                <a:gd name="T22" fmla="*/ 294 w 321"/>
                <a:gd name="T23" fmla="*/ 249 h 319"/>
                <a:gd name="T24" fmla="*/ 274 w 321"/>
                <a:gd name="T25" fmla="*/ 272 h 319"/>
                <a:gd name="T26" fmla="*/ 250 w 321"/>
                <a:gd name="T27" fmla="*/ 291 h 319"/>
                <a:gd name="T28" fmla="*/ 222 w 321"/>
                <a:gd name="T29" fmla="*/ 306 h 319"/>
                <a:gd name="T30" fmla="*/ 193 w 321"/>
                <a:gd name="T31" fmla="*/ 315 h 319"/>
                <a:gd name="T32" fmla="*/ 160 w 321"/>
                <a:gd name="T33" fmla="*/ 319 h 319"/>
                <a:gd name="T34" fmla="*/ 128 w 321"/>
                <a:gd name="T35" fmla="*/ 315 h 319"/>
                <a:gd name="T36" fmla="*/ 99 w 321"/>
                <a:gd name="T37" fmla="*/ 306 h 319"/>
                <a:gd name="T38" fmla="*/ 71 w 321"/>
                <a:gd name="T39" fmla="*/ 291 h 319"/>
                <a:gd name="T40" fmla="*/ 47 w 321"/>
                <a:gd name="T41" fmla="*/ 272 h 319"/>
                <a:gd name="T42" fmla="*/ 27 w 321"/>
                <a:gd name="T43" fmla="*/ 249 h 319"/>
                <a:gd name="T44" fmla="*/ 13 w 321"/>
                <a:gd name="T45" fmla="*/ 222 h 319"/>
                <a:gd name="T46" fmla="*/ 3 w 321"/>
                <a:gd name="T47" fmla="*/ 192 h 319"/>
                <a:gd name="T48" fmla="*/ 0 w 321"/>
                <a:gd name="T49" fmla="*/ 159 h 319"/>
                <a:gd name="T50" fmla="*/ 3 w 321"/>
                <a:gd name="T51" fmla="*/ 128 h 319"/>
                <a:gd name="T52" fmla="*/ 13 w 321"/>
                <a:gd name="T53" fmla="*/ 98 h 319"/>
                <a:gd name="T54" fmla="*/ 27 w 321"/>
                <a:gd name="T55" fmla="*/ 71 h 319"/>
                <a:gd name="T56" fmla="*/ 47 w 321"/>
                <a:gd name="T57" fmla="*/ 47 h 319"/>
                <a:gd name="T58" fmla="*/ 71 w 321"/>
                <a:gd name="T59" fmla="*/ 28 h 319"/>
                <a:gd name="T60" fmla="*/ 99 w 321"/>
                <a:gd name="T61" fmla="*/ 14 h 319"/>
                <a:gd name="T62" fmla="*/ 128 w 321"/>
                <a:gd name="T63" fmla="*/ 4 h 319"/>
                <a:gd name="T64" fmla="*/ 160 w 321"/>
                <a:gd name="T6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1" h="319">
                  <a:moveTo>
                    <a:pt x="160" y="0"/>
                  </a:moveTo>
                  <a:lnTo>
                    <a:pt x="193" y="4"/>
                  </a:lnTo>
                  <a:lnTo>
                    <a:pt x="222" y="14"/>
                  </a:lnTo>
                  <a:lnTo>
                    <a:pt x="250" y="28"/>
                  </a:lnTo>
                  <a:lnTo>
                    <a:pt x="274" y="47"/>
                  </a:lnTo>
                  <a:lnTo>
                    <a:pt x="294" y="71"/>
                  </a:lnTo>
                  <a:lnTo>
                    <a:pt x="308" y="98"/>
                  </a:lnTo>
                  <a:lnTo>
                    <a:pt x="318" y="128"/>
                  </a:lnTo>
                  <a:lnTo>
                    <a:pt x="321" y="159"/>
                  </a:lnTo>
                  <a:lnTo>
                    <a:pt x="318" y="192"/>
                  </a:lnTo>
                  <a:lnTo>
                    <a:pt x="308" y="222"/>
                  </a:lnTo>
                  <a:lnTo>
                    <a:pt x="294" y="249"/>
                  </a:lnTo>
                  <a:lnTo>
                    <a:pt x="274" y="272"/>
                  </a:lnTo>
                  <a:lnTo>
                    <a:pt x="250" y="291"/>
                  </a:lnTo>
                  <a:lnTo>
                    <a:pt x="222" y="306"/>
                  </a:lnTo>
                  <a:lnTo>
                    <a:pt x="193" y="315"/>
                  </a:lnTo>
                  <a:lnTo>
                    <a:pt x="160" y="319"/>
                  </a:lnTo>
                  <a:lnTo>
                    <a:pt x="128" y="315"/>
                  </a:lnTo>
                  <a:lnTo>
                    <a:pt x="99" y="306"/>
                  </a:lnTo>
                  <a:lnTo>
                    <a:pt x="71" y="291"/>
                  </a:lnTo>
                  <a:lnTo>
                    <a:pt x="47" y="272"/>
                  </a:lnTo>
                  <a:lnTo>
                    <a:pt x="27" y="249"/>
                  </a:lnTo>
                  <a:lnTo>
                    <a:pt x="13" y="222"/>
                  </a:lnTo>
                  <a:lnTo>
                    <a:pt x="3" y="192"/>
                  </a:lnTo>
                  <a:lnTo>
                    <a:pt x="0" y="159"/>
                  </a:lnTo>
                  <a:lnTo>
                    <a:pt x="3" y="128"/>
                  </a:lnTo>
                  <a:lnTo>
                    <a:pt x="13" y="98"/>
                  </a:lnTo>
                  <a:lnTo>
                    <a:pt x="27" y="71"/>
                  </a:lnTo>
                  <a:lnTo>
                    <a:pt x="47" y="47"/>
                  </a:lnTo>
                  <a:lnTo>
                    <a:pt x="71" y="28"/>
                  </a:lnTo>
                  <a:lnTo>
                    <a:pt x="99" y="14"/>
                  </a:lnTo>
                  <a:lnTo>
                    <a:pt x="128" y="4"/>
                  </a:lnTo>
                  <a:lnTo>
                    <a:pt x="16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sp>
        <p:nvSpPr>
          <p:cNvPr id="104" name="Rectangle 13"/>
          <p:cNvSpPr>
            <a:spLocks noChangeArrowheads="1"/>
          </p:cNvSpPr>
          <p:nvPr/>
        </p:nvSpPr>
        <p:spPr bwMode="auto">
          <a:xfrm rot="16200000" flipH="1">
            <a:off x="7156415" y="1579710"/>
            <a:ext cx="4571999" cy="4460606"/>
          </a:xfrm>
          <a:prstGeom prst="rect">
            <a:avLst/>
          </a:prstGeom>
          <a:solidFill>
            <a:schemeClr val="accent1">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cxnSp>
        <p:nvCxnSpPr>
          <p:cNvPr id="34" name="Straight Connector 33"/>
          <p:cNvCxnSpPr/>
          <p:nvPr/>
        </p:nvCxnSpPr>
        <p:spPr>
          <a:xfrm>
            <a:off x="7402599" y="2472263"/>
            <a:ext cx="304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ACF58A1C-56E8-4477-8DEE-6B858F9FA206}"/>
              </a:ext>
            </a:extLst>
          </p:cNvPr>
          <p:cNvSpPr/>
          <p:nvPr/>
        </p:nvSpPr>
        <p:spPr>
          <a:xfrm>
            <a:off x="2476919" y="817570"/>
            <a:ext cx="2992596" cy="369332"/>
          </a:xfrm>
          <a:prstGeom prst="rect">
            <a:avLst/>
          </a:prstGeom>
        </p:spPr>
        <p:txBody>
          <a:bodyPr wrap="square">
            <a:spAutoFit/>
          </a:bodyPr>
          <a:lstStyle/>
          <a:p>
            <a:r>
              <a:rPr lang="en-US" b="1" dirty="0">
                <a:solidFill>
                  <a:srgbClr val="003366"/>
                </a:solidFill>
                <a:latin typeface="Arial" panose="020B0604020202020204" pitchFamily="34" charset="0"/>
                <a:cs typeface="Arial" panose="020B0604020202020204" pitchFamily="34" charset="0"/>
              </a:rPr>
              <a:t>Evaluation Parameters</a:t>
            </a:r>
            <a:endParaRPr lang="en-PK" dirty="0">
              <a:solidFill>
                <a:srgbClr val="003366"/>
              </a:solidFill>
              <a:latin typeface="Arial" panose="020B0604020202020204" pitchFamily="34" charset="0"/>
              <a:cs typeface="Arial" panose="020B0604020202020204" pitchFamily="34" charset="0"/>
            </a:endParaRPr>
          </a:p>
        </p:txBody>
      </p:sp>
      <p:grpSp>
        <p:nvGrpSpPr>
          <p:cNvPr id="95" name="Group 94">
            <a:extLst>
              <a:ext uri="{FF2B5EF4-FFF2-40B4-BE49-F238E27FC236}">
                <a16:creationId xmlns:a16="http://schemas.microsoft.com/office/drawing/2014/main" id="{EECA07D4-AF94-4DE3-A350-F0EF3516667D}"/>
              </a:ext>
            </a:extLst>
          </p:cNvPr>
          <p:cNvGrpSpPr/>
          <p:nvPr/>
        </p:nvGrpSpPr>
        <p:grpSpPr>
          <a:xfrm>
            <a:off x="1289872" y="2979025"/>
            <a:ext cx="368137" cy="353484"/>
            <a:chOff x="4616450" y="4732338"/>
            <a:chExt cx="638175" cy="612774"/>
          </a:xfrm>
          <a:solidFill>
            <a:schemeClr val="tx1"/>
          </a:solidFill>
        </p:grpSpPr>
        <p:sp>
          <p:nvSpPr>
            <p:cNvPr id="96" name="Freeform 50">
              <a:extLst>
                <a:ext uri="{FF2B5EF4-FFF2-40B4-BE49-F238E27FC236}">
                  <a16:creationId xmlns:a16="http://schemas.microsoft.com/office/drawing/2014/main" id="{351E1825-047E-4361-870A-A80221EB65E0}"/>
                </a:ext>
              </a:extLst>
            </p:cNvPr>
            <p:cNvSpPr>
              <a:spLocks noEditPoints="1"/>
            </p:cNvSpPr>
            <p:nvPr/>
          </p:nvSpPr>
          <p:spPr bwMode="auto">
            <a:xfrm>
              <a:off x="4616450" y="4883150"/>
              <a:ext cx="638175" cy="461962"/>
            </a:xfrm>
            <a:custGeom>
              <a:avLst/>
              <a:gdLst>
                <a:gd name="T0" fmla="*/ 1731 w 3614"/>
                <a:gd name="T1" fmla="*/ 469 h 2623"/>
                <a:gd name="T2" fmla="*/ 1630 w 3614"/>
                <a:gd name="T3" fmla="*/ 601 h 2623"/>
                <a:gd name="T4" fmla="*/ 1456 w 3614"/>
                <a:gd name="T5" fmla="*/ 738 h 2623"/>
                <a:gd name="T6" fmla="*/ 1390 w 3614"/>
                <a:gd name="T7" fmla="*/ 965 h 2623"/>
                <a:gd name="T8" fmla="*/ 1454 w 3614"/>
                <a:gd name="T9" fmla="*/ 1181 h 2623"/>
                <a:gd name="T10" fmla="*/ 1614 w 3614"/>
                <a:gd name="T11" fmla="*/ 1306 h 2623"/>
                <a:gd name="T12" fmla="*/ 1862 w 3614"/>
                <a:gd name="T13" fmla="*/ 1379 h 2623"/>
                <a:gd name="T14" fmla="*/ 2016 w 3614"/>
                <a:gd name="T15" fmla="*/ 1451 h 2623"/>
                <a:gd name="T16" fmla="*/ 2079 w 3614"/>
                <a:gd name="T17" fmla="*/ 1577 h 2623"/>
                <a:gd name="T18" fmla="*/ 2044 w 3614"/>
                <a:gd name="T19" fmla="*/ 1747 h 2623"/>
                <a:gd name="T20" fmla="*/ 1909 w 3614"/>
                <a:gd name="T21" fmla="*/ 1846 h 2623"/>
                <a:gd name="T22" fmla="*/ 1763 w 3614"/>
                <a:gd name="T23" fmla="*/ 1848 h 2623"/>
                <a:gd name="T24" fmla="*/ 1626 w 3614"/>
                <a:gd name="T25" fmla="*/ 1760 h 2623"/>
                <a:gd name="T26" fmla="*/ 1568 w 3614"/>
                <a:gd name="T27" fmla="*/ 1627 h 2623"/>
                <a:gd name="T28" fmla="*/ 1483 w 3614"/>
                <a:gd name="T29" fmla="*/ 1587 h 2623"/>
                <a:gd name="T30" fmla="*/ 1376 w 3614"/>
                <a:gd name="T31" fmla="*/ 1648 h 2623"/>
                <a:gd name="T32" fmla="*/ 1411 w 3614"/>
                <a:gd name="T33" fmla="*/ 1802 h 2623"/>
                <a:gd name="T34" fmla="*/ 1538 w 3614"/>
                <a:gd name="T35" fmla="*/ 1950 h 2623"/>
                <a:gd name="T36" fmla="*/ 1720 w 3614"/>
                <a:gd name="T37" fmla="*/ 2071 h 2623"/>
                <a:gd name="T38" fmla="*/ 1780 w 3614"/>
                <a:gd name="T39" fmla="*/ 2149 h 2623"/>
                <a:gd name="T40" fmla="*/ 1903 w 3614"/>
                <a:gd name="T41" fmla="*/ 2128 h 2623"/>
                <a:gd name="T42" fmla="*/ 1975 w 3614"/>
                <a:gd name="T43" fmla="*/ 2011 h 2623"/>
                <a:gd name="T44" fmla="*/ 2170 w 3614"/>
                <a:gd name="T45" fmla="*/ 1896 h 2623"/>
                <a:gd name="T46" fmla="*/ 2275 w 3614"/>
                <a:gd name="T47" fmla="*/ 1695 h 2623"/>
                <a:gd name="T48" fmla="*/ 2256 w 3614"/>
                <a:gd name="T49" fmla="*/ 1446 h 2623"/>
                <a:gd name="T50" fmla="*/ 2150 w 3614"/>
                <a:gd name="T51" fmla="*/ 1301 h 2623"/>
                <a:gd name="T52" fmla="*/ 1968 w 3614"/>
                <a:gd name="T53" fmla="*/ 1212 h 2623"/>
                <a:gd name="T54" fmla="*/ 1778 w 3614"/>
                <a:gd name="T55" fmla="*/ 1169 h 2623"/>
                <a:gd name="T56" fmla="*/ 1631 w 3614"/>
                <a:gd name="T57" fmla="*/ 1083 h 2623"/>
                <a:gd name="T58" fmla="*/ 1588 w 3614"/>
                <a:gd name="T59" fmla="*/ 953 h 2623"/>
                <a:gd name="T60" fmla="*/ 1639 w 3614"/>
                <a:gd name="T61" fmla="*/ 816 h 2623"/>
                <a:gd name="T62" fmla="*/ 1786 w 3614"/>
                <a:gd name="T63" fmla="*/ 743 h 2623"/>
                <a:gd name="T64" fmla="*/ 1944 w 3614"/>
                <a:gd name="T65" fmla="*/ 772 h 2623"/>
                <a:gd name="T66" fmla="*/ 2030 w 3614"/>
                <a:gd name="T67" fmla="*/ 884 h 2623"/>
                <a:gd name="T68" fmla="*/ 2101 w 3614"/>
                <a:gd name="T69" fmla="*/ 939 h 2623"/>
                <a:gd name="T70" fmla="*/ 2215 w 3614"/>
                <a:gd name="T71" fmla="*/ 901 h 2623"/>
                <a:gd name="T72" fmla="*/ 2212 w 3614"/>
                <a:gd name="T73" fmla="*/ 786 h 2623"/>
                <a:gd name="T74" fmla="*/ 2083 w 3614"/>
                <a:gd name="T75" fmla="*/ 638 h 2623"/>
                <a:gd name="T76" fmla="*/ 1927 w 3614"/>
                <a:gd name="T77" fmla="*/ 509 h 2623"/>
                <a:gd name="T78" fmla="*/ 1867 w 3614"/>
                <a:gd name="T79" fmla="*/ 431 h 2623"/>
                <a:gd name="T80" fmla="*/ 2380 w 3614"/>
                <a:gd name="T81" fmla="*/ 59 h 2623"/>
                <a:gd name="T82" fmla="*/ 2801 w 3614"/>
                <a:gd name="T83" fmla="*/ 452 h 2623"/>
                <a:gd name="T84" fmla="*/ 3171 w 3614"/>
                <a:gd name="T85" fmla="*/ 952 h 2623"/>
                <a:gd name="T86" fmla="*/ 3455 w 3614"/>
                <a:gd name="T87" fmla="*/ 1490 h 2623"/>
                <a:gd name="T88" fmla="*/ 3589 w 3614"/>
                <a:gd name="T89" fmla="*/ 1965 h 2623"/>
                <a:gd name="T90" fmla="*/ 3611 w 3614"/>
                <a:gd name="T91" fmla="*/ 2335 h 2623"/>
                <a:gd name="T92" fmla="*/ 3517 w 3614"/>
                <a:gd name="T93" fmla="*/ 2525 h 2623"/>
                <a:gd name="T94" fmla="*/ 3326 w 3614"/>
                <a:gd name="T95" fmla="*/ 2619 h 2623"/>
                <a:gd name="T96" fmla="*/ 204 w 3614"/>
                <a:gd name="T97" fmla="*/ 2596 h 2623"/>
                <a:gd name="T98" fmla="*/ 45 w 3614"/>
                <a:gd name="T99" fmla="*/ 2458 h 2623"/>
                <a:gd name="T100" fmla="*/ 1 w 3614"/>
                <a:gd name="T101" fmla="*/ 2215 h 2623"/>
                <a:gd name="T102" fmla="*/ 61 w 3614"/>
                <a:gd name="T103" fmla="*/ 1780 h 2623"/>
                <a:gd name="T104" fmla="*/ 261 w 3614"/>
                <a:gd name="T105" fmla="*/ 1275 h 2623"/>
                <a:gd name="T106" fmla="*/ 583 w 3614"/>
                <a:gd name="T107" fmla="*/ 744 h 2623"/>
                <a:gd name="T108" fmla="*/ 977 w 3614"/>
                <a:gd name="T109" fmla="*/ 279 h 2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14" h="2623">
                  <a:moveTo>
                    <a:pt x="1801" y="428"/>
                  </a:moveTo>
                  <a:lnTo>
                    <a:pt x="1780" y="431"/>
                  </a:lnTo>
                  <a:lnTo>
                    <a:pt x="1761" y="439"/>
                  </a:lnTo>
                  <a:lnTo>
                    <a:pt x="1744" y="452"/>
                  </a:lnTo>
                  <a:lnTo>
                    <a:pt x="1731" y="469"/>
                  </a:lnTo>
                  <a:lnTo>
                    <a:pt x="1723" y="487"/>
                  </a:lnTo>
                  <a:lnTo>
                    <a:pt x="1720" y="509"/>
                  </a:lnTo>
                  <a:lnTo>
                    <a:pt x="1720" y="576"/>
                  </a:lnTo>
                  <a:lnTo>
                    <a:pt x="1674" y="587"/>
                  </a:lnTo>
                  <a:lnTo>
                    <a:pt x="1630" y="601"/>
                  </a:lnTo>
                  <a:lnTo>
                    <a:pt x="1590" y="619"/>
                  </a:lnTo>
                  <a:lnTo>
                    <a:pt x="1552" y="641"/>
                  </a:lnTo>
                  <a:lnTo>
                    <a:pt x="1520" y="666"/>
                  </a:lnTo>
                  <a:lnTo>
                    <a:pt x="1486" y="700"/>
                  </a:lnTo>
                  <a:lnTo>
                    <a:pt x="1456" y="738"/>
                  </a:lnTo>
                  <a:lnTo>
                    <a:pt x="1433" y="777"/>
                  </a:lnTo>
                  <a:lnTo>
                    <a:pt x="1413" y="820"/>
                  </a:lnTo>
                  <a:lnTo>
                    <a:pt x="1400" y="866"/>
                  </a:lnTo>
                  <a:lnTo>
                    <a:pt x="1392" y="915"/>
                  </a:lnTo>
                  <a:lnTo>
                    <a:pt x="1390" y="965"/>
                  </a:lnTo>
                  <a:lnTo>
                    <a:pt x="1392" y="1016"/>
                  </a:lnTo>
                  <a:lnTo>
                    <a:pt x="1401" y="1063"/>
                  </a:lnTo>
                  <a:lnTo>
                    <a:pt x="1414" y="1108"/>
                  </a:lnTo>
                  <a:lnTo>
                    <a:pt x="1434" y="1151"/>
                  </a:lnTo>
                  <a:lnTo>
                    <a:pt x="1454" y="1181"/>
                  </a:lnTo>
                  <a:lnTo>
                    <a:pt x="1477" y="1210"/>
                  </a:lnTo>
                  <a:lnTo>
                    <a:pt x="1502" y="1236"/>
                  </a:lnTo>
                  <a:lnTo>
                    <a:pt x="1531" y="1259"/>
                  </a:lnTo>
                  <a:lnTo>
                    <a:pt x="1562" y="1279"/>
                  </a:lnTo>
                  <a:lnTo>
                    <a:pt x="1614" y="1306"/>
                  </a:lnTo>
                  <a:lnTo>
                    <a:pt x="1666" y="1325"/>
                  </a:lnTo>
                  <a:lnTo>
                    <a:pt x="1719" y="1343"/>
                  </a:lnTo>
                  <a:lnTo>
                    <a:pt x="1773" y="1357"/>
                  </a:lnTo>
                  <a:lnTo>
                    <a:pt x="1829" y="1370"/>
                  </a:lnTo>
                  <a:lnTo>
                    <a:pt x="1862" y="1379"/>
                  </a:lnTo>
                  <a:lnTo>
                    <a:pt x="1896" y="1388"/>
                  </a:lnTo>
                  <a:lnTo>
                    <a:pt x="1929" y="1400"/>
                  </a:lnTo>
                  <a:lnTo>
                    <a:pt x="1960" y="1414"/>
                  </a:lnTo>
                  <a:lnTo>
                    <a:pt x="1990" y="1431"/>
                  </a:lnTo>
                  <a:lnTo>
                    <a:pt x="2016" y="1451"/>
                  </a:lnTo>
                  <a:lnTo>
                    <a:pt x="2040" y="1475"/>
                  </a:lnTo>
                  <a:lnTo>
                    <a:pt x="2055" y="1496"/>
                  </a:lnTo>
                  <a:lnTo>
                    <a:pt x="2066" y="1520"/>
                  </a:lnTo>
                  <a:lnTo>
                    <a:pt x="2074" y="1547"/>
                  </a:lnTo>
                  <a:lnTo>
                    <a:pt x="2079" y="1577"/>
                  </a:lnTo>
                  <a:lnTo>
                    <a:pt x="2081" y="1609"/>
                  </a:lnTo>
                  <a:lnTo>
                    <a:pt x="2079" y="1647"/>
                  </a:lnTo>
                  <a:lnTo>
                    <a:pt x="2071" y="1683"/>
                  </a:lnTo>
                  <a:lnTo>
                    <a:pt x="2060" y="1716"/>
                  </a:lnTo>
                  <a:lnTo>
                    <a:pt x="2044" y="1747"/>
                  </a:lnTo>
                  <a:lnTo>
                    <a:pt x="2023" y="1775"/>
                  </a:lnTo>
                  <a:lnTo>
                    <a:pt x="1999" y="1799"/>
                  </a:lnTo>
                  <a:lnTo>
                    <a:pt x="1971" y="1818"/>
                  </a:lnTo>
                  <a:lnTo>
                    <a:pt x="1941" y="1834"/>
                  </a:lnTo>
                  <a:lnTo>
                    <a:pt x="1909" y="1846"/>
                  </a:lnTo>
                  <a:lnTo>
                    <a:pt x="1874" y="1854"/>
                  </a:lnTo>
                  <a:lnTo>
                    <a:pt x="1853" y="1856"/>
                  </a:lnTo>
                  <a:lnTo>
                    <a:pt x="1832" y="1857"/>
                  </a:lnTo>
                  <a:lnTo>
                    <a:pt x="1797" y="1855"/>
                  </a:lnTo>
                  <a:lnTo>
                    <a:pt x="1763" y="1848"/>
                  </a:lnTo>
                  <a:lnTo>
                    <a:pt x="1731" y="1838"/>
                  </a:lnTo>
                  <a:lnTo>
                    <a:pt x="1700" y="1824"/>
                  </a:lnTo>
                  <a:lnTo>
                    <a:pt x="1673" y="1806"/>
                  </a:lnTo>
                  <a:lnTo>
                    <a:pt x="1648" y="1784"/>
                  </a:lnTo>
                  <a:lnTo>
                    <a:pt x="1626" y="1760"/>
                  </a:lnTo>
                  <a:lnTo>
                    <a:pt x="1611" y="1738"/>
                  </a:lnTo>
                  <a:lnTo>
                    <a:pt x="1597" y="1712"/>
                  </a:lnTo>
                  <a:lnTo>
                    <a:pt x="1586" y="1682"/>
                  </a:lnTo>
                  <a:lnTo>
                    <a:pt x="1575" y="1647"/>
                  </a:lnTo>
                  <a:lnTo>
                    <a:pt x="1568" y="1627"/>
                  </a:lnTo>
                  <a:lnTo>
                    <a:pt x="1557" y="1612"/>
                  </a:lnTo>
                  <a:lnTo>
                    <a:pt x="1541" y="1599"/>
                  </a:lnTo>
                  <a:lnTo>
                    <a:pt x="1524" y="1590"/>
                  </a:lnTo>
                  <a:lnTo>
                    <a:pt x="1504" y="1586"/>
                  </a:lnTo>
                  <a:lnTo>
                    <a:pt x="1483" y="1587"/>
                  </a:lnTo>
                  <a:lnTo>
                    <a:pt x="1438" y="1594"/>
                  </a:lnTo>
                  <a:lnTo>
                    <a:pt x="1418" y="1601"/>
                  </a:lnTo>
                  <a:lnTo>
                    <a:pt x="1399" y="1613"/>
                  </a:lnTo>
                  <a:lnTo>
                    <a:pt x="1386" y="1630"/>
                  </a:lnTo>
                  <a:lnTo>
                    <a:pt x="1376" y="1648"/>
                  </a:lnTo>
                  <a:lnTo>
                    <a:pt x="1372" y="1669"/>
                  </a:lnTo>
                  <a:lnTo>
                    <a:pt x="1373" y="1691"/>
                  </a:lnTo>
                  <a:lnTo>
                    <a:pt x="1384" y="1731"/>
                  </a:lnTo>
                  <a:lnTo>
                    <a:pt x="1396" y="1767"/>
                  </a:lnTo>
                  <a:lnTo>
                    <a:pt x="1411" y="1802"/>
                  </a:lnTo>
                  <a:lnTo>
                    <a:pt x="1430" y="1834"/>
                  </a:lnTo>
                  <a:lnTo>
                    <a:pt x="1454" y="1869"/>
                  </a:lnTo>
                  <a:lnTo>
                    <a:pt x="1480" y="1900"/>
                  </a:lnTo>
                  <a:lnTo>
                    <a:pt x="1509" y="1927"/>
                  </a:lnTo>
                  <a:lnTo>
                    <a:pt x="1538" y="1950"/>
                  </a:lnTo>
                  <a:lnTo>
                    <a:pt x="1570" y="1969"/>
                  </a:lnTo>
                  <a:lnTo>
                    <a:pt x="1617" y="1990"/>
                  </a:lnTo>
                  <a:lnTo>
                    <a:pt x="1668" y="2007"/>
                  </a:lnTo>
                  <a:lnTo>
                    <a:pt x="1720" y="2019"/>
                  </a:lnTo>
                  <a:lnTo>
                    <a:pt x="1720" y="2071"/>
                  </a:lnTo>
                  <a:lnTo>
                    <a:pt x="1723" y="2093"/>
                  </a:lnTo>
                  <a:lnTo>
                    <a:pt x="1731" y="2112"/>
                  </a:lnTo>
                  <a:lnTo>
                    <a:pt x="1744" y="2128"/>
                  </a:lnTo>
                  <a:lnTo>
                    <a:pt x="1761" y="2141"/>
                  </a:lnTo>
                  <a:lnTo>
                    <a:pt x="1780" y="2149"/>
                  </a:lnTo>
                  <a:lnTo>
                    <a:pt x="1801" y="2152"/>
                  </a:lnTo>
                  <a:lnTo>
                    <a:pt x="1846" y="2152"/>
                  </a:lnTo>
                  <a:lnTo>
                    <a:pt x="1867" y="2149"/>
                  </a:lnTo>
                  <a:lnTo>
                    <a:pt x="1887" y="2141"/>
                  </a:lnTo>
                  <a:lnTo>
                    <a:pt x="1903" y="2128"/>
                  </a:lnTo>
                  <a:lnTo>
                    <a:pt x="1915" y="2112"/>
                  </a:lnTo>
                  <a:lnTo>
                    <a:pt x="1924" y="2093"/>
                  </a:lnTo>
                  <a:lnTo>
                    <a:pt x="1927" y="2071"/>
                  </a:lnTo>
                  <a:lnTo>
                    <a:pt x="1927" y="2022"/>
                  </a:lnTo>
                  <a:lnTo>
                    <a:pt x="1975" y="2011"/>
                  </a:lnTo>
                  <a:lnTo>
                    <a:pt x="2020" y="1996"/>
                  </a:lnTo>
                  <a:lnTo>
                    <a:pt x="2061" y="1977"/>
                  </a:lnTo>
                  <a:lnTo>
                    <a:pt x="2101" y="1954"/>
                  </a:lnTo>
                  <a:lnTo>
                    <a:pt x="2137" y="1927"/>
                  </a:lnTo>
                  <a:lnTo>
                    <a:pt x="2170" y="1896"/>
                  </a:lnTo>
                  <a:lnTo>
                    <a:pt x="2200" y="1861"/>
                  </a:lnTo>
                  <a:lnTo>
                    <a:pt x="2226" y="1823"/>
                  </a:lnTo>
                  <a:lnTo>
                    <a:pt x="2246" y="1782"/>
                  </a:lnTo>
                  <a:lnTo>
                    <a:pt x="2263" y="1740"/>
                  </a:lnTo>
                  <a:lnTo>
                    <a:pt x="2275" y="1695"/>
                  </a:lnTo>
                  <a:lnTo>
                    <a:pt x="2282" y="1647"/>
                  </a:lnTo>
                  <a:lnTo>
                    <a:pt x="2284" y="1598"/>
                  </a:lnTo>
                  <a:lnTo>
                    <a:pt x="2280" y="1545"/>
                  </a:lnTo>
                  <a:lnTo>
                    <a:pt x="2272" y="1494"/>
                  </a:lnTo>
                  <a:lnTo>
                    <a:pt x="2256" y="1446"/>
                  </a:lnTo>
                  <a:lnTo>
                    <a:pt x="2241" y="1412"/>
                  </a:lnTo>
                  <a:lnTo>
                    <a:pt x="2222" y="1381"/>
                  </a:lnTo>
                  <a:lnTo>
                    <a:pt x="2201" y="1352"/>
                  </a:lnTo>
                  <a:lnTo>
                    <a:pt x="2177" y="1325"/>
                  </a:lnTo>
                  <a:lnTo>
                    <a:pt x="2150" y="1301"/>
                  </a:lnTo>
                  <a:lnTo>
                    <a:pt x="2119" y="1278"/>
                  </a:lnTo>
                  <a:lnTo>
                    <a:pt x="2085" y="1257"/>
                  </a:lnTo>
                  <a:lnTo>
                    <a:pt x="2047" y="1239"/>
                  </a:lnTo>
                  <a:lnTo>
                    <a:pt x="2009" y="1224"/>
                  </a:lnTo>
                  <a:lnTo>
                    <a:pt x="1968" y="1212"/>
                  </a:lnTo>
                  <a:lnTo>
                    <a:pt x="1926" y="1202"/>
                  </a:lnTo>
                  <a:lnTo>
                    <a:pt x="1885" y="1195"/>
                  </a:lnTo>
                  <a:lnTo>
                    <a:pt x="1848" y="1187"/>
                  </a:lnTo>
                  <a:lnTo>
                    <a:pt x="1813" y="1179"/>
                  </a:lnTo>
                  <a:lnTo>
                    <a:pt x="1778" y="1169"/>
                  </a:lnTo>
                  <a:lnTo>
                    <a:pt x="1744" y="1158"/>
                  </a:lnTo>
                  <a:lnTo>
                    <a:pt x="1713" y="1144"/>
                  </a:lnTo>
                  <a:lnTo>
                    <a:pt x="1683" y="1128"/>
                  </a:lnTo>
                  <a:lnTo>
                    <a:pt x="1656" y="1108"/>
                  </a:lnTo>
                  <a:lnTo>
                    <a:pt x="1631" y="1083"/>
                  </a:lnTo>
                  <a:lnTo>
                    <a:pt x="1616" y="1061"/>
                  </a:lnTo>
                  <a:lnTo>
                    <a:pt x="1604" y="1036"/>
                  </a:lnTo>
                  <a:lnTo>
                    <a:pt x="1595" y="1011"/>
                  </a:lnTo>
                  <a:lnTo>
                    <a:pt x="1590" y="983"/>
                  </a:lnTo>
                  <a:lnTo>
                    <a:pt x="1588" y="953"/>
                  </a:lnTo>
                  <a:lnTo>
                    <a:pt x="1590" y="922"/>
                  </a:lnTo>
                  <a:lnTo>
                    <a:pt x="1596" y="893"/>
                  </a:lnTo>
                  <a:lnTo>
                    <a:pt x="1606" y="865"/>
                  </a:lnTo>
                  <a:lnTo>
                    <a:pt x="1620" y="840"/>
                  </a:lnTo>
                  <a:lnTo>
                    <a:pt x="1639" y="816"/>
                  </a:lnTo>
                  <a:lnTo>
                    <a:pt x="1662" y="794"/>
                  </a:lnTo>
                  <a:lnTo>
                    <a:pt x="1689" y="775"/>
                  </a:lnTo>
                  <a:lnTo>
                    <a:pt x="1719" y="761"/>
                  </a:lnTo>
                  <a:lnTo>
                    <a:pt x="1752" y="750"/>
                  </a:lnTo>
                  <a:lnTo>
                    <a:pt x="1786" y="743"/>
                  </a:lnTo>
                  <a:lnTo>
                    <a:pt x="1822" y="741"/>
                  </a:lnTo>
                  <a:lnTo>
                    <a:pt x="1855" y="742"/>
                  </a:lnTo>
                  <a:lnTo>
                    <a:pt x="1887" y="749"/>
                  </a:lnTo>
                  <a:lnTo>
                    <a:pt x="1916" y="759"/>
                  </a:lnTo>
                  <a:lnTo>
                    <a:pt x="1944" y="772"/>
                  </a:lnTo>
                  <a:lnTo>
                    <a:pt x="1968" y="788"/>
                  </a:lnTo>
                  <a:lnTo>
                    <a:pt x="1990" y="809"/>
                  </a:lnTo>
                  <a:lnTo>
                    <a:pt x="2005" y="830"/>
                  </a:lnTo>
                  <a:lnTo>
                    <a:pt x="2020" y="855"/>
                  </a:lnTo>
                  <a:lnTo>
                    <a:pt x="2030" y="884"/>
                  </a:lnTo>
                  <a:lnTo>
                    <a:pt x="2039" y="901"/>
                  </a:lnTo>
                  <a:lnTo>
                    <a:pt x="2050" y="916"/>
                  </a:lnTo>
                  <a:lnTo>
                    <a:pt x="2066" y="927"/>
                  </a:lnTo>
                  <a:lnTo>
                    <a:pt x="2082" y="934"/>
                  </a:lnTo>
                  <a:lnTo>
                    <a:pt x="2101" y="939"/>
                  </a:lnTo>
                  <a:lnTo>
                    <a:pt x="2119" y="938"/>
                  </a:lnTo>
                  <a:lnTo>
                    <a:pt x="2163" y="932"/>
                  </a:lnTo>
                  <a:lnTo>
                    <a:pt x="2183" y="925"/>
                  </a:lnTo>
                  <a:lnTo>
                    <a:pt x="2200" y="916"/>
                  </a:lnTo>
                  <a:lnTo>
                    <a:pt x="2215" y="901"/>
                  </a:lnTo>
                  <a:lnTo>
                    <a:pt x="2226" y="884"/>
                  </a:lnTo>
                  <a:lnTo>
                    <a:pt x="2231" y="865"/>
                  </a:lnTo>
                  <a:lnTo>
                    <a:pt x="2232" y="844"/>
                  </a:lnTo>
                  <a:lnTo>
                    <a:pt x="2228" y="824"/>
                  </a:lnTo>
                  <a:lnTo>
                    <a:pt x="2212" y="786"/>
                  </a:lnTo>
                  <a:lnTo>
                    <a:pt x="2193" y="751"/>
                  </a:lnTo>
                  <a:lnTo>
                    <a:pt x="2170" y="718"/>
                  </a:lnTo>
                  <a:lnTo>
                    <a:pt x="2143" y="688"/>
                  </a:lnTo>
                  <a:lnTo>
                    <a:pt x="2115" y="661"/>
                  </a:lnTo>
                  <a:lnTo>
                    <a:pt x="2083" y="638"/>
                  </a:lnTo>
                  <a:lnTo>
                    <a:pt x="2048" y="618"/>
                  </a:lnTo>
                  <a:lnTo>
                    <a:pt x="2011" y="600"/>
                  </a:lnTo>
                  <a:lnTo>
                    <a:pt x="1970" y="587"/>
                  </a:lnTo>
                  <a:lnTo>
                    <a:pt x="1927" y="577"/>
                  </a:lnTo>
                  <a:lnTo>
                    <a:pt x="1927" y="509"/>
                  </a:lnTo>
                  <a:lnTo>
                    <a:pt x="1924" y="488"/>
                  </a:lnTo>
                  <a:lnTo>
                    <a:pt x="1916" y="469"/>
                  </a:lnTo>
                  <a:lnTo>
                    <a:pt x="1903" y="452"/>
                  </a:lnTo>
                  <a:lnTo>
                    <a:pt x="1887" y="439"/>
                  </a:lnTo>
                  <a:lnTo>
                    <a:pt x="1867" y="431"/>
                  </a:lnTo>
                  <a:lnTo>
                    <a:pt x="1846" y="428"/>
                  </a:lnTo>
                  <a:lnTo>
                    <a:pt x="1801" y="428"/>
                  </a:lnTo>
                  <a:close/>
                  <a:moveTo>
                    <a:pt x="1321" y="0"/>
                  </a:moveTo>
                  <a:lnTo>
                    <a:pt x="2292" y="0"/>
                  </a:lnTo>
                  <a:lnTo>
                    <a:pt x="2380" y="59"/>
                  </a:lnTo>
                  <a:lnTo>
                    <a:pt x="2467" y="126"/>
                  </a:lnTo>
                  <a:lnTo>
                    <a:pt x="2553" y="199"/>
                  </a:lnTo>
                  <a:lnTo>
                    <a:pt x="2638" y="279"/>
                  </a:lnTo>
                  <a:lnTo>
                    <a:pt x="2720" y="363"/>
                  </a:lnTo>
                  <a:lnTo>
                    <a:pt x="2801" y="452"/>
                  </a:lnTo>
                  <a:lnTo>
                    <a:pt x="2880" y="547"/>
                  </a:lnTo>
                  <a:lnTo>
                    <a:pt x="2957" y="643"/>
                  </a:lnTo>
                  <a:lnTo>
                    <a:pt x="3031" y="744"/>
                  </a:lnTo>
                  <a:lnTo>
                    <a:pt x="3103" y="848"/>
                  </a:lnTo>
                  <a:lnTo>
                    <a:pt x="3171" y="952"/>
                  </a:lnTo>
                  <a:lnTo>
                    <a:pt x="3235" y="1059"/>
                  </a:lnTo>
                  <a:lnTo>
                    <a:pt x="3296" y="1167"/>
                  </a:lnTo>
                  <a:lnTo>
                    <a:pt x="3354" y="1275"/>
                  </a:lnTo>
                  <a:lnTo>
                    <a:pt x="3406" y="1382"/>
                  </a:lnTo>
                  <a:lnTo>
                    <a:pt x="3455" y="1490"/>
                  </a:lnTo>
                  <a:lnTo>
                    <a:pt x="3494" y="1588"/>
                  </a:lnTo>
                  <a:lnTo>
                    <a:pt x="3526" y="1684"/>
                  </a:lnTo>
                  <a:lnTo>
                    <a:pt x="3552" y="1780"/>
                  </a:lnTo>
                  <a:lnTo>
                    <a:pt x="3573" y="1873"/>
                  </a:lnTo>
                  <a:lnTo>
                    <a:pt x="3589" y="1965"/>
                  </a:lnTo>
                  <a:lnTo>
                    <a:pt x="3600" y="2052"/>
                  </a:lnTo>
                  <a:lnTo>
                    <a:pt x="3608" y="2136"/>
                  </a:lnTo>
                  <a:lnTo>
                    <a:pt x="3613" y="2215"/>
                  </a:lnTo>
                  <a:lnTo>
                    <a:pt x="3614" y="2289"/>
                  </a:lnTo>
                  <a:lnTo>
                    <a:pt x="3611" y="2335"/>
                  </a:lnTo>
                  <a:lnTo>
                    <a:pt x="3603" y="2378"/>
                  </a:lnTo>
                  <a:lnTo>
                    <a:pt x="3588" y="2419"/>
                  </a:lnTo>
                  <a:lnTo>
                    <a:pt x="3569" y="2458"/>
                  </a:lnTo>
                  <a:lnTo>
                    <a:pt x="3545" y="2493"/>
                  </a:lnTo>
                  <a:lnTo>
                    <a:pt x="3517" y="2525"/>
                  </a:lnTo>
                  <a:lnTo>
                    <a:pt x="3484" y="2553"/>
                  </a:lnTo>
                  <a:lnTo>
                    <a:pt x="3449" y="2577"/>
                  </a:lnTo>
                  <a:lnTo>
                    <a:pt x="3411" y="2596"/>
                  </a:lnTo>
                  <a:lnTo>
                    <a:pt x="3369" y="2610"/>
                  </a:lnTo>
                  <a:lnTo>
                    <a:pt x="3326" y="2619"/>
                  </a:lnTo>
                  <a:lnTo>
                    <a:pt x="3280" y="2623"/>
                  </a:lnTo>
                  <a:lnTo>
                    <a:pt x="333" y="2623"/>
                  </a:lnTo>
                  <a:lnTo>
                    <a:pt x="288" y="2619"/>
                  </a:lnTo>
                  <a:lnTo>
                    <a:pt x="244" y="2610"/>
                  </a:lnTo>
                  <a:lnTo>
                    <a:pt x="204" y="2596"/>
                  </a:lnTo>
                  <a:lnTo>
                    <a:pt x="164" y="2577"/>
                  </a:lnTo>
                  <a:lnTo>
                    <a:pt x="129" y="2553"/>
                  </a:lnTo>
                  <a:lnTo>
                    <a:pt x="98" y="2525"/>
                  </a:lnTo>
                  <a:lnTo>
                    <a:pt x="69" y="2493"/>
                  </a:lnTo>
                  <a:lnTo>
                    <a:pt x="45" y="2458"/>
                  </a:lnTo>
                  <a:lnTo>
                    <a:pt x="26" y="2419"/>
                  </a:lnTo>
                  <a:lnTo>
                    <a:pt x="12" y="2378"/>
                  </a:lnTo>
                  <a:lnTo>
                    <a:pt x="3" y="2335"/>
                  </a:lnTo>
                  <a:lnTo>
                    <a:pt x="0" y="2289"/>
                  </a:lnTo>
                  <a:lnTo>
                    <a:pt x="1" y="2215"/>
                  </a:lnTo>
                  <a:lnTo>
                    <a:pt x="5" y="2136"/>
                  </a:lnTo>
                  <a:lnTo>
                    <a:pt x="13" y="2052"/>
                  </a:lnTo>
                  <a:lnTo>
                    <a:pt x="25" y="1965"/>
                  </a:lnTo>
                  <a:lnTo>
                    <a:pt x="41" y="1873"/>
                  </a:lnTo>
                  <a:lnTo>
                    <a:pt x="61" y="1780"/>
                  </a:lnTo>
                  <a:lnTo>
                    <a:pt x="88" y="1684"/>
                  </a:lnTo>
                  <a:lnTo>
                    <a:pt x="121" y="1588"/>
                  </a:lnTo>
                  <a:lnTo>
                    <a:pt x="159" y="1490"/>
                  </a:lnTo>
                  <a:lnTo>
                    <a:pt x="208" y="1382"/>
                  </a:lnTo>
                  <a:lnTo>
                    <a:pt x="261" y="1275"/>
                  </a:lnTo>
                  <a:lnTo>
                    <a:pt x="318" y="1167"/>
                  </a:lnTo>
                  <a:lnTo>
                    <a:pt x="379" y="1059"/>
                  </a:lnTo>
                  <a:lnTo>
                    <a:pt x="444" y="952"/>
                  </a:lnTo>
                  <a:lnTo>
                    <a:pt x="512" y="848"/>
                  </a:lnTo>
                  <a:lnTo>
                    <a:pt x="583" y="744"/>
                  </a:lnTo>
                  <a:lnTo>
                    <a:pt x="657" y="643"/>
                  </a:lnTo>
                  <a:lnTo>
                    <a:pt x="733" y="547"/>
                  </a:lnTo>
                  <a:lnTo>
                    <a:pt x="812" y="452"/>
                  </a:lnTo>
                  <a:lnTo>
                    <a:pt x="894" y="363"/>
                  </a:lnTo>
                  <a:lnTo>
                    <a:pt x="977" y="279"/>
                  </a:lnTo>
                  <a:lnTo>
                    <a:pt x="1061" y="199"/>
                  </a:lnTo>
                  <a:lnTo>
                    <a:pt x="1147" y="126"/>
                  </a:lnTo>
                  <a:lnTo>
                    <a:pt x="1233" y="59"/>
                  </a:lnTo>
                  <a:lnTo>
                    <a:pt x="1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97" name="Freeform 51">
              <a:extLst>
                <a:ext uri="{FF2B5EF4-FFF2-40B4-BE49-F238E27FC236}">
                  <a16:creationId xmlns:a16="http://schemas.microsoft.com/office/drawing/2014/main" id="{4ACD8BCF-D3D3-4565-B4F0-2EEE08EA9E9F}"/>
                </a:ext>
              </a:extLst>
            </p:cNvPr>
            <p:cNvSpPr>
              <a:spLocks/>
            </p:cNvSpPr>
            <p:nvPr/>
          </p:nvSpPr>
          <p:spPr bwMode="auto">
            <a:xfrm>
              <a:off x="4800600" y="4732338"/>
              <a:ext cx="276225" cy="115887"/>
            </a:xfrm>
            <a:custGeom>
              <a:avLst/>
              <a:gdLst>
                <a:gd name="T0" fmla="*/ 780 w 1563"/>
                <a:gd name="T1" fmla="*/ 0 h 657"/>
                <a:gd name="T2" fmla="*/ 782 w 1563"/>
                <a:gd name="T3" fmla="*/ 0 h 657"/>
                <a:gd name="T4" fmla="*/ 1417 w 1563"/>
                <a:gd name="T5" fmla="*/ 2 h 657"/>
                <a:gd name="T6" fmla="*/ 1448 w 1563"/>
                <a:gd name="T7" fmla="*/ 6 h 657"/>
                <a:gd name="T8" fmla="*/ 1475 w 1563"/>
                <a:gd name="T9" fmla="*/ 15 h 657"/>
                <a:gd name="T10" fmla="*/ 1501 w 1563"/>
                <a:gd name="T11" fmla="*/ 28 h 657"/>
                <a:gd name="T12" fmla="*/ 1521 w 1563"/>
                <a:gd name="T13" fmla="*/ 46 h 657"/>
                <a:gd name="T14" fmla="*/ 1539 w 1563"/>
                <a:gd name="T15" fmla="*/ 67 h 657"/>
                <a:gd name="T16" fmla="*/ 1551 w 1563"/>
                <a:gd name="T17" fmla="*/ 91 h 657"/>
                <a:gd name="T18" fmla="*/ 1560 w 1563"/>
                <a:gd name="T19" fmla="*/ 118 h 657"/>
                <a:gd name="T20" fmla="*/ 1563 w 1563"/>
                <a:gd name="T21" fmla="*/ 145 h 657"/>
                <a:gd name="T22" fmla="*/ 1561 w 1563"/>
                <a:gd name="T23" fmla="*/ 174 h 657"/>
                <a:gd name="T24" fmla="*/ 1552 w 1563"/>
                <a:gd name="T25" fmla="*/ 202 h 657"/>
                <a:gd name="T26" fmla="*/ 1538 w 1563"/>
                <a:gd name="T27" fmla="*/ 229 h 657"/>
                <a:gd name="T28" fmla="*/ 1254 w 1563"/>
                <a:gd name="T29" fmla="*/ 657 h 657"/>
                <a:gd name="T30" fmla="*/ 310 w 1563"/>
                <a:gd name="T31" fmla="*/ 657 h 657"/>
                <a:gd name="T32" fmla="*/ 25 w 1563"/>
                <a:gd name="T33" fmla="*/ 229 h 657"/>
                <a:gd name="T34" fmla="*/ 11 w 1563"/>
                <a:gd name="T35" fmla="*/ 202 h 657"/>
                <a:gd name="T36" fmla="*/ 2 w 1563"/>
                <a:gd name="T37" fmla="*/ 174 h 657"/>
                <a:gd name="T38" fmla="*/ 0 w 1563"/>
                <a:gd name="T39" fmla="*/ 145 h 657"/>
                <a:gd name="T40" fmla="*/ 3 w 1563"/>
                <a:gd name="T41" fmla="*/ 118 h 657"/>
                <a:gd name="T42" fmla="*/ 12 w 1563"/>
                <a:gd name="T43" fmla="*/ 91 h 657"/>
                <a:gd name="T44" fmla="*/ 25 w 1563"/>
                <a:gd name="T45" fmla="*/ 67 h 657"/>
                <a:gd name="T46" fmla="*/ 41 w 1563"/>
                <a:gd name="T47" fmla="*/ 46 h 657"/>
                <a:gd name="T48" fmla="*/ 63 w 1563"/>
                <a:gd name="T49" fmla="*/ 28 h 657"/>
                <a:gd name="T50" fmla="*/ 87 w 1563"/>
                <a:gd name="T51" fmla="*/ 15 h 657"/>
                <a:gd name="T52" fmla="*/ 115 w 1563"/>
                <a:gd name="T53" fmla="*/ 6 h 657"/>
                <a:gd name="T54" fmla="*/ 145 w 1563"/>
                <a:gd name="T55" fmla="*/ 2 h 657"/>
                <a:gd name="T56" fmla="*/ 780 w 1563"/>
                <a:gd name="T57"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3" h="657">
                  <a:moveTo>
                    <a:pt x="780" y="0"/>
                  </a:moveTo>
                  <a:lnTo>
                    <a:pt x="782" y="0"/>
                  </a:lnTo>
                  <a:lnTo>
                    <a:pt x="1417" y="2"/>
                  </a:lnTo>
                  <a:lnTo>
                    <a:pt x="1448" y="6"/>
                  </a:lnTo>
                  <a:lnTo>
                    <a:pt x="1475" y="15"/>
                  </a:lnTo>
                  <a:lnTo>
                    <a:pt x="1501" y="28"/>
                  </a:lnTo>
                  <a:lnTo>
                    <a:pt x="1521" y="46"/>
                  </a:lnTo>
                  <a:lnTo>
                    <a:pt x="1539" y="67"/>
                  </a:lnTo>
                  <a:lnTo>
                    <a:pt x="1551" y="91"/>
                  </a:lnTo>
                  <a:lnTo>
                    <a:pt x="1560" y="118"/>
                  </a:lnTo>
                  <a:lnTo>
                    <a:pt x="1563" y="145"/>
                  </a:lnTo>
                  <a:lnTo>
                    <a:pt x="1561" y="174"/>
                  </a:lnTo>
                  <a:lnTo>
                    <a:pt x="1552" y="202"/>
                  </a:lnTo>
                  <a:lnTo>
                    <a:pt x="1538" y="229"/>
                  </a:lnTo>
                  <a:lnTo>
                    <a:pt x="1254" y="657"/>
                  </a:lnTo>
                  <a:lnTo>
                    <a:pt x="310" y="657"/>
                  </a:lnTo>
                  <a:lnTo>
                    <a:pt x="25" y="229"/>
                  </a:lnTo>
                  <a:lnTo>
                    <a:pt x="11" y="202"/>
                  </a:lnTo>
                  <a:lnTo>
                    <a:pt x="2" y="174"/>
                  </a:lnTo>
                  <a:lnTo>
                    <a:pt x="0" y="145"/>
                  </a:lnTo>
                  <a:lnTo>
                    <a:pt x="3" y="118"/>
                  </a:lnTo>
                  <a:lnTo>
                    <a:pt x="12" y="91"/>
                  </a:lnTo>
                  <a:lnTo>
                    <a:pt x="25" y="67"/>
                  </a:lnTo>
                  <a:lnTo>
                    <a:pt x="41" y="46"/>
                  </a:lnTo>
                  <a:lnTo>
                    <a:pt x="63" y="28"/>
                  </a:lnTo>
                  <a:lnTo>
                    <a:pt x="87" y="15"/>
                  </a:lnTo>
                  <a:lnTo>
                    <a:pt x="115" y="6"/>
                  </a:lnTo>
                  <a:lnTo>
                    <a:pt x="145" y="2"/>
                  </a:lnTo>
                  <a:lnTo>
                    <a:pt x="7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sp>
        <p:nvSpPr>
          <p:cNvPr id="102" name="TextBox 101">
            <a:extLst>
              <a:ext uri="{FF2B5EF4-FFF2-40B4-BE49-F238E27FC236}">
                <a16:creationId xmlns:a16="http://schemas.microsoft.com/office/drawing/2014/main" id="{4D4046AF-A5F4-47C3-8507-438D4A0B1B6E}"/>
              </a:ext>
            </a:extLst>
          </p:cNvPr>
          <p:cNvSpPr txBox="1"/>
          <p:nvPr/>
        </p:nvSpPr>
        <p:spPr>
          <a:xfrm>
            <a:off x="7390718" y="1751468"/>
            <a:ext cx="2309778" cy="400110"/>
          </a:xfrm>
          <a:prstGeom prst="rect">
            <a:avLst/>
          </a:prstGeom>
          <a:noFill/>
        </p:spPr>
        <p:txBody>
          <a:bodyPr wrap="square" rtlCol="0">
            <a:spAutoFit/>
          </a:bodyPr>
          <a:lstStyle/>
          <a:p>
            <a:r>
              <a:rPr lang="en-US" sz="2000" b="1" dirty="0">
                <a:solidFill>
                  <a:schemeClr val="bg1"/>
                </a:solidFill>
                <a:latin typeface="Arial" panose="020B0604020202020204" pitchFamily="34" charset="0"/>
                <a:cs typeface="Arial" panose="020B0604020202020204" pitchFamily="34" charset="0"/>
              </a:rPr>
              <a:t>ROC-AUC</a:t>
            </a:r>
            <a:endParaRPr lang="en-US" sz="2000" b="1" dirty="0">
              <a:solidFill>
                <a:schemeClr val="bg1"/>
              </a:solidFill>
              <a:latin typeface="Arial" panose="020B0604020202020204" pitchFamily="34" charset="0"/>
              <a:ea typeface="Calibri Light" charset="0"/>
              <a:cs typeface="Arial" panose="020B0604020202020204" pitchFamily="34" charset="0"/>
            </a:endParaRPr>
          </a:p>
        </p:txBody>
      </p:sp>
      <p:grpSp>
        <p:nvGrpSpPr>
          <p:cNvPr id="109" name="Group 108">
            <a:extLst>
              <a:ext uri="{FF2B5EF4-FFF2-40B4-BE49-F238E27FC236}">
                <a16:creationId xmlns:a16="http://schemas.microsoft.com/office/drawing/2014/main" id="{34982FD2-CA58-4D68-AEFC-9EBC64B30159}"/>
              </a:ext>
            </a:extLst>
          </p:cNvPr>
          <p:cNvGrpSpPr/>
          <p:nvPr/>
        </p:nvGrpSpPr>
        <p:grpSpPr>
          <a:xfrm>
            <a:off x="9469424" y="1712394"/>
            <a:ext cx="766728" cy="685997"/>
            <a:chOff x="4276725" y="4691063"/>
            <a:chExt cx="347663" cy="349250"/>
          </a:xfrm>
          <a:solidFill>
            <a:schemeClr val="bg1"/>
          </a:solidFill>
        </p:grpSpPr>
        <p:sp>
          <p:nvSpPr>
            <p:cNvPr id="110" name="Freeform 56">
              <a:extLst>
                <a:ext uri="{FF2B5EF4-FFF2-40B4-BE49-F238E27FC236}">
                  <a16:creationId xmlns:a16="http://schemas.microsoft.com/office/drawing/2014/main" id="{9F895B65-99BB-4088-8F15-C3AE3B1830B1}"/>
                </a:ext>
              </a:extLst>
            </p:cNvPr>
            <p:cNvSpPr>
              <a:spLocks noEditPoints="1"/>
            </p:cNvSpPr>
            <p:nvPr/>
          </p:nvSpPr>
          <p:spPr bwMode="auto">
            <a:xfrm>
              <a:off x="4340225" y="4691063"/>
              <a:ext cx="284163" cy="161925"/>
            </a:xfrm>
            <a:custGeom>
              <a:avLst/>
              <a:gdLst>
                <a:gd name="T0" fmla="*/ 2252 w 2690"/>
                <a:gd name="T1" fmla="*/ 1266 h 1529"/>
                <a:gd name="T2" fmla="*/ 2362 w 2690"/>
                <a:gd name="T3" fmla="*/ 1202 h 1529"/>
                <a:gd name="T4" fmla="*/ 2182 w 2690"/>
                <a:gd name="T5" fmla="*/ 848 h 1529"/>
                <a:gd name="T6" fmla="*/ 2007 w 2690"/>
                <a:gd name="T7" fmla="*/ 1266 h 1529"/>
                <a:gd name="T8" fmla="*/ 2210 w 2690"/>
                <a:gd name="T9" fmla="*/ 889 h 1529"/>
                <a:gd name="T10" fmla="*/ 1945 w 2690"/>
                <a:gd name="T11" fmla="*/ 591 h 1529"/>
                <a:gd name="T12" fmla="*/ 1661 w 2690"/>
                <a:gd name="T13" fmla="*/ 1266 h 1529"/>
                <a:gd name="T14" fmla="*/ 1986 w 2690"/>
                <a:gd name="T15" fmla="*/ 628 h 1529"/>
                <a:gd name="T16" fmla="*/ 1657 w 2690"/>
                <a:gd name="T17" fmla="*/ 403 h 1529"/>
                <a:gd name="T18" fmla="*/ 1210 w 2690"/>
                <a:gd name="T19" fmla="*/ 1266 h 1529"/>
                <a:gd name="T20" fmla="*/ 1782 w 2690"/>
                <a:gd name="T21" fmla="*/ 471 h 1529"/>
                <a:gd name="T22" fmla="*/ 1657 w 2690"/>
                <a:gd name="T23" fmla="*/ 403 h 1529"/>
                <a:gd name="T24" fmla="*/ 574 w 2690"/>
                <a:gd name="T25" fmla="*/ 348 h 1529"/>
                <a:gd name="T26" fmla="*/ 445 w 2690"/>
                <a:gd name="T27" fmla="*/ 403 h 1529"/>
                <a:gd name="T28" fmla="*/ 478 w 2690"/>
                <a:gd name="T29" fmla="*/ 530 h 1529"/>
                <a:gd name="T30" fmla="*/ 1318 w 2690"/>
                <a:gd name="T31" fmla="*/ 289 h 1529"/>
                <a:gd name="T32" fmla="*/ 990 w 2690"/>
                <a:gd name="T33" fmla="*/ 1045 h 1529"/>
                <a:gd name="T34" fmla="*/ 1392 w 2690"/>
                <a:gd name="T35" fmla="*/ 305 h 1529"/>
                <a:gd name="T36" fmla="*/ 1052 w 2690"/>
                <a:gd name="T37" fmla="*/ 263 h 1529"/>
                <a:gd name="T38" fmla="*/ 906 w 2690"/>
                <a:gd name="T39" fmla="*/ 271 h 1529"/>
                <a:gd name="T40" fmla="*/ 737 w 2690"/>
                <a:gd name="T41" fmla="*/ 792 h 1529"/>
                <a:gd name="T42" fmla="*/ 1052 w 2690"/>
                <a:gd name="T43" fmla="*/ 263 h 1529"/>
                <a:gd name="T44" fmla="*/ 1146 w 2690"/>
                <a:gd name="T45" fmla="*/ 2 h 1529"/>
                <a:gd name="T46" fmla="*/ 1332 w 2690"/>
                <a:gd name="T47" fmla="*/ 23 h 1529"/>
                <a:gd name="T48" fmla="*/ 1512 w 2690"/>
                <a:gd name="T49" fmla="*/ 64 h 1529"/>
                <a:gd name="T50" fmla="*/ 1687 w 2690"/>
                <a:gd name="T51" fmla="*/ 126 h 1529"/>
                <a:gd name="T52" fmla="*/ 1853 w 2690"/>
                <a:gd name="T53" fmla="*/ 206 h 1529"/>
                <a:gd name="T54" fmla="*/ 2009 w 2690"/>
                <a:gd name="T55" fmla="*/ 304 h 1529"/>
                <a:gd name="T56" fmla="*/ 2155 w 2690"/>
                <a:gd name="T57" fmla="*/ 421 h 1529"/>
                <a:gd name="T58" fmla="*/ 2286 w 2690"/>
                <a:gd name="T59" fmla="*/ 554 h 1529"/>
                <a:gd name="T60" fmla="*/ 2400 w 2690"/>
                <a:gd name="T61" fmla="*/ 698 h 1529"/>
                <a:gd name="T62" fmla="*/ 2498 w 2690"/>
                <a:gd name="T63" fmla="*/ 855 h 1529"/>
                <a:gd name="T64" fmla="*/ 2577 w 2690"/>
                <a:gd name="T65" fmla="*/ 1023 h 1529"/>
                <a:gd name="T66" fmla="*/ 2637 w 2690"/>
                <a:gd name="T67" fmla="*/ 1197 h 1529"/>
                <a:gd name="T68" fmla="*/ 2677 w 2690"/>
                <a:gd name="T69" fmla="*/ 1380 h 1529"/>
                <a:gd name="T70" fmla="*/ 2689 w 2690"/>
                <a:gd name="T71" fmla="*/ 1488 h 1529"/>
                <a:gd name="T72" fmla="*/ 2677 w 2690"/>
                <a:gd name="T73" fmla="*/ 1513 h 1529"/>
                <a:gd name="T74" fmla="*/ 2653 w 2690"/>
                <a:gd name="T75" fmla="*/ 1527 h 1529"/>
                <a:gd name="T76" fmla="*/ 1123 w 2690"/>
                <a:gd name="T77" fmla="*/ 1529 h 1529"/>
                <a:gd name="T78" fmla="*/ 1097 w 2690"/>
                <a:gd name="T79" fmla="*/ 1523 h 1529"/>
                <a:gd name="T80" fmla="*/ 14 w 2690"/>
                <a:gd name="T81" fmla="*/ 440 h 1529"/>
                <a:gd name="T82" fmla="*/ 1 w 2690"/>
                <a:gd name="T83" fmla="*/ 416 h 1529"/>
                <a:gd name="T84" fmla="*/ 2 w 2690"/>
                <a:gd name="T85" fmla="*/ 388 h 1529"/>
                <a:gd name="T86" fmla="*/ 18 w 2690"/>
                <a:gd name="T87" fmla="*/ 365 h 1529"/>
                <a:gd name="T88" fmla="*/ 171 w 2690"/>
                <a:gd name="T89" fmla="*/ 256 h 1529"/>
                <a:gd name="T90" fmla="*/ 333 w 2690"/>
                <a:gd name="T91" fmla="*/ 166 h 1529"/>
                <a:gd name="T92" fmla="*/ 504 w 2690"/>
                <a:gd name="T93" fmla="*/ 94 h 1529"/>
                <a:gd name="T94" fmla="*/ 682 w 2690"/>
                <a:gd name="T95" fmla="*/ 42 h 1529"/>
                <a:gd name="T96" fmla="*/ 866 w 2690"/>
                <a:gd name="T97" fmla="*/ 10 h 1529"/>
                <a:gd name="T98" fmla="*/ 1052 w 2690"/>
                <a:gd name="T99" fmla="*/ 0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90" h="1529">
                  <a:moveTo>
                    <a:pt x="2339" y="1139"/>
                  </a:moveTo>
                  <a:lnTo>
                    <a:pt x="2252" y="1266"/>
                  </a:lnTo>
                  <a:lnTo>
                    <a:pt x="2382" y="1266"/>
                  </a:lnTo>
                  <a:lnTo>
                    <a:pt x="2362" y="1202"/>
                  </a:lnTo>
                  <a:lnTo>
                    <a:pt x="2339" y="1139"/>
                  </a:lnTo>
                  <a:close/>
                  <a:moveTo>
                    <a:pt x="2182" y="848"/>
                  </a:moveTo>
                  <a:lnTo>
                    <a:pt x="1904" y="1266"/>
                  </a:lnTo>
                  <a:lnTo>
                    <a:pt x="2007" y="1266"/>
                  </a:lnTo>
                  <a:lnTo>
                    <a:pt x="2236" y="931"/>
                  </a:lnTo>
                  <a:lnTo>
                    <a:pt x="2210" y="889"/>
                  </a:lnTo>
                  <a:lnTo>
                    <a:pt x="2182" y="848"/>
                  </a:lnTo>
                  <a:close/>
                  <a:moveTo>
                    <a:pt x="1945" y="591"/>
                  </a:moveTo>
                  <a:lnTo>
                    <a:pt x="1497" y="1266"/>
                  </a:lnTo>
                  <a:lnTo>
                    <a:pt x="1661" y="1266"/>
                  </a:lnTo>
                  <a:lnTo>
                    <a:pt x="2046" y="686"/>
                  </a:lnTo>
                  <a:lnTo>
                    <a:pt x="1986" y="628"/>
                  </a:lnTo>
                  <a:lnTo>
                    <a:pt x="1945" y="591"/>
                  </a:lnTo>
                  <a:close/>
                  <a:moveTo>
                    <a:pt x="1657" y="403"/>
                  </a:moveTo>
                  <a:lnTo>
                    <a:pt x="1135" y="1190"/>
                  </a:lnTo>
                  <a:lnTo>
                    <a:pt x="1210" y="1266"/>
                  </a:lnTo>
                  <a:lnTo>
                    <a:pt x="1255" y="1266"/>
                  </a:lnTo>
                  <a:lnTo>
                    <a:pt x="1782" y="471"/>
                  </a:lnTo>
                  <a:lnTo>
                    <a:pt x="1721" y="436"/>
                  </a:lnTo>
                  <a:lnTo>
                    <a:pt x="1657" y="403"/>
                  </a:lnTo>
                  <a:close/>
                  <a:moveTo>
                    <a:pt x="615" y="334"/>
                  </a:moveTo>
                  <a:lnTo>
                    <a:pt x="574" y="348"/>
                  </a:lnTo>
                  <a:lnTo>
                    <a:pt x="509" y="374"/>
                  </a:lnTo>
                  <a:lnTo>
                    <a:pt x="445" y="403"/>
                  </a:lnTo>
                  <a:lnTo>
                    <a:pt x="382" y="436"/>
                  </a:lnTo>
                  <a:lnTo>
                    <a:pt x="478" y="530"/>
                  </a:lnTo>
                  <a:lnTo>
                    <a:pt x="615" y="334"/>
                  </a:lnTo>
                  <a:close/>
                  <a:moveTo>
                    <a:pt x="1318" y="289"/>
                  </a:moveTo>
                  <a:lnTo>
                    <a:pt x="883" y="937"/>
                  </a:lnTo>
                  <a:lnTo>
                    <a:pt x="990" y="1045"/>
                  </a:lnTo>
                  <a:lnTo>
                    <a:pt x="1466" y="326"/>
                  </a:lnTo>
                  <a:lnTo>
                    <a:pt x="1392" y="305"/>
                  </a:lnTo>
                  <a:lnTo>
                    <a:pt x="1318" y="289"/>
                  </a:lnTo>
                  <a:close/>
                  <a:moveTo>
                    <a:pt x="1052" y="263"/>
                  </a:moveTo>
                  <a:lnTo>
                    <a:pt x="979" y="265"/>
                  </a:lnTo>
                  <a:lnTo>
                    <a:pt x="906" y="271"/>
                  </a:lnTo>
                  <a:lnTo>
                    <a:pt x="622" y="676"/>
                  </a:lnTo>
                  <a:lnTo>
                    <a:pt x="737" y="792"/>
                  </a:lnTo>
                  <a:lnTo>
                    <a:pt x="1091" y="264"/>
                  </a:lnTo>
                  <a:lnTo>
                    <a:pt x="1052" y="263"/>
                  </a:lnTo>
                  <a:close/>
                  <a:moveTo>
                    <a:pt x="1052" y="0"/>
                  </a:moveTo>
                  <a:lnTo>
                    <a:pt x="1146" y="2"/>
                  </a:lnTo>
                  <a:lnTo>
                    <a:pt x="1239" y="10"/>
                  </a:lnTo>
                  <a:lnTo>
                    <a:pt x="1332" y="23"/>
                  </a:lnTo>
                  <a:lnTo>
                    <a:pt x="1423" y="41"/>
                  </a:lnTo>
                  <a:lnTo>
                    <a:pt x="1512" y="64"/>
                  </a:lnTo>
                  <a:lnTo>
                    <a:pt x="1600" y="92"/>
                  </a:lnTo>
                  <a:lnTo>
                    <a:pt x="1687" y="126"/>
                  </a:lnTo>
                  <a:lnTo>
                    <a:pt x="1771" y="164"/>
                  </a:lnTo>
                  <a:lnTo>
                    <a:pt x="1853" y="206"/>
                  </a:lnTo>
                  <a:lnTo>
                    <a:pt x="1933" y="253"/>
                  </a:lnTo>
                  <a:lnTo>
                    <a:pt x="2009" y="304"/>
                  </a:lnTo>
                  <a:lnTo>
                    <a:pt x="2084" y="361"/>
                  </a:lnTo>
                  <a:lnTo>
                    <a:pt x="2155" y="421"/>
                  </a:lnTo>
                  <a:lnTo>
                    <a:pt x="2223" y="485"/>
                  </a:lnTo>
                  <a:lnTo>
                    <a:pt x="2286" y="554"/>
                  </a:lnTo>
                  <a:lnTo>
                    <a:pt x="2345" y="625"/>
                  </a:lnTo>
                  <a:lnTo>
                    <a:pt x="2400" y="698"/>
                  </a:lnTo>
                  <a:lnTo>
                    <a:pt x="2451" y="776"/>
                  </a:lnTo>
                  <a:lnTo>
                    <a:pt x="2498" y="855"/>
                  </a:lnTo>
                  <a:lnTo>
                    <a:pt x="2540" y="937"/>
                  </a:lnTo>
                  <a:lnTo>
                    <a:pt x="2577" y="1023"/>
                  </a:lnTo>
                  <a:lnTo>
                    <a:pt x="2609" y="1109"/>
                  </a:lnTo>
                  <a:lnTo>
                    <a:pt x="2637" y="1197"/>
                  </a:lnTo>
                  <a:lnTo>
                    <a:pt x="2659" y="1288"/>
                  </a:lnTo>
                  <a:lnTo>
                    <a:pt x="2677" y="1380"/>
                  </a:lnTo>
                  <a:lnTo>
                    <a:pt x="2690" y="1474"/>
                  </a:lnTo>
                  <a:lnTo>
                    <a:pt x="2689" y="1488"/>
                  </a:lnTo>
                  <a:lnTo>
                    <a:pt x="2685" y="1501"/>
                  </a:lnTo>
                  <a:lnTo>
                    <a:pt x="2677" y="1513"/>
                  </a:lnTo>
                  <a:lnTo>
                    <a:pt x="2666" y="1522"/>
                  </a:lnTo>
                  <a:lnTo>
                    <a:pt x="2653" y="1527"/>
                  </a:lnTo>
                  <a:lnTo>
                    <a:pt x="2640" y="1529"/>
                  </a:lnTo>
                  <a:lnTo>
                    <a:pt x="1123" y="1529"/>
                  </a:lnTo>
                  <a:lnTo>
                    <a:pt x="1110" y="1528"/>
                  </a:lnTo>
                  <a:lnTo>
                    <a:pt x="1097" y="1523"/>
                  </a:lnTo>
                  <a:lnTo>
                    <a:pt x="1087" y="1515"/>
                  </a:lnTo>
                  <a:lnTo>
                    <a:pt x="14" y="440"/>
                  </a:lnTo>
                  <a:lnTo>
                    <a:pt x="6" y="429"/>
                  </a:lnTo>
                  <a:lnTo>
                    <a:pt x="1" y="416"/>
                  </a:lnTo>
                  <a:lnTo>
                    <a:pt x="0" y="402"/>
                  </a:lnTo>
                  <a:lnTo>
                    <a:pt x="2" y="388"/>
                  </a:lnTo>
                  <a:lnTo>
                    <a:pt x="9" y="375"/>
                  </a:lnTo>
                  <a:lnTo>
                    <a:pt x="18" y="365"/>
                  </a:lnTo>
                  <a:lnTo>
                    <a:pt x="93" y="308"/>
                  </a:lnTo>
                  <a:lnTo>
                    <a:pt x="171" y="256"/>
                  </a:lnTo>
                  <a:lnTo>
                    <a:pt x="250" y="208"/>
                  </a:lnTo>
                  <a:lnTo>
                    <a:pt x="333" y="166"/>
                  </a:lnTo>
                  <a:lnTo>
                    <a:pt x="417" y="128"/>
                  </a:lnTo>
                  <a:lnTo>
                    <a:pt x="504" y="94"/>
                  </a:lnTo>
                  <a:lnTo>
                    <a:pt x="592" y="65"/>
                  </a:lnTo>
                  <a:lnTo>
                    <a:pt x="682" y="42"/>
                  </a:lnTo>
                  <a:lnTo>
                    <a:pt x="773" y="24"/>
                  </a:lnTo>
                  <a:lnTo>
                    <a:pt x="866" y="10"/>
                  </a:lnTo>
                  <a:lnTo>
                    <a:pt x="958" y="3"/>
                  </a:lnTo>
                  <a:lnTo>
                    <a:pt x="105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11" name="Freeform 57">
              <a:extLst>
                <a:ext uri="{FF2B5EF4-FFF2-40B4-BE49-F238E27FC236}">
                  <a16:creationId xmlns:a16="http://schemas.microsoft.com/office/drawing/2014/main" id="{A8F4D9C1-173D-4EFC-8127-B196682D7391}"/>
                </a:ext>
              </a:extLst>
            </p:cNvPr>
            <p:cNvSpPr>
              <a:spLocks noEditPoints="1"/>
            </p:cNvSpPr>
            <p:nvPr/>
          </p:nvSpPr>
          <p:spPr bwMode="auto">
            <a:xfrm>
              <a:off x="4276725" y="4754563"/>
              <a:ext cx="157163" cy="250825"/>
            </a:xfrm>
            <a:custGeom>
              <a:avLst/>
              <a:gdLst>
                <a:gd name="T0" fmla="*/ 403 w 1481"/>
                <a:gd name="T1" fmla="*/ 446 h 2369"/>
                <a:gd name="T2" fmla="*/ 348 w 1481"/>
                <a:gd name="T3" fmla="*/ 575 h 2369"/>
                <a:gd name="T4" fmla="*/ 301 w 1481"/>
                <a:gd name="T5" fmla="*/ 731 h 2369"/>
                <a:gd name="T6" fmla="*/ 273 w 1481"/>
                <a:gd name="T7" fmla="*/ 891 h 2369"/>
                <a:gd name="T8" fmla="*/ 263 w 1481"/>
                <a:gd name="T9" fmla="*/ 1053 h 2369"/>
                <a:gd name="T10" fmla="*/ 276 w 1481"/>
                <a:gd name="T11" fmla="*/ 1241 h 2369"/>
                <a:gd name="T12" fmla="*/ 312 w 1481"/>
                <a:gd name="T13" fmla="*/ 1423 h 2369"/>
                <a:gd name="T14" fmla="*/ 373 w 1481"/>
                <a:gd name="T15" fmla="*/ 1598 h 2369"/>
                <a:gd name="T16" fmla="*/ 448 w 1481"/>
                <a:gd name="T17" fmla="*/ 1748 h 2369"/>
                <a:gd name="T18" fmla="*/ 529 w 1481"/>
                <a:gd name="T19" fmla="*/ 1872 h 2369"/>
                <a:gd name="T20" fmla="*/ 624 w 1481"/>
                <a:gd name="T21" fmla="*/ 1988 h 2369"/>
                <a:gd name="T22" fmla="*/ 435 w 1481"/>
                <a:gd name="T23" fmla="*/ 383 h 2369"/>
                <a:gd name="T24" fmla="*/ 415 w 1481"/>
                <a:gd name="T25" fmla="*/ 1 h 2369"/>
                <a:gd name="T26" fmla="*/ 439 w 1481"/>
                <a:gd name="T27" fmla="*/ 15 h 2369"/>
                <a:gd name="T28" fmla="*/ 1475 w 1481"/>
                <a:gd name="T29" fmla="*/ 1054 h 2369"/>
                <a:gd name="T30" fmla="*/ 1481 w 1481"/>
                <a:gd name="T31" fmla="*/ 1081 h 2369"/>
                <a:gd name="T32" fmla="*/ 1474 w 1481"/>
                <a:gd name="T33" fmla="*/ 1106 h 2369"/>
                <a:gd name="T34" fmla="*/ 704 w 1481"/>
                <a:gd name="T35" fmla="*/ 2356 h 2369"/>
                <a:gd name="T36" fmla="*/ 679 w 1481"/>
                <a:gd name="T37" fmla="*/ 2368 h 2369"/>
                <a:gd name="T38" fmla="*/ 654 w 1481"/>
                <a:gd name="T39" fmla="*/ 2366 h 2369"/>
                <a:gd name="T40" fmla="*/ 564 w 1481"/>
                <a:gd name="T41" fmla="*/ 2298 h 2369"/>
                <a:gd name="T42" fmla="*/ 429 w 1481"/>
                <a:gd name="T43" fmla="*/ 2166 h 2369"/>
                <a:gd name="T44" fmla="*/ 311 w 1481"/>
                <a:gd name="T45" fmla="*/ 2020 h 2369"/>
                <a:gd name="T46" fmla="*/ 211 w 1481"/>
                <a:gd name="T47" fmla="*/ 1863 h 2369"/>
                <a:gd name="T48" fmla="*/ 128 w 1481"/>
                <a:gd name="T49" fmla="*/ 1696 h 2369"/>
                <a:gd name="T50" fmla="*/ 66 w 1481"/>
                <a:gd name="T51" fmla="*/ 1521 h 2369"/>
                <a:gd name="T52" fmla="*/ 24 w 1481"/>
                <a:gd name="T53" fmla="*/ 1338 h 2369"/>
                <a:gd name="T54" fmla="*/ 3 w 1481"/>
                <a:gd name="T55" fmla="*/ 1150 h 2369"/>
                <a:gd name="T56" fmla="*/ 3 w 1481"/>
                <a:gd name="T57" fmla="*/ 960 h 2369"/>
                <a:gd name="T58" fmla="*/ 24 w 1481"/>
                <a:gd name="T59" fmla="*/ 775 h 2369"/>
                <a:gd name="T60" fmla="*/ 66 w 1481"/>
                <a:gd name="T61" fmla="*/ 593 h 2369"/>
                <a:gd name="T62" fmla="*/ 127 w 1481"/>
                <a:gd name="T63" fmla="*/ 419 h 2369"/>
                <a:gd name="T64" fmla="*/ 209 w 1481"/>
                <a:gd name="T65" fmla="*/ 251 h 2369"/>
                <a:gd name="T66" fmla="*/ 308 w 1481"/>
                <a:gd name="T67" fmla="*/ 93 h 2369"/>
                <a:gd name="T68" fmla="*/ 374 w 1481"/>
                <a:gd name="T69" fmla="*/ 9 h 2369"/>
                <a:gd name="T70" fmla="*/ 401 w 1481"/>
                <a:gd name="T71" fmla="*/ 0 h 2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1" h="2369">
                  <a:moveTo>
                    <a:pt x="435" y="383"/>
                  </a:moveTo>
                  <a:lnTo>
                    <a:pt x="403" y="446"/>
                  </a:lnTo>
                  <a:lnTo>
                    <a:pt x="373" y="510"/>
                  </a:lnTo>
                  <a:lnTo>
                    <a:pt x="348" y="575"/>
                  </a:lnTo>
                  <a:lnTo>
                    <a:pt x="322" y="653"/>
                  </a:lnTo>
                  <a:lnTo>
                    <a:pt x="301" y="731"/>
                  </a:lnTo>
                  <a:lnTo>
                    <a:pt x="284" y="810"/>
                  </a:lnTo>
                  <a:lnTo>
                    <a:pt x="273" y="891"/>
                  </a:lnTo>
                  <a:lnTo>
                    <a:pt x="266" y="972"/>
                  </a:lnTo>
                  <a:lnTo>
                    <a:pt x="263" y="1053"/>
                  </a:lnTo>
                  <a:lnTo>
                    <a:pt x="266" y="1148"/>
                  </a:lnTo>
                  <a:lnTo>
                    <a:pt x="276" y="1241"/>
                  </a:lnTo>
                  <a:lnTo>
                    <a:pt x="291" y="1333"/>
                  </a:lnTo>
                  <a:lnTo>
                    <a:pt x="312" y="1423"/>
                  </a:lnTo>
                  <a:lnTo>
                    <a:pt x="340" y="1512"/>
                  </a:lnTo>
                  <a:lnTo>
                    <a:pt x="373" y="1598"/>
                  </a:lnTo>
                  <a:lnTo>
                    <a:pt x="413" y="1683"/>
                  </a:lnTo>
                  <a:lnTo>
                    <a:pt x="448" y="1748"/>
                  </a:lnTo>
                  <a:lnTo>
                    <a:pt x="487" y="1811"/>
                  </a:lnTo>
                  <a:lnTo>
                    <a:pt x="529" y="1872"/>
                  </a:lnTo>
                  <a:lnTo>
                    <a:pt x="574" y="1931"/>
                  </a:lnTo>
                  <a:lnTo>
                    <a:pt x="624" y="1988"/>
                  </a:lnTo>
                  <a:lnTo>
                    <a:pt x="1162" y="1111"/>
                  </a:lnTo>
                  <a:lnTo>
                    <a:pt x="435" y="383"/>
                  </a:lnTo>
                  <a:close/>
                  <a:moveTo>
                    <a:pt x="401" y="0"/>
                  </a:moveTo>
                  <a:lnTo>
                    <a:pt x="415" y="1"/>
                  </a:lnTo>
                  <a:lnTo>
                    <a:pt x="428" y="6"/>
                  </a:lnTo>
                  <a:lnTo>
                    <a:pt x="439" y="15"/>
                  </a:lnTo>
                  <a:lnTo>
                    <a:pt x="1466" y="1043"/>
                  </a:lnTo>
                  <a:lnTo>
                    <a:pt x="1475" y="1054"/>
                  </a:lnTo>
                  <a:lnTo>
                    <a:pt x="1480" y="1067"/>
                  </a:lnTo>
                  <a:lnTo>
                    <a:pt x="1481" y="1081"/>
                  </a:lnTo>
                  <a:lnTo>
                    <a:pt x="1479" y="1094"/>
                  </a:lnTo>
                  <a:lnTo>
                    <a:pt x="1474" y="1106"/>
                  </a:lnTo>
                  <a:lnTo>
                    <a:pt x="713" y="2345"/>
                  </a:lnTo>
                  <a:lnTo>
                    <a:pt x="704" y="2356"/>
                  </a:lnTo>
                  <a:lnTo>
                    <a:pt x="692" y="2364"/>
                  </a:lnTo>
                  <a:lnTo>
                    <a:pt x="679" y="2368"/>
                  </a:lnTo>
                  <a:lnTo>
                    <a:pt x="670" y="2369"/>
                  </a:lnTo>
                  <a:lnTo>
                    <a:pt x="654" y="2366"/>
                  </a:lnTo>
                  <a:lnTo>
                    <a:pt x="639" y="2359"/>
                  </a:lnTo>
                  <a:lnTo>
                    <a:pt x="564" y="2298"/>
                  </a:lnTo>
                  <a:lnTo>
                    <a:pt x="494" y="2234"/>
                  </a:lnTo>
                  <a:lnTo>
                    <a:pt x="429" y="2166"/>
                  </a:lnTo>
                  <a:lnTo>
                    <a:pt x="368" y="2094"/>
                  </a:lnTo>
                  <a:lnTo>
                    <a:pt x="311" y="2020"/>
                  </a:lnTo>
                  <a:lnTo>
                    <a:pt x="259" y="1944"/>
                  </a:lnTo>
                  <a:lnTo>
                    <a:pt x="211" y="1863"/>
                  </a:lnTo>
                  <a:lnTo>
                    <a:pt x="167" y="1781"/>
                  </a:lnTo>
                  <a:lnTo>
                    <a:pt x="128" y="1696"/>
                  </a:lnTo>
                  <a:lnTo>
                    <a:pt x="95" y="1610"/>
                  </a:lnTo>
                  <a:lnTo>
                    <a:pt x="66" y="1521"/>
                  </a:lnTo>
                  <a:lnTo>
                    <a:pt x="43" y="1430"/>
                  </a:lnTo>
                  <a:lnTo>
                    <a:pt x="24" y="1338"/>
                  </a:lnTo>
                  <a:lnTo>
                    <a:pt x="11" y="1244"/>
                  </a:lnTo>
                  <a:lnTo>
                    <a:pt x="3" y="1150"/>
                  </a:lnTo>
                  <a:lnTo>
                    <a:pt x="0" y="1053"/>
                  </a:lnTo>
                  <a:lnTo>
                    <a:pt x="3" y="960"/>
                  </a:lnTo>
                  <a:lnTo>
                    <a:pt x="11" y="867"/>
                  </a:lnTo>
                  <a:lnTo>
                    <a:pt x="24" y="775"/>
                  </a:lnTo>
                  <a:lnTo>
                    <a:pt x="42" y="684"/>
                  </a:lnTo>
                  <a:lnTo>
                    <a:pt x="66" y="593"/>
                  </a:lnTo>
                  <a:lnTo>
                    <a:pt x="94" y="505"/>
                  </a:lnTo>
                  <a:lnTo>
                    <a:pt x="127" y="419"/>
                  </a:lnTo>
                  <a:lnTo>
                    <a:pt x="165" y="333"/>
                  </a:lnTo>
                  <a:lnTo>
                    <a:pt x="209" y="251"/>
                  </a:lnTo>
                  <a:lnTo>
                    <a:pt x="256" y="170"/>
                  </a:lnTo>
                  <a:lnTo>
                    <a:pt x="308" y="93"/>
                  </a:lnTo>
                  <a:lnTo>
                    <a:pt x="364" y="19"/>
                  </a:lnTo>
                  <a:lnTo>
                    <a:pt x="374" y="9"/>
                  </a:lnTo>
                  <a:lnTo>
                    <a:pt x="387" y="3"/>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12" name="Freeform 58">
              <a:extLst>
                <a:ext uri="{FF2B5EF4-FFF2-40B4-BE49-F238E27FC236}">
                  <a16:creationId xmlns:a16="http://schemas.microsoft.com/office/drawing/2014/main" id="{7A92F5DF-E8A1-4BD8-B22D-42C116C04983}"/>
                </a:ext>
              </a:extLst>
            </p:cNvPr>
            <p:cNvSpPr>
              <a:spLocks/>
            </p:cNvSpPr>
            <p:nvPr/>
          </p:nvSpPr>
          <p:spPr bwMode="auto">
            <a:xfrm>
              <a:off x="4373563" y="4878388"/>
              <a:ext cx="250825" cy="161925"/>
            </a:xfrm>
            <a:custGeom>
              <a:avLst/>
              <a:gdLst>
                <a:gd name="T0" fmla="*/ 832 w 2375"/>
                <a:gd name="T1" fmla="*/ 0 h 1530"/>
                <a:gd name="T2" fmla="*/ 2325 w 2375"/>
                <a:gd name="T3" fmla="*/ 0 h 1530"/>
                <a:gd name="T4" fmla="*/ 2338 w 2375"/>
                <a:gd name="T5" fmla="*/ 2 h 1530"/>
                <a:gd name="T6" fmla="*/ 2351 w 2375"/>
                <a:gd name="T7" fmla="*/ 8 h 1530"/>
                <a:gd name="T8" fmla="*/ 2362 w 2375"/>
                <a:gd name="T9" fmla="*/ 17 h 1530"/>
                <a:gd name="T10" fmla="*/ 2370 w 2375"/>
                <a:gd name="T11" fmla="*/ 29 h 1530"/>
                <a:gd name="T12" fmla="*/ 2374 w 2375"/>
                <a:gd name="T13" fmla="*/ 42 h 1530"/>
                <a:gd name="T14" fmla="*/ 2375 w 2375"/>
                <a:gd name="T15" fmla="*/ 56 h 1530"/>
                <a:gd name="T16" fmla="*/ 2362 w 2375"/>
                <a:gd name="T17" fmla="*/ 150 h 1530"/>
                <a:gd name="T18" fmla="*/ 2344 w 2375"/>
                <a:gd name="T19" fmla="*/ 242 h 1530"/>
                <a:gd name="T20" fmla="*/ 2322 w 2375"/>
                <a:gd name="T21" fmla="*/ 333 h 1530"/>
                <a:gd name="T22" fmla="*/ 2294 w 2375"/>
                <a:gd name="T23" fmla="*/ 421 h 1530"/>
                <a:gd name="T24" fmla="*/ 2262 w 2375"/>
                <a:gd name="T25" fmla="*/ 507 h 1530"/>
                <a:gd name="T26" fmla="*/ 2225 w 2375"/>
                <a:gd name="T27" fmla="*/ 592 h 1530"/>
                <a:gd name="T28" fmla="*/ 2183 w 2375"/>
                <a:gd name="T29" fmla="*/ 674 h 1530"/>
                <a:gd name="T30" fmla="*/ 2136 w 2375"/>
                <a:gd name="T31" fmla="*/ 754 h 1530"/>
                <a:gd name="T32" fmla="*/ 2085 w 2375"/>
                <a:gd name="T33" fmla="*/ 831 h 1530"/>
                <a:gd name="T34" fmla="*/ 2030 w 2375"/>
                <a:gd name="T35" fmla="*/ 905 h 1530"/>
                <a:gd name="T36" fmla="*/ 1971 w 2375"/>
                <a:gd name="T37" fmla="*/ 976 h 1530"/>
                <a:gd name="T38" fmla="*/ 1908 w 2375"/>
                <a:gd name="T39" fmla="*/ 1045 h 1530"/>
                <a:gd name="T40" fmla="*/ 1840 w 2375"/>
                <a:gd name="T41" fmla="*/ 1109 h 1530"/>
                <a:gd name="T42" fmla="*/ 1769 w 2375"/>
                <a:gd name="T43" fmla="*/ 1169 h 1530"/>
                <a:gd name="T44" fmla="*/ 1694 w 2375"/>
                <a:gd name="T45" fmla="*/ 1226 h 1530"/>
                <a:gd name="T46" fmla="*/ 1618 w 2375"/>
                <a:gd name="T47" fmla="*/ 1277 h 1530"/>
                <a:gd name="T48" fmla="*/ 1538 w 2375"/>
                <a:gd name="T49" fmla="*/ 1324 h 1530"/>
                <a:gd name="T50" fmla="*/ 1456 w 2375"/>
                <a:gd name="T51" fmla="*/ 1366 h 1530"/>
                <a:gd name="T52" fmla="*/ 1372 w 2375"/>
                <a:gd name="T53" fmla="*/ 1404 h 1530"/>
                <a:gd name="T54" fmla="*/ 1285 w 2375"/>
                <a:gd name="T55" fmla="*/ 1437 h 1530"/>
                <a:gd name="T56" fmla="*/ 1197 w 2375"/>
                <a:gd name="T57" fmla="*/ 1465 h 1530"/>
                <a:gd name="T58" fmla="*/ 1108 w 2375"/>
                <a:gd name="T59" fmla="*/ 1488 h 1530"/>
                <a:gd name="T60" fmla="*/ 1017 w 2375"/>
                <a:gd name="T61" fmla="*/ 1506 h 1530"/>
                <a:gd name="T62" fmla="*/ 924 w 2375"/>
                <a:gd name="T63" fmla="*/ 1519 h 1530"/>
                <a:gd name="T64" fmla="*/ 831 w 2375"/>
                <a:gd name="T65" fmla="*/ 1527 h 1530"/>
                <a:gd name="T66" fmla="*/ 737 w 2375"/>
                <a:gd name="T67" fmla="*/ 1530 h 1530"/>
                <a:gd name="T68" fmla="*/ 644 w 2375"/>
                <a:gd name="T69" fmla="*/ 1527 h 1530"/>
                <a:gd name="T70" fmla="*/ 553 w 2375"/>
                <a:gd name="T71" fmla="*/ 1520 h 1530"/>
                <a:gd name="T72" fmla="*/ 462 w 2375"/>
                <a:gd name="T73" fmla="*/ 1507 h 1530"/>
                <a:gd name="T74" fmla="*/ 373 w 2375"/>
                <a:gd name="T75" fmla="*/ 1490 h 1530"/>
                <a:gd name="T76" fmla="*/ 285 w 2375"/>
                <a:gd name="T77" fmla="*/ 1468 h 1530"/>
                <a:gd name="T78" fmla="*/ 199 w 2375"/>
                <a:gd name="T79" fmla="*/ 1440 h 1530"/>
                <a:gd name="T80" fmla="*/ 113 w 2375"/>
                <a:gd name="T81" fmla="*/ 1407 h 1530"/>
                <a:gd name="T82" fmla="*/ 29 w 2375"/>
                <a:gd name="T83" fmla="*/ 1370 h 1530"/>
                <a:gd name="T84" fmla="*/ 17 w 2375"/>
                <a:gd name="T85" fmla="*/ 1362 h 1530"/>
                <a:gd name="T86" fmla="*/ 8 w 2375"/>
                <a:gd name="T87" fmla="*/ 1352 h 1530"/>
                <a:gd name="T88" fmla="*/ 2 w 2375"/>
                <a:gd name="T89" fmla="*/ 1339 h 1530"/>
                <a:gd name="T90" fmla="*/ 0 w 2375"/>
                <a:gd name="T91" fmla="*/ 1325 h 1530"/>
                <a:gd name="T92" fmla="*/ 2 w 2375"/>
                <a:gd name="T93" fmla="*/ 1311 h 1530"/>
                <a:gd name="T94" fmla="*/ 8 w 2375"/>
                <a:gd name="T95" fmla="*/ 1298 h 1530"/>
                <a:gd name="T96" fmla="*/ 789 w 2375"/>
                <a:gd name="T97" fmla="*/ 24 h 1530"/>
                <a:gd name="T98" fmla="*/ 798 w 2375"/>
                <a:gd name="T99" fmla="*/ 14 h 1530"/>
                <a:gd name="T100" fmla="*/ 808 w 2375"/>
                <a:gd name="T101" fmla="*/ 7 h 1530"/>
                <a:gd name="T102" fmla="*/ 820 w 2375"/>
                <a:gd name="T103" fmla="*/ 2 h 1530"/>
                <a:gd name="T104" fmla="*/ 832 w 2375"/>
                <a:gd name="T105" fmla="*/ 0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75" h="1530">
                  <a:moveTo>
                    <a:pt x="832" y="0"/>
                  </a:moveTo>
                  <a:lnTo>
                    <a:pt x="2325" y="0"/>
                  </a:lnTo>
                  <a:lnTo>
                    <a:pt x="2338" y="2"/>
                  </a:lnTo>
                  <a:lnTo>
                    <a:pt x="2351" y="8"/>
                  </a:lnTo>
                  <a:lnTo>
                    <a:pt x="2362" y="17"/>
                  </a:lnTo>
                  <a:lnTo>
                    <a:pt x="2370" y="29"/>
                  </a:lnTo>
                  <a:lnTo>
                    <a:pt x="2374" y="42"/>
                  </a:lnTo>
                  <a:lnTo>
                    <a:pt x="2375" y="56"/>
                  </a:lnTo>
                  <a:lnTo>
                    <a:pt x="2362" y="150"/>
                  </a:lnTo>
                  <a:lnTo>
                    <a:pt x="2344" y="242"/>
                  </a:lnTo>
                  <a:lnTo>
                    <a:pt x="2322" y="333"/>
                  </a:lnTo>
                  <a:lnTo>
                    <a:pt x="2294" y="421"/>
                  </a:lnTo>
                  <a:lnTo>
                    <a:pt x="2262" y="507"/>
                  </a:lnTo>
                  <a:lnTo>
                    <a:pt x="2225" y="592"/>
                  </a:lnTo>
                  <a:lnTo>
                    <a:pt x="2183" y="674"/>
                  </a:lnTo>
                  <a:lnTo>
                    <a:pt x="2136" y="754"/>
                  </a:lnTo>
                  <a:lnTo>
                    <a:pt x="2085" y="831"/>
                  </a:lnTo>
                  <a:lnTo>
                    <a:pt x="2030" y="905"/>
                  </a:lnTo>
                  <a:lnTo>
                    <a:pt x="1971" y="976"/>
                  </a:lnTo>
                  <a:lnTo>
                    <a:pt x="1908" y="1045"/>
                  </a:lnTo>
                  <a:lnTo>
                    <a:pt x="1840" y="1109"/>
                  </a:lnTo>
                  <a:lnTo>
                    <a:pt x="1769" y="1169"/>
                  </a:lnTo>
                  <a:lnTo>
                    <a:pt x="1694" y="1226"/>
                  </a:lnTo>
                  <a:lnTo>
                    <a:pt x="1618" y="1277"/>
                  </a:lnTo>
                  <a:lnTo>
                    <a:pt x="1538" y="1324"/>
                  </a:lnTo>
                  <a:lnTo>
                    <a:pt x="1456" y="1366"/>
                  </a:lnTo>
                  <a:lnTo>
                    <a:pt x="1372" y="1404"/>
                  </a:lnTo>
                  <a:lnTo>
                    <a:pt x="1285" y="1437"/>
                  </a:lnTo>
                  <a:lnTo>
                    <a:pt x="1197" y="1465"/>
                  </a:lnTo>
                  <a:lnTo>
                    <a:pt x="1108" y="1488"/>
                  </a:lnTo>
                  <a:lnTo>
                    <a:pt x="1017" y="1506"/>
                  </a:lnTo>
                  <a:lnTo>
                    <a:pt x="924" y="1519"/>
                  </a:lnTo>
                  <a:lnTo>
                    <a:pt x="831" y="1527"/>
                  </a:lnTo>
                  <a:lnTo>
                    <a:pt x="737" y="1530"/>
                  </a:lnTo>
                  <a:lnTo>
                    <a:pt x="644" y="1527"/>
                  </a:lnTo>
                  <a:lnTo>
                    <a:pt x="553" y="1520"/>
                  </a:lnTo>
                  <a:lnTo>
                    <a:pt x="462" y="1507"/>
                  </a:lnTo>
                  <a:lnTo>
                    <a:pt x="373" y="1490"/>
                  </a:lnTo>
                  <a:lnTo>
                    <a:pt x="285" y="1468"/>
                  </a:lnTo>
                  <a:lnTo>
                    <a:pt x="199" y="1440"/>
                  </a:lnTo>
                  <a:lnTo>
                    <a:pt x="113" y="1407"/>
                  </a:lnTo>
                  <a:lnTo>
                    <a:pt x="29" y="1370"/>
                  </a:lnTo>
                  <a:lnTo>
                    <a:pt x="17" y="1362"/>
                  </a:lnTo>
                  <a:lnTo>
                    <a:pt x="8" y="1352"/>
                  </a:lnTo>
                  <a:lnTo>
                    <a:pt x="2" y="1339"/>
                  </a:lnTo>
                  <a:lnTo>
                    <a:pt x="0" y="1325"/>
                  </a:lnTo>
                  <a:lnTo>
                    <a:pt x="2" y="1311"/>
                  </a:lnTo>
                  <a:lnTo>
                    <a:pt x="8" y="1298"/>
                  </a:lnTo>
                  <a:lnTo>
                    <a:pt x="789" y="24"/>
                  </a:lnTo>
                  <a:lnTo>
                    <a:pt x="798" y="14"/>
                  </a:lnTo>
                  <a:lnTo>
                    <a:pt x="808" y="7"/>
                  </a:lnTo>
                  <a:lnTo>
                    <a:pt x="820" y="2"/>
                  </a:lnTo>
                  <a:lnTo>
                    <a:pt x="8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sp>
        <p:nvSpPr>
          <p:cNvPr id="87" name="TextBox 86">
            <a:extLst>
              <a:ext uri="{FF2B5EF4-FFF2-40B4-BE49-F238E27FC236}">
                <a16:creationId xmlns:a16="http://schemas.microsoft.com/office/drawing/2014/main" id="{73B5652B-391F-4BFF-A274-FF31F6CAE428}"/>
              </a:ext>
            </a:extLst>
          </p:cNvPr>
          <p:cNvSpPr txBox="1"/>
          <p:nvPr/>
        </p:nvSpPr>
        <p:spPr>
          <a:xfrm>
            <a:off x="7402599" y="2971800"/>
            <a:ext cx="4167186" cy="923330"/>
          </a:xfrm>
          <a:prstGeom prst="rect">
            <a:avLst/>
          </a:prstGeom>
          <a:noFill/>
        </p:spPr>
        <p:txBody>
          <a:bodyPr wrap="square" rtlCol="0">
            <a:spAutoFit/>
          </a:bodyPr>
          <a:lstStyle/>
          <a:p>
            <a:r>
              <a:rPr lang="en-US" dirty="0">
                <a:solidFill>
                  <a:schemeClr val="bg1"/>
                </a:solidFill>
              </a:rPr>
              <a:t>A measure of the model’s ability to distinguish between classes; higher values indicate better performance.</a:t>
            </a:r>
            <a:endParaRPr lang="LID4096" b="1" dirty="0">
              <a:solidFill>
                <a:schemeClr val="bg1"/>
              </a:solidFill>
            </a:endParaRPr>
          </a:p>
        </p:txBody>
      </p:sp>
      <p:sp>
        <p:nvSpPr>
          <p:cNvPr id="89" name="TextBox 88">
            <a:extLst>
              <a:ext uri="{FF2B5EF4-FFF2-40B4-BE49-F238E27FC236}">
                <a16:creationId xmlns:a16="http://schemas.microsoft.com/office/drawing/2014/main" id="{849F8C85-111B-4389-AFD5-B1981CF0E64C}"/>
              </a:ext>
            </a:extLst>
          </p:cNvPr>
          <p:cNvSpPr txBox="1"/>
          <p:nvPr/>
        </p:nvSpPr>
        <p:spPr>
          <a:xfrm rot="16200000" flipH="1">
            <a:off x="565528" y="4257154"/>
            <a:ext cx="1875361" cy="307777"/>
          </a:xfrm>
          <a:prstGeom prst="rect">
            <a:avLst/>
          </a:prstGeom>
          <a:noFill/>
        </p:spPr>
        <p:txBody>
          <a:bodyPr wrap="square" rtlCol="0">
            <a:spAutoFit/>
          </a:bodyPr>
          <a:lstStyle/>
          <a:p>
            <a:pPr algn="r"/>
            <a:r>
              <a:rPr lang="en-US" sz="1400" b="1" dirty="0">
                <a:latin typeface="Arial" panose="020B0604020202020204" pitchFamily="34" charset="0"/>
                <a:ea typeface="Calibri Light" charset="0"/>
                <a:cs typeface="Arial" panose="020B0604020202020204" pitchFamily="34" charset="0"/>
              </a:rPr>
              <a:t>Accuracy</a:t>
            </a:r>
          </a:p>
        </p:txBody>
      </p:sp>
      <p:sp>
        <p:nvSpPr>
          <p:cNvPr id="91" name="TextBox 90">
            <a:extLst>
              <a:ext uri="{FF2B5EF4-FFF2-40B4-BE49-F238E27FC236}">
                <a16:creationId xmlns:a16="http://schemas.microsoft.com/office/drawing/2014/main" id="{9BDFB455-C4F3-413F-BAE4-AC12E6462999}"/>
              </a:ext>
            </a:extLst>
          </p:cNvPr>
          <p:cNvSpPr txBox="1"/>
          <p:nvPr/>
        </p:nvSpPr>
        <p:spPr>
          <a:xfrm rot="16200000" flipH="1">
            <a:off x="1404925" y="4135788"/>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Precision</a:t>
            </a:r>
          </a:p>
        </p:txBody>
      </p:sp>
      <p:sp>
        <p:nvSpPr>
          <p:cNvPr id="92" name="TextBox 91">
            <a:extLst>
              <a:ext uri="{FF2B5EF4-FFF2-40B4-BE49-F238E27FC236}">
                <a16:creationId xmlns:a16="http://schemas.microsoft.com/office/drawing/2014/main" id="{06B01D34-EDA0-45CA-8E00-A972577F85D9}"/>
              </a:ext>
            </a:extLst>
          </p:cNvPr>
          <p:cNvSpPr txBox="1"/>
          <p:nvPr/>
        </p:nvSpPr>
        <p:spPr>
          <a:xfrm rot="16200000" flipH="1">
            <a:off x="2115163" y="4028067"/>
            <a:ext cx="1632631" cy="523220"/>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Recall (Sensitivity)</a:t>
            </a:r>
          </a:p>
        </p:txBody>
      </p:sp>
      <p:sp>
        <p:nvSpPr>
          <p:cNvPr id="98" name="TextBox 97">
            <a:extLst>
              <a:ext uri="{FF2B5EF4-FFF2-40B4-BE49-F238E27FC236}">
                <a16:creationId xmlns:a16="http://schemas.microsoft.com/office/drawing/2014/main" id="{551C54AB-4A0A-47FF-B44F-35E60673FE1A}"/>
              </a:ext>
            </a:extLst>
          </p:cNvPr>
          <p:cNvSpPr txBox="1"/>
          <p:nvPr/>
        </p:nvSpPr>
        <p:spPr>
          <a:xfrm rot="16200000" flipH="1">
            <a:off x="2828333" y="4135788"/>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F1 Score</a:t>
            </a:r>
          </a:p>
        </p:txBody>
      </p:sp>
      <p:sp>
        <p:nvSpPr>
          <p:cNvPr id="99" name="TextBox 98">
            <a:extLst>
              <a:ext uri="{FF2B5EF4-FFF2-40B4-BE49-F238E27FC236}">
                <a16:creationId xmlns:a16="http://schemas.microsoft.com/office/drawing/2014/main" id="{D4ACD9D7-392D-442C-B91A-503B09249BCD}"/>
              </a:ext>
            </a:extLst>
          </p:cNvPr>
          <p:cNvSpPr txBox="1"/>
          <p:nvPr/>
        </p:nvSpPr>
        <p:spPr>
          <a:xfrm rot="16200000" flipH="1">
            <a:off x="4260453" y="4135787"/>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Confusion Matrix</a:t>
            </a:r>
          </a:p>
        </p:txBody>
      </p:sp>
      <p:sp>
        <p:nvSpPr>
          <p:cNvPr id="100" name="TextBox 99">
            <a:extLst>
              <a:ext uri="{FF2B5EF4-FFF2-40B4-BE49-F238E27FC236}">
                <a16:creationId xmlns:a16="http://schemas.microsoft.com/office/drawing/2014/main" id="{5B713738-D199-4668-8E79-89FDACF2CAB5}"/>
              </a:ext>
            </a:extLst>
          </p:cNvPr>
          <p:cNvSpPr txBox="1"/>
          <p:nvPr/>
        </p:nvSpPr>
        <p:spPr>
          <a:xfrm rot="16200000" flipH="1">
            <a:off x="3705748" y="3961977"/>
            <a:ext cx="1237663" cy="307777"/>
          </a:xfrm>
          <a:prstGeom prst="rect">
            <a:avLst/>
          </a:prstGeom>
          <a:noFill/>
        </p:spPr>
        <p:txBody>
          <a:bodyPr wrap="square" rtlCol="0">
            <a:spAutoFit/>
          </a:bodyPr>
          <a:lstStyle/>
          <a:p>
            <a:pPr algn="r"/>
            <a:r>
              <a:rPr lang="en-US" sz="1400" b="1" dirty="0">
                <a:solidFill>
                  <a:schemeClr val="bg1"/>
                </a:solidFill>
                <a:latin typeface="Arial" panose="020B0604020202020204" pitchFamily="34" charset="0"/>
                <a:cs typeface="Arial" panose="020B0604020202020204" pitchFamily="34" charset="0"/>
              </a:rPr>
              <a:t>ROC-AUC</a:t>
            </a:r>
          </a:p>
        </p:txBody>
      </p:sp>
      <p:pic>
        <p:nvPicPr>
          <p:cNvPr id="72" name="Picture 71">
            <a:extLst>
              <a:ext uri="{FF2B5EF4-FFF2-40B4-BE49-F238E27FC236}">
                <a16:creationId xmlns:a16="http://schemas.microsoft.com/office/drawing/2014/main" id="{8BBC8D90-0C84-444F-812D-5159C9EB6AC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60166"/>
            <a:ext cx="1606471" cy="1606471"/>
          </a:xfrm>
          <a:prstGeom prst="rect">
            <a:avLst/>
          </a:prstGeom>
        </p:spPr>
      </p:pic>
    </p:spTree>
    <p:extLst>
      <p:ext uri="{BB962C8B-B14F-4D97-AF65-F5344CB8AC3E}">
        <p14:creationId xmlns:p14="http://schemas.microsoft.com/office/powerpoint/2010/main" val="215874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3" name="Group 112">
            <a:extLst>
              <a:ext uri="{FF2B5EF4-FFF2-40B4-BE49-F238E27FC236}">
                <a16:creationId xmlns:a16="http://schemas.microsoft.com/office/drawing/2014/main" id="{EECDFCAD-8C0C-4D52-A896-E06B44FAA097}"/>
              </a:ext>
            </a:extLst>
          </p:cNvPr>
          <p:cNvGrpSpPr/>
          <p:nvPr/>
        </p:nvGrpSpPr>
        <p:grpSpPr>
          <a:xfrm>
            <a:off x="1144498" y="1524002"/>
            <a:ext cx="4301153" cy="4571997"/>
            <a:chOff x="1144498" y="1524002"/>
            <a:chExt cx="4301153" cy="4571997"/>
          </a:xfrm>
        </p:grpSpPr>
        <p:sp>
          <p:nvSpPr>
            <p:cNvPr id="115" name="Freeform 7">
              <a:extLst>
                <a:ext uri="{FF2B5EF4-FFF2-40B4-BE49-F238E27FC236}">
                  <a16:creationId xmlns:a16="http://schemas.microsoft.com/office/drawing/2014/main" id="{DAB28AA4-3A39-4C1E-BEF2-A406818B315A}"/>
                </a:ext>
              </a:extLst>
            </p:cNvPr>
            <p:cNvSpPr>
              <a:spLocks/>
            </p:cNvSpPr>
            <p:nvPr/>
          </p:nvSpPr>
          <p:spPr bwMode="auto">
            <a:xfrm rot="16200000" flipH="1">
              <a:off x="3400538" y="3925149"/>
              <a:ext cx="3349175" cy="717388"/>
            </a:xfrm>
            <a:custGeom>
              <a:avLst/>
              <a:gdLst>
                <a:gd name="T0" fmla="*/ 1972 w 1972"/>
                <a:gd name="T1" fmla="*/ 185 h 369"/>
                <a:gd name="T2" fmla="*/ 1778 w 1972"/>
                <a:gd name="T3" fmla="*/ 0 h 369"/>
                <a:gd name="T4" fmla="*/ 1778 w 1972"/>
                <a:gd name="T5" fmla="*/ 0 h 369"/>
                <a:gd name="T6" fmla="*/ 0 w 1972"/>
                <a:gd name="T7" fmla="*/ 0 h 369"/>
                <a:gd name="T8" fmla="*/ 0 w 1972"/>
                <a:gd name="T9" fmla="*/ 369 h 369"/>
                <a:gd name="T10" fmla="*/ 1778 w 1972"/>
                <a:gd name="T11" fmla="*/ 369 h 369"/>
                <a:gd name="T12" fmla="*/ 1778 w 1972"/>
                <a:gd name="T13" fmla="*/ 369 h 369"/>
                <a:gd name="T14" fmla="*/ 1972 w 1972"/>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72" h="369">
                  <a:moveTo>
                    <a:pt x="1972" y="185"/>
                  </a:moveTo>
                  <a:lnTo>
                    <a:pt x="1778" y="0"/>
                  </a:lnTo>
                  <a:lnTo>
                    <a:pt x="1778" y="0"/>
                  </a:lnTo>
                  <a:lnTo>
                    <a:pt x="0" y="0"/>
                  </a:lnTo>
                  <a:lnTo>
                    <a:pt x="0" y="369"/>
                  </a:lnTo>
                  <a:lnTo>
                    <a:pt x="1778" y="369"/>
                  </a:lnTo>
                  <a:lnTo>
                    <a:pt x="1778" y="369"/>
                  </a:lnTo>
                  <a:lnTo>
                    <a:pt x="1972" y="185"/>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16" name="Freeform 8">
              <a:extLst>
                <a:ext uri="{FF2B5EF4-FFF2-40B4-BE49-F238E27FC236}">
                  <a16:creationId xmlns:a16="http://schemas.microsoft.com/office/drawing/2014/main" id="{C3891CDA-6F31-4D32-A70C-01207523BA5D}"/>
                </a:ext>
              </a:extLst>
            </p:cNvPr>
            <p:cNvSpPr>
              <a:spLocks/>
            </p:cNvSpPr>
            <p:nvPr/>
          </p:nvSpPr>
          <p:spPr bwMode="auto">
            <a:xfrm rot="16200000" flipH="1">
              <a:off x="3074251" y="3536040"/>
              <a:ext cx="2569626" cy="716059"/>
            </a:xfrm>
            <a:custGeom>
              <a:avLst/>
              <a:gdLst>
                <a:gd name="T0" fmla="*/ 1513 w 1513"/>
                <a:gd name="T1" fmla="*/ 185 h 372"/>
                <a:gd name="T2" fmla="*/ 1319 w 1513"/>
                <a:gd name="T3" fmla="*/ 0 h 372"/>
                <a:gd name="T4" fmla="*/ 1319 w 1513"/>
                <a:gd name="T5" fmla="*/ 0 h 372"/>
                <a:gd name="T6" fmla="*/ 0 w 1513"/>
                <a:gd name="T7" fmla="*/ 0 h 372"/>
                <a:gd name="T8" fmla="*/ 0 w 1513"/>
                <a:gd name="T9" fmla="*/ 372 h 372"/>
                <a:gd name="T10" fmla="*/ 1319 w 1513"/>
                <a:gd name="T11" fmla="*/ 372 h 372"/>
                <a:gd name="T12" fmla="*/ 1319 w 1513"/>
                <a:gd name="T13" fmla="*/ 369 h 372"/>
                <a:gd name="T14" fmla="*/ 1513 w 1513"/>
                <a:gd name="T15" fmla="*/ 185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3" h="372">
                  <a:moveTo>
                    <a:pt x="1513" y="185"/>
                  </a:moveTo>
                  <a:lnTo>
                    <a:pt x="1319" y="0"/>
                  </a:lnTo>
                  <a:lnTo>
                    <a:pt x="1319" y="0"/>
                  </a:lnTo>
                  <a:lnTo>
                    <a:pt x="0" y="0"/>
                  </a:lnTo>
                  <a:lnTo>
                    <a:pt x="0" y="372"/>
                  </a:lnTo>
                  <a:lnTo>
                    <a:pt x="1319" y="372"/>
                  </a:lnTo>
                  <a:lnTo>
                    <a:pt x="1319" y="369"/>
                  </a:lnTo>
                  <a:lnTo>
                    <a:pt x="1513" y="185"/>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17" name="Freeform 9">
              <a:extLst>
                <a:ext uri="{FF2B5EF4-FFF2-40B4-BE49-F238E27FC236}">
                  <a16:creationId xmlns:a16="http://schemas.microsoft.com/office/drawing/2014/main" id="{8C651C4A-59BB-4226-BBA7-6E11C24A692C}"/>
                </a:ext>
              </a:extLst>
            </p:cNvPr>
            <p:cNvSpPr>
              <a:spLocks/>
            </p:cNvSpPr>
            <p:nvPr/>
          </p:nvSpPr>
          <p:spPr bwMode="auto">
            <a:xfrm rot="16200000" flipH="1">
              <a:off x="753908" y="3715278"/>
              <a:ext cx="2931378" cy="719332"/>
            </a:xfrm>
            <a:custGeom>
              <a:avLst/>
              <a:gdLst>
                <a:gd name="T0" fmla="*/ 1726 w 1726"/>
                <a:gd name="T1" fmla="*/ 185 h 370"/>
                <a:gd name="T2" fmla="*/ 1530 w 1726"/>
                <a:gd name="T3" fmla="*/ 0 h 370"/>
                <a:gd name="T4" fmla="*/ 1530 w 1726"/>
                <a:gd name="T5" fmla="*/ 0 h 370"/>
                <a:gd name="T6" fmla="*/ 0 w 1726"/>
                <a:gd name="T7" fmla="*/ 0 h 370"/>
                <a:gd name="T8" fmla="*/ 0 w 1726"/>
                <a:gd name="T9" fmla="*/ 370 h 370"/>
                <a:gd name="T10" fmla="*/ 1530 w 1726"/>
                <a:gd name="T11" fmla="*/ 370 h 370"/>
                <a:gd name="T12" fmla="*/ 1530 w 1726"/>
                <a:gd name="T13" fmla="*/ 370 h 370"/>
                <a:gd name="T14" fmla="*/ 1726 w 1726"/>
                <a:gd name="T15" fmla="*/ 185 h 3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6" h="370">
                  <a:moveTo>
                    <a:pt x="1726" y="185"/>
                  </a:moveTo>
                  <a:lnTo>
                    <a:pt x="1530" y="0"/>
                  </a:lnTo>
                  <a:lnTo>
                    <a:pt x="1530" y="0"/>
                  </a:lnTo>
                  <a:lnTo>
                    <a:pt x="0" y="0"/>
                  </a:lnTo>
                  <a:lnTo>
                    <a:pt x="0" y="370"/>
                  </a:lnTo>
                  <a:lnTo>
                    <a:pt x="1530" y="370"/>
                  </a:lnTo>
                  <a:lnTo>
                    <a:pt x="1530" y="370"/>
                  </a:lnTo>
                  <a:lnTo>
                    <a:pt x="1726" y="185"/>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18" name="Freeform 10">
              <a:extLst>
                <a:ext uri="{FF2B5EF4-FFF2-40B4-BE49-F238E27FC236}">
                  <a16:creationId xmlns:a16="http://schemas.microsoft.com/office/drawing/2014/main" id="{4A914FE8-E268-4A27-8912-FC6E739512D6}"/>
                </a:ext>
              </a:extLst>
            </p:cNvPr>
            <p:cNvSpPr>
              <a:spLocks/>
            </p:cNvSpPr>
            <p:nvPr/>
          </p:nvSpPr>
          <p:spPr bwMode="auto">
            <a:xfrm rot="16200000" flipH="1">
              <a:off x="-241808" y="3995560"/>
              <a:ext cx="3486745" cy="714134"/>
            </a:xfrm>
            <a:custGeom>
              <a:avLst/>
              <a:gdLst>
                <a:gd name="T0" fmla="*/ 2053 w 2053"/>
                <a:gd name="T1" fmla="*/ 187 h 371"/>
                <a:gd name="T2" fmla="*/ 1859 w 2053"/>
                <a:gd name="T3" fmla="*/ 2 h 371"/>
                <a:gd name="T4" fmla="*/ 1859 w 2053"/>
                <a:gd name="T5" fmla="*/ 0 h 371"/>
                <a:gd name="T6" fmla="*/ 0 w 2053"/>
                <a:gd name="T7" fmla="*/ 0 h 371"/>
                <a:gd name="T8" fmla="*/ 0 w 2053"/>
                <a:gd name="T9" fmla="*/ 371 h 371"/>
                <a:gd name="T10" fmla="*/ 1859 w 2053"/>
                <a:gd name="T11" fmla="*/ 371 h 371"/>
                <a:gd name="T12" fmla="*/ 1859 w 2053"/>
                <a:gd name="T13" fmla="*/ 371 h 371"/>
                <a:gd name="T14" fmla="*/ 2053 w 2053"/>
                <a:gd name="T15" fmla="*/ 187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3" h="371">
                  <a:moveTo>
                    <a:pt x="2053" y="187"/>
                  </a:moveTo>
                  <a:lnTo>
                    <a:pt x="1859" y="2"/>
                  </a:lnTo>
                  <a:lnTo>
                    <a:pt x="1859" y="0"/>
                  </a:lnTo>
                  <a:lnTo>
                    <a:pt x="0" y="0"/>
                  </a:lnTo>
                  <a:lnTo>
                    <a:pt x="0" y="371"/>
                  </a:lnTo>
                  <a:lnTo>
                    <a:pt x="1859" y="371"/>
                  </a:lnTo>
                  <a:lnTo>
                    <a:pt x="1859" y="371"/>
                  </a:lnTo>
                  <a:lnTo>
                    <a:pt x="2053" y="187"/>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19" name="Freeform 11">
              <a:extLst>
                <a:ext uri="{FF2B5EF4-FFF2-40B4-BE49-F238E27FC236}">
                  <a16:creationId xmlns:a16="http://schemas.microsoft.com/office/drawing/2014/main" id="{B27E9456-BCAA-454D-8335-ACE1A9BE4626}"/>
                </a:ext>
              </a:extLst>
            </p:cNvPr>
            <p:cNvSpPr>
              <a:spLocks/>
            </p:cNvSpPr>
            <p:nvPr/>
          </p:nvSpPr>
          <p:spPr bwMode="auto">
            <a:xfrm rot="16200000" flipH="1">
              <a:off x="1375831" y="3808117"/>
              <a:ext cx="3108008" cy="710285"/>
            </a:xfrm>
            <a:custGeom>
              <a:avLst/>
              <a:gdLst>
                <a:gd name="T0" fmla="*/ 1830 w 1830"/>
                <a:gd name="T1" fmla="*/ 185 h 369"/>
                <a:gd name="T2" fmla="*/ 1636 w 1830"/>
                <a:gd name="T3" fmla="*/ 0 h 369"/>
                <a:gd name="T4" fmla="*/ 1636 w 1830"/>
                <a:gd name="T5" fmla="*/ 0 h 369"/>
                <a:gd name="T6" fmla="*/ 0 w 1830"/>
                <a:gd name="T7" fmla="*/ 0 h 369"/>
                <a:gd name="T8" fmla="*/ 0 w 1830"/>
                <a:gd name="T9" fmla="*/ 369 h 369"/>
                <a:gd name="T10" fmla="*/ 1636 w 1830"/>
                <a:gd name="T11" fmla="*/ 369 h 369"/>
                <a:gd name="T12" fmla="*/ 1636 w 1830"/>
                <a:gd name="T13" fmla="*/ 369 h 369"/>
                <a:gd name="T14" fmla="*/ 1830 w 1830"/>
                <a:gd name="T15" fmla="*/ 185 h 3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0" h="369">
                  <a:moveTo>
                    <a:pt x="1830" y="185"/>
                  </a:moveTo>
                  <a:lnTo>
                    <a:pt x="1636" y="0"/>
                  </a:lnTo>
                  <a:lnTo>
                    <a:pt x="1636" y="0"/>
                  </a:lnTo>
                  <a:lnTo>
                    <a:pt x="0" y="0"/>
                  </a:lnTo>
                  <a:lnTo>
                    <a:pt x="0" y="369"/>
                  </a:lnTo>
                  <a:lnTo>
                    <a:pt x="1636" y="369"/>
                  </a:lnTo>
                  <a:lnTo>
                    <a:pt x="1636" y="369"/>
                  </a:lnTo>
                  <a:lnTo>
                    <a:pt x="1830" y="185"/>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0" name="Freeform 12">
              <a:extLst>
                <a:ext uri="{FF2B5EF4-FFF2-40B4-BE49-F238E27FC236}">
                  <a16:creationId xmlns:a16="http://schemas.microsoft.com/office/drawing/2014/main" id="{602D3D80-9CEB-44B3-A97E-9685AD260FB0}"/>
                </a:ext>
              </a:extLst>
            </p:cNvPr>
            <p:cNvSpPr>
              <a:spLocks/>
            </p:cNvSpPr>
            <p:nvPr/>
          </p:nvSpPr>
          <p:spPr bwMode="auto">
            <a:xfrm rot="16200000" flipH="1">
              <a:off x="2273274" y="3620959"/>
              <a:ext cx="2739464" cy="716059"/>
            </a:xfrm>
            <a:custGeom>
              <a:avLst/>
              <a:gdLst>
                <a:gd name="T0" fmla="*/ 1613 w 1613"/>
                <a:gd name="T1" fmla="*/ 187 h 372"/>
                <a:gd name="T2" fmla="*/ 1418 w 1613"/>
                <a:gd name="T3" fmla="*/ 3 h 372"/>
                <a:gd name="T4" fmla="*/ 1418 w 1613"/>
                <a:gd name="T5" fmla="*/ 0 h 372"/>
                <a:gd name="T6" fmla="*/ 0 w 1613"/>
                <a:gd name="T7" fmla="*/ 0 h 372"/>
                <a:gd name="T8" fmla="*/ 0 w 1613"/>
                <a:gd name="T9" fmla="*/ 372 h 372"/>
                <a:gd name="T10" fmla="*/ 1418 w 1613"/>
                <a:gd name="T11" fmla="*/ 372 h 372"/>
                <a:gd name="T12" fmla="*/ 1418 w 1613"/>
                <a:gd name="T13" fmla="*/ 372 h 372"/>
                <a:gd name="T14" fmla="*/ 1613 w 1613"/>
                <a:gd name="T15" fmla="*/ 187 h 3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3" h="372">
                  <a:moveTo>
                    <a:pt x="1613" y="187"/>
                  </a:moveTo>
                  <a:lnTo>
                    <a:pt x="1418" y="3"/>
                  </a:lnTo>
                  <a:lnTo>
                    <a:pt x="1418" y="0"/>
                  </a:lnTo>
                  <a:lnTo>
                    <a:pt x="0" y="0"/>
                  </a:lnTo>
                  <a:lnTo>
                    <a:pt x="0" y="372"/>
                  </a:lnTo>
                  <a:lnTo>
                    <a:pt x="1418" y="372"/>
                  </a:lnTo>
                  <a:lnTo>
                    <a:pt x="1418" y="372"/>
                  </a:lnTo>
                  <a:lnTo>
                    <a:pt x="1613" y="187"/>
                  </a:ln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1" name="Rectangle 13">
              <a:extLst>
                <a:ext uri="{FF2B5EF4-FFF2-40B4-BE49-F238E27FC236}">
                  <a16:creationId xmlns:a16="http://schemas.microsoft.com/office/drawing/2014/main" id="{FDEC3F7D-C41D-430B-A875-73B1A9248D41}"/>
                </a:ext>
              </a:extLst>
            </p:cNvPr>
            <p:cNvSpPr>
              <a:spLocks noChangeArrowheads="1"/>
            </p:cNvSpPr>
            <p:nvPr/>
          </p:nvSpPr>
          <p:spPr bwMode="auto">
            <a:xfrm rot="16200000" flipH="1">
              <a:off x="3586777" y="1218354"/>
              <a:ext cx="450067" cy="1061364"/>
            </a:xfrm>
            <a:prstGeom prst="rect">
              <a:avLst/>
            </a:prstGeom>
            <a:solidFill>
              <a:schemeClr val="accent1">
                <a:lumMod val="5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2" name="Freeform 14">
              <a:extLst>
                <a:ext uri="{FF2B5EF4-FFF2-40B4-BE49-F238E27FC236}">
                  <a16:creationId xmlns:a16="http://schemas.microsoft.com/office/drawing/2014/main" id="{244A955C-56FC-4558-BD73-E5A7DC990608}"/>
                </a:ext>
              </a:extLst>
            </p:cNvPr>
            <p:cNvSpPr>
              <a:spLocks/>
            </p:cNvSpPr>
            <p:nvPr/>
          </p:nvSpPr>
          <p:spPr bwMode="auto">
            <a:xfrm rot="16200000" flipH="1">
              <a:off x="1986027" y="1136386"/>
              <a:ext cx="640284" cy="2315644"/>
            </a:xfrm>
            <a:custGeom>
              <a:avLst/>
              <a:gdLst>
                <a:gd name="T0" fmla="*/ 0 w 377"/>
                <a:gd name="T1" fmla="*/ 1203 h 1203"/>
                <a:gd name="T2" fmla="*/ 377 w 377"/>
                <a:gd name="T3" fmla="*/ 369 h 1203"/>
                <a:gd name="T4" fmla="*/ 377 w 377"/>
                <a:gd name="T5" fmla="*/ 0 h 1203"/>
                <a:gd name="T6" fmla="*/ 0 w 377"/>
                <a:gd name="T7" fmla="*/ 1108 h 1203"/>
                <a:gd name="T8" fmla="*/ 0 w 377"/>
                <a:gd name="T9" fmla="*/ 1203 h 1203"/>
              </a:gdLst>
              <a:ahLst/>
              <a:cxnLst>
                <a:cxn ang="0">
                  <a:pos x="T0" y="T1"/>
                </a:cxn>
                <a:cxn ang="0">
                  <a:pos x="T2" y="T3"/>
                </a:cxn>
                <a:cxn ang="0">
                  <a:pos x="T4" y="T5"/>
                </a:cxn>
                <a:cxn ang="0">
                  <a:pos x="T6" y="T7"/>
                </a:cxn>
                <a:cxn ang="0">
                  <a:pos x="T8" y="T9"/>
                </a:cxn>
              </a:cxnLst>
              <a:rect l="0" t="0" r="r" b="b"/>
              <a:pathLst>
                <a:path w="377" h="1203">
                  <a:moveTo>
                    <a:pt x="0" y="1203"/>
                  </a:moveTo>
                  <a:lnTo>
                    <a:pt x="377" y="369"/>
                  </a:lnTo>
                  <a:lnTo>
                    <a:pt x="377" y="0"/>
                  </a:lnTo>
                  <a:lnTo>
                    <a:pt x="0" y="1108"/>
                  </a:lnTo>
                  <a:lnTo>
                    <a:pt x="0" y="1203"/>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3" name="Freeform 16">
              <a:extLst>
                <a:ext uri="{FF2B5EF4-FFF2-40B4-BE49-F238E27FC236}">
                  <a16:creationId xmlns:a16="http://schemas.microsoft.com/office/drawing/2014/main" id="{46A46D31-C259-49C1-866E-F4636B8BF687}"/>
                </a:ext>
              </a:extLst>
            </p:cNvPr>
            <p:cNvSpPr>
              <a:spLocks/>
            </p:cNvSpPr>
            <p:nvPr/>
          </p:nvSpPr>
          <p:spPr bwMode="auto">
            <a:xfrm rot="16200000" flipH="1">
              <a:off x="2435151" y="1403324"/>
              <a:ext cx="635189" cy="1776675"/>
            </a:xfrm>
            <a:custGeom>
              <a:avLst/>
              <a:gdLst>
                <a:gd name="T0" fmla="*/ 0 w 374"/>
                <a:gd name="T1" fmla="*/ 923 h 923"/>
                <a:gd name="T2" fmla="*/ 374 w 374"/>
                <a:gd name="T3" fmla="*/ 369 h 923"/>
                <a:gd name="T4" fmla="*/ 374 w 374"/>
                <a:gd name="T5" fmla="*/ 0 h 923"/>
                <a:gd name="T6" fmla="*/ 0 w 374"/>
                <a:gd name="T7" fmla="*/ 831 h 923"/>
                <a:gd name="T8" fmla="*/ 0 w 374"/>
                <a:gd name="T9" fmla="*/ 923 h 923"/>
              </a:gdLst>
              <a:ahLst/>
              <a:cxnLst>
                <a:cxn ang="0">
                  <a:pos x="T0" y="T1"/>
                </a:cxn>
                <a:cxn ang="0">
                  <a:pos x="T2" y="T3"/>
                </a:cxn>
                <a:cxn ang="0">
                  <a:pos x="T4" y="T5"/>
                </a:cxn>
                <a:cxn ang="0">
                  <a:pos x="T6" y="T7"/>
                </a:cxn>
                <a:cxn ang="0">
                  <a:pos x="T8" y="T9"/>
                </a:cxn>
              </a:cxnLst>
              <a:rect l="0" t="0" r="r" b="b"/>
              <a:pathLst>
                <a:path w="374" h="923">
                  <a:moveTo>
                    <a:pt x="0" y="923"/>
                  </a:moveTo>
                  <a:lnTo>
                    <a:pt x="374" y="369"/>
                  </a:lnTo>
                  <a:lnTo>
                    <a:pt x="374" y="0"/>
                  </a:lnTo>
                  <a:lnTo>
                    <a:pt x="0" y="831"/>
                  </a:lnTo>
                  <a:lnTo>
                    <a:pt x="0" y="923"/>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4" name="Freeform 18">
              <a:extLst>
                <a:ext uri="{FF2B5EF4-FFF2-40B4-BE49-F238E27FC236}">
                  <a16:creationId xmlns:a16="http://schemas.microsoft.com/office/drawing/2014/main" id="{571D44F3-540F-4A3E-97A4-9D87C264EE5E}"/>
                </a:ext>
              </a:extLst>
            </p:cNvPr>
            <p:cNvSpPr>
              <a:spLocks/>
            </p:cNvSpPr>
            <p:nvPr/>
          </p:nvSpPr>
          <p:spPr bwMode="auto">
            <a:xfrm rot="16200000" flipH="1">
              <a:off x="2881726" y="1667034"/>
              <a:ext cx="635189" cy="1249254"/>
            </a:xfrm>
            <a:custGeom>
              <a:avLst/>
              <a:gdLst>
                <a:gd name="T0" fmla="*/ 0 w 374"/>
                <a:gd name="T1" fmla="*/ 649 h 649"/>
                <a:gd name="T2" fmla="*/ 374 w 374"/>
                <a:gd name="T3" fmla="*/ 369 h 649"/>
                <a:gd name="T4" fmla="*/ 374 w 374"/>
                <a:gd name="T5" fmla="*/ 0 h 649"/>
                <a:gd name="T6" fmla="*/ 0 w 374"/>
                <a:gd name="T7" fmla="*/ 554 h 649"/>
                <a:gd name="T8" fmla="*/ 0 w 374"/>
                <a:gd name="T9" fmla="*/ 649 h 649"/>
              </a:gdLst>
              <a:ahLst/>
              <a:cxnLst>
                <a:cxn ang="0">
                  <a:pos x="T0" y="T1"/>
                </a:cxn>
                <a:cxn ang="0">
                  <a:pos x="T2" y="T3"/>
                </a:cxn>
                <a:cxn ang="0">
                  <a:pos x="T4" y="T5"/>
                </a:cxn>
                <a:cxn ang="0">
                  <a:pos x="T6" y="T7"/>
                </a:cxn>
                <a:cxn ang="0">
                  <a:pos x="T8" y="T9"/>
                </a:cxn>
              </a:cxnLst>
              <a:rect l="0" t="0" r="r" b="b"/>
              <a:pathLst>
                <a:path w="374" h="649">
                  <a:moveTo>
                    <a:pt x="0" y="649"/>
                  </a:moveTo>
                  <a:lnTo>
                    <a:pt x="374" y="369"/>
                  </a:lnTo>
                  <a:lnTo>
                    <a:pt x="374" y="0"/>
                  </a:lnTo>
                  <a:lnTo>
                    <a:pt x="0" y="554"/>
                  </a:lnTo>
                  <a:lnTo>
                    <a:pt x="0" y="649"/>
                  </a:ln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5" name="Freeform 20">
              <a:extLst>
                <a:ext uri="{FF2B5EF4-FFF2-40B4-BE49-F238E27FC236}">
                  <a16:creationId xmlns:a16="http://schemas.microsoft.com/office/drawing/2014/main" id="{0ED5A36B-C68A-47A0-BDFE-A653289835FB}"/>
                </a:ext>
              </a:extLst>
            </p:cNvPr>
            <p:cNvSpPr>
              <a:spLocks/>
            </p:cNvSpPr>
            <p:nvPr/>
          </p:nvSpPr>
          <p:spPr bwMode="auto">
            <a:xfrm rot="16200000" flipH="1">
              <a:off x="3325412" y="1933632"/>
              <a:ext cx="635189" cy="716059"/>
            </a:xfrm>
            <a:custGeom>
              <a:avLst/>
              <a:gdLst>
                <a:gd name="T0" fmla="*/ 0 w 374"/>
                <a:gd name="T1" fmla="*/ 372 h 372"/>
                <a:gd name="T2" fmla="*/ 374 w 374"/>
                <a:gd name="T3" fmla="*/ 372 h 372"/>
                <a:gd name="T4" fmla="*/ 374 w 374"/>
                <a:gd name="T5" fmla="*/ 0 h 372"/>
                <a:gd name="T6" fmla="*/ 0 w 374"/>
                <a:gd name="T7" fmla="*/ 280 h 372"/>
                <a:gd name="T8" fmla="*/ 0 w 374"/>
                <a:gd name="T9" fmla="*/ 372 h 372"/>
              </a:gdLst>
              <a:ahLst/>
              <a:cxnLst>
                <a:cxn ang="0">
                  <a:pos x="T0" y="T1"/>
                </a:cxn>
                <a:cxn ang="0">
                  <a:pos x="T2" y="T3"/>
                </a:cxn>
                <a:cxn ang="0">
                  <a:pos x="T4" y="T5"/>
                </a:cxn>
                <a:cxn ang="0">
                  <a:pos x="T6" y="T7"/>
                </a:cxn>
                <a:cxn ang="0">
                  <a:pos x="T8" y="T9"/>
                </a:cxn>
              </a:cxnLst>
              <a:rect l="0" t="0" r="r" b="b"/>
              <a:pathLst>
                <a:path w="374" h="372">
                  <a:moveTo>
                    <a:pt x="0" y="372"/>
                  </a:moveTo>
                  <a:lnTo>
                    <a:pt x="374" y="372"/>
                  </a:lnTo>
                  <a:lnTo>
                    <a:pt x="374" y="0"/>
                  </a:lnTo>
                  <a:lnTo>
                    <a:pt x="0" y="280"/>
                  </a:lnTo>
                  <a:lnTo>
                    <a:pt x="0" y="372"/>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6" name="Freeform 22">
              <a:extLst>
                <a:ext uri="{FF2B5EF4-FFF2-40B4-BE49-F238E27FC236}">
                  <a16:creationId xmlns:a16="http://schemas.microsoft.com/office/drawing/2014/main" id="{4C88EF0A-C0CE-493E-9759-5CF1F6D812F5}"/>
                </a:ext>
              </a:extLst>
            </p:cNvPr>
            <p:cNvSpPr>
              <a:spLocks/>
            </p:cNvSpPr>
            <p:nvPr/>
          </p:nvSpPr>
          <p:spPr bwMode="auto">
            <a:xfrm rot="16200000" flipH="1">
              <a:off x="4044696" y="1932598"/>
              <a:ext cx="640284" cy="723220"/>
            </a:xfrm>
            <a:custGeom>
              <a:avLst/>
              <a:gdLst>
                <a:gd name="T0" fmla="*/ 0 w 377"/>
                <a:gd name="T1" fmla="*/ 95 h 372"/>
                <a:gd name="T2" fmla="*/ 377 w 377"/>
                <a:gd name="T3" fmla="*/ 372 h 372"/>
                <a:gd name="T4" fmla="*/ 377 w 377"/>
                <a:gd name="T5" fmla="*/ 0 h 372"/>
                <a:gd name="T6" fmla="*/ 0 w 377"/>
                <a:gd name="T7" fmla="*/ 0 h 372"/>
                <a:gd name="T8" fmla="*/ 0 w 377"/>
                <a:gd name="T9" fmla="*/ 95 h 372"/>
              </a:gdLst>
              <a:ahLst/>
              <a:cxnLst>
                <a:cxn ang="0">
                  <a:pos x="T0" y="T1"/>
                </a:cxn>
                <a:cxn ang="0">
                  <a:pos x="T2" y="T3"/>
                </a:cxn>
                <a:cxn ang="0">
                  <a:pos x="T4" y="T5"/>
                </a:cxn>
                <a:cxn ang="0">
                  <a:pos x="T6" y="T7"/>
                </a:cxn>
                <a:cxn ang="0">
                  <a:pos x="T8" y="T9"/>
                </a:cxn>
              </a:cxnLst>
              <a:rect l="0" t="0" r="r" b="b"/>
              <a:pathLst>
                <a:path w="377" h="372">
                  <a:moveTo>
                    <a:pt x="0" y="95"/>
                  </a:moveTo>
                  <a:lnTo>
                    <a:pt x="377" y="372"/>
                  </a:lnTo>
                  <a:lnTo>
                    <a:pt x="377" y="0"/>
                  </a:lnTo>
                  <a:lnTo>
                    <a:pt x="0" y="0"/>
                  </a:lnTo>
                  <a:lnTo>
                    <a:pt x="0" y="95"/>
                  </a:ln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27" name="Freeform 24">
              <a:extLst>
                <a:ext uri="{FF2B5EF4-FFF2-40B4-BE49-F238E27FC236}">
                  <a16:creationId xmlns:a16="http://schemas.microsoft.com/office/drawing/2014/main" id="{818CA888-441A-48F6-A70C-DE66DC5E0C3A}"/>
                </a:ext>
              </a:extLst>
            </p:cNvPr>
            <p:cNvSpPr>
              <a:spLocks/>
            </p:cNvSpPr>
            <p:nvPr/>
          </p:nvSpPr>
          <p:spPr bwMode="auto">
            <a:xfrm rot="16200000" flipH="1">
              <a:off x="4493820" y="1657425"/>
              <a:ext cx="635189" cy="1268473"/>
            </a:xfrm>
            <a:custGeom>
              <a:avLst/>
              <a:gdLst>
                <a:gd name="T0" fmla="*/ 0 w 374"/>
                <a:gd name="T1" fmla="*/ 92 h 646"/>
                <a:gd name="T2" fmla="*/ 374 w 374"/>
                <a:gd name="T3" fmla="*/ 646 h 646"/>
                <a:gd name="T4" fmla="*/ 374 w 374"/>
                <a:gd name="T5" fmla="*/ 277 h 646"/>
                <a:gd name="T6" fmla="*/ 0 w 374"/>
                <a:gd name="T7" fmla="*/ 0 h 646"/>
                <a:gd name="T8" fmla="*/ 0 w 374"/>
                <a:gd name="T9" fmla="*/ 92 h 646"/>
              </a:gdLst>
              <a:ahLst/>
              <a:cxnLst>
                <a:cxn ang="0">
                  <a:pos x="T0" y="T1"/>
                </a:cxn>
                <a:cxn ang="0">
                  <a:pos x="T2" y="T3"/>
                </a:cxn>
                <a:cxn ang="0">
                  <a:pos x="T4" y="T5"/>
                </a:cxn>
                <a:cxn ang="0">
                  <a:pos x="T6" y="T7"/>
                </a:cxn>
                <a:cxn ang="0">
                  <a:pos x="T8" y="T9"/>
                </a:cxn>
              </a:cxnLst>
              <a:rect l="0" t="0" r="r" b="b"/>
              <a:pathLst>
                <a:path w="374" h="646">
                  <a:moveTo>
                    <a:pt x="0" y="92"/>
                  </a:moveTo>
                  <a:lnTo>
                    <a:pt x="374" y="646"/>
                  </a:lnTo>
                  <a:lnTo>
                    <a:pt x="374" y="277"/>
                  </a:lnTo>
                  <a:lnTo>
                    <a:pt x="0" y="0"/>
                  </a:lnTo>
                  <a:lnTo>
                    <a:pt x="0" y="92"/>
                  </a:lnTo>
                  <a:close/>
                </a:path>
              </a:pathLst>
            </a:custGeom>
            <a:gradFill>
              <a:gsLst>
                <a:gs pos="0">
                  <a:schemeClr val="accent1">
                    <a:lumMod val="75000"/>
                  </a:schemeClr>
                </a:gs>
                <a:gs pos="100000">
                  <a:schemeClr val="accent3">
                    <a:lumMod val="60000"/>
                    <a:lumOff val="40000"/>
                  </a:schemeClr>
                </a:gs>
              </a:gsLst>
              <a:lin ang="10800000" scaled="1"/>
            </a:gradFill>
            <a:ln w="9525">
              <a:noFill/>
              <a:round/>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grpSp>
      <p:sp>
        <p:nvSpPr>
          <p:cNvPr id="46" name="TextBox 45"/>
          <p:cNvSpPr txBox="1"/>
          <p:nvPr/>
        </p:nvSpPr>
        <p:spPr>
          <a:xfrm flipH="1">
            <a:off x="1243628" y="2668357"/>
            <a:ext cx="515871" cy="307777"/>
          </a:xfrm>
          <a:prstGeom prst="rect">
            <a:avLst/>
          </a:prstGeom>
          <a:noFill/>
        </p:spPr>
        <p:txBody>
          <a:bodyPr wrap="square" rtlCol="0">
            <a:spAutoFit/>
          </a:bodyPr>
          <a:lstStyle/>
          <a:p>
            <a:pPr algn="ctr"/>
            <a:r>
              <a:rPr lang="en-US" sz="1400" b="1" dirty="0">
                <a:solidFill>
                  <a:schemeClr val="tx1">
                    <a:lumMod val="95000"/>
                    <a:lumOff val="5000"/>
                  </a:schemeClr>
                </a:solidFill>
                <a:latin typeface="Arial" panose="020B0604020202020204" pitchFamily="34" charset="0"/>
                <a:ea typeface="Calibri" charset="0"/>
                <a:cs typeface="Arial" panose="020B0604020202020204" pitchFamily="34" charset="0"/>
              </a:rPr>
              <a:t>01</a:t>
            </a:r>
          </a:p>
        </p:txBody>
      </p:sp>
      <p:sp>
        <p:nvSpPr>
          <p:cNvPr id="47" name="TextBox 46"/>
          <p:cNvSpPr txBox="1"/>
          <p:nvPr/>
        </p:nvSpPr>
        <p:spPr>
          <a:xfrm flipH="1">
            <a:off x="1954992" y="2668357"/>
            <a:ext cx="515871" cy="307777"/>
          </a:xfrm>
          <a:prstGeom prst="rect">
            <a:avLst/>
          </a:prstGeom>
          <a:noFill/>
        </p:spPr>
        <p:txBody>
          <a:bodyPr wrap="square" rtlCol="0">
            <a:spAutoFit/>
          </a:bodyPr>
          <a:lstStyle/>
          <a:p>
            <a:pPr algn="ctr"/>
            <a:r>
              <a:rPr lang="en-US" sz="1400" b="1" dirty="0">
                <a:latin typeface="Arial" panose="020B0604020202020204" pitchFamily="34" charset="0"/>
                <a:ea typeface="Calibri" charset="0"/>
                <a:cs typeface="Arial" panose="020B0604020202020204" pitchFamily="34" charset="0"/>
              </a:rPr>
              <a:t>02</a:t>
            </a:r>
          </a:p>
        </p:txBody>
      </p:sp>
      <p:sp>
        <p:nvSpPr>
          <p:cNvPr id="48" name="TextBox 47"/>
          <p:cNvSpPr txBox="1"/>
          <p:nvPr/>
        </p:nvSpPr>
        <p:spPr>
          <a:xfrm flipH="1">
            <a:off x="2674217" y="2668357"/>
            <a:ext cx="515871" cy="307777"/>
          </a:xfrm>
          <a:prstGeom prst="rect">
            <a:avLst/>
          </a:prstGeom>
          <a:noFill/>
        </p:spPr>
        <p:txBody>
          <a:bodyPr wrap="square" rtlCol="0">
            <a:spAutoFit/>
          </a:bodyPr>
          <a:lstStyle/>
          <a:p>
            <a:pPr algn="ctr"/>
            <a:r>
              <a:rPr lang="en-US" sz="1400" b="1" dirty="0">
                <a:latin typeface="Arial" panose="020B0604020202020204" pitchFamily="34" charset="0"/>
                <a:ea typeface="Calibri" charset="0"/>
                <a:cs typeface="Arial" panose="020B0604020202020204" pitchFamily="34" charset="0"/>
              </a:rPr>
              <a:t>03</a:t>
            </a:r>
          </a:p>
        </p:txBody>
      </p:sp>
      <p:sp>
        <p:nvSpPr>
          <p:cNvPr id="49" name="TextBox 48"/>
          <p:cNvSpPr txBox="1"/>
          <p:nvPr/>
        </p:nvSpPr>
        <p:spPr>
          <a:xfrm flipH="1">
            <a:off x="3383143" y="2668357"/>
            <a:ext cx="515871" cy="307777"/>
          </a:xfrm>
          <a:prstGeom prst="rect">
            <a:avLst/>
          </a:prstGeom>
          <a:noFill/>
        </p:spPr>
        <p:txBody>
          <a:bodyPr wrap="square" rtlCol="0">
            <a:spAutoFit/>
          </a:bodyPr>
          <a:lstStyle/>
          <a:p>
            <a:pPr algn="ctr"/>
            <a:r>
              <a:rPr lang="en-US" sz="1400" b="1" dirty="0">
                <a:latin typeface="Arial" panose="020B0604020202020204" pitchFamily="34" charset="0"/>
                <a:ea typeface="Calibri" charset="0"/>
                <a:cs typeface="Arial" panose="020B0604020202020204" pitchFamily="34" charset="0"/>
              </a:rPr>
              <a:t>04</a:t>
            </a:r>
          </a:p>
        </p:txBody>
      </p:sp>
      <p:sp>
        <p:nvSpPr>
          <p:cNvPr id="50" name="TextBox 49"/>
          <p:cNvSpPr txBox="1"/>
          <p:nvPr/>
        </p:nvSpPr>
        <p:spPr>
          <a:xfrm flipH="1">
            <a:off x="4102172" y="2668357"/>
            <a:ext cx="515871" cy="307777"/>
          </a:xfrm>
          <a:prstGeom prst="rect">
            <a:avLst/>
          </a:prstGeom>
          <a:noFill/>
        </p:spPr>
        <p:txBody>
          <a:bodyPr wrap="square" rtlCol="0">
            <a:spAutoFit/>
          </a:bodyPr>
          <a:lstStyle/>
          <a:p>
            <a:pPr algn="ctr"/>
            <a:r>
              <a:rPr lang="en-US" sz="1400" b="1" dirty="0">
                <a:latin typeface="Arial" panose="020B0604020202020204" pitchFamily="34" charset="0"/>
                <a:ea typeface="Calibri" charset="0"/>
                <a:cs typeface="Arial" panose="020B0604020202020204" pitchFamily="34" charset="0"/>
              </a:rPr>
              <a:t>05</a:t>
            </a:r>
          </a:p>
        </p:txBody>
      </p:sp>
      <p:sp>
        <p:nvSpPr>
          <p:cNvPr id="51" name="TextBox 50"/>
          <p:cNvSpPr txBox="1"/>
          <p:nvPr/>
        </p:nvSpPr>
        <p:spPr>
          <a:xfrm flipH="1">
            <a:off x="4826215" y="2668357"/>
            <a:ext cx="515871"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ea typeface="Calibri" charset="0"/>
                <a:cs typeface="Arial" panose="020B0604020202020204" pitchFamily="34" charset="0"/>
              </a:rPr>
              <a:t>06</a:t>
            </a:r>
          </a:p>
        </p:txBody>
      </p:sp>
      <p:grpSp>
        <p:nvGrpSpPr>
          <p:cNvPr id="58" name="Group 57"/>
          <p:cNvGrpSpPr/>
          <p:nvPr/>
        </p:nvGrpSpPr>
        <p:grpSpPr>
          <a:xfrm>
            <a:off x="4186224" y="3012874"/>
            <a:ext cx="345681" cy="337045"/>
            <a:chOff x="4276725" y="4691063"/>
            <a:chExt cx="347663" cy="349250"/>
          </a:xfrm>
          <a:solidFill>
            <a:schemeClr val="tx1"/>
          </a:solidFill>
        </p:grpSpPr>
        <p:sp>
          <p:nvSpPr>
            <p:cNvPr id="59" name="Freeform 56"/>
            <p:cNvSpPr>
              <a:spLocks noEditPoints="1"/>
            </p:cNvSpPr>
            <p:nvPr/>
          </p:nvSpPr>
          <p:spPr bwMode="auto">
            <a:xfrm>
              <a:off x="4340225" y="4691063"/>
              <a:ext cx="284163" cy="161925"/>
            </a:xfrm>
            <a:custGeom>
              <a:avLst/>
              <a:gdLst>
                <a:gd name="T0" fmla="*/ 2252 w 2690"/>
                <a:gd name="T1" fmla="*/ 1266 h 1529"/>
                <a:gd name="T2" fmla="*/ 2362 w 2690"/>
                <a:gd name="T3" fmla="*/ 1202 h 1529"/>
                <a:gd name="T4" fmla="*/ 2182 w 2690"/>
                <a:gd name="T5" fmla="*/ 848 h 1529"/>
                <a:gd name="T6" fmla="*/ 2007 w 2690"/>
                <a:gd name="T7" fmla="*/ 1266 h 1529"/>
                <a:gd name="T8" fmla="*/ 2210 w 2690"/>
                <a:gd name="T9" fmla="*/ 889 h 1529"/>
                <a:gd name="T10" fmla="*/ 1945 w 2690"/>
                <a:gd name="T11" fmla="*/ 591 h 1529"/>
                <a:gd name="T12" fmla="*/ 1661 w 2690"/>
                <a:gd name="T13" fmla="*/ 1266 h 1529"/>
                <a:gd name="T14" fmla="*/ 1986 w 2690"/>
                <a:gd name="T15" fmla="*/ 628 h 1529"/>
                <a:gd name="T16" fmla="*/ 1657 w 2690"/>
                <a:gd name="T17" fmla="*/ 403 h 1529"/>
                <a:gd name="T18" fmla="*/ 1210 w 2690"/>
                <a:gd name="T19" fmla="*/ 1266 h 1529"/>
                <a:gd name="T20" fmla="*/ 1782 w 2690"/>
                <a:gd name="T21" fmla="*/ 471 h 1529"/>
                <a:gd name="T22" fmla="*/ 1657 w 2690"/>
                <a:gd name="T23" fmla="*/ 403 h 1529"/>
                <a:gd name="T24" fmla="*/ 574 w 2690"/>
                <a:gd name="T25" fmla="*/ 348 h 1529"/>
                <a:gd name="T26" fmla="*/ 445 w 2690"/>
                <a:gd name="T27" fmla="*/ 403 h 1529"/>
                <a:gd name="T28" fmla="*/ 478 w 2690"/>
                <a:gd name="T29" fmla="*/ 530 h 1529"/>
                <a:gd name="T30" fmla="*/ 1318 w 2690"/>
                <a:gd name="T31" fmla="*/ 289 h 1529"/>
                <a:gd name="T32" fmla="*/ 990 w 2690"/>
                <a:gd name="T33" fmla="*/ 1045 h 1529"/>
                <a:gd name="T34" fmla="*/ 1392 w 2690"/>
                <a:gd name="T35" fmla="*/ 305 h 1529"/>
                <a:gd name="T36" fmla="*/ 1052 w 2690"/>
                <a:gd name="T37" fmla="*/ 263 h 1529"/>
                <a:gd name="T38" fmla="*/ 906 w 2690"/>
                <a:gd name="T39" fmla="*/ 271 h 1529"/>
                <a:gd name="T40" fmla="*/ 737 w 2690"/>
                <a:gd name="T41" fmla="*/ 792 h 1529"/>
                <a:gd name="T42" fmla="*/ 1052 w 2690"/>
                <a:gd name="T43" fmla="*/ 263 h 1529"/>
                <a:gd name="T44" fmla="*/ 1146 w 2690"/>
                <a:gd name="T45" fmla="*/ 2 h 1529"/>
                <a:gd name="T46" fmla="*/ 1332 w 2690"/>
                <a:gd name="T47" fmla="*/ 23 h 1529"/>
                <a:gd name="T48" fmla="*/ 1512 w 2690"/>
                <a:gd name="T49" fmla="*/ 64 h 1529"/>
                <a:gd name="T50" fmla="*/ 1687 w 2690"/>
                <a:gd name="T51" fmla="*/ 126 h 1529"/>
                <a:gd name="T52" fmla="*/ 1853 w 2690"/>
                <a:gd name="T53" fmla="*/ 206 h 1529"/>
                <a:gd name="T54" fmla="*/ 2009 w 2690"/>
                <a:gd name="T55" fmla="*/ 304 h 1529"/>
                <a:gd name="T56" fmla="*/ 2155 w 2690"/>
                <a:gd name="T57" fmla="*/ 421 h 1529"/>
                <a:gd name="T58" fmla="*/ 2286 w 2690"/>
                <a:gd name="T59" fmla="*/ 554 h 1529"/>
                <a:gd name="T60" fmla="*/ 2400 w 2690"/>
                <a:gd name="T61" fmla="*/ 698 h 1529"/>
                <a:gd name="T62" fmla="*/ 2498 w 2690"/>
                <a:gd name="T63" fmla="*/ 855 h 1529"/>
                <a:gd name="T64" fmla="*/ 2577 w 2690"/>
                <a:gd name="T65" fmla="*/ 1023 h 1529"/>
                <a:gd name="T66" fmla="*/ 2637 w 2690"/>
                <a:gd name="T67" fmla="*/ 1197 h 1529"/>
                <a:gd name="T68" fmla="*/ 2677 w 2690"/>
                <a:gd name="T69" fmla="*/ 1380 h 1529"/>
                <a:gd name="T70" fmla="*/ 2689 w 2690"/>
                <a:gd name="T71" fmla="*/ 1488 h 1529"/>
                <a:gd name="T72" fmla="*/ 2677 w 2690"/>
                <a:gd name="T73" fmla="*/ 1513 h 1529"/>
                <a:gd name="T74" fmla="*/ 2653 w 2690"/>
                <a:gd name="T75" fmla="*/ 1527 h 1529"/>
                <a:gd name="T76" fmla="*/ 1123 w 2690"/>
                <a:gd name="T77" fmla="*/ 1529 h 1529"/>
                <a:gd name="T78" fmla="*/ 1097 w 2690"/>
                <a:gd name="T79" fmla="*/ 1523 h 1529"/>
                <a:gd name="T80" fmla="*/ 14 w 2690"/>
                <a:gd name="T81" fmla="*/ 440 h 1529"/>
                <a:gd name="T82" fmla="*/ 1 w 2690"/>
                <a:gd name="T83" fmla="*/ 416 h 1529"/>
                <a:gd name="T84" fmla="*/ 2 w 2690"/>
                <a:gd name="T85" fmla="*/ 388 h 1529"/>
                <a:gd name="T86" fmla="*/ 18 w 2690"/>
                <a:gd name="T87" fmla="*/ 365 h 1529"/>
                <a:gd name="T88" fmla="*/ 171 w 2690"/>
                <a:gd name="T89" fmla="*/ 256 h 1529"/>
                <a:gd name="T90" fmla="*/ 333 w 2690"/>
                <a:gd name="T91" fmla="*/ 166 h 1529"/>
                <a:gd name="T92" fmla="*/ 504 w 2690"/>
                <a:gd name="T93" fmla="*/ 94 h 1529"/>
                <a:gd name="T94" fmla="*/ 682 w 2690"/>
                <a:gd name="T95" fmla="*/ 42 h 1529"/>
                <a:gd name="T96" fmla="*/ 866 w 2690"/>
                <a:gd name="T97" fmla="*/ 10 h 1529"/>
                <a:gd name="T98" fmla="*/ 1052 w 2690"/>
                <a:gd name="T99" fmla="*/ 0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90" h="1529">
                  <a:moveTo>
                    <a:pt x="2339" y="1139"/>
                  </a:moveTo>
                  <a:lnTo>
                    <a:pt x="2252" y="1266"/>
                  </a:lnTo>
                  <a:lnTo>
                    <a:pt x="2382" y="1266"/>
                  </a:lnTo>
                  <a:lnTo>
                    <a:pt x="2362" y="1202"/>
                  </a:lnTo>
                  <a:lnTo>
                    <a:pt x="2339" y="1139"/>
                  </a:lnTo>
                  <a:close/>
                  <a:moveTo>
                    <a:pt x="2182" y="848"/>
                  </a:moveTo>
                  <a:lnTo>
                    <a:pt x="1904" y="1266"/>
                  </a:lnTo>
                  <a:lnTo>
                    <a:pt x="2007" y="1266"/>
                  </a:lnTo>
                  <a:lnTo>
                    <a:pt x="2236" y="931"/>
                  </a:lnTo>
                  <a:lnTo>
                    <a:pt x="2210" y="889"/>
                  </a:lnTo>
                  <a:lnTo>
                    <a:pt x="2182" y="848"/>
                  </a:lnTo>
                  <a:close/>
                  <a:moveTo>
                    <a:pt x="1945" y="591"/>
                  </a:moveTo>
                  <a:lnTo>
                    <a:pt x="1497" y="1266"/>
                  </a:lnTo>
                  <a:lnTo>
                    <a:pt x="1661" y="1266"/>
                  </a:lnTo>
                  <a:lnTo>
                    <a:pt x="2046" y="686"/>
                  </a:lnTo>
                  <a:lnTo>
                    <a:pt x="1986" y="628"/>
                  </a:lnTo>
                  <a:lnTo>
                    <a:pt x="1945" y="591"/>
                  </a:lnTo>
                  <a:close/>
                  <a:moveTo>
                    <a:pt x="1657" y="403"/>
                  </a:moveTo>
                  <a:lnTo>
                    <a:pt x="1135" y="1190"/>
                  </a:lnTo>
                  <a:lnTo>
                    <a:pt x="1210" y="1266"/>
                  </a:lnTo>
                  <a:lnTo>
                    <a:pt x="1255" y="1266"/>
                  </a:lnTo>
                  <a:lnTo>
                    <a:pt x="1782" y="471"/>
                  </a:lnTo>
                  <a:lnTo>
                    <a:pt x="1721" y="436"/>
                  </a:lnTo>
                  <a:lnTo>
                    <a:pt x="1657" y="403"/>
                  </a:lnTo>
                  <a:close/>
                  <a:moveTo>
                    <a:pt x="615" y="334"/>
                  </a:moveTo>
                  <a:lnTo>
                    <a:pt x="574" y="348"/>
                  </a:lnTo>
                  <a:lnTo>
                    <a:pt x="509" y="374"/>
                  </a:lnTo>
                  <a:lnTo>
                    <a:pt x="445" y="403"/>
                  </a:lnTo>
                  <a:lnTo>
                    <a:pt x="382" y="436"/>
                  </a:lnTo>
                  <a:lnTo>
                    <a:pt x="478" y="530"/>
                  </a:lnTo>
                  <a:lnTo>
                    <a:pt x="615" y="334"/>
                  </a:lnTo>
                  <a:close/>
                  <a:moveTo>
                    <a:pt x="1318" y="289"/>
                  </a:moveTo>
                  <a:lnTo>
                    <a:pt x="883" y="937"/>
                  </a:lnTo>
                  <a:lnTo>
                    <a:pt x="990" y="1045"/>
                  </a:lnTo>
                  <a:lnTo>
                    <a:pt x="1466" y="326"/>
                  </a:lnTo>
                  <a:lnTo>
                    <a:pt x="1392" y="305"/>
                  </a:lnTo>
                  <a:lnTo>
                    <a:pt x="1318" y="289"/>
                  </a:lnTo>
                  <a:close/>
                  <a:moveTo>
                    <a:pt x="1052" y="263"/>
                  </a:moveTo>
                  <a:lnTo>
                    <a:pt x="979" y="265"/>
                  </a:lnTo>
                  <a:lnTo>
                    <a:pt x="906" y="271"/>
                  </a:lnTo>
                  <a:lnTo>
                    <a:pt x="622" y="676"/>
                  </a:lnTo>
                  <a:lnTo>
                    <a:pt x="737" y="792"/>
                  </a:lnTo>
                  <a:lnTo>
                    <a:pt x="1091" y="264"/>
                  </a:lnTo>
                  <a:lnTo>
                    <a:pt x="1052" y="263"/>
                  </a:lnTo>
                  <a:close/>
                  <a:moveTo>
                    <a:pt x="1052" y="0"/>
                  </a:moveTo>
                  <a:lnTo>
                    <a:pt x="1146" y="2"/>
                  </a:lnTo>
                  <a:lnTo>
                    <a:pt x="1239" y="10"/>
                  </a:lnTo>
                  <a:lnTo>
                    <a:pt x="1332" y="23"/>
                  </a:lnTo>
                  <a:lnTo>
                    <a:pt x="1423" y="41"/>
                  </a:lnTo>
                  <a:lnTo>
                    <a:pt x="1512" y="64"/>
                  </a:lnTo>
                  <a:lnTo>
                    <a:pt x="1600" y="92"/>
                  </a:lnTo>
                  <a:lnTo>
                    <a:pt x="1687" y="126"/>
                  </a:lnTo>
                  <a:lnTo>
                    <a:pt x="1771" y="164"/>
                  </a:lnTo>
                  <a:lnTo>
                    <a:pt x="1853" y="206"/>
                  </a:lnTo>
                  <a:lnTo>
                    <a:pt x="1933" y="253"/>
                  </a:lnTo>
                  <a:lnTo>
                    <a:pt x="2009" y="304"/>
                  </a:lnTo>
                  <a:lnTo>
                    <a:pt x="2084" y="361"/>
                  </a:lnTo>
                  <a:lnTo>
                    <a:pt x="2155" y="421"/>
                  </a:lnTo>
                  <a:lnTo>
                    <a:pt x="2223" y="485"/>
                  </a:lnTo>
                  <a:lnTo>
                    <a:pt x="2286" y="554"/>
                  </a:lnTo>
                  <a:lnTo>
                    <a:pt x="2345" y="625"/>
                  </a:lnTo>
                  <a:lnTo>
                    <a:pt x="2400" y="698"/>
                  </a:lnTo>
                  <a:lnTo>
                    <a:pt x="2451" y="776"/>
                  </a:lnTo>
                  <a:lnTo>
                    <a:pt x="2498" y="855"/>
                  </a:lnTo>
                  <a:lnTo>
                    <a:pt x="2540" y="937"/>
                  </a:lnTo>
                  <a:lnTo>
                    <a:pt x="2577" y="1023"/>
                  </a:lnTo>
                  <a:lnTo>
                    <a:pt x="2609" y="1109"/>
                  </a:lnTo>
                  <a:lnTo>
                    <a:pt x="2637" y="1197"/>
                  </a:lnTo>
                  <a:lnTo>
                    <a:pt x="2659" y="1288"/>
                  </a:lnTo>
                  <a:lnTo>
                    <a:pt x="2677" y="1380"/>
                  </a:lnTo>
                  <a:lnTo>
                    <a:pt x="2690" y="1474"/>
                  </a:lnTo>
                  <a:lnTo>
                    <a:pt x="2689" y="1488"/>
                  </a:lnTo>
                  <a:lnTo>
                    <a:pt x="2685" y="1501"/>
                  </a:lnTo>
                  <a:lnTo>
                    <a:pt x="2677" y="1513"/>
                  </a:lnTo>
                  <a:lnTo>
                    <a:pt x="2666" y="1522"/>
                  </a:lnTo>
                  <a:lnTo>
                    <a:pt x="2653" y="1527"/>
                  </a:lnTo>
                  <a:lnTo>
                    <a:pt x="2640" y="1529"/>
                  </a:lnTo>
                  <a:lnTo>
                    <a:pt x="1123" y="1529"/>
                  </a:lnTo>
                  <a:lnTo>
                    <a:pt x="1110" y="1528"/>
                  </a:lnTo>
                  <a:lnTo>
                    <a:pt x="1097" y="1523"/>
                  </a:lnTo>
                  <a:lnTo>
                    <a:pt x="1087" y="1515"/>
                  </a:lnTo>
                  <a:lnTo>
                    <a:pt x="14" y="440"/>
                  </a:lnTo>
                  <a:lnTo>
                    <a:pt x="6" y="429"/>
                  </a:lnTo>
                  <a:lnTo>
                    <a:pt x="1" y="416"/>
                  </a:lnTo>
                  <a:lnTo>
                    <a:pt x="0" y="402"/>
                  </a:lnTo>
                  <a:lnTo>
                    <a:pt x="2" y="388"/>
                  </a:lnTo>
                  <a:lnTo>
                    <a:pt x="9" y="375"/>
                  </a:lnTo>
                  <a:lnTo>
                    <a:pt x="18" y="365"/>
                  </a:lnTo>
                  <a:lnTo>
                    <a:pt x="93" y="308"/>
                  </a:lnTo>
                  <a:lnTo>
                    <a:pt x="171" y="256"/>
                  </a:lnTo>
                  <a:lnTo>
                    <a:pt x="250" y="208"/>
                  </a:lnTo>
                  <a:lnTo>
                    <a:pt x="333" y="166"/>
                  </a:lnTo>
                  <a:lnTo>
                    <a:pt x="417" y="128"/>
                  </a:lnTo>
                  <a:lnTo>
                    <a:pt x="504" y="94"/>
                  </a:lnTo>
                  <a:lnTo>
                    <a:pt x="592" y="65"/>
                  </a:lnTo>
                  <a:lnTo>
                    <a:pt x="682" y="42"/>
                  </a:lnTo>
                  <a:lnTo>
                    <a:pt x="773" y="24"/>
                  </a:lnTo>
                  <a:lnTo>
                    <a:pt x="866" y="10"/>
                  </a:lnTo>
                  <a:lnTo>
                    <a:pt x="958" y="3"/>
                  </a:lnTo>
                  <a:lnTo>
                    <a:pt x="105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0" name="Freeform 57"/>
            <p:cNvSpPr>
              <a:spLocks noEditPoints="1"/>
            </p:cNvSpPr>
            <p:nvPr/>
          </p:nvSpPr>
          <p:spPr bwMode="auto">
            <a:xfrm>
              <a:off x="4276725" y="4754563"/>
              <a:ext cx="157163" cy="250825"/>
            </a:xfrm>
            <a:custGeom>
              <a:avLst/>
              <a:gdLst>
                <a:gd name="T0" fmla="*/ 403 w 1481"/>
                <a:gd name="T1" fmla="*/ 446 h 2369"/>
                <a:gd name="T2" fmla="*/ 348 w 1481"/>
                <a:gd name="T3" fmla="*/ 575 h 2369"/>
                <a:gd name="T4" fmla="*/ 301 w 1481"/>
                <a:gd name="T5" fmla="*/ 731 h 2369"/>
                <a:gd name="T6" fmla="*/ 273 w 1481"/>
                <a:gd name="T7" fmla="*/ 891 h 2369"/>
                <a:gd name="T8" fmla="*/ 263 w 1481"/>
                <a:gd name="T9" fmla="*/ 1053 h 2369"/>
                <a:gd name="T10" fmla="*/ 276 w 1481"/>
                <a:gd name="T11" fmla="*/ 1241 h 2369"/>
                <a:gd name="T12" fmla="*/ 312 w 1481"/>
                <a:gd name="T13" fmla="*/ 1423 h 2369"/>
                <a:gd name="T14" fmla="*/ 373 w 1481"/>
                <a:gd name="T15" fmla="*/ 1598 h 2369"/>
                <a:gd name="T16" fmla="*/ 448 w 1481"/>
                <a:gd name="T17" fmla="*/ 1748 h 2369"/>
                <a:gd name="T18" fmla="*/ 529 w 1481"/>
                <a:gd name="T19" fmla="*/ 1872 h 2369"/>
                <a:gd name="T20" fmla="*/ 624 w 1481"/>
                <a:gd name="T21" fmla="*/ 1988 h 2369"/>
                <a:gd name="T22" fmla="*/ 435 w 1481"/>
                <a:gd name="T23" fmla="*/ 383 h 2369"/>
                <a:gd name="T24" fmla="*/ 415 w 1481"/>
                <a:gd name="T25" fmla="*/ 1 h 2369"/>
                <a:gd name="T26" fmla="*/ 439 w 1481"/>
                <a:gd name="T27" fmla="*/ 15 h 2369"/>
                <a:gd name="T28" fmla="*/ 1475 w 1481"/>
                <a:gd name="T29" fmla="*/ 1054 h 2369"/>
                <a:gd name="T30" fmla="*/ 1481 w 1481"/>
                <a:gd name="T31" fmla="*/ 1081 h 2369"/>
                <a:gd name="T32" fmla="*/ 1474 w 1481"/>
                <a:gd name="T33" fmla="*/ 1106 h 2369"/>
                <a:gd name="T34" fmla="*/ 704 w 1481"/>
                <a:gd name="T35" fmla="*/ 2356 h 2369"/>
                <a:gd name="T36" fmla="*/ 679 w 1481"/>
                <a:gd name="T37" fmla="*/ 2368 h 2369"/>
                <a:gd name="T38" fmla="*/ 654 w 1481"/>
                <a:gd name="T39" fmla="*/ 2366 h 2369"/>
                <a:gd name="T40" fmla="*/ 564 w 1481"/>
                <a:gd name="T41" fmla="*/ 2298 h 2369"/>
                <a:gd name="T42" fmla="*/ 429 w 1481"/>
                <a:gd name="T43" fmla="*/ 2166 h 2369"/>
                <a:gd name="T44" fmla="*/ 311 w 1481"/>
                <a:gd name="T45" fmla="*/ 2020 h 2369"/>
                <a:gd name="T46" fmla="*/ 211 w 1481"/>
                <a:gd name="T47" fmla="*/ 1863 h 2369"/>
                <a:gd name="T48" fmla="*/ 128 w 1481"/>
                <a:gd name="T49" fmla="*/ 1696 h 2369"/>
                <a:gd name="T50" fmla="*/ 66 w 1481"/>
                <a:gd name="T51" fmla="*/ 1521 h 2369"/>
                <a:gd name="T52" fmla="*/ 24 w 1481"/>
                <a:gd name="T53" fmla="*/ 1338 h 2369"/>
                <a:gd name="T54" fmla="*/ 3 w 1481"/>
                <a:gd name="T55" fmla="*/ 1150 h 2369"/>
                <a:gd name="T56" fmla="*/ 3 w 1481"/>
                <a:gd name="T57" fmla="*/ 960 h 2369"/>
                <a:gd name="T58" fmla="*/ 24 w 1481"/>
                <a:gd name="T59" fmla="*/ 775 h 2369"/>
                <a:gd name="T60" fmla="*/ 66 w 1481"/>
                <a:gd name="T61" fmla="*/ 593 h 2369"/>
                <a:gd name="T62" fmla="*/ 127 w 1481"/>
                <a:gd name="T63" fmla="*/ 419 h 2369"/>
                <a:gd name="T64" fmla="*/ 209 w 1481"/>
                <a:gd name="T65" fmla="*/ 251 h 2369"/>
                <a:gd name="T66" fmla="*/ 308 w 1481"/>
                <a:gd name="T67" fmla="*/ 93 h 2369"/>
                <a:gd name="T68" fmla="*/ 374 w 1481"/>
                <a:gd name="T69" fmla="*/ 9 h 2369"/>
                <a:gd name="T70" fmla="*/ 401 w 1481"/>
                <a:gd name="T71" fmla="*/ 0 h 2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81" h="2369">
                  <a:moveTo>
                    <a:pt x="435" y="383"/>
                  </a:moveTo>
                  <a:lnTo>
                    <a:pt x="403" y="446"/>
                  </a:lnTo>
                  <a:lnTo>
                    <a:pt x="373" y="510"/>
                  </a:lnTo>
                  <a:lnTo>
                    <a:pt x="348" y="575"/>
                  </a:lnTo>
                  <a:lnTo>
                    <a:pt x="322" y="653"/>
                  </a:lnTo>
                  <a:lnTo>
                    <a:pt x="301" y="731"/>
                  </a:lnTo>
                  <a:lnTo>
                    <a:pt x="284" y="810"/>
                  </a:lnTo>
                  <a:lnTo>
                    <a:pt x="273" y="891"/>
                  </a:lnTo>
                  <a:lnTo>
                    <a:pt x="266" y="972"/>
                  </a:lnTo>
                  <a:lnTo>
                    <a:pt x="263" y="1053"/>
                  </a:lnTo>
                  <a:lnTo>
                    <a:pt x="266" y="1148"/>
                  </a:lnTo>
                  <a:lnTo>
                    <a:pt x="276" y="1241"/>
                  </a:lnTo>
                  <a:lnTo>
                    <a:pt x="291" y="1333"/>
                  </a:lnTo>
                  <a:lnTo>
                    <a:pt x="312" y="1423"/>
                  </a:lnTo>
                  <a:lnTo>
                    <a:pt x="340" y="1512"/>
                  </a:lnTo>
                  <a:lnTo>
                    <a:pt x="373" y="1598"/>
                  </a:lnTo>
                  <a:lnTo>
                    <a:pt x="413" y="1683"/>
                  </a:lnTo>
                  <a:lnTo>
                    <a:pt x="448" y="1748"/>
                  </a:lnTo>
                  <a:lnTo>
                    <a:pt x="487" y="1811"/>
                  </a:lnTo>
                  <a:lnTo>
                    <a:pt x="529" y="1872"/>
                  </a:lnTo>
                  <a:lnTo>
                    <a:pt x="574" y="1931"/>
                  </a:lnTo>
                  <a:lnTo>
                    <a:pt x="624" y="1988"/>
                  </a:lnTo>
                  <a:lnTo>
                    <a:pt x="1162" y="1111"/>
                  </a:lnTo>
                  <a:lnTo>
                    <a:pt x="435" y="383"/>
                  </a:lnTo>
                  <a:close/>
                  <a:moveTo>
                    <a:pt x="401" y="0"/>
                  </a:moveTo>
                  <a:lnTo>
                    <a:pt x="415" y="1"/>
                  </a:lnTo>
                  <a:lnTo>
                    <a:pt x="428" y="6"/>
                  </a:lnTo>
                  <a:lnTo>
                    <a:pt x="439" y="15"/>
                  </a:lnTo>
                  <a:lnTo>
                    <a:pt x="1466" y="1043"/>
                  </a:lnTo>
                  <a:lnTo>
                    <a:pt x="1475" y="1054"/>
                  </a:lnTo>
                  <a:lnTo>
                    <a:pt x="1480" y="1067"/>
                  </a:lnTo>
                  <a:lnTo>
                    <a:pt x="1481" y="1081"/>
                  </a:lnTo>
                  <a:lnTo>
                    <a:pt x="1479" y="1094"/>
                  </a:lnTo>
                  <a:lnTo>
                    <a:pt x="1474" y="1106"/>
                  </a:lnTo>
                  <a:lnTo>
                    <a:pt x="713" y="2345"/>
                  </a:lnTo>
                  <a:lnTo>
                    <a:pt x="704" y="2356"/>
                  </a:lnTo>
                  <a:lnTo>
                    <a:pt x="692" y="2364"/>
                  </a:lnTo>
                  <a:lnTo>
                    <a:pt x="679" y="2368"/>
                  </a:lnTo>
                  <a:lnTo>
                    <a:pt x="670" y="2369"/>
                  </a:lnTo>
                  <a:lnTo>
                    <a:pt x="654" y="2366"/>
                  </a:lnTo>
                  <a:lnTo>
                    <a:pt x="639" y="2359"/>
                  </a:lnTo>
                  <a:lnTo>
                    <a:pt x="564" y="2298"/>
                  </a:lnTo>
                  <a:lnTo>
                    <a:pt x="494" y="2234"/>
                  </a:lnTo>
                  <a:lnTo>
                    <a:pt x="429" y="2166"/>
                  </a:lnTo>
                  <a:lnTo>
                    <a:pt x="368" y="2094"/>
                  </a:lnTo>
                  <a:lnTo>
                    <a:pt x="311" y="2020"/>
                  </a:lnTo>
                  <a:lnTo>
                    <a:pt x="259" y="1944"/>
                  </a:lnTo>
                  <a:lnTo>
                    <a:pt x="211" y="1863"/>
                  </a:lnTo>
                  <a:lnTo>
                    <a:pt x="167" y="1781"/>
                  </a:lnTo>
                  <a:lnTo>
                    <a:pt x="128" y="1696"/>
                  </a:lnTo>
                  <a:lnTo>
                    <a:pt x="95" y="1610"/>
                  </a:lnTo>
                  <a:lnTo>
                    <a:pt x="66" y="1521"/>
                  </a:lnTo>
                  <a:lnTo>
                    <a:pt x="43" y="1430"/>
                  </a:lnTo>
                  <a:lnTo>
                    <a:pt x="24" y="1338"/>
                  </a:lnTo>
                  <a:lnTo>
                    <a:pt x="11" y="1244"/>
                  </a:lnTo>
                  <a:lnTo>
                    <a:pt x="3" y="1150"/>
                  </a:lnTo>
                  <a:lnTo>
                    <a:pt x="0" y="1053"/>
                  </a:lnTo>
                  <a:lnTo>
                    <a:pt x="3" y="960"/>
                  </a:lnTo>
                  <a:lnTo>
                    <a:pt x="11" y="867"/>
                  </a:lnTo>
                  <a:lnTo>
                    <a:pt x="24" y="775"/>
                  </a:lnTo>
                  <a:lnTo>
                    <a:pt x="42" y="684"/>
                  </a:lnTo>
                  <a:lnTo>
                    <a:pt x="66" y="593"/>
                  </a:lnTo>
                  <a:lnTo>
                    <a:pt x="94" y="505"/>
                  </a:lnTo>
                  <a:lnTo>
                    <a:pt x="127" y="419"/>
                  </a:lnTo>
                  <a:lnTo>
                    <a:pt x="165" y="333"/>
                  </a:lnTo>
                  <a:lnTo>
                    <a:pt x="209" y="251"/>
                  </a:lnTo>
                  <a:lnTo>
                    <a:pt x="256" y="170"/>
                  </a:lnTo>
                  <a:lnTo>
                    <a:pt x="308" y="93"/>
                  </a:lnTo>
                  <a:lnTo>
                    <a:pt x="364" y="19"/>
                  </a:lnTo>
                  <a:lnTo>
                    <a:pt x="374" y="9"/>
                  </a:lnTo>
                  <a:lnTo>
                    <a:pt x="387" y="3"/>
                  </a:lnTo>
                  <a:lnTo>
                    <a:pt x="4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1" name="Freeform 58"/>
            <p:cNvSpPr>
              <a:spLocks/>
            </p:cNvSpPr>
            <p:nvPr/>
          </p:nvSpPr>
          <p:spPr bwMode="auto">
            <a:xfrm>
              <a:off x="4373563" y="4878388"/>
              <a:ext cx="250825" cy="161925"/>
            </a:xfrm>
            <a:custGeom>
              <a:avLst/>
              <a:gdLst>
                <a:gd name="T0" fmla="*/ 832 w 2375"/>
                <a:gd name="T1" fmla="*/ 0 h 1530"/>
                <a:gd name="T2" fmla="*/ 2325 w 2375"/>
                <a:gd name="T3" fmla="*/ 0 h 1530"/>
                <a:gd name="T4" fmla="*/ 2338 w 2375"/>
                <a:gd name="T5" fmla="*/ 2 h 1530"/>
                <a:gd name="T6" fmla="*/ 2351 w 2375"/>
                <a:gd name="T7" fmla="*/ 8 h 1530"/>
                <a:gd name="T8" fmla="*/ 2362 w 2375"/>
                <a:gd name="T9" fmla="*/ 17 h 1530"/>
                <a:gd name="T10" fmla="*/ 2370 w 2375"/>
                <a:gd name="T11" fmla="*/ 29 h 1530"/>
                <a:gd name="T12" fmla="*/ 2374 w 2375"/>
                <a:gd name="T13" fmla="*/ 42 h 1530"/>
                <a:gd name="T14" fmla="*/ 2375 w 2375"/>
                <a:gd name="T15" fmla="*/ 56 h 1530"/>
                <a:gd name="T16" fmla="*/ 2362 w 2375"/>
                <a:gd name="T17" fmla="*/ 150 h 1530"/>
                <a:gd name="T18" fmla="*/ 2344 w 2375"/>
                <a:gd name="T19" fmla="*/ 242 h 1530"/>
                <a:gd name="T20" fmla="*/ 2322 w 2375"/>
                <a:gd name="T21" fmla="*/ 333 h 1530"/>
                <a:gd name="T22" fmla="*/ 2294 w 2375"/>
                <a:gd name="T23" fmla="*/ 421 h 1530"/>
                <a:gd name="T24" fmla="*/ 2262 w 2375"/>
                <a:gd name="T25" fmla="*/ 507 h 1530"/>
                <a:gd name="T26" fmla="*/ 2225 w 2375"/>
                <a:gd name="T27" fmla="*/ 592 h 1530"/>
                <a:gd name="T28" fmla="*/ 2183 w 2375"/>
                <a:gd name="T29" fmla="*/ 674 h 1530"/>
                <a:gd name="T30" fmla="*/ 2136 w 2375"/>
                <a:gd name="T31" fmla="*/ 754 h 1530"/>
                <a:gd name="T32" fmla="*/ 2085 w 2375"/>
                <a:gd name="T33" fmla="*/ 831 h 1530"/>
                <a:gd name="T34" fmla="*/ 2030 w 2375"/>
                <a:gd name="T35" fmla="*/ 905 h 1530"/>
                <a:gd name="T36" fmla="*/ 1971 w 2375"/>
                <a:gd name="T37" fmla="*/ 976 h 1530"/>
                <a:gd name="T38" fmla="*/ 1908 w 2375"/>
                <a:gd name="T39" fmla="*/ 1045 h 1530"/>
                <a:gd name="T40" fmla="*/ 1840 w 2375"/>
                <a:gd name="T41" fmla="*/ 1109 h 1530"/>
                <a:gd name="T42" fmla="*/ 1769 w 2375"/>
                <a:gd name="T43" fmla="*/ 1169 h 1530"/>
                <a:gd name="T44" fmla="*/ 1694 w 2375"/>
                <a:gd name="T45" fmla="*/ 1226 h 1530"/>
                <a:gd name="T46" fmla="*/ 1618 w 2375"/>
                <a:gd name="T47" fmla="*/ 1277 h 1530"/>
                <a:gd name="T48" fmla="*/ 1538 w 2375"/>
                <a:gd name="T49" fmla="*/ 1324 h 1530"/>
                <a:gd name="T50" fmla="*/ 1456 w 2375"/>
                <a:gd name="T51" fmla="*/ 1366 h 1530"/>
                <a:gd name="T52" fmla="*/ 1372 w 2375"/>
                <a:gd name="T53" fmla="*/ 1404 h 1530"/>
                <a:gd name="T54" fmla="*/ 1285 w 2375"/>
                <a:gd name="T55" fmla="*/ 1437 h 1530"/>
                <a:gd name="T56" fmla="*/ 1197 w 2375"/>
                <a:gd name="T57" fmla="*/ 1465 h 1530"/>
                <a:gd name="T58" fmla="*/ 1108 w 2375"/>
                <a:gd name="T59" fmla="*/ 1488 h 1530"/>
                <a:gd name="T60" fmla="*/ 1017 w 2375"/>
                <a:gd name="T61" fmla="*/ 1506 h 1530"/>
                <a:gd name="T62" fmla="*/ 924 w 2375"/>
                <a:gd name="T63" fmla="*/ 1519 h 1530"/>
                <a:gd name="T64" fmla="*/ 831 w 2375"/>
                <a:gd name="T65" fmla="*/ 1527 h 1530"/>
                <a:gd name="T66" fmla="*/ 737 w 2375"/>
                <a:gd name="T67" fmla="*/ 1530 h 1530"/>
                <a:gd name="T68" fmla="*/ 644 w 2375"/>
                <a:gd name="T69" fmla="*/ 1527 h 1530"/>
                <a:gd name="T70" fmla="*/ 553 w 2375"/>
                <a:gd name="T71" fmla="*/ 1520 h 1530"/>
                <a:gd name="T72" fmla="*/ 462 w 2375"/>
                <a:gd name="T73" fmla="*/ 1507 h 1530"/>
                <a:gd name="T74" fmla="*/ 373 w 2375"/>
                <a:gd name="T75" fmla="*/ 1490 h 1530"/>
                <a:gd name="T76" fmla="*/ 285 w 2375"/>
                <a:gd name="T77" fmla="*/ 1468 h 1530"/>
                <a:gd name="T78" fmla="*/ 199 w 2375"/>
                <a:gd name="T79" fmla="*/ 1440 h 1530"/>
                <a:gd name="T80" fmla="*/ 113 w 2375"/>
                <a:gd name="T81" fmla="*/ 1407 h 1530"/>
                <a:gd name="T82" fmla="*/ 29 w 2375"/>
                <a:gd name="T83" fmla="*/ 1370 h 1530"/>
                <a:gd name="T84" fmla="*/ 17 w 2375"/>
                <a:gd name="T85" fmla="*/ 1362 h 1530"/>
                <a:gd name="T86" fmla="*/ 8 w 2375"/>
                <a:gd name="T87" fmla="*/ 1352 h 1530"/>
                <a:gd name="T88" fmla="*/ 2 w 2375"/>
                <a:gd name="T89" fmla="*/ 1339 h 1530"/>
                <a:gd name="T90" fmla="*/ 0 w 2375"/>
                <a:gd name="T91" fmla="*/ 1325 h 1530"/>
                <a:gd name="T92" fmla="*/ 2 w 2375"/>
                <a:gd name="T93" fmla="*/ 1311 h 1530"/>
                <a:gd name="T94" fmla="*/ 8 w 2375"/>
                <a:gd name="T95" fmla="*/ 1298 h 1530"/>
                <a:gd name="T96" fmla="*/ 789 w 2375"/>
                <a:gd name="T97" fmla="*/ 24 h 1530"/>
                <a:gd name="T98" fmla="*/ 798 w 2375"/>
                <a:gd name="T99" fmla="*/ 14 h 1530"/>
                <a:gd name="T100" fmla="*/ 808 w 2375"/>
                <a:gd name="T101" fmla="*/ 7 h 1530"/>
                <a:gd name="T102" fmla="*/ 820 w 2375"/>
                <a:gd name="T103" fmla="*/ 2 h 1530"/>
                <a:gd name="T104" fmla="*/ 832 w 2375"/>
                <a:gd name="T105" fmla="*/ 0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75" h="1530">
                  <a:moveTo>
                    <a:pt x="832" y="0"/>
                  </a:moveTo>
                  <a:lnTo>
                    <a:pt x="2325" y="0"/>
                  </a:lnTo>
                  <a:lnTo>
                    <a:pt x="2338" y="2"/>
                  </a:lnTo>
                  <a:lnTo>
                    <a:pt x="2351" y="8"/>
                  </a:lnTo>
                  <a:lnTo>
                    <a:pt x="2362" y="17"/>
                  </a:lnTo>
                  <a:lnTo>
                    <a:pt x="2370" y="29"/>
                  </a:lnTo>
                  <a:lnTo>
                    <a:pt x="2374" y="42"/>
                  </a:lnTo>
                  <a:lnTo>
                    <a:pt x="2375" y="56"/>
                  </a:lnTo>
                  <a:lnTo>
                    <a:pt x="2362" y="150"/>
                  </a:lnTo>
                  <a:lnTo>
                    <a:pt x="2344" y="242"/>
                  </a:lnTo>
                  <a:lnTo>
                    <a:pt x="2322" y="333"/>
                  </a:lnTo>
                  <a:lnTo>
                    <a:pt x="2294" y="421"/>
                  </a:lnTo>
                  <a:lnTo>
                    <a:pt x="2262" y="507"/>
                  </a:lnTo>
                  <a:lnTo>
                    <a:pt x="2225" y="592"/>
                  </a:lnTo>
                  <a:lnTo>
                    <a:pt x="2183" y="674"/>
                  </a:lnTo>
                  <a:lnTo>
                    <a:pt x="2136" y="754"/>
                  </a:lnTo>
                  <a:lnTo>
                    <a:pt x="2085" y="831"/>
                  </a:lnTo>
                  <a:lnTo>
                    <a:pt x="2030" y="905"/>
                  </a:lnTo>
                  <a:lnTo>
                    <a:pt x="1971" y="976"/>
                  </a:lnTo>
                  <a:lnTo>
                    <a:pt x="1908" y="1045"/>
                  </a:lnTo>
                  <a:lnTo>
                    <a:pt x="1840" y="1109"/>
                  </a:lnTo>
                  <a:lnTo>
                    <a:pt x="1769" y="1169"/>
                  </a:lnTo>
                  <a:lnTo>
                    <a:pt x="1694" y="1226"/>
                  </a:lnTo>
                  <a:lnTo>
                    <a:pt x="1618" y="1277"/>
                  </a:lnTo>
                  <a:lnTo>
                    <a:pt x="1538" y="1324"/>
                  </a:lnTo>
                  <a:lnTo>
                    <a:pt x="1456" y="1366"/>
                  </a:lnTo>
                  <a:lnTo>
                    <a:pt x="1372" y="1404"/>
                  </a:lnTo>
                  <a:lnTo>
                    <a:pt x="1285" y="1437"/>
                  </a:lnTo>
                  <a:lnTo>
                    <a:pt x="1197" y="1465"/>
                  </a:lnTo>
                  <a:lnTo>
                    <a:pt x="1108" y="1488"/>
                  </a:lnTo>
                  <a:lnTo>
                    <a:pt x="1017" y="1506"/>
                  </a:lnTo>
                  <a:lnTo>
                    <a:pt x="924" y="1519"/>
                  </a:lnTo>
                  <a:lnTo>
                    <a:pt x="831" y="1527"/>
                  </a:lnTo>
                  <a:lnTo>
                    <a:pt x="737" y="1530"/>
                  </a:lnTo>
                  <a:lnTo>
                    <a:pt x="644" y="1527"/>
                  </a:lnTo>
                  <a:lnTo>
                    <a:pt x="553" y="1520"/>
                  </a:lnTo>
                  <a:lnTo>
                    <a:pt x="462" y="1507"/>
                  </a:lnTo>
                  <a:lnTo>
                    <a:pt x="373" y="1490"/>
                  </a:lnTo>
                  <a:lnTo>
                    <a:pt x="285" y="1468"/>
                  </a:lnTo>
                  <a:lnTo>
                    <a:pt x="199" y="1440"/>
                  </a:lnTo>
                  <a:lnTo>
                    <a:pt x="113" y="1407"/>
                  </a:lnTo>
                  <a:lnTo>
                    <a:pt x="29" y="1370"/>
                  </a:lnTo>
                  <a:lnTo>
                    <a:pt x="17" y="1362"/>
                  </a:lnTo>
                  <a:lnTo>
                    <a:pt x="8" y="1352"/>
                  </a:lnTo>
                  <a:lnTo>
                    <a:pt x="2" y="1339"/>
                  </a:lnTo>
                  <a:lnTo>
                    <a:pt x="0" y="1325"/>
                  </a:lnTo>
                  <a:lnTo>
                    <a:pt x="2" y="1311"/>
                  </a:lnTo>
                  <a:lnTo>
                    <a:pt x="8" y="1298"/>
                  </a:lnTo>
                  <a:lnTo>
                    <a:pt x="789" y="24"/>
                  </a:lnTo>
                  <a:lnTo>
                    <a:pt x="798" y="14"/>
                  </a:lnTo>
                  <a:lnTo>
                    <a:pt x="808" y="7"/>
                  </a:lnTo>
                  <a:lnTo>
                    <a:pt x="820" y="2"/>
                  </a:lnTo>
                  <a:lnTo>
                    <a:pt x="8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2" name="Group 61"/>
          <p:cNvGrpSpPr/>
          <p:nvPr/>
        </p:nvGrpSpPr>
        <p:grpSpPr>
          <a:xfrm>
            <a:off x="2744349" y="2997136"/>
            <a:ext cx="370972" cy="368521"/>
            <a:chOff x="5509038" y="2829908"/>
            <a:chExt cx="376386" cy="373901"/>
          </a:xfrm>
          <a:solidFill>
            <a:schemeClr val="tx1"/>
          </a:solidFill>
        </p:grpSpPr>
        <p:sp>
          <p:nvSpPr>
            <p:cNvPr id="63" name="Freeform 6"/>
            <p:cNvSpPr>
              <a:spLocks/>
            </p:cNvSpPr>
            <p:nvPr/>
          </p:nvSpPr>
          <p:spPr bwMode="auto">
            <a:xfrm>
              <a:off x="5509038" y="2887049"/>
              <a:ext cx="318002" cy="316760"/>
            </a:xfrm>
            <a:custGeom>
              <a:avLst/>
              <a:gdLst>
                <a:gd name="T0" fmla="*/ 910 w 2818"/>
                <a:gd name="T1" fmla="*/ 10 h 2801"/>
                <a:gd name="T2" fmla="*/ 1156 w 2818"/>
                <a:gd name="T3" fmla="*/ 65 h 2801"/>
                <a:gd name="T4" fmla="*/ 1408 w 2818"/>
                <a:gd name="T5" fmla="*/ 164 h 2801"/>
                <a:gd name="T6" fmla="*/ 1660 w 2818"/>
                <a:gd name="T7" fmla="*/ 305 h 2801"/>
                <a:gd name="T8" fmla="*/ 1667 w 2818"/>
                <a:gd name="T9" fmla="*/ 440 h 2801"/>
                <a:gd name="T10" fmla="*/ 1530 w 2818"/>
                <a:gd name="T11" fmla="*/ 624 h 2801"/>
                <a:gd name="T12" fmla="*/ 1309 w 2818"/>
                <a:gd name="T13" fmla="*/ 493 h 2801"/>
                <a:gd name="T14" fmla="*/ 1092 w 2818"/>
                <a:gd name="T15" fmla="*/ 400 h 2801"/>
                <a:gd name="T16" fmla="*/ 884 w 2818"/>
                <a:gd name="T17" fmla="*/ 348 h 2801"/>
                <a:gd name="T18" fmla="*/ 697 w 2818"/>
                <a:gd name="T19" fmla="*/ 340 h 2801"/>
                <a:gd name="T20" fmla="*/ 554 w 2818"/>
                <a:gd name="T21" fmla="*/ 372 h 2801"/>
                <a:gd name="T22" fmla="*/ 445 w 2818"/>
                <a:gd name="T23" fmla="*/ 444 h 2801"/>
                <a:gd name="T24" fmla="*/ 377 w 2818"/>
                <a:gd name="T25" fmla="*/ 547 h 2801"/>
                <a:gd name="T26" fmla="*/ 344 w 2818"/>
                <a:gd name="T27" fmla="*/ 684 h 2801"/>
                <a:gd name="T28" fmla="*/ 348 w 2818"/>
                <a:gd name="T29" fmla="*/ 849 h 2801"/>
                <a:gd name="T30" fmla="*/ 388 w 2818"/>
                <a:gd name="T31" fmla="*/ 1035 h 2801"/>
                <a:gd name="T32" fmla="*/ 465 w 2818"/>
                <a:gd name="T33" fmla="*/ 1236 h 2801"/>
                <a:gd name="T34" fmla="*/ 580 w 2818"/>
                <a:gd name="T35" fmla="*/ 1449 h 2801"/>
                <a:gd name="T36" fmla="*/ 734 w 2818"/>
                <a:gd name="T37" fmla="*/ 1665 h 2801"/>
                <a:gd name="T38" fmla="*/ 927 w 2818"/>
                <a:gd name="T39" fmla="*/ 1879 h 2801"/>
                <a:gd name="T40" fmla="*/ 1138 w 2818"/>
                <a:gd name="T41" fmla="*/ 2066 h 2801"/>
                <a:gd name="T42" fmla="*/ 1357 w 2818"/>
                <a:gd name="T43" fmla="*/ 2222 h 2801"/>
                <a:gd name="T44" fmla="*/ 1578 w 2818"/>
                <a:gd name="T45" fmla="*/ 2342 h 2801"/>
                <a:gd name="T46" fmla="*/ 1795 w 2818"/>
                <a:gd name="T47" fmla="*/ 2422 h 2801"/>
                <a:gd name="T48" fmla="*/ 2000 w 2818"/>
                <a:gd name="T49" fmla="*/ 2461 h 2801"/>
                <a:gd name="T50" fmla="*/ 2171 w 2818"/>
                <a:gd name="T51" fmla="*/ 2454 h 2801"/>
                <a:gd name="T52" fmla="*/ 2303 w 2818"/>
                <a:gd name="T53" fmla="*/ 2409 h 2801"/>
                <a:gd name="T54" fmla="*/ 2399 w 2818"/>
                <a:gd name="T55" fmla="*/ 2326 h 2801"/>
                <a:gd name="T56" fmla="*/ 2455 w 2818"/>
                <a:gd name="T57" fmla="*/ 2214 h 2801"/>
                <a:gd name="T58" fmla="*/ 2477 w 2818"/>
                <a:gd name="T59" fmla="*/ 2073 h 2801"/>
                <a:gd name="T60" fmla="*/ 2465 w 2818"/>
                <a:gd name="T61" fmla="*/ 1906 h 2801"/>
                <a:gd name="T62" fmla="*/ 2410 w 2818"/>
                <a:gd name="T63" fmla="*/ 1701 h 2801"/>
                <a:gd name="T64" fmla="*/ 2294 w 2818"/>
                <a:gd name="T65" fmla="*/ 1449 h 2801"/>
                <a:gd name="T66" fmla="*/ 2252 w 2818"/>
                <a:gd name="T67" fmla="*/ 1241 h 2801"/>
                <a:gd name="T68" fmla="*/ 2436 w 2818"/>
                <a:gd name="T69" fmla="*/ 1087 h 2801"/>
                <a:gd name="T70" fmla="*/ 2568 w 2818"/>
                <a:gd name="T71" fmla="*/ 1244 h 2801"/>
                <a:gd name="T72" fmla="*/ 2701 w 2818"/>
                <a:gd name="T73" fmla="*/ 1513 h 2801"/>
                <a:gd name="T74" fmla="*/ 2785 w 2818"/>
                <a:gd name="T75" fmla="*/ 1772 h 2801"/>
                <a:gd name="T76" fmla="*/ 2817 w 2818"/>
                <a:gd name="T77" fmla="*/ 2001 h 2801"/>
                <a:gd name="T78" fmla="*/ 2807 w 2818"/>
                <a:gd name="T79" fmla="*/ 2209 h 2801"/>
                <a:gd name="T80" fmla="*/ 2751 w 2818"/>
                <a:gd name="T81" fmla="*/ 2393 h 2801"/>
                <a:gd name="T82" fmla="*/ 2654 w 2818"/>
                <a:gd name="T83" fmla="*/ 2550 h 2801"/>
                <a:gd name="T84" fmla="*/ 2525 w 2818"/>
                <a:gd name="T85" fmla="*/ 2669 h 2801"/>
                <a:gd name="T86" fmla="*/ 2371 w 2818"/>
                <a:gd name="T87" fmla="*/ 2749 h 2801"/>
                <a:gd name="T88" fmla="*/ 2194 w 2818"/>
                <a:gd name="T89" fmla="*/ 2792 h 2801"/>
                <a:gd name="T90" fmla="*/ 1982 w 2818"/>
                <a:gd name="T91" fmla="*/ 2799 h 2801"/>
                <a:gd name="T92" fmla="*/ 1727 w 2818"/>
                <a:gd name="T93" fmla="*/ 2755 h 2801"/>
                <a:gd name="T94" fmla="*/ 1464 w 2818"/>
                <a:gd name="T95" fmla="*/ 2661 h 2801"/>
                <a:gd name="T96" fmla="*/ 1198 w 2818"/>
                <a:gd name="T97" fmla="*/ 2522 h 2801"/>
                <a:gd name="T98" fmla="*/ 936 w 2818"/>
                <a:gd name="T99" fmla="*/ 2340 h 2801"/>
                <a:gd name="T100" fmla="*/ 686 w 2818"/>
                <a:gd name="T101" fmla="*/ 2118 h 2801"/>
                <a:gd name="T102" fmla="*/ 486 w 2818"/>
                <a:gd name="T103" fmla="*/ 1897 h 2801"/>
                <a:gd name="T104" fmla="*/ 317 w 2818"/>
                <a:gd name="T105" fmla="*/ 1669 h 2801"/>
                <a:gd name="T106" fmla="*/ 184 w 2818"/>
                <a:gd name="T107" fmla="*/ 1438 h 2801"/>
                <a:gd name="T108" fmla="*/ 86 w 2818"/>
                <a:gd name="T109" fmla="*/ 1209 h 2801"/>
                <a:gd name="T110" fmla="*/ 24 w 2818"/>
                <a:gd name="T111" fmla="*/ 987 h 2801"/>
                <a:gd name="T112" fmla="*/ 0 w 2818"/>
                <a:gd name="T113" fmla="*/ 776 h 2801"/>
                <a:gd name="T114" fmla="*/ 14 w 2818"/>
                <a:gd name="T115" fmla="*/ 579 h 2801"/>
                <a:gd name="T116" fmla="*/ 68 w 2818"/>
                <a:gd name="T117" fmla="*/ 401 h 2801"/>
                <a:gd name="T118" fmla="*/ 163 w 2818"/>
                <a:gd name="T119" fmla="*/ 249 h 2801"/>
                <a:gd name="T120" fmla="*/ 292 w 2818"/>
                <a:gd name="T121" fmla="*/ 132 h 2801"/>
                <a:gd name="T122" fmla="*/ 445 w 2818"/>
                <a:gd name="T123" fmla="*/ 52 h 2801"/>
                <a:gd name="T124" fmla="*/ 623 w 2818"/>
                <a:gd name="T125" fmla="*/ 8 h 2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818" h="2801">
                  <a:moveTo>
                    <a:pt x="753" y="0"/>
                  </a:moveTo>
                  <a:lnTo>
                    <a:pt x="830" y="2"/>
                  </a:lnTo>
                  <a:lnTo>
                    <a:pt x="910" y="10"/>
                  </a:lnTo>
                  <a:lnTo>
                    <a:pt x="991" y="24"/>
                  </a:lnTo>
                  <a:lnTo>
                    <a:pt x="1073" y="41"/>
                  </a:lnTo>
                  <a:lnTo>
                    <a:pt x="1156" y="65"/>
                  </a:lnTo>
                  <a:lnTo>
                    <a:pt x="1240" y="93"/>
                  </a:lnTo>
                  <a:lnTo>
                    <a:pt x="1323" y="127"/>
                  </a:lnTo>
                  <a:lnTo>
                    <a:pt x="1408" y="164"/>
                  </a:lnTo>
                  <a:lnTo>
                    <a:pt x="1492" y="207"/>
                  </a:lnTo>
                  <a:lnTo>
                    <a:pt x="1577" y="254"/>
                  </a:lnTo>
                  <a:lnTo>
                    <a:pt x="1660" y="305"/>
                  </a:lnTo>
                  <a:lnTo>
                    <a:pt x="1744" y="360"/>
                  </a:lnTo>
                  <a:lnTo>
                    <a:pt x="1724" y="379"/>
                  </a:lnTo>
                  <a:lnTo>
                    <a:pt x="1667" y="440"/>
                  </a:lnTo>
                  <a:lnTo>
                    <a:pt x="1615" y="500"/>
                  </a:lnTo>
                  <a:lnTo>
                    <a:pt x="1570" y="563"/>
                  </a:lnTo>
                  <a:lnTo>
                    <a:pt x="1530" y="624"/>
                  </a:lnTo>
                  <a:lnTo>
                    <a:pt x="1456" y="576"/>
                  </a:lnTo>
                  <a:lnTo>
                    <a:pt x="1383" y="532"/>
                  </a:lnTo>
                  <a:lnTo>
                    <a:pt x="1309" y="493"/>
                  </a:lnTo>
                  <a:lnTo>
                    <a:pt x="1236" y="457"/>
                  </a:lnTo>
                  <a:lnTo>
                    <a:pt x="1163" y="426"/>
                  </a:lnTo>
                  <a:lnTo>
                    <a:pt x="1092" y="400"/>
                  </a:lnTo>
                  <a:lnTo>
                    <a:pt x="1021" y="378"/>
                  </a:lnTo>
                  <a:lnTo>
                    <a:pt x="952" y="361"/>
                  </a:lnTo>
                  <a:lnTo>
                    <a:pt x="884" y="348"/>
                  </a:lnTo>
                  <a:lnTo>
                    <a:pt x="817" y="340"/>
                  </a:lnTo>
                  <a:lnTo>
                    <a:pt x="753" y="338"/>
                  </a:lnTo>
                  <a:lnTo>
                    <a:pt x="697" y="340"/>
                  </a:lnTo>
                  <a:lnTo>
                    <a:pt x="646" y="346"/>
                  </a:lnTo>
                  <a:lnTo>
                    <a:pt x="598" y="358"/>
                  </a:lnTo>
                  <a:lnTo>
                    <a:pt x="554" y="372"/>
                  </a:lnTo>
                  <a:lnTo>
                    <a:pt x="514" y="392"/>
                  </a:lnTo>
                  <a:lnTo>
                    <a:pt x="477" y="416"/>
                  </a:lnTo>
                  <a:lnTo>
                    <a:pt x="445" y="444"/>
                  </a:lnTo>
                  <a:lnTo>
                    <a:pt x="419" y="474"/>
                  </a:lnTo>
                  <a:lnTo>
                    <a:pt x="396" y="508"/>
                  </a:lnTo>
                  <a:lnTo>
                    <a:pt x="377" y="547"/>
                  </a:lnTo>
                  <a:lnTo>
                    <a:pt x="362" y="590"/>
                  </a:lnTo>
                  <a:lnTo>
                    <a:pt x="352" y="635"/>
                  </a:lnTo>
                  <a:lnTo>
                    <a:pt x="344" y="684"/>
                  </a:lnTo>
                  <a:lnTo>
                    <a:pt x="341" y="736"/>
                  </a:lnTo>
                  <a:lnTo>
                    <a:pt x="343" y="791"/>
                  </a:lnTo>
                  <a:lnTo>
                    <a:pt x="348" y="849"/>
                  </a:lnTo>
                  <a:lnTo>
                    <a:pt x="357" y="908"/>
                  </a:lnTo>
                  <a:lnTo>
                    <a:pt x="371" y="970"/>
                  </a:lnTo>
                  <a:lnTo>
                    <a:pt x="388" y="1035"/>
                  </a:lnTo>
                  <a:lnTo>
                    <a:pt x="409" y="1100"/>
                  </a:lnTo>
                  <a:lnTo>
                    <a:pt x="436" y="1168"/>
                  </a:lnTo>
                  <a:lnTo>
                    <a:pt x="465" y="1236"/>
                  </a:lnTo>
                  <a:lnTo>
                    <a:pt x="499" y="1306"/>
                  </a:lnTo>
                  <a:lnTo>
                    <a:pt x="538" y="1377"/>
                  </a:lnTo>
                  <a:lnTo>
                    <a:pt x="580" y="1449"/>
                  </a:lnTo>
                  <a:lnTo>
                    <a:pt x="627" y="1520"/>
                  </a:lnTo>
                  <a:lnTo>
                    <a:pt x="678" y="1592"/>
                  </a:lnTo>
                  <a:lnTo>
                    <a:pt x="734" y="1665"/>
                  </a:lnTo>
                  <a:lnTo>
                    <a:pt x="794" y="1737"/>
                  </a:lnTo>
                  <a:lnTo>
                    <a:pt x="859" y="1807"/>
                  </a:lnTo>
                  <a:lnTo>
                    <a:pt x="927" y="1879"/>
                  </a:lnTo>
                  <a:lnTo>
                    <a:pt x="996" y="1945"/>
                  </a:lnTo>
                  <a:lnTo>
                    <a:pt x="1066" y="2007"/>
                  </a:lnTo>
                  <a:lnTo>
                    <a:pt x="1138" y="2066"/>
                  </a:lnTo>
                  <a:lnTo>
                    <a:pt x="1210" y="2123"/>
                  </a:lnTo>
                  <a:lnTo>
                    <a:pt x="1284" y="2173"/>
                  </a:lnTo>
                  <a:lnTo>
                    <a:pt x="1357" y="2222"/>
                  </a:lnTo>
                  <a:lnTo>
                    <a:pt x="1431" y="2266"/>
                  </a:lnTo>
                  <a:lnTo>
                    <a:pt x="1504" y="2306"/>
                  </a:lnTo>
                  <a:lnTo>
                    <a:pt x="1578" y="2342"/>
                  </a:lnTo>
                  <a:lnTo>
                    <a:pt x="1651" y="2373"/>
                  </a:lnTo>
                  <a:lnTo>
                    <a:pt x="1723" y="2400"/>
                  </a:lnTo>
                  <a:lnTo>
                    <a:pt x="1795" y="2422"/>
                  </a:lnTo>
                  <a:lnTo>
                    <a:pt x="1865" y="2440"/>
                  </a:lnTo>
                  <a:lnTo>
                    <a:pt x="1933" y="2452"/>
                  </a:lnTo>
                  <a:lnTo>
                    <a:pt x="2000" y="2461"/>
                  </a:lnTo>
                  <a:lnTo>
                    <a:pt x="2065" y="2463"/>
                  </a:lnTo>
                  <a:lnTo>
                    <a:pt x="2119" y="2461"/>
                  </a:lnTo>
                  <a:lnTo>
                    <a:pt x="2171" y="2454"/>
                  </a:lnTo>
                  <a:lnTo>
                    <a:pt x="2220" y="2443"/>
                  </a:lnTo>
                  <a:lnTo>
                    <a:pt x="2264" y="2428"/>
                  </a:lnTo>
                  <a:lnTo>
                    <a:pt x="2303" y="2409"/>
                  </a:lnTo>
                  <a:lnTo>
                    <a:pt x="2340" y="2385"/>
                  </a:lnTo>
                  <a:lnTo>
                    <a:pt x="2371" y="2357"/>
                  </a:lnTo>
                  <a:lnTo>
                    <a:pt x="2399" y="2326"/>
                  </a:lnTo>
                  <a:lnTo>
                    <a:pt x="2421" y="2293"/>
                  </a:lnTo>
                  <a:lnTo>
                    <a:pt x="2439" y="2256"/>
                  </a:lnTo>
                  <a:lnTo>
                    <a:pt x="2455" y="2214"/>
                  </a:lnTo>
                  <a:lnTo>
                    <a:pt x="2467" y="2170"/>
                  </a:lnTo>
                  <a:lnTo>
                    <a:pt x="2474" y="2123"/>
                  </a:lnTo>
                  <a:lnTo>
                    <a:pt x="2477" y="2073"/>
                  </a:lnTo>
                  <a:lnTo>
                    <a:pt x="2477" y="2020"/>
                  </a:lnTo>
                  <a:lnTo>
                    <a:pt x="2473" y="1964"/>
                  </a:lnTo>
                  <a:lnTo>
                    <a:pt x="2465" y="1906"/>
                  </a:lnTo>
                  <a:lnTo>
                    <a:pt x="2453" y="1847"/>
                  </a:lnTo>
                  <a:lnTo>
                    <a:pt x="2436" y="1785"/>
                  </a:lnTo>
                  <a:lnTo>
                    <a:pt x="2410" y="1701"/>
                  </a:lnTo>
                  <a:lnTo>
                    <a:pt x="2377" y="1618"/>
                  </a:lnTo>
                  <a:lnTo>
                    <a:pt x="2338" y="1533"/>
                  </a:lnTo>
                  <a:lnTo>
                    <a:pt x="2294" y="1449"/>
                  </a:lnTo>
                  <a:lnTo>
                    <a:pt x="2245" y="1364"/>
                  </a:lnTo>
                  <a:lnTo>
                    <a:pt x="2190" y="1280"/>
                  </a:lnTo>
                  <a:lnTo>
                    <a:pt x="2252" y="1241"/>
                  </a:lnTo>
                  <a:lnTo>
                    <a:pt x="2314" y="1195"/>
                  </a:lnTo>
                  <a:lnTo>
                    <a:pt x="2376" y="1144"/>
                  </a:lnTo>
                  <a:lnTo>
                    <a:pt x="2436" y="1087"/>
                  </a:lnTo>
                  <a:lnTo>
                    <a:pt x="2455" y="1068"/>
                  </a:lnTo>
                  <a:lnTo>
                    <a:pt x="2514" y="1155"/>
                  </a:lnTo>
                  <a:lnTo>
                    <a:pt x="2568" y="1244"/>
                  </a:lnTo>
                  <a:lnTo>
                    <a:pt x="2617" y="1333"/>
                  </a:lnTo>
                  <a:lnTo>
                    <a:pt x="2662" y="1424"/>
                  </a:lnTo>
                  <a:lnTo>
                    <a:pt x="2701" y="1513"/>
                  </a:lnTo>
                  <a:lnTo>
                    <a:pt x="2736" y="1603"/>
                  </a:lnTo>
                  <a:lnTo>
                    <a:pt x="2764" y="1692"/>
                  </a:lnTo>
                  <a:lnTo>
                    <a:pt x="2785" y="1772"/>
                  </a:lnTo>
                  <a:lnTo>
                    <a:pt x="2801" y="1850"/>
                  </a:lnTo>
                  <a:lnTo>
                    <a:pt x="2812" y="1927"/>
                  </a:lnTo>
                  <a:lnTo>
                    <a:pt x="2817" y="2001"/>
                  </a:lnTo>
                  <a:lnTo>
                    <a:pt x="2818" y="2073"/>
                  </a:lnTo>
                  <a:lnTo>
                    <a:pt x="2815" y="2142"/>
                  </a:lnTo>
                  <a:lnTo>
                    <a:pt x="2807" y="2209"/>
                  </a:lnTo>
                  <a:lnTo>
                    <a:pt x="2793" y="2273"/>
                  </a:lnTo>
                  <a:lnTo>
                    <a:pt x="2774" y="2335"/>
                  </a:lnTo>
                  <a:lnTo>
                    <a:pt x="2751" y="2393"/>
                  </a:lnTo>
                  <a:lnTo>
                    <a:pt x="2724" y="2449"/>
                  </a:lnTo>
                  <a:lnTo>
                    <a:pt x="2692" y="2501"/>
                  </a:lnTo>
                  <a:lnTo>
                    <a:pt x="2654" y="2550"/>
                  </a:lnTo>
                  <a:lnTo>
                    <a:pt x="2612" y="2596"/>
                  </a:lnTo>
                  <a:lnTo>
                    <a:pt x="2570" y="2634"/>
                  </a:lnTo>
                  <a:lnTo>
                    <a:pt x="2525" y="2669"/>
                  </a:lnTo>
                  <a:lnTo>
                    <a:pt x="2477" y="2700"/>
                  </a:lnTo>
                  <a:lnTo>
                    <a:pt x="2426" y="2726"/>
                  </a:lnTo>
                  <a:lnTo>
                    <a:pt x="2371" y="2749"/>
                  </a:lnTo>
                  <a:lnTo>
                    <a:pt x="2315" y="2767"/>
                  </a:lnTo>
                  <a:lnTo>
                    <a:pt x="2256" y="2782"/>
                  </a:lnTo>
                  <a:lnTo>
                    <a:pt x="2194" y="2792"/>
                  </a:lnTo>
                  <a:lnTo>
                    <a:pt x="2131" y="2799"/>
                  </a:lnTo>
                  <a:lnTo>
                    <a:pt x="2065" y="2801"/>
                  </a:lnTo>
                  <a:lnTo>
                    <a:pt x="1982" y="2799"/>
                  </a:lnTo>
                  <a:lnTo>
                    <a:pt x="1898" y="2789"/>
                  </a:lnTo>
                  <a:lnTo>
                    <a:pt x="1813" y="2775"/>
                  </a:lnTo>
                  <a:lnTo>
                    <a:pt x="1727" y="2755"/>
                  </a:lnTo>
                  <a:lnTo>
                    <a:pt x="1640" y="2729"/>
                  </a:lnTo>
                  <a:lnTo>
                    <a:pt x="1552" y="2698"/>
                  </a:lnTo>
                  <a:lnTo>
                    <a:pt x="1464" y="2661"/>
                  </a:lnTo>
                  <a:lnTo>
                    <a:pt x="1375" y="2620"/>
                  </a:lnTo>
                  <a:lnTo>
                    <a:pt x="1286" y="2574"/>
                  </a:lnTo>
                  <a:lnTo>
                    <a:pt x="1198" y="2522"/>
                  </a:lnTo>
                  <a:lnTo>
                    <a:pt x="1110" y="2466"/>
                  </a:lnTo>
                  <a:lnTo>
                    <a:pt x="1022" y="2405"/>
                  </a:lnTo>
                  <a:lnTo>
                    <a:pt x="936" y="2340"/>
                  </a:lnTo>
                  <a:lnTo>
                    <a:pt x="851" y="2270"/>
                  </a:lnTo>
                  <a:lnTo>
                    <a:pt x="767" y="2196"/>
                  </a:lnTo>
                  <a:lnTo>
                    <a:pt x="686" y="2118"/>
                  </a:lnTo>
                  <a:lnTo>
                    <a:pt x="616" y="2046"/>
                  </a:lnTo>
                  <a:lnTo>
                    <a:pt x="549" y="1972"/>
                  </a:lnTo>
                  <a:lnTo>
                    <a:pt x="486" y="1897"/>
                  </a:lnTo>
                  <a:lnTo>
                    <a:pt x="426" y="1822"/>
                  </a:lnTo>
                  <a:lnTo>
                    <a:pt x="370" y="1746"/>
                  </a:lnTo>
                  <a:lnTo>
                    <a:pt x="317" y="1669"/>
                  </a:lnTo>
                  <a:lnTo>
                    <a:pt x="269" y="1592"/>
                  </a:lnTo>
                  <a:lnTo>
                    <a:pt x="225" y="1515"/>
                  </a:lnTo>
                  <a:lnTo>
                    <a:pt x="184" y="1438"/>
                  </a:lnTo>
                  <a:lnTo>
                    <a:pt x="148" y="1362"/>
                  </a:lnTo>
                  <a:lnTo>
                    <a:pt x="114" y="1285"/>
                  </a:lnTo>
                  <a:lnTo>
                    <a:pt x="86" y="1209"/>
                  </a:lnTo>
                  <a:lnTo>
                    <a:pt x="61" y="1135"/>
                  </a:lnTo>
                  <a:lnTo>
                    <a:pt x="41" y="1061"/>
                  </a:lnTo>
                  <a:lnTo>
                    <a:pt x="24" y="987"/>
                  </a:lnTo>
                  <a:lnTo>
                    <a:pt x="12" y="915"/>
                  </a:lnTo>
                  <a:lnTo>
                    <a:pt x="3" y="844"/>
                  </a:lnTo>
                  <a:lnTo>
                    <a:pt x="0" y="776"/>
                  </a:lnTo>
                  <a:lnTo>
                    <a:pt x="0" y="708"/>
                  </a:lnTo>
                  <a:lnTo>
                    <a:pt x="5" y="643"/>
                  </a:lnTo>
                  <a:lnTo>
                    <a:pt x="14" y="579"/>
                  </a:lnTo>
                  <a:lnTo>
                    <a:pt x="27" y="518"/>
                  </a:lnTo>
                  <a:lnTo>
                    <a:pt x="46" y="459"/>
                  </a:lnTo>
                  <a:lnTo>
                    <a:pt x="68" y="401"/>
                  </a:lnTo>
                  <a:lnTo>
                    <a:pt x="95" y="348"/>
                  </a:lnTo>
                  <a:lnTo>
                    <a:pt x="127" y="297"/>
                  </a:lnTo>
                  <a:lnTo>
                    <a:pt x="163" y="249"/>
                  </a:lnTo>
                  <a:lnTo>
                    <a:pt x="204" y="205"/>
                  </a:lnTo>
                  <a:lnTo>
                    <a:pt x="247" y="166"/>
                  </a:lnTo>
                  <a:lnTo>
                    <a:pt x="292" y="132"/>
                  </a:lnTo>
                  <a:lnTo>
                    <a:pt x="340" y="101"/>
                  </a:lnTo>
                  <a:lnTo>
                    <a:pt x="392" y="75"/>
                  </a:lnTo>
                  <a:lnTo>
                    <a:pt x="445" y="52"/>
                  </a:lnTo>
                  <a:lnTo>
                    <a:pt x="501" y="33"/>
                  </a:lnTo>
                  <a:lnTo>
                    <a:pt x="561" y="19"/>
                  </a:lnTo>
                  <a:lnTo>
                    <a:pt x="623" y="8"/>
                  </a:lnTo>
                  <a:lnTo>
                    <a:pt x="687" y="2"/>
                  </a:lnTo>
                  <a:lnTo>
                    <a:pt x="75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4" name="Freeform 7"/>
            <p:cNvSpPr>
              <a:spLocks/>
            </p:cNvSpPr>
            <p:nvPr/>
          </p:nvSpPr>
          <p:spPr bwMode="auto">
            <a:xfrm>
              <a:off x="5589781" y="2954127"/>
              <a:ext cx="170181" cy="168938"/>
            </a:xfrm>
            <a:custGeom>
              <a:avLst/>
              <a:gdLst>
                <a:gd name="T0" fmla="*/ 370 w 1504"/>
                <a:gd name="T1" fmla="*/ 2 h 1493"/>
                <a:gd name="T2" fmla="*/ 469 w 1504"/>
                <a:gd name="T3" fmla="*/ 22 h 1493"/>
                <a:gd name="T4" fmla="*/ 576 w 1504"/>
                <a:gd name="T5" fmla="*/ 60 h 1493"/>
                <a:gd name="T6" fmla="*/ 688 w 1504"/>
                <a:gd name="T7" fmla="*/ 115 h 1493"/>
                <a:gd name="T8" fmla="*/ 717 w 1504"/>
                <a:gd name="T9" fmla="*/ 206 h 1493"/>
                <a:gd name="T10" fmla="*/ 674 w 1504"/>
                <a:gd name="T11" fmla="*/ 315 h 1493"/>
                <a:gd name="T12" fmla="*/ 644 w 1504"/>
                <a:gd name="T13" fmla="*/ 413 h 1493"/>
                <a:gd name="T14" fmla="*/ 624 w 1504"/>
                <a:gd name="T15" fmla="*/ 497 h 1493"/>
                <a:gd name="T16" fmla="*/ 614 w 1504"/>
                <a:gd name="T17" fmla="*/ 562 h 1493"/>
                <a:gd name="T18" fmla="*/ 608 w 1504"/>
                <a:gd name="T19" fmla="*/ 606 h 1493"/>
                <a:gd name="T20" fmla="*/ 606 w 1504"/>
                <a:gd name="T21" fmla="*/ 626 h 1493"/>
                <a:gd name="T22" fmla="*/ 614 w 1504"/>
                <a:gd name="T23" fmla="*/ 695 h 1493"/>
                <a:gd name="T24" fmla="*/ 639 w 1504"/>
                <a:gd name="T25" fmla="*/ 761 h 1493"/>
                <a:gd name="T26" fmla="*/ 682 w 1504"/>
                <a:gd name="T27" fmla="*/ 816 h 1493"/>
                <a:gd name="T28" fmla="*/ 737 w 1504"/>
                <a:gd name="T29" fmla="*/ 859 h 1493"/>
                <a:gd name="T30" fmla="*/ 802 w 1504"/>
                <a:gd name="T31" fmla="*/ 884 h 1493"/>
                <a:gd name="T32" fmla="*/ 872 w 1504"/>
                <a:gd name="T33" fmla="*/ 890 h 1493"/>
                <a:gd name="T34" fmla="*/ 892 w 1504"/>
                <a:gd name="T35" fmla="*/ 889 h 1493"/>
                <a:gd name="T36" fmla="*/ 937 w 1504"/>
                <a:gd name="T37" fmla="*/ 884 h 1493"/>
                <a:gd name="T38" fmla="*/ 1003 w 1504"/>
                <a:gd name="T39" fmla="*/ 872 h 1493"/>
                <a:gd name="T40" fmla="*/ 1088 w 1504"/>
                <a:gd name="T41" fmla="*/ 853 h 1493"/>
                <a:gd name="T42" fmla="*/ 1186 w 1504"/>
                <a:gd name="T43" fmla="*/ 823 h 1493"/>
                <a:gd name="T44" fmla="*/ 1296 w 1504"/>
                <a:gd name="T45" fmla="*/ 780 h 1493"/>
                <a:gd name="T46" fmla="*/ 1386 w 1504"/>
                <a:gd name="T47" fmla="*/ 807 h 1493"/>
                <a:gd name="T48" fmla="*/ 1440 w 1504"/>
                <a:gd name="T49" fmla="*/ 911 h 1493"/>
                <a:gd name="T50" fmla="*/ 1477 w 1504"/>
                <a:gd name="T51" fmla="*/ 1011 h 1493"/>
                <a:gd name="T52" fmla="*/ 1497 w 1504"/>
                <a:gd name="T53" fmla="*/ 1098 h 1493"/>
                <a:gd name="T54" fmla="*/ 1504 w 1504"/>
                <a:gd name="T55" fmla="*/ 1175 h 1493"/>
                <a:gd name="T56" fmla="*/ 1497 w 1504"/>
                <a:gd name="T57" fmla="*/ 1240 h 1493"/>
                <a:gd name="T58" fmla="*/ 1483 w 1504"/>
                <a:gd name="T59" fmla="*/ 1295 h 1493"/>
                <a:gd name="T60" fmla="*/ 1463 w 1504"/>
                <a:gd name="T61" fmla="*/ 1340 h 1493"/>
                <a:gd name="T62" fmla="*/ 1439 w 1504"/>
                <a:gd name="T63" fmla="*/ 1377 h 1493"/>
                <a:gd name="T64" fmla="*/ 1414 w 1504"/>
                <a:gd name="T65" fmla="*/ 1405 h 1493"/>
                <a:gd name="T66" fmla="*/ 1382 w 1504"/>
                <a:gd name="T67" fmla="*/ 1432 h 1493"/>
                <a:gd name="T68" fmla="*/ 1339 w 1504"/>
                <a:gd name="T69" fmla="*/ 1458 h 1493"/>
                <a:gd name="T70" fmla="*/ 1285 w 1504"/>
                <a:gd name="T71" fmla="*/ 1479 h 1493"/>
                <a:gd name="T72" fmla="*/ 1219 w 1504"/>
                <a:gd name="T73" fmla="*/ 1491 h 1493"/>
                <a:gd name="T74" fmla="*/ 1134 w 1504"/>
                <a:gd name="T75" fmla="*/ 1491 h 1493"/>
                <a:gd name="T76" fmla="*/ 1036 w 1504"/>
                <a:gd name="T77" fmla="*/ 1471 h 1493"/>
                <a:gd name="T78" fmla="*/ 930 w 1504"/>
                <a:gd name="T79" fmla="*/ 1435 h 1493"/>
                <a:gd name="T80" fmla="*/ 819 w 1504"/>
                <a:gd name="T81" fmla="*/ 1381 h 1493"/>
                <a:gd name="T82" fmla="*/ 706 w 1504"/>
                <a:gd name="T83" fmla="*/ 1311 h 1493"/>
                <a:gd name="T84" fmla="*/ 591 w 1504"/>
                <a:gd name="T85" fmla="*/ 1227 h 1493"/>
                <a:gd name="T86" fmla="*/ 477 w 1504"/>
                <a:gd name="T87" fmla="*/ 1129 h 1493"/>
                <a:gd name="T88" fmla="*/ 362 w 1504"/>
                <a:gd name="T89" fmla="*/ 1015 h 1493"/>
                <a:gd name="T90" fmla="*/ 257 w 1504"/>
                <a:gd name="T91" fmla="*/ 892 h 1493"/>
                <a:gd name="T92" fmla="*/ 166 w 1504"/>
                <a:gd name="T93" fmla="*/ 766 h 1493"/>
                <a:gd name="T94" fmla="*/ 93 w 1504"/>
                <a:gd name="T95" fmla="*/ 642 h 1493"/>
                <a:gd name="T96" fmla="*/ 43 w 1504"/>
                <a:gd name="T97" fmla="*/ 531 h 1493"/>
                <a:gd name="T98" fmla="*/ 15 w 1504"/>
                <a:gd name="T99" fmla="*/ 437 h 1493"/>
                <a:gd name="T100" fmla="*/ 1 w 1504"/>
                <a:gd name="T101" fmla="*/ 355 h 1493"/>
                <a:gd name="T102" fmla="*/ 2 w 1504"/>
                <a:gd name="T103" fmla="*/ 285 h 1493"/>
                <a:gd name="T104" fmla="*/ 13 w 1504"/>
                <a:gd name="T105" fmla="*/ 224 h 1493"/>
                <a:gd name="T106" fmla="*/ 31 w 1504"/>
                <a:gd name="T107" fmla="*/ 173 h 1493"/>
                <a:gd name="T108" fmla="*/ 53 w 1504"/>
                <a:gd name="T109" fmla="*/ 133 h 1493"/>
                <a:gd name="T110" fmla="*/ 78 w 1504"/>
                <a:gd name="T111" fmla="*/ 102 h 1493"/>
                <a:gd name="T112" fmla="*/ 105 w 1504"/>
                <a:gd name="T113" fmla="*/ 75 h 1493"/>
                <a:gd name="T114" fmla="*/ 142 w 1504"/>
                <a:gd name="T115" fmla="*/ 48 h 1493"/>
                <a:gd name="T116" fmla="*/ 190 w 1504"/>
                <a:gd name="T117" fmla="*/ 24 h 1493"/>
                <a:gd name="T118" fmla="*/ 250 w 1504"/>
                <a:gd name="T119" fmla="*/ 6 h 1493"/>
                <a:gd name="T120" fmla="*/ 323 w 1504"/>
                <a:gd name="T121" fmla="*/ 0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4" h="1493">
                  <a:moveTo>
                    <a:pt x="323" y="0"/>
                  </a:moveTo>
                  <a:lnTo>
                    <a:pt x="370" y="2"/>
                  </a:lnTo>
                  <a:lnTo>
                    <a:pt x="418" y="10"/>
                  </a:lnTo>
                  <a:lnTo>
                    <a:pt x="469" y="22"/>
                  </a:lnTo>
                  <a:lnTo>
                    <a:pt x="522" y="39"/>
                  </a:lnTo>
                  <a:lnTo>
                    <a:pt x="576" y="60"/>
                  </a:lnTo>
                  <a:lnTo>
                    <a:pt x="631" y="86"/>
                  </a:lnTo>
                  <a:lnTo>
                    <a:pt x="688" y="115"/>
                  </a:lnTo>
                  <a:lnTo>
                    <a:pt x="745" y="148"/>
                  </a:lnTo>
                  <a:lnTo>
                    <a:pt x="717" y="206"/>
                  </a:lnTo>
                  <a:lnTo>
                    <a:pt x="694" y="262"/>
                  </a:lnTo>
                  <a:lnTo>
                    <a:pt x="674" y="315"/>
                  </a:lnTo>
                  <a:lnTo>
                    <a:pt x="658" y="366"/>
                  </a:lnTo>
                  <a:lnTo>
                    <a:pt x="644" y="413"/>
                  </a:lnTo>
                  <a:lnTo>
                    <a:pt x="634" y="456"/>
                  </a:lnTo>
                  <a:lnTo>
                    <a:pt x="624" y="497"/>
                  </a:lnTo>
                  <a:lnTo>
                    <a:pt x="618" y="531"/>
                  </a:lnTo>
                  <a:lnTo>
                    <a:pt x="614" y="562"/>
                  </a:lnTo>
                  <a:lnTo>
                    <a:pt x="611" y="587"/>
                  </a:lnTo>
                  <a:lnTo>
                    <a:pt x="608" y="606"/>
                  </a:lnTo>
                  <a:lnTo>
                    <a:pt x="607" y="620"/>
                  </a:lnTo>
                  <a:lnTo>
                    <a:pt x="606" y="626"/>
                  </a:lnTo>
                  <a:lnTo>
                    <a:pt x="607" y="661"/>
                  </a:lnTo>
                  <a:lnTo>
                    <a:pt x="614" y="695"/>
                  </a:lnTo>
                  <a:lnTo>
                    <a:pt x="624" y="729"/>
                  </a:lnTo>
                  <a:lnTo>
                    <a:pt x="639" y="761"/>
                  </a:lnTo>
                  <a:lnTo>
                    <a:pt x="658" y="790"/>
                  </a:lnTo>
                  <a:lnTo>
                    <a:pt x="682" y="816"/>
                  </a:lnTo>
                  <a:lnTo>
                    <a:pt x="708" y="839"/>
                  </a:lnTo>
                  <a:lnTo>
                    <a:pt x="737" y="859"/>
                  </a:lnTo>
                  <a:lnTo>
                    <a:pt x="769" y="873"/>
                  </a:lnTo>
                  <a:lnTo>
                    <a:pt x="802" y="884"/>
                  </a:lnTo>
                  <a:lnTo>
                    <a:pt x="838" y="890"/>
                  </a:lnTo>
                  <a:lnTo>
                    <a:pt x="872" y="890"/>
                  </a:lnTo>
                  <a:lnTo>
                    <a:pt x="880" y="890"/>
                  </a:lnTo>
                  <a:lnTo>
                    <a:pt x="892" y="889"/>
                  </a:lnTo>
                  <a:lnTo>
                    <a:pt x="912" y="887"/>
                  </a:lnTo>
                  <a:lnTo>
                    <a:pt x="937" y="884"/>
                  </a:lnTo>
                  <a:lnTo>
                    <a:pt x="968" y="880"/>
                  </a:lnTo>
                  <a:lnTo>
                    <a:pt x="1003" y="872"/>
                  </a:lnTo>
                  <a:lnTo>
                    <a:pt x="1044" y="864"/>
                  </a:lnTo>
                  <a:lnTo>
                    <a:pt x="1088" y="853"/>
                  </a:lnTo>
                  <a:lnTo>
                    <a:pt x="1136" y="839"/>
                  </a:lnTo>
                  <a:lnTo>
                    <a:pt x="1186" y="823"/>
                  </a:lnTo>
                  <a:lnTo>
                    <a:pt x="1241" y="804"/>
                  </a:lnTo>
                  <a:lnTo>
                    <a:pt x="1296" y="780"/>
                  </a:lnTo>
                  <a:lnTo>
                    <a:pt x="1355" y="753"/>
                  </a:lnTo>
                  <a:lnTo>
                    <a:pt x="1386" y="807"/>
                  </a:lnTo>
                  <a:lnTo>
                    <a:pt x="1415" y="859"/>
                  </a:lnTo>
                  <a:lnTo>
                    <a:pt x="1440" y="911"/>
                  </a:lnTo>
                  <a:lnTo>
                    <a:pt x="1461" y="962"/>
                  </a:lnTo>
                  <a:lnTo>
                    <a:pt x="1477" y="1011"/>
                  </a:lnTo>
                  <a:lnTo>
                    <a:pt x="1489" y="1056"/>
                  </a:lnTo>
                  <a:lnTo>
                    <a:pt x="1497" y="1098"/>
                  </a:lnTo>
                  <a:lnTo>
                    <a:pt x="1502" y="1137"/>
                  </a:lnTo>
                  <a:lnTo>
                    <a:pt x="1504" y="1175"/>
                  </a:lnTo>
                  <a:lnTo>
                    <a:pt x="1502" y="1208"/>
                  </a:lnTo>
                  <a:lnTo>
                    <a:pt x="1497" y="1240"/>
                  </a:lnTo>
                  <a:lnTo>
                    <a:pt x="1491" y="1269"/>
                  </a:lnTo>
                  <a:lnTo>
                    <a:pt x="1483" y="1295"/>
                  </a:lnTo>
                  <a:lnTo>
                    <a:pt x="1473" y="1318"/>
                  </a:lnTo>
                  <a:lnTo>
                    <a:pt x="1463" y="1340"/>
                  </a:lnTo>
                  <a:lnTo>
                    <a:pt x="1450" y="1360"/>
                  </a:lnTo>
                  <a:lnTo>
                    <a:pt x="1439" y="1377"/>
                  </a:lnTo>
                  <a:lnTo>
                    <a:pt x="1426" y="1391"/>
                  </a:lnTo>
                  <a:lnTo>
                    <a:pt x="1414" y="1405"/>
                  </a:lnTo>
                  <a:lnTo>
                    <a:pt x="1399" y="1418"/>
                  </a:lnTo>
                  <a:lnTo>
                    <a:pt x="1382" y="1432"/>
                  </a:lnTo>
                  <a:lnTo>
                    <a:pt x="1361" y="1445"/>
                  </a:lnTo>
                  <a:lnTo>
                    <a:pt x="1339" y="1458"/>
                  </a:lnTo>
                  <a:lnTo>
                    <a:pt x="1313" y="1469"/>
                  </a:lnTo>
                  <a:lnTo>
                    <a:pt x="1285" y="1479"/>
                  </a:lnTo>
                  <a:lnTo>
                    <a:pt x="1253" y="1487"/>
                  </a:lnTo>
                  <a:lnTo>
                    <a:pt x="1219" y="1491"/>
                  </a:lnTo>
                  <a:lnTo>
                    <a:pt x="1180" y="1493"/>
                  </a:lnTo>
                  <a:lnTo>
                    <a:pt x="1134" y="1491"/>
                  </a:lnTo>
                  <a:lnTo>
                    <a:pt x="1086" y="1484"/>
                  </a:lnTo>
                  <a:lnTo>
                    <a:pt x="1036" y="1471"/>
                  </a:lnTo>
                  <a:lnTo>
                    <a:pt x="983" y="1456"/>
                  </a:lnTo>
                  <a:lnTo>
                    <a:pt x="930" y="1435"/>
                  </a:lnTo>
                  <a:lnTo>
                    <a:pt x="875" y="1410"/>
                  </a:lnTo>
                  <a:lnTo>
                    <a:pt x="819" y="1381"/>
                  </a:lnTo>
                  <a:lnTo>
                    <a:pt x="762" y="1348"/>
                  </a:lnTo>
                  <a:lnTo>
                    <a:pt x="706" y="1311"/>
                  </a:lnTo>
                  <a:lnTo>
                    <a:pt x="648" y="1271"/>
                  </a:lnTo>
                  <a:lnTo>
                    <a:pt x="591" y="1227"/>
                  </a:lnTo>
                  <a:lnTo>
                    <a:pt x="533" y="1180"/>
                  </a:lnTo>
                  <a:lnTo>
                    <a:pt x="477" y="1129"/>
                  </a:lnTo>
                  <a:lnTo>
                    <a:pt x="421" y="1075"/>
                  </a:lnTo>
                  <a:lnTo>
                    <a:pt x="362" y="1015"/>
                  </a:lnTo>
                  <a:lnTo>
                    <a:pt x="308" y="954"/>
                  </a:lnTo>
                  <a:lnTo>
                    <a:pt x="257" y="892"/>
                  </a:lnTo>
                  <a:lnTo>
                    <a:pt x="210" y="830"/>
                  </a:lnTo>
                  <a:lnTo>
                    <a:pt x="166" y="766"/>
                  </a:lnTo>
                  <a:lnTo>
                    <a:pt x="127" y="705"/>
                  </a:lnTo>
                  <a:lnTo>
                    <a:pt x="93" y="642"/>
                  </a:lnTo>
                  <a:lnTo>
                    <a:pt x="64" y="582"/>
                  </a:lnTo>
                  <a:lnTo>
                    <a:pt x="43" y="531"/>
                  </a:lnTo>
                  <a:lnTo>
                    <a:pt x="26" y="482"/>
                  </a:lnTo>
                  <a:lnTo>
                    <a:pt x="15" y="437"/>
                  </a:lnTo>
                  <a:lnTo>
                    <a:pt x="6" y="395"/>
                  </a:lnTo>
                  <a:lnTo>
                    <a:pt x="1" y="355"/>
                  </a:lnTo>
                  <a:lnTo>
                    <a:pt x="0" y="318"/>
                  </a:lnTo>
                  <a:lnTo>
                    <a:pt x="2" y="285"/>
                  </a:lnTo>
                  <a:lnTo>
                    <a:pt x="6" y="252"/>
                  </a:lnTo>
                  <a:lnTo>
                    <a:pt x="13" y="224"/>
                  </a:lnTo>
                  <a:lnTo>
                    <a:pt x="21" y="197"/>
                  </a:lnTo>
                  <a:lnTo>
                    <a:pt x="31" y="173"/>
                  </a:lnTo>
                  <a:lnTo>
                    <a:pt x="41" y="153"/>
                  </a:lnTo>
                  <a:lnTo>
                    <a:pt x="53" y="133"/>
                  </a:lnTo>
                  <a:lnTo>
                    <a:pt x="65" y="116"/>
                  </a:lnTo>
                  <a:lnTo>
                    <a:pt x="78" y="102"/>
                  </a:lnTo>
                  <a:lnTo>
                    <a:pt x="89" y="88"/>
                  </a:lnTo>
                  <a:lnTo>
                    <a:pt x="105" y="75"/>
                  </a:lnTo>
                  <a:lnTo>
                    <a:pt x="122" y="61"/>
                  </a:lnTo>
                  <a:lnTo>
                    <a:pt x="142" y="48"/>
                  </a:lnTo>
                  <a:lnTo>
                    <a:pt x="165" y="35"/>
                  </a:lnTo>
                  <a:lnTo>
                    <a:pt x="190" y="24"/>
                  </a:lnTo>
                  <a:lnTo>
                    <a:pt x="219" y="14"/>
                  </a:lnTo>
                  <a:lnTo>
                    <a:pt x="250" y="6"/>
                  </a:lnTo>
                  <a:lnTo>
                    <a:pt x="285" y="2"/>
                  </a:lnTo>
                  <a:lnTo>
                    <a:pt x="3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5" name="Freeform 8"/>
            <p:cNvSpPr>
              <a:spLocks/>
            </p:cNvSpPr>
            <p:nvPr/>
          </p:nvSpPr>
          <p:spPr bwMode="auto">
            <a:xfrm>
              <a:off x="5677977" y="2829908"/>
              <a:ext cx="207447" cy="206204"/>
            </a:xfrm>
            <a:custGeom>
              <a:avLst/>
              <a:gdLst>
                <a:gd name="T0" fmla="*/ 1289 w 1835"/>
                <a:gd name="T1" fmla="*/ 2 h 1823"/>
                <a:gd name="T2" fmla="*/ 1327 w 1835"/>
                <a:gd name="T3" fmla="*/ 23 h 1823"/>
                <a:gd name="T4" fmla="*/ 1350 w 1835"/>
                <a:gd name="T5" fmla="*/ 60 h 1823"/>
                <a:gd name="T6" fmla="*/ 1776 w 1835"/>
                <a:gd name="T7" fmla="*/ 482 h 1823"/>
                <a:gd name="T8" fmla="*/ 1812 w 1835"/>
                <a:gd name="T9" fmla="*/ 505 h 1823"/>
                <a:gd name="T10" fmla="*/ 1833 w 1835"/>
                <a:gd name="T11" fmla="*/ 543 h 1823"/>
                <a:gd name="T12" fmla="*/ 1832 w 1835"/>
                <a:gd name="T13" fmla="*/ 586 h 1823"/>
                <a:gd name="T14" fmla="*/ 1810 w 1835"/>
                <a:gd name="T15" fmla="*/ 622 h 1823"/>
                <a:gd name="T16" fmla="*/ 1498 w 1835"/>
                <a:gd name="T17" fmla="*/ 929 h 1823"/>
                <a:gd name="T18" fmla="*/ 1459 w 1835"/>
                <a:gd name="T19" fmla="*/ 942 h 1823"/>
                <a:gd name="T20" fmla="*/ 1253 w 1835"/>
                <a:gd name="T21" fmla="*/ 903 h 1823"/>
                <a:gd name="T22" fmla="*/ 1194 w 1835"/>
                <a:gd name="T23" fmla="*/ 1011 h 1823"/>
                <a:gd name="T24" fmla="*/ 1118 w 1835"/>
                <a:gd name="T25" fmla="*/ 1126 h 1823"/>
                <a:gd name="T26" fmla="*/ 1030 w 1835"/>
                <a:gd name="T27" fmla="*/ 1243 h 1823"/>
                <a:gd name="T28" fmla="*/ 930 w 1835"/>
                <a:gd name="T29" fmla="*/ 1362 h 1823"/>
                <a:gd name="T30" fmla="*/ 823 w 1835"/>
                <a:gd name="T31" fmla="*/ 1475 h 1823"/>
                <a:gd name="T32" fmla="*/ 705 w 1835"/>
                <a:gd name="T33" fmla="*/ 1578 h 1823"/>
                <a:gd name="T34" fmla="*/ 585 w 1835"/>
                <a:gd name="T35" fmla="*/ 1659 h 1823"/>
                <a:gd name="T36" fmla="*/ 470 w 1835"/>
                <a:gd name="T37" fmla="*/ 1719 h 1823"/>
                <a:gd name="T38" fmla="*/ 363 w 1835"/>
                <a:gd name="T39" fmla="*/ 1763 h 1823"/>
                <a:gd name="T40" fmla="*/ 268 w 1835"/>
                <a:gd name="T41" fmla="*/ 1792 h 1823"/>
                <a:gd name="T42" fmla="*/ 187 w 1835"/>
                <a:gd name="T43" fmla="*/ 1810 h 1823"/>
                <a:gd name="T44" fmla="*/ 130 w 1835"/>
                <a:gd name="T45" fmla="*/ 1819 h 1823"/>
                <a:gd name="T46" fmla="*/ 95 w 1835"/>
                <a:gd name="T47" fmla="*/ 1823 h 1823"/>
                <a:gd name="T48" fmla="*/ 71 w 1835"/>
                <a:gd name="T49" fmla="*/ 1822 h 1823"/>
                <a:gd name="T50" fmla="*/ 39 w 1835"/>
                <a:gd name="T51" fmla="*/ 1810 h 1823"/>
                <a:gd name="T52" fmla="*/ 14 w 1835"/>
                <a:gd name="T53" fmla="*/ 1785 h 1823"/>
                <a:gd name="T54" fmla="*/ 1 w 1835"/>
                <a:gd name="T55" fmla="*/ 1753 h 1823"/>
                <a:gd name="T56" fmla="*/ 0 w 1835"/>
                <a:gd name="T57" fmla="*/ 1729 h 1823"/>
                <a:gd name="T58" fmla="*/ 3 w 1835"/>
                <a:gd name="T59" fmla="*/ 1695 h 1823"/>
                <a:gd name="T60" fmla="*/ 13 w 1835"/>
                <a:gd name="T61" fmla="*/ 1636 h 1823"/>
                <a:gd name="T62" fmla="*/ 30 w 1835"/>
                <a:gd name="T63" fmla="*/ 1557 h 1823"/>
                <a:gd name="T64" fmla="*/ 61 w 1835"/>
                <a:gd name="T65" fmla="*/ 1463 h 1823"/>
                <a:gd name="T66" fmla="*/ 105 w 1835"/>
                <a:gd name="T67" fmla="*/ 1357 h 1823"/>
                <a:gd name="T68" fmla="*/ 165 w 1835"/>
                <a:gd name="T69" fmla="*/ 1242 h 1823"/>
                <a:gd name="T70" fmla="*/ 247 w 1835"/>
                <a:gd name="T71" fmla="*/ 1124 h 1823"/>
                <a:gd name="T72" fmla="*/ 351 w 1835"/>
                <a:gd name="T73" fmla="*/ 1007 h 1823"/>
                <a:gd name="T74" fmla="*/ 465 w 1835"/>
                <a:gd name="T75" fmla="*/ 899 h 1823"/>
                <a:gd name="T76" fmla="*/ 583 w 1835"/>
                <a:gd name="T77" fmla="*/ 800 h 1823"/>
                <a:gd name="T78" fmla="*/ 703 w 1835"/>
                <a:gd name="T79" fmla="*/ 712 h 1823"/>
                <a:gd name="T80" fmla="*/ 818 w 1835"/>
                <a:gd name="T81" fmla="*/ 637 h 1823"/>
                <a:gd name="T82" fmla="*/ 927 w 1835"/>
                <a:gd name="T83" fmla="*/ 579 h 1823"/>
                <a:gd name="T84" fmla="*/ 888 w 1835"/>
                <a:gd name="T85" fmla="*/ 374 h 1823"/>
                <a:gd name="T86" fmla="*/ 900 w 1835"/>
                <a:gd name="T87" fmla="*/ 335 h 1823"/>
                <a:gd name="T88" fmla="*/ 1208 w 1835"/>
                <a:gd name="T89" fmla="*/ 25 h 1823"/>
                <a:gd name="T90" fmla="*/ 1246 w 1835"/>
                <a:gd name="T91" fmla="*/ 3 h 1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35" h="1823">
                  <a:moveTo>
                    <a:pt x="1267" y="0"/>
                  </a:moveTo>
                  <a:lnTo>
                    <a:pt x="1289" y="2"/>
                  </a:lnTo>
                  <a:lnTo>
                    <a:pt x="1310" y="11"/>
                  </a:lnTo>
                  <a:lnTo>
                    <a:pt x="1327" y="23"/>
                  </a:lnTo>
                  <a:lnTo>
                    <a:pt x="1341" y="40"/>
                  </a:lnTo>
                  <a:lnTo>
                    <a:pt x="1350" y="60"/>
                  </a:lnTo>
                  <a:lnTo>
                    <a:pt x="1451" y="381"/>
                  </a:lnTo>
                  <a:lnTo>
                    <a:pt x="1776" y="482"/>
                  </a:lnTo>
                  <a:lnTo>
                    <a:pt x="1796" y="491"/>
                  </a:lnTo>
                  <a:lnTo>
                    <a:pt x="1812" y="505"/>
                  </a:lnTo>
                  <a:lnTo>
                    <a:pt x="1825" y="522"/>
                  </a:lnTo>
                  <a:lnTo>
                    <a:pt x="1833" y="543"/>
                  </a:lnTo>
                  <a:lnTo>
                    <a:pt x="1835" y="565"/>
                  </a:lnTo>
                  <a:lnTo>
                    <a:pt x="1832" y="586"/>
                  </a:lnTo>
                  <a:lnTo>
                    <a:pt x="1824" y="606"/>
                  </a:lnTo>
                  <a:lnTo>
                    <a:pt x="1810" y="622"/>
                  </a:lnTo>
                  <a:lnTo>
                    <a:pt x="1515" y="917"/>
                  </a:lnTo>
                  <a:lnTo>
                    <a:pt x="1498" y="929"/>
                  </a:lnTo>
                  <a:lnTo>
                    <a:pt x="1479" y="937"/>
                  </a:lnTo>
                  <a:lnTo>
                    <a:pt x="1459" y="942"/>
                  </a:lnTo>
                  <a:lnTo>
                    <a:pt x="1439" y="939"/>
                  </a:lnTo>
                  <a:lnTo>
                    <a:pt x="1253" y="903"/>
                  </a:lnTo>
                  <a:lnTo>
                    <a:pt x="1226" y="956"/>
                  </a:lnTo>
                  <a:lnTo>
                    <a:pt x="1194" y="1011"/>
                  </a:lnTo>
                  <a:lnTo>
                    <a:pt x="1158" y="1067"/>
                  </a:lnTo>
                  <a:lnTo>
                    <a:pt x="1118" y="1126"/>
                  </a:lnTo>
                  <a:lnTo>
                    <a:pt x="1075" y="1184"/>
                  </a:lnTo>
                  <a:lnTo>
                    <a:pt x="1030" y="1243"/>
                  </a:lnTo>
                  <a:lnTo>
                    <a:pt x="981" y="1302"/>
                  </a:lnTo>
                  <a:lnTo>
                    <a:pt x="930" y="1362"/>
                  </a:lnTo>
                  <a:lnTo>
                    <a:pt x="877" y="1419"/>
                  </a:lnTo>
                  <a:lnTo>
                    <a:pt x="823" y="1475"/>
                  </a:lnTo>
                  <a:lnTo>
                    <a:pt x="763" y="1529"/>
                  </a:lnTo>
                  <a:lnTo>
                    <a:pt x="705" y="1578"/>
                  </a:lnTo>
                  <a:lnTo>
                    <a:pt x="645" y="1622"/>
                  </a:lnTo>
                  <a:lnTo>
                    <a:pt x="585" y="1659"/>
                  </a:lnTo>
                  <a:lnTo>
                    <a:pt x="528" y="1691"/>
                  </a:lnTo>
                  <a:lnTo>
                    <a:pt x="470" y="1719"/>
                  </a:lnTo>
                  <a:lnTo>
                    <a:pt x="416" y="1743"/>
                  </a:lnTo>
                  <a:lnTo>
                    <a:pt x="363" y="1763"/>
                  </a:lnTo>
                  <a:lnTo>
                    <a:pt x="314" y="1780"/>
                  </a:lnTo>
                  <a:lnTo>
                    <a:pt x="268" y="1792"/>
                  </a:lnTo>
                  <a:lnTo>
                    <a:pt x="226" y="1803"/>
                  </a:lnTo>
                  <a:lnTo>
                    <a:pt x="187" y="1810"/>
                  </a:lnTo>
                  <a:lnTo>
                    <a:pt x="156" y="1816"/>
                  </a:lnTo>
                  <a:lnTo>
                    <a:pt x="130" y="1819"/>
                  </a:lnTo>
                  <a:lnTo>
                    <a:pt x="109" y="1821"/>
                  </a:lnTo>
                  <a:lnTo>
                    <a:pt x="95" y="1823"/>
                  </a:lnTo>
                  <a:lnTo>
                    <a:pt x="88" y="1823"/>
                  </a:lnTo>
                  <a:lnTo>
                    <a:pt x="71" y="1822"/>
                  </a:lnTo>
                  <a:lnTo>
                    <a:pt x="54" y="1817"/>
                  </a:lnTo>
                  <a:lnTo>
                    <a:pt x="39" y="1810"/>
                  </a:lnTo>
                  <a:lnTo>
                    <a:pt x="25" y="1799"/>
                  </a:lnTo>
                  <a:lnTo>
                    <a:pt x="14" y="1785"/>
                  </a:lnTo>
                  <a:lnTo>
                    <a:pt x="5" y="1769"/>
                  </a:lnTo>
                  <a:lnTo>
                    <a:pt x="1" y="1753"/>
                  </a:lnTo>
                  <a:lnTo>
                    <a:pt x="0" y="1735"/>
                  </a:lnTo>
                  <a:lnTo>
                    <a:pt x="0" y="1729"/>
                  </a:lnTo>
                  <a:lnTo>
                    <a:pt x="1" y="1715"/>
                  </a:lnTo>
                  <a:lnTo>
                    <a:pt x="3" y="1695"/>
                  </a:lnTo>
                  <a:lnTo>
                    <a:pt x="7" y="1669"/>
                  </a:lnTo>
                  <a:lnTo>
                    <a:pt x="13" y="1636"/>
                  </a:lnTo>
                  <a:lnTo>
                    <a:pt x="21" y="1599"/>
                  </a:lnTo>
                  <a:lnTo>
                    <a:pt x="30" y="1557"/>
                  </a:lnTo>
                  <a:lnTo>
                    <a:pt x="44" y="1511"/>
                  </a:lnTo>
                  <a:lnTo>
                    <a:pt x="61" y="1463"/>
                  </a:lnTo>
                  <a:lnTo>
                    <a:pt x="81" y="1411"/>
                  </a:lnTo>
                  <a:lnTo>
                    <a:pt x="105" y="1357"/>
                  </a:lnTo>
                  <a:lnTo>
                    <a:pt x="133" y="1299"/>
                  </a:lnTo>
                  <a:lnTo>
                    <a:pt x="165" y="1242"/>
                  </a:lnTo>
                  <a:lnTo>
                    <a:pt x="203" y="1183"/>
                  </a:lnTo>
                  <a:lnTo>
                    <a:pt x="247" y="1124"/>
                  </a:lnTo>
                  <a:lnTo>
                    <a:pt x="295" y="1065"/>
                  </a:lnTo>
                  <a:lnTo>
                    <a:pt x="351" y="1007"/>
                  </a:lnTo>
                  <a:lnTo>
                    <a:pt x="407" y="952"/>
                  </a:lnTo>
                  <a:lnTo>
                    <a:pt x="465" y="899"/>
                  </a:lnTo>
                  <a:lnTo>
                    <a:pt x="525" y="849"/>
                  </a:lnTo>
                  <a:lnTo>
                    <a:pt x="583" y="800"/>
                  </a:lnTo>
                  <a:lnTo>
                    <a:pt x="643" y="754"/>
                  </a:lnTo>
                  <a:lnTo>
                    <a:pt x="703" y="712"/>
                  </a:lnTo>
                  <a:lnTo>
                    <a:pt x="761" y="673"/>
                  </a:lnTo>
                  <a:lnTo>
                    <a:pt x="818" y="637"/>
                  </a:lnTo>
                  <a:lnTo>
                    <a:pt x="873" y="606"/>
                  </a:lnTo>
                  <a:lnTo>
                    <a:pt x="927" y="579"/>
                  </a:lnTo>
                  <a:lnTo>
                    <a:pt x="890" y="395"/>
                  </a:lnTo>
                  <a:lnTo>
                    <a:pt x="888" y="374"/>
                  </a:lnTo>
                  <a:lnTo>
                    <a:pt x="892" y="354"/>
                  </a:lnTo>
                  <a:lnTo>
                    <a:pt x="900" y="335"/>
                  </a:lnTo>
                  <a:lnTo>
                    <a:pt x="913" y="319"/>
                  </a:lnTo>
                  <a:lnTo>
                    <a:pt x="1208" y="25"/>
                  </a:lnTo>
                  <a:lnTo>
                    <a:pt x="1226" y="12"/>
                  </a:lnTo>
                  <a:lnTo>
                    <a:pt x="1246" y="3"/>
                  </a:lnTo>
                  <a:lnTo>
                    <a:pt x="12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6" name="Group 65"/>
          <p:cNvGrpSpPr/>
          <p:nvPr/>
        </p:nvGrpSpPr>
        <p:grpSpPr>
          <a:xfrm>
            <a:off x="4865989" y="3009530"/>
            <a:ext cx="418272" cy="343730"/>
            <a:chOff x="7000875" y="2609851"/>
            <a:chExt cx="481013" cy="395288"/>
          </a:xfrm>
          <a:solidFill>
            <a:schemeClr val="bg1"/>
          </a:solidFill>
        </p:grpSpPr>
        <p:sp>
          <p:nvSpPr>
            <p:cNvPr id="67" name="Freeform 39"/>
            <p:cNvSpPr>
              <a:spLocks/>
            </p:cNvSpPr>
            <p:nvPr/>
          </p:nvSpPr>
          <p:spPr bwMode="auto">
            <a:xfrm>
              <a:off x="7000875" y="2638426"/>
              <a:ext cx="419100" cy="366713"/>
            </a:xfrm>
            <a:custGeom>
              <a:avLst/>
              <a:gdLst>
                <a:gd name="T0" fmla="*/ 2249 w 2905"/>
                <a:gd name="T1" fmla="*/ 239 h 2540"/>
                <a:gd name="T2" fmla="*/ 2885 w 2905"/>
                <a:gd name="T3" fmla="*/ 968 h 2540"/>
                <a:gd name="T4" fmla="*/ 2609 w 2905"/>
                <a:gd name="T5" fmla="*/ 1645 h 2540"/>
                <a:gd name="T6" fmla="*/ 2513 w 2905"/>
                <a:gd name="T7" fmla="*/ 1837 h 2540"/>
                <a:gd name="T8" fmla="*/ 2362 w 2905"/>
                <a:gd name="T9" fmla="*/ 1977 h 2540"/>
                <a:gd name="T10" fmla="*/ 2169 w 2905"/>
                <a:gd name="T11" fmla="*/ 2102 h 2540"/>
                <a:gd name="T12" fmla="*/ 2044 w 2905"/>
                <a:gd name="T13" fmla="*/ 2294 h 2540"/>
                <a:gd name="T14" fmla="*/ 1903 w 2905"/>
                <a:gd name="T15" fmla="*/ 2444 h 2540"/>
                <a:gd name="T16" fmla="*/ 1710 w 2905"/>
                <a:gd name="T17" fmla="*/ 2540 h 2540"/>
                <a:gd name="T18" fmla="*/ 1191 w 2905"/>
                <a:gd name="T19" fmla="*/ 2359 h 2540"/>
                <a:gd name="T20" fmla="*/ 1027 w 2905"/>
                <a:gd name="T21" fmla="*/ 2380 h 2540"/>
                <a:gd name="T22" fmla="*/ 934 w 2905"/>
                <a:gd name="T23" fmla="*/ 2229 h 2540"/>
                <a:gd name="T24" fmla="*/ 907 w 2905"/>
                <a:gd name="T25" fmla="*/ 2175 h 2540"/>
                <a:gd name="T26" fmla="*/ 745 w 2905"/>
                <a:gd name="T27" fmla="*/ 2107 h 2540"/>
                <a:gd name="T28" fmla="*/ 735 w 2905"/>
                <a:gd name="T29" fmla="*/ 1941 h 2540"/>
                <a:gd name="T30" fmla="*/ 612 w 2905"/>
                <a:gd name="T31" fmla="*/ 1952 h 2540"/>
                <a:gd name="T32" fmla="*/ 495 w 2905"/>
                <a:gd name="T33" fmla="*/ 1816 h 2540"/>
                <a:gd name="T34" fmla="*/ 490 w 2905"/>
                <a:gd name="T35" fmla="*/ 1730 h 2540"/>
                <a:gd name="T36" fmla="*/ 323 w 2905"/>
                <a:gd name="T37" fmla="*/ 1690 h 2540"/>
                <a:gd name="T38" fmla="*/ 284 w 2905"/>
                <a:gd name="T39" fmla="*/ 1525 h 2540"/>
                <a:gd name="T40" fmla="*/ 0 w 2905"/>
                <a:gd name="T41" fmla="*/ 904 h 2540"/>
                <a:gd name="T42" fmla="*/ 87 w 2905"/>
                <a:gd name="T43" fmla="*/ 837 h 2540"/>
                <a:gd name="T44" fmla="*/ 629 w 2905"/>
                <a:gd name="T45" fmla="*/ 1240 h 2540"/>
                <a:gd name="T46" fmla="*/ 771 w 2905"/>
                <a:gd name="T47" fmla="*/ 1357 h 2540"/>
                <a:gd name="T48" fmla="*/ 760 w 2905"/>
                <a:gd name="T49" fmla="*/ 1479 h 2540"/>
                <a:gd name="T50" fmla="*/ 927 w 2905"/>
                <a:gd name="T51" fmla="*/ 1489 h 2540"/>
                <a:gd name="T52" fmla="*/ 996 w 2905"/>
                <a:gd name="T53" fmla="*/ 1649 h 2540"/>
                <a:gd name="T54" fmla="*/ 1050 w 2905"/>
                <a:gd name="T55" fmla="*/ 1676 h 2540"/>
                <a:gd name="T56" fmla="*/ 1201 w 2905"/>
                <a:gd name="T57" fmla="*/ 1769 h 2540"/>
                <a:gd name="T58" fmla="*/ 1181 w 2905"/>
                <a:gd name="T59" fmla="*/ 1932 h 2540"/>
                <a:gd name="T60" fmla="*/ 1344 w 2905"/>
                <a:gd name="T61" fmla="*/ 1912 h 2540"/>
                <a:gd name="T62" fmla="*/ 1438 w 2905"/>
                <a:gd name="T63" fmla="*/ 2062 h 2540"/>
                <a:gd name="T64" fmla="*/ 1716 w 2905"/>
                <a:gd name="T65" fmla="*/ 2402 h 2540"/>
                <a:gd name="T66" fmla="*/ 1809 w 2905"/>
                <a:gd name="T67" fmla="*/ 2325 h 2540"/>
                <a:gd name="T68" fmla="*/ 1567 w 2905"/>
                <a:gd name="T69" fmla="*/ 2025 h 2540"/>
                <a:gd name="T70" fmla="*/ 1633 w 2905"/>
                <a:gd name="T71" fmla="*/ 1939 h 2540"/>
                <a:gd name="T72" fmla="*/ 1936 w 2905"/>
                <a:gd name="T73" fmla="*/ 2183 h 2540"/>
                <a:gd name="T74" fmla="*/ 2029 w 2905"/>
                <a:gd name="T75" fmla="*/ 2106 h 2540"/>
                <a:gd name="T76" fmla="*/ 1786 w 2905"/>
                <a:gd name="T77" fmla="*/ 1806 h 2540"/>
                <a:gd name="T78" fmla="*/ 1853 w 2905"/>
                <a:gd name="T79" fmla="*/ 1720 h 2540"/>
                <a:gd name="T80" fmla="*/ 2156 w 2905"/>
                <a:gd name="T81" fmla="*/ 1965 h 2540"/>
                <a:gd name="T82" fmla="*/ 2249 w 2905"/>
                <a:gd name="T83" fmla="*/ 1887 h 2540"/>
                <a:gd name="T84" fmla="*/ 2006 w 2905"/>
                <a:gd name="T85" fmla="*/ 1587 h 2540"/>
                <a:gd name="T86" fmla="*/ 2074 w 2905"/>
                <a:gd name="T87" fmla="*/ 1501 h 2540"/>
                <a:gd name="T88" fmla="*/ 2377 w 2905"/>
                <a:gd name="T89" fmla="*/ 1746 h 2540"/>
                <a:gd name="T90" fmla="*/ 2469 w 2905"/>
                <a:gd name="T91" fmla="*/ 1669 h 2540"/>
                <a:gd name="T92" fmla="*/ 2438 w 2905"/>
                <a:gd name="T93" fmla="*/ 1591 h 2540"/>
                <a:gd name="T94" fmla="*/ 2295 w 2905"/>
                <a:gd name="T95" fmla="*/ 1449 h 2540"/>
                <a:gd name="T96" fmla="*/ 2062 w 2905"/>
                <a:gd name="T97" fmla="*/ 1218 h 2540"/>
                <a:gd name="T98" fmla="*/ 1813 w 2905"/>
                <a:gd name="T99" fmla="*/ 970 h 2540"/>
                <a:gd name="T100" fmla="*/ 1616 w 2905"/>
                <a:gd name="T101" fmla="*/ 775 h 2540"/>
                <a:gd name="T102" fmla="*/ 1537 w 2905"/>
                <a:gd name="T103" fmla="*/ 706 h 2540"/>
                <a:gd name="T104" fmla="*/ 1428 w 2905"/>
                <a:gd name="T105" fmla="*/ 754 h 2540"/>
                <a:gd name="T106" fmla="*/ 1226 w 2905"/>
                <a:gd name="T107" fmla="*/ 1069 h 2540"/>
                <a:gd name="T108" fmla="*/ 976 w 2905"/>
                <a:gd name="T109" fmla="*/ 1147 h 2540"/>
                <a:gd name="T110" fmla="*/ 796 w 2905"/>
                <a:gd name="T111" fmla="*/ 1004 h 2540"/>
                <a:gd name="T112" fmla="*/ 1064 w 2905"/>
                <a:gd name="T113" fmla="*/ 203 h 2540"/>
                <a:gd name="T114" fmla="*/ 1158 w 2905"/>
                <a:gd name="T115" fmla="*/ 94 h 2540"/>
                <a:gd name="T116" fmla="*/ 1338 w 2905"/>
                <a:gd name="T117" fmla="*/ 10 h 2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05" h="2540">
                  <a:moveTo>
                    <a:pt x="1451" y="0"/>
                  </a:moveTo>
                  <a:lnTo>
                    <a:pt x="1493" y="3"/>
                  </a:lnTo>
                  <a:lnTo>
                    <a:pt x="1538" y="11"/>
                  </a:lnTo>
                  <a:lnTo>
                    <a:pt x="1585" y="23"/>
                  </a:lnTo>
                  <a:lnTo>
                    <a:pt x="2221" y="222"/>
                  </a:lnTo>
                  <a:lnTo>
                    <a:pt x="2236" y="229"/>
                  </a:lnTo>
                  <a:lnTo>
                    <a:pt x="2249" y="239"/>
                  </a:lnTo>
                  <a:lnTo>
                    <a:pt x="2885" y="870"/>
                  </a:lnTo>
                  <a:lnTo>
                    <a:pt x="2896" y="886"/>
                  </a:lnTo>
                  <a:lnTo>
                    <a:pt x="2903" y="902"/>
                  </a:lnTo>
                  <a:lnTo>
                    <a:pt x="2905" y="919"/>
                  </a:lnTo>
                  <a:lnTo>
                    <a:pt x="2903" y="936"/>
                  </a:lnTo>
                  <a:lnTo>
                    <a:pt x="2896" y="954"/>
                  </a:lnTo>
                  <a:lnTo>
                    <a:pt x="2885" y="968"/>
                  </a:lnTo>
                  <a:lnTo>
                    <a:pt x="2445" y="1405"/>
                  </a:lnTo>
                  <a:lnTo>
                    <a:pt x="2552" y="1511"/>
                  </a:lnTo>
                  <a:lnTo>
                    <a:pt x="2572" y="1534"/>
                  </a:lnTo>
                  <a:lnTo>
                    <a:pt x="2588" y="1560"/>
                  </a:lnTo>
                  <a:lnTo>
                    <a:pt x="2599" y="1587"/>
                  </a:lnTo>
                  <a:lnTo>
                    <a:pt x="2606" y="1615"/>
                  </a:lnTo>
                  <a:lnTo>
                    <a:pt x="2609" y="1645"/>
                  </a:lnTo>
                  <a:lnTo>
                    <a:pt x="2608" y="1675"/>
                  </a:lnTo>
                  <a:lnTo>
                    <a:pt x="2603" y="1705"/>
                  </a:lnTo>
                  <a:lnTo>
                    <a:pt x="2594" y="1734"/>
                  </a:lnTo>
                  <a:lnTo>
                    <a:pt x="2580" y="1762"/>
                  </a:lnTo>
                  <a:lnTo>
                    <a:pt x="2562" y="1790"/>
                  </a:lnTo>
                  <a:lnTo>
                    <a:pt x="2540" y="1815"/>
                  </a:lnTo>
                  <a:lnTo>
                    <a:pt x="2513" y="1837"/>
                  </a:lnTo>
                  <a:lnTo>
                    <a:pt x="2484" y="1857"/>
                  </a:lnTo>
                  <a:lnTo>
                    <a:pt x="2453" y="1870"/>
                  </a:lnTo>
                  <a:lnTo>
                    <a:pt x="2421" y="1879"/>
                  </a:lnTo>
                  <a:lnTo>
                    <a:pt x="2389" y="1883"/>
                  </a:lnTo>
                  <a:lnTo>
                    <a:pt x="2385" y="1915"/>
                  </a:lnTo>
                  <a:lnTo>
                    <a:pt x="2376" y="1947"/>
                  </a:lnTo>
                  <a:lnTo>
                    <a:pt x="2362" y="1977"/>
                  </a:lnTo>
                  <a:lnTo>
                    <a:pt x="2343" y="2007"/>
                  </a:lnTo>
                  <a:lnTo>
                    <a:pt x="2319" y="2033"/>
                  </a:lnTo>
                  <a:lnTo>
                    <a:pt x="2293" y="2056"/>
                  </a:lnTo>
                  <a:lnTo>
                    <a:pt x="2263" y="2075"/>
                  </a:lnTo>
                  <a:lnTo>
                    <a:pt x="2233" y="2089"/>
                  </a:lnTo>
                  <a:lnTo>
                    <a:pt x="2201" y="2098"/>
                  </a:lnTo>
                  <a:lnTo>
                    <a:pt x="2169" y="2102"/>
                  </a:lnTo>
                  <a:lnTo>
                    <a:pt x="2164" y="2134"/>
                  </a:lnTo>
                  <a:lnTo>
                    <a:pt x="2155" y="2166"/>
                  </a:lnTo>
                  <a:lnTo>
                    <a:pt x="2142" y="2196"/>
                  </a:lnTo>
                  <a:lnTo>
                    <a:pt x="2123" y="2226"/>
                  </a:lnTo>
                  <a:lnTo>
                    <a:pt x="2100" y="2252"/>
                  </a:lnTo>
                  <a:lnTo>
                    <a:pt x="2073" y="2275"/>
                  </a:lnTo>
                  <a:lnTo>
                    <a:pt x="2044" y="2294"/>
                  </a:lnTo>
                  <a:lnTo>
                    <a:pt x="2012" y="2308"/>
                  </a:lnTo>
                  <a:lnTo>
                    <a:pt x="1981" y="2316"/>
                  </a:lnTo>
                  <a:lnTo>
                    <a:pt x="1948" y="2321"/>
                  </a:lnTo>
                  <a:lnTo>
                    <a:pt x="1944" y="2352"/>
                  </a:lnTo>
                  <a:lnTo>
                    <a:pt x="1935" y="2385"/>
                  </a:lnTo>
                  <a:lnTo>
                    <a:pt x="1922" y="2415"/>
                  </a:lnTo>
                  <a:lnTo>
                    <a:pt x="1903" y="2444"/>
                  </a:lnTo>
                  <a:lnTo>
                    <a:pt x="1880" y="2471"/>
                  </a:lnTo>
                  <a:lnTo>
                    <a:pt x="1854" y="2492"/>
                  </a:lnTo>
                  <a:lnTo>
                    <a:pt x="1828" y="2510"/>
                  </a:lnTo>
                  <a:lnTo>
                    <a:pt x="1799" y="2524"/>
                  </a:lnTo>
                  <a:lnTo>
                    <a:pt x="1770" y="2533"/>
                  </a:lnTo>
                  <a:lnTo>
                    <a:pt x="1739" y="2539"/>
                  </a:lnTo>
                  <a:lnTo>
                    <a:pt x="1710" y="2540"/>
                  </a:lnTo>
                  <a:lnTo>
                    <a:pt x="1680" y="2537"/>
                  </a:lnTo>
                  <a:lnTo>
                    <a:pt x="1650" y="2530"/>
                  </a:lnTo>
                  <a:lnTo>
                    <a:pt x="1623" y="2519"/>
                  </a:lnTo>
                  <a:lnTo>
                    <a:pt x="1597" y="2503"/>
                  </a:lnTo>
                  <a:lnTo>
                    <a:pt x="1574" y="2483"/>
                  </a:lnTo>
                  <a:lnTo>
                    <a:pt x="1320" y="2231"/>
                  </a:lnTo>
                  <a:lnTo>
                    <a:pt x="1191" y="2359"/>
                  </a:lnTo>
                  <a:lnTo>
                    <a:pt x="1172" y="2375"/>
                  </a:lnTo>
                  <a:lnTo>
                    <a:pt x="1150" y="2387"/>
                  </a:lnTo>
                  <a:lnTo>
                    <a:pt x="1127" y="2394"/>
                  </a:lnTo>
                  <a:lnTo>
                    <a:pt x="1102" y="2396"/>
                  </a:lnTo>
                  <a:lnTo>
                    <a:pt x="1077" y="2395"/>
                  </a:lnTo>
                  <a:lnTo>
                    <a:pt x="1052" y="2389"/>
                  </a:lnTo>
                  <a:lnTo>
                    <a:pt x="1027" y="2380"/>
                  </a:lnTo>
                  <a:lnTo>
                    <a:pt x="1005" y="2365"/>
                  </a:lnTo>
                  <a:lnTo>
                    <a:pt x="983" y="2347"/>
                  </a:lnTo>
                  <a:lnTo>
                    <a:pt x="965" y="2326"/>
                  </a:lnTo>
                  <a:lnTo>
                    <a:pt x="951" y="2303"/>
                  </a:lnTo>
                  <a:lnTo>
                    <a:pt x="941" y="2278"/>
                  </a:lnTo>
                  <a:lnTo>
                    <a:pt x="935" y="2254"/>
                  </a:lnTo>
                  <a:lnTo>
                    <a:pt x="934" y="2229"/>
                  </a:lnTo>
                  <a:lnTo>
                    <a:pt x="936" y="2204"/>
                  </a:lnTo>
                  <a:lnTo>
                    <a:pt x="944" y="2181"/>
                  </a:lnTo>
                  <a:lnTo>
                    <a:pt x="955" y="2160"/>
                  </a:lnTo>
                  <a:lnTo>
                    <a:pt x="971" y="2140"/>
                  </a:lnTo>
                  <a:lnTo>
                    <a:pt x="952" y="2157"/>
                  </a:lnTo>
                  <a:lnTo>
                    <a:pt x="930" y="2168"/>
                  </a:lnTo>
                  <a:lnTo>
                    <a:pt x="907" y="2175"/>
                  </a:lnTo>
                  <a:lnTo>
                    <a:pt x="882" y="2178"/>
                  </a:lnTo>
                  <a:lnTo>
                    <a:pt x="857" y="2176"/>
                  </a:lnTo>
                  <a:lnTo>
                    <a:pt x="832" y="2170"/>
                  </a:lnTo>
                  <a:lnTo>
                    <a:pt x="808" y="2161"/>
                  </a:lnTo>
                  <a:lnTo>
                    <a:pt x="784" y="2147"/>
                  </a:lnTo>
                  <a:lnTo>
                    <a:pt x="763" y="2128"/>
                  </a:lnTo>
                  <a:lnTo>
                    <a:pt x="745" y="2107"/>
                  </a:lnTo>
                  <a:lnTo>
                    <a:pt x="730" y="2084"/>
                  </a:lnTo>
                  <a:lnTo>
                    <a:pt x="721" y="2060"/>
                  </a:lnTo>
                  <a:lnTo>
                    <a:pt x="715" y="2035"/>
                  </a:lnTo>
                  <a:lnTo>
                    <a:pt x="714" y="2011"/>
                  </a:lnTo>
                  <a:lnTo>
                    <a:pt x="716" y="1986"/>
                  </a:lnTo>
                  <a:lnTo>
                    <a:pt x="723" y="1963"/>
                  </a:lnTo>
                  <a:lnTo>
                    <a:pt x="735" y="1941"/>
                  </a:lnTo>
                  <a:lnTo>
                    <a:pt x="751" y="1922"/>
                  </a:lnTo>
                  <a:lnTo>
                    <a:pt x="731" y="1938"/>
                  </a:lnTo>
                  <a:lnTo>
                    <a:pt x="710" y="1949"/>
                  </a:lnTo>
                  <a:lnTo>
                    <a:pt x="686" y="1956"/>
                  </a:lnTo>
                  <a:lnTo>
                    <a:pt x="662" y="1959"/>
                  </a:lnTo>
                  <a:lnTo>
                    <a:pt x="636" y="1957"/>
                  </a:lnTo>
                  <a:lnTo>
                    <a:pt x="612" y="1952"/>
                  </a:lnTo>
                  <a:lnTo>
                    <a:pt x="588" y="1942"/>
                  </a:lnTo>
                  <a:lnTo>
                    <a:pt x="564" y="1928"/>
                  </a:lnTo>
                  <a:lnTo>
                    <a:pt x="543" y="1909"/>
                  </a:lnTo>
                  <a:lnTo>
                    <a:pt x="524" y="1888"/>
                  </a:lnTo>
                  <a:lnTo>
                    <a:pt x="511" y="1866"/>
                  </a:lnTo>
                  <a:lnTo>
                    <a:pt x="501" y="1841"/>
                  </a:lnTo>
                  <a:lnTo>
                    <a:pt x="495" y="1816"/>
                  </a:lnTo>
                  <a:lnTo>
                    <a:pt x="494" y="1792"/>
                  </a:lnTo>
                  <a:lnTo>
                    <a:pt x="497" y="1767"/>
                  </a:lnTo>
                  <a:lnTo>
                    <a:pt x="504" y="1744"/>
                  </a:lnTo>
                  <a:lnTo>
                    <a:pt x="515" y="1722"/>
                  </a:lnTo>
                  <a:lnTo>
                    <a:pt x="530" y="1703"/>
                  </a:lnTo>
                  <a:lnTo>
                    <a:pt x="511" y="1719"/>
                  </a:lnTo>
                  <a:lnTo>
                    <a:pt x="490" y="1730"/>
                  </a:lnTo>
                  <a:lnTo>
                    <a:pt x="466" y="1737"/>
                  </a:lnTo>
                  <a:lnTo>
                    <a:pt x="442" y="1740"/>
                  </a:lnTo>
                  <a:lnTo>
                    <a:pt x="417" y="1738"/>
                  </a:lnTo>
                  <a:lnTo>
                    <a:pt x="392" y="1733"/>
                  </a:lnTo>
                  <a:lnTo>
                    <a:pt x="367" y="1723"/>
                  </a:lnTo>
                  <a:lnTo>
                    <a:pt x="344" y="1709"/>
                  </a:lnTo>
                  <a:lnTo>
                    <a:pt x="323" y="1690"/>
                  </a:lnTo>
                  <a:lnTo>
                    <a:pt x="305" y="1670"/>
                  </a:lnTo>
                  <a:lnTo>
                    <a:pt x="291" y="1647"/>
                  </a:lnTo>
                  <a:lnTo>
                    <a:pt x="281" y="1622"/>
                  </a:lnTo>
                  <a:lnTo>
                    <a:pt x="275" y="1597"/>
                  </a:lnTo>
                  <a:lnTo>
                    <a:pt x="273" y="1573"/>
                  </a:lnTo>
                  <a:lnTo>
                    <a:pt x="276" y="1549"/>
                  </a:lnTo>
                  <a:lnTo>
                    <a:pt x="284" y="1525"/>
                  </a:lnTo>
                  <a:lnTo>
                    <a:pt x="295" y="1504"/>
                  </a:lnTo>
                  <a:lnTo>
                    <a:pt x="311" y="1485"/>
                  </a:lnTo>
                  <a:lnTo>
                    <a:pt x="432" y="1363"/>
                  </a:lnTo>
                  <a:lnTo>
                    <a:pt x="20" y="952"/>
                  </a:lnTo>
                  <a:lnTo>
                    <a:pt x="9" y="938"/>
                  </a:lnTo>
                  <a:lnTo>
                    <a:pt x="2" y="921"/>
                  </a:lnTo>
                  <a:lnTo>
                    <a:pt x="0" y="904"/>
                  </a:lnTo>
                  <a:lnTo>
                    <a:pt x="2" y="887"/>
                  </a:lnTo>
                  <a:lnTo>
                    <a:pt x="9" y="870"/>
                  </a:lnTo>
                  <a:lnTo>
                    <a:pt x="20" y="855"/>
                  </a:lnTo>
                  <a:lnTo>
                    <a:pt x="35" y="844"/>
                  </a:lnTo>
                  <a:lnTo>
                    <a:pt x="51" y="837"/>
                  </a:lnTo>
                  <a:lnTo>
                    <a:pt x="69" y="835"/>
                  </a:lnTo>
                  <a:lnTo>
                    <a:pt x="87" y="837"/>
                  </a:lnTo>
                  <a:lnTo>
                    <a:pt x="103" y="844"/>
                  </a:lnTo>
                  <a:lnTo>
                    <a:pt x="118" y="855"/>
                  </a:lnTo>
                  <a:lnTo>
                    <a:pt x="531" y="1267"/>
                  </a:lnTo>
                  <a:lnTo>
                    <a:pt x="554" y="1253"/>
                  </a:lnTo>
                  <a:lnTo>
                    <a:pt x="577" y="1243"/>
                  </a:lnTo>
                  <a:lnTo>
                    <a:pt x="603" y="1239"/>
                  </a:lnTo>
                  <a:lnTo>
                    <a:pt x="629" y="1240"/>
                  </a:lnTo>
                  <a:lnTo>
                    <a:pt x="656" y="1245"/>
                  </a:lnTo>
                  <a:lnTo>
                    <a:pt x="681" y="1255"/>
                  </a:lnTo>
                  <a:lnTo>
                    <a:pt x="706" y="1269"/>
                  </a:lnTo>
                  <a:lnTo>
                    <a:pt x="728" y="1288"/>
                  </a:lnTo>
                  <a:lnTo>
                    <a:pt x="747" y="1309"/>
                  </a:lnTo>
                  <a:lnTo>
                    <a:pt x="761" y="1333"/>
                  </a:lnTo>
                  <a:lnTo>
                    <a:pt x="771" y="1357"/>
                  </a:lnTo>
                  <a:lnTo>
                    <a:pt x="776" y="1381"/>
                  </a:lnTo>
                  <a:lnTo>
                    <a:pt x="778" y="1407"/>
                  </a:lnTo>
                  <a:lnTo>
                    <a:pt x="775" y="1431"/>
                  </a:lnTo>
                  <a:lnTo>
                    <a:pt x="768" y="1454"/>
                  </a:lnTo>
                  <a:lnTo>
                    <a:pt x="757" y="1476"/>
                  </a:lnTo>
                  <a:lnTo>
                    <a:pt x="741" y="1495"/>
                  </a:lnTo>
                  <a:lnTo>
                    <a:pt x="760" y="1479"/>
                  </a:lnTo>
                  <a:lnTo>
                    <a:pt x="781" y="1467"/>
                  </a:lnTo>
                  <a:lnTo>
                    <a:pt x="805" y="1460"/>
                  </a:lnTo>
                  <a:lnTo>
                    <a:pt x="829" y="1457"/>
                  </a:lnTo>
                  <a:lnTo>
                    <a:pt x="855" y="1459"/>
                  </a:lnTo>
                  <a:lnTo>
                    <a:pt x="879" y="1464"/>
                  </a:lnTo>
                  <a:lnTo>
                    <a:pt x="904" y="1475"/>
                  </a:lnTo>
                  <a:lnTo>
                    <a:pt x="927" y="1489"/>
                  </a:lnTo>
                  <a:lnTo>
                    <a:pt x="949" y="1507"/>
                  </a:lnTo>
                  <a:lnTo>
                    <a:pt x="967" y="1528"/>
                  </a:lnTo>
                  <a:lnTo>
                    <a:pt x="981" y="1551"/>
                  </a:lnTo>
                  <a:lnTo>
                    <a:pt x="990" y="1575"/>
                  </a:lnTo>
                  <a:lnTo>
                    <a:pt x="997" y="1600"/>
                  </a:lnTo>
                  <a:lnTo>
                    <a:pt x="998" y="1625"/>
                  </a:lnTo>
                  <a:lnTo>
                    <a:pt x="996" y="1649"/>
                  </a:lnTo>
                  <a:lnTo>
                    <a:pt x="988" y="1672"/>
                  </a:lnTo>
                  <a:lnTo>
                    <a:pt x="977" y="1694"/>
                  </a:lnTo>
                  <a:lnTo>
                    <a:pt x="961" y="1714"/>
                  </a:lnTo>
                  <a:lnTo>
                    <a:pt x="980" y="1698"/>
                  </a:lnTo>
                  <a:lnTo>
                    <a:pt x="1002" y="1686"/>
                  </a:lnTo>
                  <a:lnTo>
                    <a:pt x="1025" y="1679"/>
                  </a:lnTo>
                  <a:lnTo>
                    <a:pt x="1050" y="1676"/>
                  </a:lnTo>
                  <a:lnTo>
                    <a:pt x="1075" y="1678"/>
                  </a:lnTo>
                  <a:lnTo>
                    <a:pt x="1100" y="1683"/>
                  </a:lnTo>
                  <a:lnTo>
                    <a:pt x="1124" y="1693"/>
                  </a:lnTo>
                  <a:lnTo>
                    <a:pt x="1148" y="1708"/>
                  </a:lnTo>
                  <a:lnTo>
                    <a:pt x="1169" y="1725"/>
                  </a:lnTo>
                  <a:lnTo>
                    <a:pt x="1187" y="1746"/>
                  </a:lnTo>
                  <a:lnTo>
                    <a:pt x="1201" y="1769"/>
                  </a:lnTo>
                  <a:lnTo>
                    <a:pt x="1211" y="1794"/>
                  </a:lnTo>
                  <a:lnTo>
                    <a:pt x="1217" y="1818"/>
                  </a:lnTo>
                  <a:lnTo>
                    <a:pt x="1218" y="1843"/>
                  </a:lnTo>
                  <a:lnTo>
                    <a:pt x="1215" y="1868"/>
                  </a:lnTo>
                  <a:lnTo>
                    <a:pt x="1208" y="1891"/>
                  </a:lnTo>
                  <a:lnTo>
                    <a:pt x="1196" y="1912"/>
                  </a:lnTo>
                  <a:lnTo>
                    <a:pt x="1181" y="1932"/>
                  </a:lnTo>
                  <a:lnTo>
                    <a:pt x="1201" y="1916"/>
                  </a:lnTo>
                  <a:lnTo>
                    <a:pt x="1222" y="1905"/>
                  </a:lnTo>
                  <a:lnTo>
                    <a:pt x="1245" y="1898"/>
                  </a:lnTo>
                  <a:lnTo>
                    <a:pt x="1270" y="1895"/>
                  </a:lnTo>
                  <a:lnTo>
                    <a:pt x="1294" y="1896"/>
                  </a:lnTo>
                  <a:lnTo>
                    <a:pt x="1320" y="1902"/>
                  </a:lnTo>
                  <a:lnTo>
                    <a:pt x="1344" y="1912"/>
                  </a:lnTo>
                  <a:lnTo>
                    <a:pt x="1367" y="1926"/>
                  </a:lnTo>
                  <a:lnTo>
                    <a:pt x="1388" y="1944"/>
                  </a:lnTo>
                  <a:lnTo>
                    <a:pt x="1407" y="1965"/>
                  </a:lnTo>
                  <a:lnTo>
                    <a:pt x="1421" y="1988"/>
                  </a:lnTo>
                  <a:lnTo>
                    <a:pt x="1431" y="2013"/>
                  </a:lnTo>
                  <a:lnTo>
                    <a:pt x="1436" y="2037"/>
                  </a:lnTo>
                  <a:lnTo>
                    <a:pt x="1438" y="2062"/>
                  </a:lnTo>
                  <a:lnTo>
                    <a:pt x="1435" y="2087"/>
                  </a:lnTo>
                  <a:lnTo>
                    <a:pt x="1428" y="2110"/>
                  </a:lnTo>
                  <a:lnTo>
                    <a:pt x="1416" y="2131"/>
                  </a:lnTo>
                  <a:lnTo>
                    <a:pt x="1672" y="2386"/>
                  </a:lnTo>
                  <a:lnTo>
                    <a:pt x="1685" y="2395"/>
                  </a:lnTo>
                  <a:lnTo>
                    <a:pt x="1699" y="2401"/>
                  </a:lnTo>
                  <a:lnTo>
                    <a:pt x="1716" y="2402"/>
                  </a:lnTo>
                  <a:lnTo>
                    <a:pt x="1733" y="2400"/>
                  </a:lnTo>
                  <a:lnTo>
                    <a:pt x="1750" y="2395"/>
                  </a:lnTo>
                  <a:lnTo>
                    <a:pt x="1767" y="2386"/>
                  </a:lnTo>
                  <a:lnTo>
                    <a:pt x="1782" y="2374"/>
                  </a:lnTo>
                  <a:lnTo>
                    <a:pt x="1794" y="2358"/>
                  </a:lnTo>
                  <a:lnTo>
                    <a:pt x="1803" y="2342"/>
                  </a:lnTo>
                  <a:lnTo>
                    <a:pt x="1809" y="2325"/>
                  </a:lnTo>
                  <a:lnTo>
                    <a:pt x="1811" y="2308"/>
                  </a:lnTo>
                  <a:lnTo>
                    <a:pt x="1809" y="2291"/>
                  </a:lnTo>
                  <a:lnTo>
                    <a:pt x="1803" y="2276"/>
                  </a:lnTo>
                  <a:lnTo>
                    <a:pt x="1794" y="2264"/>
                  </a:lnTo>
                  <a:lnTo>
                    <a:pt x="1584" y="2055"/>
                  </a:lnTo>
                  <a:lnTo>
                    <a:pt x="1573" y="2041"/>
                  </a:lnTo>
                  <a:lnTo>
                    <a:pt x="1567" y="2025"/>
                  </a:lnTo>
                  <a:lnTo>
                    <a:pt x="1564" y="2007"/>
                  </a:lnTo>
                  <a:lnTo>
                    <a:pt x="1567" y="1989"/>
                  </a:lnTo>
                  <a:lnTo>
                    <a:pt x="1573" y="1973"/>
                  </a:lnTo>
                  <a:lnTo>
                    <a:pt x="1584" y="1958"/>
                  </a:lnTo>
                  <a:lnTo>
                    <a:pt x="1599" y="1947"/>
                  </a:lnTo>
                  <a:lnTo>
                    <a:pt x="1616" y="1941"/>
                  </a:lnTo>
                  <a:lnTo>
                    <a:pt x="1633" y="1939"/>
                  </a:lnTo>
                  <a:lnTo>
                    <a:pt x="1650" y="1941"/>
                  </a:lnTo>
                  <a:lnTo>
                    <a:pt x="1668" y="1947"/>
                  </a:lnTo>
                  <a:lnTo>
                    <a:pt x="1682" y="1958"/>
                  </a:lnTo>
                  <a:lnTo>
                    <a:pt x="1892" y="2167"/>
                  </a:lnTo>
                  <a:lnTo>
                    <a:pt x="1904" y="2176"/>
                  </a:lnTo>
                  <a:lnTo>
                    <a:pt x="1920" y="2182"/>
                  </a:lnTo>
                  <a:lnTo>
                    <a:pt x="1936" y="2183"/>
                  </a:lnTo>
                  <a:lnTo>
                    <a:pt x="1953" y="2182"/>
                  </a:lnTo>
                  <a:lnTo>
                    <a:pt x="1971" y="2176"/>
                  </a:lnTo>
                  <a:lnTo>
                    <a:pt x="1987" y="2167"/>
                  </a:lnTo>
                  <a:lnTo>
                    <a:pt x="2002" y="2155"/>
                  </a:lnTo>
                  <a:lnTo>
                    <a:pt x="2015" y="2139"/>
                  </a:lnTo>
                  <a:lnTo>
                    <a:pt x="2024" y="2123"/>
                  </a:lnTo>
                  <a:lnTo>
                    <a:pt x="2029" y="2106"/>
                  </a:lnTo>
                  <a:lnTo>
                    <a:pt x="2031" y="2089"/>
                  </a:lnTo>
                  <a:lnTo>
                    <a:pt x="2029" y="2073"/>
                  </a:lnTo>
                  <a:lnTo>
                    <a:pt x="2024" y="2058"/>
                  </a:lnTo>
                  <a:lnTo>
                    <a:pt x="2015" y="2045"/>
                  </a:lnTo>
                  <a:lnTo>
                    <a:pt x="1804" y="1837"/>
                  </a:lnTo>
                  <a:lnTo>
                    <a:pt x="1793" y="1822"/>
                  </a:lnTo>
                  <a:lnTo>
                    <a:pt x="1786" y="1806"/>
                  </a:lnTo>
                  <a:lnTo>
                    <a:pt x="1784" y="1788"/>
                  </a:lnTo>
                  <a:lnTo>
                    <a:pt x="1786" y="1770"/>
                  </a:lnTo>
                  <a:lnTo>
                    <a:pt x="1793" y="1754"/>
                  </a:lnTo>
                  <a:lnTo>
                    <a:pt x="1804" y="1740"/>
                  </a:lnTo>
                  <a:lnTo>
                    <a:pt x="1820" y="1729"/>
                  </a:lnTo>
                  <a:lnTo>
                    <a:pt x="1836" y="1722"/>
                  </a:lnTo>
                  <a:lnTo>
                    <a:pt x="1853" y="1720"/>
                  </a:lnTo>
                  <a:lnTo>
                    <a:pt x="1871" y="1722"/>
                  </a:lnTo>
                  <a:lnTo>
                    <a:pt x="1887" y="1729"/>
                  </a:lnTo>
                  <a:lnTo>
                    <a:pt x="1902" y="1740"/>
                  </a:lnTo>
                  <a:lnTo>
                    <a:pt x="2112" y="1948"/>
                  </a:lnTo>
                  <a:lnTo>
                    <a:pt x="2125" y="1957"/>
                  </a:lnTo>
                  <a:lnTo>
                    <a:pt x="2140" y="1963"/>
                  </a:lnTo>
                  <a:lnTo>
                    <a:pt x="2156" y="1965"/>
                  </a:lnTo>
                  <a:lnTo>
                    <a:pt x="2174" y="1963"/>
                  </a:lnTo>
                  <a:lnTo>
                    <a:pt x="2190" y="1957"/>
                  </a:lnTo>
                  <a:lnTo>
                    <a:pt x="2207" y="1949"/>
                  </a:lnTo>
                  <a:lnTo>
                    <a:pt x="2223" y="1936"/>
                  </a:lnTo>
                  <a:lnTo>
                    <a:pt x="2235" y="1920"/>
                  </a:lnTo>
                  <a:lnTo>
                    <a:pt x="2244" y="1904"/>
                  </a:lnTo>
                  <a:lnTo>
                    <a:pt x="2249" y="1887"/>
                  </a:lnTo>
                  <a:lnTo>
                    <a:pt x="2251" y="1871"/>
                  </a:lnTo>
                  <a:lnTo>
                    <a:pt x="2249" y="1855"/>
                  </a:lnTo>
                  <a:lnTo>
                    <a:pt x="2244" y="1839"/>
                  </a:lnTo>
                  <a:lnTo>
                    <a:pt x="2234" y="1826"/>
                  </a:lnTo>
                  <a:lnTo>
                    <a:pt x="2025" y="1618"/>
                  </a:lnTo>
                  <a:lnTo>
                    <a:pt x="2013" y="1603"/>
                  </a:lnTo>
                  <a:lnTo>
                    <a:pt x="2006" y="1587"/>
                  </a:lnTo>
                  <a:lnTo>
                    <a:pt x="2004" y="1570"/>
                  </a:lnTo>
                  <a:lnTo>
                    <a:pt x="2006" y="1553"/>
                  </a:lnTo>
                  <a:lnTo>
                    <a:pt x="2013" y="1535"/>
                  </a:lnTo>
                  <a:lnTo>
                    <a:pt x="2025" y="1521"/>
                  </a:lnTo>
                  <a:lnTo>
                    <a:pt x="2039" y="1510"/>
                  </a:lnTo>
                  <a:lnTo>
                    <a:pt x="2055" y="1503"/>
                  </a:lnTo>
                  <a:lnTo>
                    <a:pt x="2074" y="1501"/>
                  </a:lnTo>
                  <a:lnTo>
                    <a:pt x="2091" y="1503"/>
                  </a:lnTo>
                  <a:lnTo>
                    <a:pt x="2107" y="1510"/>
                  </a:lnTo>
                  <a:lnTo>
                    <a:pt x="2122" y="1521"/>
                  </a:lnTo>
                  <a:lnTo>
                    <a:pt x="2332" y="1729"/>
                  </a:lnTo>
                  <a:lnTo>
                    <a:pt x="2345" y="1739"/>
                  </a:lnTo>
                  <a:lnTo>
                    <a:pt x="2359" y="1744"/>
                  </a:lnTo>
                  <a:lnTo>
                    <a:pt x="2377" y="1746"/>
                  </a:lnTo>
                  <a:lnTo>
                    <a:pt x="2393" y="1744"/>
                  </a:lnTo>
                  <a:lnTo>
                    <a:pt x="2410" y="1739"/>
                  </a:lnTo>
                  <a:lnTo>
                    <a:pt x="2427" y="1730"/>
                  </a:lnTo>
                  <a:lnTo>
                    <a:pt x="2442" y="1718"/>
                  </a:lnTo>
                  <a:lnTo>
                    <a:pt x="2455" y="1703"/>
                  </a:lnTo>
                  <a:lnTo>
                    <a:pt x="2463" y="1685"/>
                  </a:lnTo>
                  <a:lnTo>
                    <a:pt x="2469" y="1669"/>
                  </a:lnTo>
                  <a:lnTo>
                    <a:pt x="2471" y="1652"/>
                  </a:lnTo>
                  <a:lnTo>
                    <a:pt x="2469" y="1636"/>
                  </a:lnTo>
                  <a:lnTo>
                    <a:pt x="2463" y="1620"/>
                  </a:lnTo>
                  <a:lnTo>
                    <a:pt x="2454" y="1608"/>
                  </a:lnTo>
                  <a:lnTo>
                    <a:pt x="2452" y="1606"/>
                  </a:lnTo>
                  <a:lnTo>
                    <a:pt x="2447" y="1600"/>
                  </a:lnTo>
                  <a:lnTo>
                    <a:pt x="2438" y="1591"/>
                  </a:lnTo>
                  <a:lnTo>
                    <a:pt x="2426" y="1579"/>
                  </a:lnTo>
                  <a:lnTo>
                    <a:pt x="2410" y="1564"/>
                  </a:lnTo>
                  <a:lnTo>
                    <a:pt x="2392" y="1545"/>
                  </a:lnTo>
                  <a:lnTo>
                    <a:pt x="2372" y="1525"/>
                  </a:lnTo>
                  <a:lnTo>
                    <a:pt x="2348" y="1502"/>
                  </a:lnTo>
                  <a:lnTo>
                    <a:pt x="2323" y="1477"/>
                  </a:lnTo>
                  <a:lnTo>
                    <a:pt x="2295" y="1449"/>
                  </a:lnTo>
                  <a:lnTo>
                    <a:pt x="2265" y="1420"/>
                  </a:lnTo>
                  <a:lnTo>
                    <a:pt x="2235" y="1389"/>
                  </a:lnTo>
                  <a:lnTo>
                    <a:pt x="2202" y="1357"/>
                  </a:lnTo>
                  <a:lnTo>
                    <a:pt x="2169" y="1323"/>
                  </a:lnTo>
                  <a:lnTo>
                    <a:pt x="2134" y="1289"/>
                  </a:lnTo>
                  <a:lnTo>
                    <a:pt x="2099" y="1254"/>
                  </a:lnTo>
                  <a:lnTo>
                    <a:pt x="2062" y="1218"/>
                  </a:lnTo>
                  <a:lnTo>
                    <a:pt x="2027" y="1182"/>
                  </a:lnTo>
                  <a:lnTo>
                    <a:pt x="1990" y="1146"/>
                  </a:lnTo>
                  <a:lnTo>
                    <a:pt x="1954" y="1110"/>
                  </a:lnTo>
                  <a:lnTo>
                    <a:pt x="1918" y="1074"/>
                  </a:lnTo>
                  <a:lnTo>
                    <a:pt x="1882" y="1039"/>
                  </a:lnTo>
                  <a:lnTo>
                    <a:pt x="1847" y="1003"/>
                  </a:lnTo>
                  <a:lnTo>
                    <a:pt x="1813" y="970"/>
                  </a:lnTo>
                  <a:lnTo>
                    <a:pt x="1780" y="937"/>
                  </a:lnTo>
                  <a:lnTo>
                    <a:pt x="1748" y="906"/>
                  </a:lnTo>
                  <a:lnTo>
                    <a:pt x="1718" y="875"/>
                  </a:lnTo>
                  <a:lnTo>
                    <a:pt x="1689" y="847"/>
                  </a:lnTo>
                  <a:lnTo>
                    <a:pt x="1663" y="821"/>
                  </a:lnTo>
                  <a:lnTo>
                    <a:pt x="1638" y="797"/>
                  </a:lnTo>
                  <a:lnTo>
                    <a:pt x="1616" y="775"/>
                  </a:lnTo>
                  <a:lnTo>
                    <a:pt x="1596" y="756"/>
                  </a:lnTo>
                  <a:lnTo>
                    <a:pt x="1579" y="740"/>
                  </a:lnTo>
                  <a:lnTo>
                    <a:pt x="1565" y="725"/>
                  </a:lnTo>
                  <a:lnTo>
                    <a:pt x="1560" y="721"/>
                  </a:lnTo>
                  <a:lnTo>
                    <a:pt x="1553" y="715"/>
                  </a:lnTo>
                  <a:lnTo>
                    <a:pt x="1546" y="711"/>
                  </a:lnTo>
                  <a:lnTo>
                    <a:pt x="1537" y="706"/>
                  </a:lnTo>
                  <a:lnTo>
                    <a:pt x="1527" y="704"/>
                  </a:lnTo>
                  <a:lnTo>
                    <a:pt x="1515" y="703"/>
                  </a:lnTo>
                  <a:lnTo>
                    <a:pt x="1501" y="705"/>
                  </a:lnTo>
                  <a:lnTo>
                    <a:pt x="1485" y="711"/>
                  </a:lnTo>
                  <a:lnTo>
                    <a:pt x="1468" y="720"/>
                  </a:lnTo>
                  <a:lnTo>
                    <a:pt x="1449" y="735"/>
                  </a:lnTo>
                  <a:lnTo>
                    <a:pt x="1428" y="754"/>
                  </a:lnTo>
                  <a:lnTo>
                    <a:pt x="1405" y="779"/>
                  </a:lnTo>
                  <a:lnTo>
                    <a:pt x="1383" y="808"/>
                  </a:lnTo>
                  <a:lnTo>
                    <a:pt x="1366" y="837"/>
                  </a:lnTo>
                  <a:lnTo>
                    <a:pt x="1270" y="1012"/>
                  </a:lnTo>
                  <a:lnTo>
                    <a:pt x="1259" y="1031"/>
                  </a:lnTo>
                  <a:lnTo>
                    <a:pt x="1244" y="1050"/>
                  </a:lnTo>
                  <a:lnTo>
                    <a:pt x="1226" y="1069"/>
                  </a:lnTo>
                  <a:lnTo>
                    <a:pt x="1194" y="1096"/>
                  </a:lnTo>
                  <a:lnTo>
                    <a:pt x="1161" y="1119"/>
                  </a:lnTo>
                  <a:lnTo>
                    <a:pt x="1125" y="1136"/>
                  </a:lnTo>
                  <a:lnTo>
                    <a:pt x="1089" y="1147"/>
                  </a:lnTo>
                  <a:lnTo>
                    <a:pt x="1052" y="1153"/>
                  </a:lnTo>
                  <a:lnTo>
                    <a:pt x="1014" y="1153"/>
                  </a:lnTo>
                  <a:lnTo>
                    <a:pt x="976" y="1147"/>
                  </a:lnTo>
                  <a:lnTo>
                    <a:pt x="944" y="1137"/>
                  </a:lnTo>
                  <a:lnTo>
                    <a:pt x="913" y="1123"/>
                  </a:lnTo>
                  <a:lnTo>
                    <a:pt x="883" y="1106"/>
                  </a:lnTo>
                  <a:lnTo>
                    <a:pt x="858" y="1085"/>
                  </a:lnTo>
                  <a:lnTo>
                    <a:pt x="833" y="1061"/>
                  </a:lnTo>
                  <a:lnTo>
                    <a:pt x="813" y="1034"/>
                  </a:lnTo>
                  <a:lnTo>
                    <a:pt x="796" y="1004"/>
                  </a:lnTo>
                  <a:lnTo>
                    <a:pt x="784" y="980"/>
                  </a:lnTo>
                  <a:lnTo>
                    <a:pt x="777" y="955"/>
                  </a:lnTo>
                  <a:lnTo>
                    <a:pt x="772" y="930"/>
                  </a:lnTo>
                  <a:lnTo>
                    <a:pt x="772" y="908"/>
                  </a:lnTo>
                  <a:lnTo>
                    <a:pt x="774" y="886"/>
                  </a:lnTo>
                  <a:lnTo>
                    <a:pt x="781" y="866"/>
                  </a:lnTo>
                  <a:lnTo>
                    <a:pt x="1064" y="203"/>
                  </a:lnTo>
                  <a:lnTo>
                    <a:pt x="1074" y="185"/>
                  </a:lnTo>
                  <a:lnTo>
                    <a:pt x="1086" y="166"/>
                  </a:lnTo>
                  <a:lnTo>
                    <a:pt x="1102" y="147"/>
                  </a:lnTo>
                  <a:lnTo>
                    <a:pt x="1120" y="126"/>
                  </a:lnTo>
                  <a:lnTo>
                    <a:pt x="1130" y="117"/>
                  </a:lnTo>
                  <a:lnTo>
                    <a:pt x="1142" y="106"/>
                  </a:lnTo>
                  <a:lnTo>
                    <a:pt x="1158" y="94"/>
                  </a:lnTo>
                  <a:lnTo>
                    <a:pt x="1176" y="81"/>
                  </a:lnTo>
                  <a:lnTo>
                    <a:pt x="1196" y="67"/>
                  </a:lnTo>
                  <a:lnTo>
                    <a:pt x="1220" y="53"/>
                  </a:lnTo>
                  <a:lnTo>
                    <a:pt x="1245" y="40"/>
                  </a:lnTo>
                  <a:lnTo>
                    <a:pt x="1274" y="28"/>
                  </a:lnTo>
                  <a:lnTo>
                    <a:pt x="1305" y="18"/>
                  </a:lnTo>
                  <a:lnTo>
                    <a:pt x="1338" y="10"/>
                  </a:lnTo>
                  <a:lnTo>
                    <a:pt x="1373" y="3"/>
                  </a:lnTo>
                  <a:lnTo>
                    <a:pt x="1412" y="0"/>
                  </a:lnTo>
                  <a:lnTo>
                    <a:pt x="14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68" name="Freeform 40"/>
            <p:cNvSpPr>
              <a:spLocks noEditPoints="1"/>
            </p:cNvSpPr>
            <p:nvPr/>
          </p:nvSpPr>
          <p:spPr bwMode="auto">
            <a:xfrm>
              <a:off x="7332663" y="2609851"/>
              <a:ext cx="149225" cy="147638"/>
            </a:xfrm>
            <a:custGeom>
              <a:avLst/>
              <a:gdLst>
                <a:gd name="T0" fmla="*/ 671 w 1031"/>
                <a:gd name="T1" fmla="*/ 657 h 1025"/>
                <a:gd name="T2" fmla="*/ 626 w 1031"/>
                <a:gd name="T3" fmla="*/ 679 h 1025"/>
                <a:gd name="T4" fmla="*/ 595 w 1031"/>
                <a:gd name="T5" fmla="*/ 718 h 1025"/>
                <a:gd name="T6" fmla="*/ 584 w 1031"/>
                <a:gd name="T7" fmla="*/ 766 h 1025"/>
                <a:gd name="T8" fmla="*/ 595 w 1031"/>
                <a:gd name="T9" fmla="*/ 817 h 1025"/>
                <a:gd name="T10" fmla="*/ 626 w 1031"/>
                <a:gd name="T11" fmla="*/ 854 h 1025"/>
                <a:gd name="T12" fmla="*/ 671 w 1031"/>
                <a:gd name="T13" fmla="*/ 877 h 1025"/>
                <a:gd name="T14" fmla="*/ 723 w 1031"/>
                <a:gd name="T15" fmla="*/ 877 h 1025"/>
                <a:gd name="T16" fmla="*/ 768 w 1031"/>
                <a:gd name="T17" fmla="*/ 854 h 1025"/>
                <a:gd name="T18" fmla="*/ 800 w 1031"/>
                <a:gd name="T19" fmla="*/ 816 h 1025"/>
                <a:gd name="T20" fmla="*/ 811 w 1031"/>
                <a:gd name="T21" fmla="*/ 766 h 1025"/>
                <a:gd name="T22" fmla="*/ 800 w 1031"/>
                <a:gd name="T23" fmla="*/ 718 h 1025"/>
                <a:gd name="T24" fmla="*/ 768 w 1031"/>
                <a:gd name="T25" fmla="*/ 679 h 1025"/>
                <a:gd name="T26" fmla="*/ 723 w 1031"/>
                <a:gd name="T27" fmla="*/ 657 h 1025"/>
                <a:gd name="T28" fmla="*/ 345 w 1031"/>
                <a:gd name="T29" fmla="*/ 0 h 1025"/>
                <a:gd name="T30" fmla="*/ 391 w 1031"/>
                <a:gd name="T31" fmla="*/ 12 h 1025"/>
                <a:gd name="T32" fmla="*/ 432 w 1031"/>
                <a:gd name="T33" fmla="*/ 39 h 1025"/>
                <a:gd name="T34" fmla="*/ 1007 w 1031"/>
                <a:gd name="T35" fmla="*/ 615 h 1025"/>
                <a:gd name="T36" fmla="*/ 1027 w 1031"/>
                <a:gd name="T37" fmla="*/ 659 h 1025"/>
                <a:gd name="T38" fmla="*/ 1031 w 1031"/>
                <a:gd name="T39" fmla="*/ 705 h 1025"/>
                <a:gd name="T40" fmla="*/ 1019 w 1031"/>
                <a:gd name="T41" fmla="*/ 751 h 1025"/>
                <a:gd name="T42" fmla="*/ 992 w 1031"/>
                <a:gd name="T43" fmla="*/ 791 h 1025"/>
                <a:gd name="T44" fmla="*/ 776 w 1031"/>
                <a:gd name="T45" fmla="*/ 1001 h 1025"/>
                <a:gd name="T46" fmla="*/ 732 w 1031"/>
                <a:gd name="T47" fmla="*/ 1021 h 1025"/>
                <a:gd name="T48" fmla="*/ 686 w 1031"/>
                <a:gd name="T49" fmla="*/ 1025 h 1025"/>
                <a:gd name="T50" fmla="*/ 640 w 1031"/>
                <a:gd name="T51" fmla="*/ 1013 h 1025"/>
                <a:gd name="T52" fmla="*/ 600 w 1031"/>
                <a:gd name="T53" fmla="*/ 985 h 1025"/>
                <a:gd name="T54" fmla="*/ 24 w 1031"/>
                <a:gd name="T55" fmla="*/ 409 h 1025"/>
                <a:gd name="T56" fmla="*/ 4 w 1031"/>
                <a:gd name="T57" fmla="*/ 367 h 1025"/>
                <a:gd name="T58" fmla="*/ 0 w 1031"/>
                <a:gd name="T59" fmla="*/ 320 h 1025"/>
                <a:gd name="T60" fmla="*/ 11 w 1031"/>
                <a:gd name="T61" fmla="*/ 275 h 1025"/>
                <a:gd name="T62" fmla="*/ 40 w 1031"/>
                <a:gd name="T63" fmla="*/ 234 h 1025"/>
                <a:gd name="T64" fmla="*/ 255 w 1031"/>
                <a:gd name="T65" fmla="*/ 24 h 1025"/>
                <a:gd name="T66" fmla="*/ 298 w 1031"/>
                <a:gd name="T67" fmla="*/ 4 h 1025"/>
                <a:gd name="T68" fmla="*/ 345 w 1031"/>
                <a:gd name="T69" fmla="*/ 0 h 1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1" h="1025">
                  <a:moveTo>
                    <a:pt x="698" y="654"/>
                  </a:moveTo>
                  <a:lnTo>
                    <a:pt x="671" y="657"/>
                  </a:lnTo>
                  <a:lnTo>
                    <a:pt x="648" y="665"/>
                  </a:lnTo>
                  <a:lnTo>
                    <a:pt x="626" y="679"/>
                  </a:lnTo>
                  <a:lnTo>
                    <a:pt x="609" y="696"/>
                  </a:lnTo>
                  <a:lnTo>
                    <a:pt x="595" y="718"/>
                  </a:lnTo>
                  <a:lnTo>
                    <a:pt x="587" y="741"/>
                  </a:lnTo>
                  <a:lnTo>
                    <a:pt x="584" y="766"/>
                  </a:lnTo>
                  <a:lnTo>
                    <a:pt x="587" y="793"/>
                  </a:lnTo>
                  <a:lnTo>
                    <a:pt x="595" y="817"/>
                  </a:lnTo>
                  <a:lnTo>
                    <a:pt x="609" y="837"/>
                  </a:lnTo>
                  <a:lnTo>
                    <a:pt x="626" y="854"/>
                  </a:lnTo>
                  <a:lnTo>
                    <a:pt x="648" y="868"/>
                  </a:lnTo>
                  <a:lnTo>
                    <a:pt x="671" y="877"/>
                  </a:lnTo>
                  <a:lnTo>
                    <a:pt x="698" y="880"/>
                  </a:lnTo>
                  <a:lnTo>
                    <a:pt x="723" y="877"/>
                  </a:lnTo>
                  <a:lnTo>
                    <a:pt x="748" y="868"/>
                  </a:lnTo>
                  <a:lnTo>
                    <a:pt x="768" y="854"/>
                  </a:lnTo>
                  <a:lnTo>
                    <a:pt x="785" y="837"/>
                  </a:lnTo>
                  <a:lnTo>
                    <a:pt x="800" y="816"/>
                  </a:lnTo>
                  <a:lnTo>
                    <a:pt x="808" y="793"/>
                  </a:lnTo>
                  <a:lnTo>
                    <a:pt x="811" y="766"/>
                  </a:lnTo>
                  <a:lnTo>
                    <a:pt x="808" y="741"/>
                  </a:lnTo>
                  <a:lnTo>
                    <a:pt x="800" y="718"/>
                  </a:lnTo>
                  <a:lnTo>
                    <a:pt x="785" y="696"/>
                  </a:lnTo>
                  <a:lnTo>
                    <a:pt x="768" y="679"/>
                  </a:lnTo>
                  <a:lnTo>
                    <a:pt x="748" y="665"/>
                  </a:lnTo>
                  <a:lnTo>
                    <a:pt x="723" y="657"/>
                  </a:lnTo>
                  <a:lnTo>
                    <a:pt x="698" y="654"/>
                  </a:lnTo>
                  <a:close/>
                  <a:moveTo>
                    <a:pt x="345" y="0"/>
                  </a:moveTo>
                  <a:lnTo>
                    <a:pt x="368" y="4"/>
                  </a:lnTo>
                  <a:lnTo>
                    <a:pt x="391" y="12"/>
                  </a:lnTo>
                  <a:lnTo>
                    <a:pt x="412" y="24"/>
                  </a:lnTo>
                  <a:lnTo>
                    <a:pt x="432" y="39"/>
                  </a:lnTo>
                  <a:lnTo>
                    <a:pt x="992" y="596"/>
                  </a:lnTo>
                  <a:lnTo>
                    <a:pt x="1007" y="615"/>
                  </a:lnTo>
                  <a:lnTo>
                    <a:pt x="1019" y="637"/>
                  </a:lnTo>
                  <a:lnTo>
                    <a:pt x="1027" y="659"/>
                  </a:lnTo>
                  <a:lnTo>
                    <a:pt x="1031" y="682"/>
                  </a:lnTo>
                  <a:lnTo>
                    <a:pt x="1031" y="705"/>
                  </a:lnTo>
                  <a:lnTo>
                    <a:pt x="1027" y="729"/>
                  </a:lnTo>
                  <a:lnTo>
                    <a:pt x="1019" y="751"/>
                  </a:lnTo>
                  <a:lnTo>
                    <a:pt x="1007" y="771"/>
                  </a:lnTo>
                  <a:lnTo>
                    <a:pt x="992" y="791"/>
                  </a:lnTo>
                  <a:lnTo>
                    <a:pt x="796" y="985"/>
                  </a:lnTo>
                  <a:lnTo>
                    <a:pt x="776" y="1001"/>
                  </a:lnTo>
                  <a:lnTo>
                    <a:pt x="755" y="1013"/>
                  </a:lnTo>
                  <a:lnTo>
                    <a:pt x="732" y="1021"/>
                  </a:lnTo>
                  <a:lnTo>
                    <a:pt x="709" y="1025"/>
                  </a:lnTo>
                  <a:lnTo>
                    <a:pt x="686" y="1025"/>
                  </a:lnTo>
                  <a:lnTo>
                    <a:pt x="663" y="1021"/>
                  </a:lnTo>
                  <a:lnTo>
                    <a:pt x="640" y="1013"/>
                  </a:lnTo>
                  <a:lnTo>
                    <a:pt x="619" y="1001"/>
                  </a:lnTo>
                  <a:lnTo>
                    <a:pt x="600" y="985"/>
                  </a:lnTo>
                  <a:lnTo>
                    <a:pt x="40" y="429"/>
                  </a:lnTo>
                  <a:lnTo>
                    <a:pt x="24" y="409"/>
                  </a:lnTo>
                  <a:lnTo>
                    <a:pt x="11" y="389"/>
                  </a:lnTo>
                  <a:lnTo>
                    <a:pt x="4" y="367"/>
                  </a:lnTo>
                  <a:lnTo>
                    <a:pt x="0" y="344"/>
                  </a:lnTo>
                  <a:lnTo>
                    <a:pt x="0" y="320"/>
                  </a:lnTo>
                  <a:lnTo>
                    <a:pt x="4" y="297"/>
                  </a:lnTo>
                  <a:lnTo>
                    <a:pt x="11" y="275"/>
                  </a:lnTo>
                  <a:lnTo>
                    <a:pt x="24" y="253"/>
                  </a:lnTo>
                  <a:lnTo>
                    <a:pt x="40" y="234"/>
                  </a:lnTo>
                  <a:lnTo>
                    <a:pt x="236" y="39"/>
                  </a:lnTo>
                  <a:lnTo>
                    <a:pt x="255" y="24"/>
                  </a:lnTo>
                  <a:lnTo>
                    <a:pt x="275" y="12"/>
                  </a:lnTo>
                  <a:lnTo>
                    <a:pt x="298" y="4"/>
                  </a:lnTo>
                  <a:lnTo>
                    <a:pt x="321" y="0"/>
                  </a:lnTo>
                  <a:lnTo>
                    <a:pt x="34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69" name="Group 68"/>
          <p:cNvGrpSpPr/>
          <p:nvPr/>
        </p:nvGrpSpPr>
        <p:grpSpPr>
          <a:xfrm>
            <a:off x="3434825" y="2971800"/>
            <a:ext cx="416360" cy="419193"/>
            <a:chOff x="7156450" y="2708275"/>
            <a:chExt cx="233363" cy="234950"/>
          </a:xfrm>
          <a:solidFill>
            <a:schemeClr val="tx1"/>
          </a:solidFill>
        </p:grpSpPr>
        <p:sp>
          <p:nvSpPr>
            <p:cNvPr id="70" name="Rectangle 33"/>
            <p:cNvSpPr>
              <a:spLocks noChangeArrowheads="1"/>
            </p:cNvSpPr>
            <p:nvPr/>
          </p:nvSpPr>
          <p:spPr bwMode="auto">
            <a:xfrm>
              <a:off x="7156450" y="2803525"/>
              <a:ext cx="41275" cy="12382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1" name="Freeform 34"/>
            <p:cNvSpPr>
              <a:spLocks noEditPoints="1"/>
            </p:cNvSpPr>
            <p:nvPr/>
          </p:nvSpPr>
          <p:spPr bwMode="auto">
            <a:xfrm>
              <a:off x="7215188" y="2708275"/>
              <a:ext cx="174625" cy="234950"/>
            </a:xfrm>
            <a:custGeom>
              <a:avLst/>
              <a:gdLst>
                <a:gd name="T0" fmla="*/ 790 w 2315"/>
                <a:gd name="T1" fmla="*/ 1051 h 3103"/>
                <a:gd name="T2" fmla="*/ 645 w 2315"/>
                <a:gd name="T3" fmla="*/ 1093 h 3103"/>
                <a:gd name="T4" fmla="*/ 513 w 2315"/>
                <a:gd name="T5" fmla="*/ 1176 h 3103"/>
                <a:gd name="T6" fmla="*/ 407 w 2315"/>
                <a:gd name="T7" fmla="*/ 1297 h 3103"/>
                <a:gd name="T8" fmla="*/ 338 w 2315"/>
                <a:gd name="T9" fmla="*/ 1438 h 3103"/>
                <a:gd name="T10" fmla="*/ 311 w 2315"/>
                <a:gd name="T11" fmla="*/ 1590 h 3103"/>
                <a:gd name="T12" fmla="*/ 324 w 2315"/>
                <a:gd name="T13" fmla="*/ 1743 h 3103"/>
                <a:gd name="T14" fmla="*/ 378 w 2315"/>
                <a:gd name="T15" fmla="*/ 1890 h 3103"/>
                <a:gd name="T16" fmla="*/ 473 w 2315"/>
                <a:gd name="T17" fmla="*/ 2018 h 3103"/>
                <a:gd name="T18" fmla="*/ 600 w 2315"/>
                <a:gd name="T19" fmla="*/ 2115 h 3103"/>
                <a:gd name="T20" fmla="*/ 741 w 2315"/>
                <a:gd name="T21" fmla="*/ 2170 h 3103"/>
                <a:gd name="T22" fmla="*/ 891 w 2315"/>
                <a:gd name="T23" fmla="*/ 2184 h 3103"/>
                <a:gd name="T24" fmla="*/ 1039 w 2315"/>
                <a:gd name="T25" fmla="*/ 2157 h 3103"/>
                <a:gd name="T26" fmla="*/ 1176 w 2315"/>
                <a:gd name="T27" fmla="*/ 2087 h 3103"/>
                <a:gd name="T28" fmla="*/ 1294 w 2315"/>
                <a:gd name="T29" fmla="*/ 1977 h 3103"/>
                <a:gd name="T30" fmla="*/ 1375 w 2315"/>
                <a:gd name="T31" fmla="*/ 1842 h 3103"/>
                <a:gd name="T32" fmla="*/ 1415 w 2315"/>
                <a:gd name="T33" fmla="*/ 1693 h 3103"/>
                <a:gd name="T34" fmla="*/ 1415 w 2315"/>
                <a:gd name="T35" fmla="*/ 1539 h 3103"/>
                <a:gd name="T36" fmla="*/ 1375 w 2315"/>
                <a:gd name="T37" fmla="*/ 1390 h 3103"/>
                <a:gd name="T38" fmla="*/ 1294 w 2315"/>
                <a:gd name="T39" fmla="*/ 1253 h 3103"/>
                <a:gd name="T40" fmla="*/ 1176 w 2315"/>
                <a:gd name="T41" fmla="*/ 1143 h 3103"/>
                <a:gd name="T42" fmla="*/ 1039 w 2315"/>
                <a:gd name="T43" fmla="*/ 1074 h 3103"/>
                <a:gd name="T44" fmla="*/ 891 w 2315"/>
                <a:gd name="T45" fmla="*/ 1046 h 3103"/>
                <a:gd name="T46" fmla="*/ 1320 w 2315"/>
                <a:gd name="T47" fmla="*/ 1046 h 3103"/>
                <a:gd name="T48" fmla="*/ 1417 w 2315"/>
                <a:gd name="T49" fmla="*/ 1140 h 3103"/>
                <a:gd name="T50" fmla="*/ 1515 w 2315"/>
                <a:gd name="T51" fmla="*/ 1297 h 3103"/>
                <a:gd name="T52" fmla="*/ 1571 w 2315"/>
                <a:gd name="T53" fmla="*/ 1468 h 3103"/>
                <a:gd name="T54" fmla="*/ 1584 w 2315"/>
                <a:gd name="T55" fmla="*/ 1647 h 3103"/>
                <a:gd name="T56" fmla="*/ 1555 w 2315"/>
                <a:gd name="T57" fmla="*/ 1825 h 3103"/>
                <a:gd name="T58" fmla="*/ 1484 w 2315"/>
                <a:gd name="T59" fmla="*/ 1992 h 3103"/>
                <a:gd name="T60" fmla="*/ 1664 w 2315"/>
                <a:gd name="T61" fmla="*/ 2118 h 3103"/>
                <a:gd name="T62" fmla="*/ 2315 w 2315"/>
                <a:gd name="T63" fmla="*/ 2800 h 3103"/>
                <a:gd name="T64" fmla="*/ 2307 w 2315"/>
                <a:gd name="T65" fmla="*/ 2859 h 3103"/>
                <a:gd name="T66" fmla="*/ 2276 w 2315"/>
                <a:gd name="T67" fmla="*/ 2943 h 3103"/>
                <a:gd name="T68" fmla="*/ 2209 w 2315"/>
                <a:gd name="T69" fmla="*/ 3030 h 3103"/>
                <a:gd name="T70" fmla="*/ 2128 w 2315"/>
                <a:gd name="T71" fmla="*/ 3078 h 3103"/>
                <a:gd name="T72" fmla="*/ 2053 w 2315"/>
                <a:gd name="T73" fmla="*/ 3099 h 3103"/>
                <a:gd name="T74" fmla="*/ 2010 w 2315"/>
                <a:gd name="T75" fmla="*/ 3103 h 3103"/>
                <a:gd name="T76" fmla="*/ 1403 w 2315"/>
                <a:gd name="T77" fmla="*/ 2335 h 3103"/>
                <a:gd name="T78" fmla="*/ 774 w 2315"/>
                <a:gd name="T79" fmla="*/ 2903 h 3103"/>
                <a:gd name="T80" fmla="*/ 657 w 2315"/>
                <a:gd name="T81" fmla="*/ 2320 h 3103"/>
                <a:gd name="T82" fmla="*/ 544 w 2315"/>
                <a:gd name="T83" fmla="*/ 2903 h 3103"/>
                <a:gd name="T84" fmla="*/ 545 w 2315"/>
                <a:gd name="T85" fmla="*/ 687 h 3103"/>
                <a:gd name="T86" fmla="*/ 657 w 2315"/>
                <a:gd name="T87" fmla="*/ 911 h 3103"/>
                <a:gd name="T88" fmla="*/ 774 w 2315"/>
                <a:gd name="T89" fmla="*/ 0 h 3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15" h="3103">
                  <a:moveTo>
                    <a:pt x="891" y="1046"/>
                  </a:moveTo>
                  <a:lnTo>
                    <a:pt x="841" y="1046"/>
                  </a:lnTo>
                  <a:lnTo>
                    <a:pt x="790" y="1051"/>
                  </a:lnTo>
                  <a:lnTo>
                    <a:pt x="741" y="1061"/>
                  </a:lnTo>
                  <a:lnTo>
                    <a:pt x="693" y="1074"/>
                  </a:lnTo>
                  <a:lnTo>
                    <a:pt x="645" y="1093"/>
                  </a:lnTo>
                  <a:lnTo>
                    <a:pt x="600" y="1116"/>
                  </a:lnTo>
                  <a:lnTo>
                    <a:pt x="555" y="1143"/>
                  </a:lnTo>
                  <a:lnTo>
                    <a:pt x="513" y="1176"/>
                  </a:lnTo>
                  <a:lnTo>
                    <a:pt x="474" y="1213"/>
                  </a:lnTo>
                  <a:lnTo>
                    <a:pt x="438" y="1253"/>
                  </a:lnTo>
                  <a:lnTo>
                    <a:pt x="407" y="1297"/>
                  </a:lnTo>
                  <a:lnTo>
                    <a:pt x="379" y="1342"/>
                  </a:lnTo>
                  <a:lnTo>
                    <a:pt x="356" y="1390"/>
                  </a:lnTo>
                  <a:lnTo>
                    <a:pt x="338" y="1438"/>
                  </a:lnTo>
                  <a:lnTo>
                    <a:pt x="325" y="1487"/>
                  </a:lnTo>
                  <a:lnTo>
                    <a:pt x="316" y="1539"/>
                  </a:lnTo>
                  <a:lnTo>
                    <a:pt x="311" y="1590"/>
                  </a:lnTo>
                  <a:lnTo>
                    <a:pt x="311" y="1641"/>
                  </a:lnTo>
                  <a:lnTo>
                    <a:pt x="316" y="1693"/>
                  </a:lnTo>
                  <a:lnTo>
                    <a:pt x="324" y="1743"/>
                  </a:lnTo>
                  <a:lnTo>
                    <a:pt x="338" y="1794"/>
                  </a:lnTo>
                  <a:lnTo>
                    <a:pt x="356" y="1842"/>
                  </a:lnTo>
                  <a:lnTo>
                    <a:pt x="378" y="1890"/>
                  </a:lnTo>
                  <a:lnTo>
                    <a:pt x="406" y="1935"/>
                  </a:lnTo>
                  <a:lnTo>
                    <a:pt x="437" y="1977"/>
                  </a:lnTo>
                  <a:lnTo>
                    <a:pt x="473" y="2018"/>
                  </a:lnTo>
                  <a:lnTo>
                    <a:pt x="513" y="2054"/>
                  </a:lnTo>
                  <a:lnTo>
                    <a:pt x="554" y="2087"/>
                  </a:lnTo>
                  <a:lnTo>
                    <a:pt x="600" y="2115"/>
                  </a:lnTo>
                  <a:lnTo>
                    <a:pt x="645" y="2138"/>
                  </a:lnTo>
                  <a:lnTo>
                    <a:pt x="693" y="2157"/>
                  </a:lnTo>
                  <a:lnTo>
                    <a:pt x="741" y="2170"/>
                  </a:lnTo>
                  <a:lnTo>
                    <a:pt x="790" y="2179"/>
                  </a:lnTo>
                  <a:lnTo>
                    <a:pt x="841" y="2184"/>
                  </a:lnTo>
                  <a:lnTo>
                    <a:pt x="891" y="2184"/>
                  </a:lnTo>
                  <a:lnTo>
                    <a:pt x="941" y="2179"/>
                  </a:lnTo>
                  <a:lnTo>
                    <a:pt x="990" y="2170"/>
                  </a:lnTo>
                  <a:lnTo>
                    <a:pt x="1039" y="2157"/>
                  </a:lnTo>
                  <a:lnTo>
                    <a:pt x="1087" y="2138"/>
                  </a:lnTo>
                  <a:lnTo>
                    <a:pt x="1132" y="2115"/>
                  </a:lnTo>
                  <a:lnTo>
                    <a:pt x="1176" y="2087"/>
                  </a:lnTo>
                  <a:lnTo>
                    <a:pt x="1218" y="2054"/>
                  </a:lnTo>
                  <a:lnTo>
                    <a:pt x="1258" y="2018"/>
                  </a:lnTo>
                  <a:lnTo>
                    <a:pt x="1294" y="1977"/>
                  </a:lnTo>
                  <a:lnTo>
                    <a:pt x="1326" y="1934"/>
                  </a:lnTo>
                  <a:lnTo>
                    <a:pt x="1352" y="1888"/>
                  </a:lnTo>
                  <a:lnTo>
                    <a:pt x="1375" y="1842"/>
                  </a:lnTo>
                  <a:lnTo>
                    <a:pt x="1393" y="1793"/>
                  </a:lnTo>
                  <a:lnTo>
                    <a:pt x="1406" y="1743"/>
                  </a:lnTo>
                  <a:lnTo>
                    <a:pt x="1415" y="1693"/>
                  </a:lnTo>
                  <a:lnTo>
                    <a:pt x="1419" y="1641"/>
                  </a:lnTo>
                  <a:lnTo>
                    <a:pt x="1419" y="1590"/>
                  </a:lnTo>
                  <a:lnTo>
                    <a:pt x="1415" y="1539"/>
                  </a:lnTo>
                  <a:lnTo>
                    <a:pt x="1406" y="1487"/>
                  </a:lnTo>
                  <a:lnTo>
                    <a:pt x="1393" y="1438"/>
                  </a:lnTo>
                  <a:lnTo>
                    <a:pt x="1375" y="1390"/>
                  </a:lnTo>
                  <a:lnTo>
                    <a:pt x="1352" y="1342"/>
                  </a:lnTo>
                  <a:lnTo>
                    <a:pt x="1325" y="1297"/>
                  </a:lnTo>
                  <a:lnTo>
                    <a:pt x="1294" y="1253"/>
                  </a:lnTo>
                  <a:lnTo>
                    <a:pt x="1258" y="1213"/>
                  </a:lnTo>
                  <a:lnTo>
                    <a:pt x="1218" y="1176"/>
                  </a:lnTo>
                  <a:lnTo>
                    <a:pt x="1176" y="1143"/>
                  </a:lnTo>
                  <a:lnTo>
                    <a:pt x="1132" y="1115"/>
                  </a:lnTo>
                  <a:lnTo>
                    <a:pt x="1086" y="1093"/>
                  </a:lnTo>
                  <a:lnTo>
                    <a:pt x="1039" y="1074"/>
                  </a:lnTo>
                  <a:lnTo>
                    <a:pt x="990" y="1061"/>
                  </a:lnTo>
                  <a:lnTo>
                    <a:pt x="941" y="1051"/>
                  </a:lnTo>
                  <a:lnTo>
                    <a:pt x="891" y="1046"/>
                  </a:lnTo>
                  <a:close/>
                  <a:moveTo>
                    <a:pt x="774" y="0"/>
                  </a:moveTo>
                  <a:lnTo>
                    <a:pt x="1320" y="0"/>
                  </a:lnTo>
                  <a:lnTo>
                    <a:pt x="1320" y="1046"/>
                  </a:lnTo>
                  <a:lnTo>
                    <a:pt x="1348" y="1069"/>
                  </a:lnTo>
                  <a:lnTo>
                    <a:pt x="1375" y="1094"/>
                  </a:lnTo>
                  <a:lnTo>
                    <a:pt x="1417" y="1140"/>
                  </a:lnTo>
                  <a:lnTo>
                    <a:pt x="1455" y="1191"/>
                  </a:lnTo>
                  <a:lnTo>
                    <a:pt x="1488" y="1242"/>
                  </a:lnTo>
                  <a:lnTo>
                    <a:pt x="1515" y="1297"/>
                  </a:lnTo>
                  <a:lnTo>
                    <a:pt x="1538" y="1352"/>
                  </a:lnTo>
                  <a:lnTo>
                    <a:pt x="1557" y="1410"/>
                  </a:lnTo>
                  <a:lnTo>
                    <a:pt x="1571" y="1468"/>
                  </a:lnTo>
                  <a:lnTo>
                    <a:pt x="1580" y="1528"/>
                  </a:lnTo>
                  <a:lnTo>
                    <a:pt x="1584" y="1587"/>
                  </a:lnTo>
                  <a:lnTo>
                    <a:pt x="1584" y="1647"/>
                  </a:lnTo>
                  <a:lnTo>
                    <a:pt x="1579" y="1707"/>
                  </a:lnTo>
                  <a:lnTo>
                    <a:pt x="1569" y="1766"/>
                  </a:lnTo>
                  <a:lnTo>
                    <a:pt x="1555" y="1825"/>
                  </a:lnTo>
                  <a:lnTo>
                    <a:pt x="1536" y="1881"/>
                  </a:lnTo>
                  <a:lnTo>
                    <a:pt x="1512" y="1937"/>
                  </a:lnTo>
                  <a:lnTo>
                    <a:pt x="1484" y="1992"/>
                  </a:lnTo>
                  <a:lnTo>
                    <a:pt x="1451" y="2043"/>
                  </a:lnTo>
                  <a:lnTo>
                    <a:pt x="1579" y="2171"/>
                  </a:lnTo>
                  <a:lnTo>
                    <a:pt x="1664" y="2118"/>
                  </a:lnTo>
                  <a:lnTo>
                    <a:pt x="2315" y="2786"/>
                  </a:lnTo>
                  <a:lnTo>
                    <a:pt x="2315" y="2791"/>
                  </a:lnTo>
                  <a:lnTo>
                    <a:pt x="2315" y="2800"/>
                  </a:lnTo>
                  <a:lnTo>
                    <a:pt x="2314" y="2815"/>
                  </a:lnTo>
                  <a:lnTo>
                    <a:pt x="2311" y="2835"/>
                  </a:lnTo>
                  <a:lnTo>
                    <a:pt x="2307" y="2859"/>
                  </a:lnTo>
                  <a:lnTo>
                    <a:pt x="2300" y="2884"/>
                  </a:lnTo>
                  <a:lnTo>
                    <a:pt x="2290" y="2913"/>
                  </a:lnTo>
                  <a:lnTo>
                    <a:pt x="2276" y="2943"/>
                  </a:lnTo>
                  <a:lnTo>
                    <a:pt x="2257" y="2974"/>
                  </a:lnTo>
                  <a:lnTo>
                    <a:pt x="2234" y="3005"/>
                  </a:lnTo>
                  <a:lnTo>
                    <a:pt x="2209" y="3030"/>
                  </a:lnTo>
                  <a:lnTo>
                    <a:pt x="2183" y="3050"/>
                  </a:lnTo>
                  <a:lnTo>
                    <a:pt x="2156" y="3066"/>
                  </a:lnTo>
                  <a:lnTo>
                    <a:pt x="2128" y="3078"/>
                  </a:lnTo>
                  <a:lnTo>
                    <a:pt x="2101" y="3087"/>
                  </a:lnTo>
                  <a:lnTo>
                    <a:pt x="2076" y="3095"/>
                  </a:lnTo>
                  <a:lnTo>
                    <a:pt x="2053" y="3099"/>
                  </a:lnTo>
                  <a:lnTo>
                    <a:pt x="2034" y="3102"/>
                  </a:lnTo>
                  <a:lnTo>
                    <a:pt x="2019" y="3103"/>
                  </a:lnTo>
                  <a:lnTo>
                    <a:pt x="2010" y="3103"/>
                  </a:lnTo>
                  <a:lnTo>
                    <a:pt x="2006" y="3103"/>
                  </a:lnTo>
                  <a:lnTo>
                    <a:pt x="1355" y="2435"/>
                  </a:lnTo>
                  <a:lnTo>
                    <a:pt x="1403" y="2335"/>
                  </a:lnTo>
                  <a:lnTo>
                    <a:pt x="1320" y="2252"/>
                  </a:lnTo>
                  <a:lnTo>
                    <a:pt x="1320" y="2903"/>
                  </a:lnTo>
                  <a:lnTo>
                    <a:pt x="774" y="2903"/>
                  </a:lnTo>
                  <a:lnTo>
                    <a:pt x="774" y="2345"/>
                  </a:lnTo>
                  <a:lnTo>
                    <a:pt x="715" y="2336"/>
                  </a:lnTo>
                  <a:lnTo>
                    <a:pt x="657" y="2320"/>
                  </a:lnTo>
                  <a:lnTo>
                    <a:pt x="600" y="2300"/>
                  </a:lnTo>
                  <a:lnTo>
                    <a:pt x="544" y="2274"/>
                  </a:lnTo>
                  <a:lnTo>
                    <a:pt x="544" y="2903"/>
                  </a:lnTo>
                  <a:lnTo>
                    <a:pt x="0" y="2903"/>
                  </a:lnTo>
                  <a:lnTo>
                    <a:pt x="0" y="687"/>
                  </a:lnTo>
                  <a:lnTo>
                    <a:pt x="545" y="687"/>
                  </a:lnTo>
                  <a:lnTo>
                    <a:pt x="545" y="957"/>
                  </a:lnTo>
                  <a:lnTo>
                    <a:pt x="601" y="932"/>
                  </a:lnTo>
                  <a:lnTo>
                    <a:pt x="657" y="911"/>
                  </a:lnTo>
                  <a:lnTo>
                    <a:pt x="715" y="896"/>
                  </a:lnTo>
                  <a:lnTo>
                    <a:pt x="774" y="885"/>
                  </a:lnTo>
                  <a:lnTo>
                    <a:pt x="7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grpSp>
        <p:nvGrpSpPr>
          <p:cNvPr id="73" name="Group 72"/>
          <p:cNvGrpSpPr/>
          <p:nvPr/>
        </p:nvGrpSpPr>
        <p:grpSpPr>
          <a:xfrm>
            <a:off x="2034111" y="2977633"/>
            <a:ext cx="370972" cy="407527"/>
            <a:chOff x="4776788" y="2243138"/>
            <a:chExt cx="434976" cy="477838"/>
          </a:xfrm>
          <a:solidFill>
            <a:schemeClr val="tx1"/>
          </a:solidFill>
        </p:grpSpPr>
        <p:sp>
          <p:nvSpPr>
            <p:cNvPr id="74" name="Freeform 17"/>
            <p:cNvSpPr>
              <a:spLocks noEditPoints="1"/>
            </p:cNvSpPr>
            <p:nvPr/>
          </p:nvSpPr>
          <p:spPr bwMode="auto">
            <a:xfrm>
              <a:off x="4848226" y="2316163"/>
              <a:ext cx="292100" cy="404813"/>
            </a:xfrm>
            <a:custGeom>
              <a:avLst/>
              <a:gdLst>
                <a:gd name="T0" fmla="*/ 750 w 2029"/>
                <a:gd name="T1" fmla="*/ 299 h 2800"/>
                <a:gd name="T2" fmla="*/ 479 w 2029"/>
                <a:gd name="T3" fmla="*/ 466 h 2800"/>
                <a:gd name="T4" fmla="*/ 304 w 2029"/>
                <a:gd name="T5" fmla="*/ 723 h 2800"/>
                <a:gd name="T6" fmla="*/ 259 w 2029"/>
                <a:gd name="T7" fmla="*/ 1034 h 2800"/>
                <a:gd name="T8" fmla="*/ 314 w 2029"/>
                <a:gd name="T9" fmla="*/ 1283 h 2800"/>
                <a:gd name="T10" fmla="*/ 414 w 2029"/>
                <a:gd name="T11" fmla="*/ 1472 h 2800"/>
                <a:gd name="T12" fmla="*/ 530 w 2029"/>
                <a:gd name="T13" fmla="*/ 1646 h 2800"/>
                <a:gd name="T14" fmla="*/ 603 w 2029"/>
                <a:gd name="T15" fmla="*/ 1843 h 2800"/>
                <a:gd name="T16" fmla="*/ 647 w 2029"/>
                <a:gd name="T17" fmla="*/ 1978 h 2800"/>
                <a:gd name="T18" fmla="*/ 1346 w 2029"/>
                <a:gd name="T19" fmla="*/ 2011 h 2800"/>
                <a:gd name="T20" fmla="*/ 1421 w 2029"/>
                <a:gd name="T21" fmla="*/ 1912 h 2800"/>
                <a:gd name="T22" fmla="*/ 1460 w 2029"/>
                <a:gd name="T23" fmla="*/ 1721 h 2800"/>
                <a:gd name="T24" fmla="*/ 1570 w 2029"/>
                <a:gd name="T25" fmla="*/ 1538 h 2800"/>
                <a:gd name="T26" fmla="*/ 1678 w 2029"/>
                <a:gd name="T27" fmla="*/ 1364 h 2800"/>
                <a:gd name="T28" fmla="*/ 1756 w 2029"/>
                <a:gd name="T29" fmla="*/ 1143 h 2800"/>
                <a:gd name="T30" fmla="*/ 1760 w 2029"/>
                <a:gd name="T31" fmla="*/ 844 h 2800"/>
                <a:gd name="T32" fmla="*/ 1634 w 2029"/>
                <a:gd name="T33" fmla="*/ 559 h 2800"/>
                <a:gd name="T34" fmla="*/ 1397 w 2029"/>
                <a:gd name="T35" fmla="*/ 352 h 2800"/>
                <a:gd name="T36" fmla="*/ 1084 w 2029"/>
                <a:gd name="T37" fmla="*/ 258 h 2800"/>
                <a:gd name="T38" fmla="*/ 1258 w 2029"/>
                <a:gd name="T39" fmla="*/ 29 h 2800"/>
                <a:gd name="T40" fmla="*/ 1613 w 2029"/>
                <a:gd name="T41" fmla="*/ 188 h 2800"/>
                <a:gd name="T42" fmla="*/ 1877 w 2029"/>
                <a:gd name="T43" fmla="*/ 461 h 2800"/>
                <a:gd name="T44" fmla="*/ 2015 w 2029"/>
                <a:gd name="T45" fmla="*/ 815 h 2800"/>
                <a:gd name="T46" fmla="*/ 2013 w 2029"/>
                <a:gd name="T47" fmla="*/ 1166 h 2800"/>
                <a:gd name="T48" fmla="*/ 1934 w 2029"/>
                <a:gd name="T49" fmla="*/ 1424 h 2800"/>
                <a:gd name="T50" fmla="*/ 1825 w 2029"/>
                <a:gd name="T51" fmla="*/ 1617 h 2800"/>
                <a:gd name="T52" fmla="*/ 1714 w 2029"/>
                <a:gd name="T53" fmla="*/ 1785 h 2800"/>
                <a:gd name="T54" fmla="*/ 1677 w 2029"/>
                <a:gd name="T55" fmla="*/ 1934 h 2800"/>
                <a:gd name="T56" fmla="*/ 1572 w 2029"/>
                <a:gd name="T57" fmla="*/ 2150 h 2800"/>
                <a:gd name="T58" fmla="*/ 1487 w 2029"/>
                <a:gd name="T59" fmla="*/ 2294 h 2800"/>
                <a:gd name="T60" fmla="*/ 1480 w 2029"/>
                <a:gd name="T61" fmla="*/ 2429 h 2800"/>
                <a:gd name="T62" fmla="*/ 1476 w 2029"/>
                <a:gd name="T63" fmla="*/ 2492 h 2800"/>
                <a:gd name="T64" fmla="*/ 1446 w 2029"/>
                <a:gd name="T65" fmla="*/ 2575 h 2800"/>
                <a:gd name="T66" fmla="*/ 1340 w 2029"/>
                <a:gd name="T67" fmla="*/ 2666 h 2800"/>
                <a:gd name="T68" fmla="*/ 1184 w 2029"/>
                <a:gd name="T69" fmla="*/ 2779 h 2800"/>
                <a:gd name="T70" fmla="*/ 891 w 2029"/>
                <a:gd name="T71" fmla="*/ 2798 h 2800"/>
                <a:gd name="T72" fmla="*/ 762 w 2029"/>
                <a:gd name="T73" fmla="*/ 2698 h 2800"/>
                <a:gd name="T74" fmla="*/ 607 w 2029"/>
                <a:gd name="T75" fmla="*/ 2606 h 2800"/>
                <a:gd name="T76" fmla="*/ 556 w 2029"/>
                <a:gd name="T77" fmla="*/ 2509 h 2800"/>
                <a:gd name="T78" fmla="*/ 551 w 2029"/>
                <a:gd name="T79" fmla="*/ 2466 h 2800"/>
                <a:gd name="T80" fmla="*/ 545 w 2029"/>
                <a:gd name="T81" fmla="*/ 2350 h 2800"/>
                <a:gd name="T82" fmla="*/ 538 w 2029"/>
                <a:gd name="T83" fmla="*/ 2221 h 2800"/>
                <a:gd name="T84" fmla="*/ 376 w 2029"/>
                <a:gd name="T85" fmla="*/ 2025 h 2800"/>
                <a:gd name="T86" fmla="*/ 340 w 2029"/>
                <a:gd name="T87" fmla="*/ 1839 h 2800"/>
                <a:gd name="T88" fmla="*/ 248 w 2029"/>
                <a:gd name="T89" fmla="*/ 1682 h 2800"/>
                <a:gd name="T90" fmla="*/ 138 w 2029"/>
                <a:gd name="T91" fmla="*/ 1508 h 2800"/>
                <a:gd name="T92" fmla="*/ 41 w 2029"/>
                <a:gd name="T93" fmla="*/ 1278 h 2800"/>
                <a:gd name="T94" fmla="*/ 0 w 2029"/>
                <a:gd name="T95" fmla="*/ 973 h 2800"/>
                <a:gd name="T96" fmla="*/ 80 w 2029"/>
                <a:gd name="T97" fmla="*/ 595 h 2800"/>
                <a:gd name="T98" fmla="*/ 298 w 2029"/>
                <a:gd name="T99" fmla="*/ 286 h 2800"/>
                <a:gd name="T100" fmla="*/ 621 w 2029"/>
                <a:gd name="T101" fmla="*/ 77 h 2800"/>
                <a:gd name="T102" fmla="*/ 1014 w 2029"/>
                <a:gd name="T103" fmla="*/ 0 h 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9" h="2800">
                  <a:moveTo>
                    <a:pt x="1014" y="255"/>
                  </a:moveTo>
                  <a:lnTo>
                    <a:pt x="945" y="258"/>
                  </a:lnTo>
                  <a:lnTo>
                    <a:pt x="878" y="266"/>
                  </a:lnTo>
                  <a:lnTo>
                    <a:pt x="813" y="281"/>
                  </a:lnTo>
                  <a:lnTo>
                    <a:pt x="750" y="299"/>
                  </a:lnTo>
                  <a:lnTo>
                    <a:pt x="690" y="324"/>
                  </a:lnTo>
                  <a:lnTo>
                    <a:pt x="632" y="354"/>
                  </a:lnTo>
                  <a:lnTo>
                    <a:pt x="578" y="387"/>
                  </a:lnTo>
                  <a:lnTo>
                    <a:pt x="527" y="424"/>
                  </a:lnTo>
                  <a:lnTo>
                    <a:pt x="479" y="466"/>
                  </a:lnTo>
                  <a:lnTo>
                    <a:pt x="435" y="511"/>
                  </a:lnTo>
                  <a:lnTo>
                    <a:pt x="396" y="559"/>
                  </a:lnTo>
                  <a:lnTo>
                    <a:pt x="361" y="611"/>
                  </a:lnTo>
                  <a:lnTo>
                    <a:pt x="330" y="666"/>
                  </a:lnTo>
                  <a:lnTo>
                    <a:pt x="304" y="723"/>
                  </a:lnTo>
                  <a:lnTo>
                    <a:pt x="284" y="783"/>
                  </a:lnTo>
                  <a:lnTo>
                    <a:pt x="270" y="844"/>
                  </a:lnTo>
                  <a:lnTo>
                    <a:pt x="260" y="908"/>
                  </a:lnTo>
                  <a:lnTo>
                    <a:pt x="257" y="973"/>
                  </a:lnTo>
                  <a:lnTo>
                    <a:pt x="259" y="1034"/>
                  </a:lnTo>
                  <a:lnTo>
                    <a:pt x="264" y="1090"/>
                  </a:lnTo>
                  <a:lnTo>
                    <a:pt x="273" y="1143"/>
                  </a:lnTo>
                  <a:lnTo>
                    <a:pt x="284" y="1193"/>
                  </a:lnTo>
                  <a:lnTo>
                    <a:pt x="298" y="1240"/>
                  </a:lnTo>
                  <a:lnTo>
                    <a:pt x="314" y="1283"/>
                  </a:lnTo>
                  <a:lnTo>
                    <a:pt x="331" y="1325"/>
                  </a:lnTo>
                  <a:lnTo>
                    <a:pt x="351" y="1364"/>
                  </a:lnTo>
                  <a:lnTo>
                    <a:pt x="371" y="1402"/>
                  </a:lnTo>
                  <a:lnTo>
                    <a:pt x="393" y="1437"/>
                  </a:lnTo>
                  <a:lnTo>
                    <a:pt x="414" y="1472"/>
                  </a:lnTo>
                  <a:lnTo>
                    <a:pt x="437" y="1505"/>
                  </a:lnTo>
                  <a:lnTo>
                    <a:pt x="458" y="1537"/>
                  </a:lnTo>
                  <a:lnTo>
                    <a:pt x="483" y="1573"/>
                  </a:lnTo>
                  <a:lnTo>
                    <a:pt x="507" y="1610"/>
                  </a:lnTo>
                  <a:lnTo>
                    <a:pt x="530" y="1646"/>
                  </a:lnTo>
                  <a:lnTo>
                    <a:pt x="551" y="1683"/>
                  </a:lnTo>
                  <a:lnTo>
                    <a:pt x="569" y="1721"/>
                  </a:lnTo>
                  <a:lnTo>
                    <a:pt x="584" y="1760"/>
                  </a:lnTo>
                  <a:lnTo>
                    <a:pt x="595" y="1800"/>
                  </a:lnTo>
                  <a:lnTo>
                    <a:pt x="603" y="1843"/>
                  </a:lnTo>
                  <a:lnTo>
                    <a:pt x="605" y="1888"/>
                  </a:lnTo>
                  <a:lnTo>
                    <a:pt x="608" y="1912"/>
                  </a:lnTo>
                  <a:lnTo>
                    <a:pt x="617" y="1936"/>
                  </a:lnTo>
                  <a:lnTo>
                    <a:pt x="630" y="1958"/>
                  </a:lnTo>
                  <a:lnTo>
                    <a:pt x="647" y="1978"/>
                  </a:lnTo>
                  <a:lnTo>
                    <a:pt x="665" y="1996"/>
                  </a:lnTo>
                  <a:lnTo>
                    <a:pt x="683" y="2011"/>
                  </a:lnTo>
                  <a:lnTo>
                    <a:pt x="701" y="2025"/>
                  </a:lnTo>
                  <a:lnTo>
                    <a:pt x="1328" y="2025"/>
                  </a:lnTo>
                  <a:lnTo>
                    <a:pt x="1346" y="2011"/>
                  </a:lnTo>
                  <a:lnTo>
                    <a:pt x="1364" y="1996"/>
                  </a:lnTo>
                  <a:lnTo>
                    <a:pt x="1383" y="1978"/>
                  </a:lnTo>
                  <a:lnTo>
                    <a:pt x="1399" y="1958"/>
                  </a:lnTo>
                  <a:lnTo>
                    <a:pt x="1412" y="1936"/>
                  </a:lnTo>
                  <a:lnTo>
                    <a:pt x="1421" y="1912"/>
                  </a:lnTo>
                  <a:lnTo>
                    <a:pt x="1424" y="1888"/>
                  </a:lnTo>
                  <a:lnTo>
                    <a:pt x="1426" y="1843"/>
                  </a:lnTo>
                  <a:lnTo>
                    <a:pt x="1434" y="1800"/>
                  </a:lnTo>
                  <a:lnTo>
                    <a:pt x="1445" y="1760"/>
                  </a:lnTo>
                  <a:lnTo>
                    <a:pt x="1460" y="1721"/>
                  </a:lnTo>
                  <a:lnTo>
                    <a:pt x="1478" y="1684"/>
                  </a:lnTo>
                  <a:lnTo>
                    <a:pt x="1498" y="1646"/>
                  </a:lnTo>
                  <a:lnTo>
                    <a:pt x="1520" y="1610"/>
                  </a:lnTo>
                  <a:lnTo>
                    <a:pt x="1545" y="1574"/>
                  </a:lnTo>
                  <a:lnTo>
                    <a:pt x="1570" y="1538"/>
                  </a:lnTo>
                  <a:lnTo>
                    <a:pt x="1592" y="1506"/>
                  </a:lnTo>
                  <a:lnTo>
                    <a:pt x="1614" y="1473"/>
                  </a:lnTo>
                  <a:lnTo>
                    <a:pt x="1636" y="1438"/>
                  </a:lnTo>
                  <a:lnTo>
                    <a:pt x="1658" y="1402"/>
                  </a:lnTo>
                  <a:lnTo>
                    <a:pt x="1678" y="1364"/>
                  </a:lnTo>
                  <a:lnTo>
                    <a:pt x="1698" y="1325"/>
                  </a:lnTo>
                  <a:lnTo>
                    <a:pt x="1715" y="1283"/>
                  </a:lnTo>
                  <a:lnTo>
                    <a:pt x="1731" y="1240"/>
                  </a:lnTo>
                  <a:lnTo>
                    <a:pt x="1745" y="1193"/>
                  </a:lnTo>
                  <a:lnTo>
                    <a:pt x="1756" y="1143"/>
                  </a:lnTo>
                  <a:lnTo>
                    <a:pt x="1765" y="1090"/>
                  </a:lnTo>
                  <a:lnTo>
                    <a:pt x="1770" y="1034"/>
                  </a:lnTo>
                  <a:lnTo>
                    <a:pt x="1772" y="973"/>
                  </a:lnTo>
                  <a:lnTo>
                    <a:pt x="1769" y="908"/>
                  </a:lnTo>
                  <a:lnTo>
                    <a:pt x="1760" y="844"/>
                  </a:lnTo>
                  <a:lnTo>
                    <a:pt x="1745" y="782"/>
                  </a:lnTo>
                  <a:lnTo>
                    <a:pt x="1725" y="723"/>
                  </a:lnTo>
                  <a:lnTo>
                    <a:pt x="1700" y="666"/>
                  </a:lnTo>
                  <a:lnTo>
                    <a:pt x="1668" y="610"/>
                  </a:lnTo>
                  <a:lnTo>
                    <a:pt x="1634" y="559"/>
                  </a:lnTo>
                  <a:lnTo>
                    <a:pt x="1594" y="511"/>
                  </a:lnTo>
                  <a:lnTo>
                    <a:pt x="1550" y="466"/>
                  </a:lnTo>
                  <a:lnTo>
                    <a:pt x="1503" y="424"/>
                  </a:lnTo>
                  <a:lnTo>
                    <a:pt x="1451" y="386"/>
                  </a:lnTo>
                  <a:lnTo>
                    <a:pt x="1397" y="352"/>
                  </a:lnTo>
                  <a:lnTo>
                    <a:pt x="1339" y="324"/>
                  </a:lnTo>
                  <a:lnTo>
                    <a:pt x="1278" y="299"/>
                  </a:lnTo>
                  <a:lnTo>
                    <a:pt x="1216" y="281"/>
                  </a:lnTo>
                  <a:lnTo>
                    <a:pt x="1151" y="266"/>
                  </a:lnTo>
                  <a:lnTo>
                    <a:pt x="1084" y="258"/>
                  </a:lnTo>
                  <a:lnTo>
                    <a:pt x="1014" y="255"/>
                  </a:lnTo>
                  <a:close/>
                  <a:moveTo>
                    <a:pt x="1014" y="0"/>
                  </a:moveTo>
                  <a:lnTo>
                    <a:pt x="1097" y="3"/>
                  </a:lnTo>
                  <a:lnTo>
                    <a:pt x="1179" y="13"/>
                  </a:lnTo>
                  <a:lnTo>
                    <a:pt x="1258" y="29"/>
                  </a:lnTo>
                  <a:lnTo>
                    <a:pt x="1335" y="50"/>
                  </a:lnTo>
                  <a:lnTo>
                    <a:pt x="1408" y="77"/>
                  </a:lnTo>
                  <a:lnTo>
                    <a:pt x="1480" y="109"/>
                  </a:lnTo>
                  <a:lnTo>
                    <a:pt x="1548" y="147"/>
                  </a:lnTo>
                  <a:lnTo>
                    <a:pt x="1613" y="188"/>
                  </a:lnTo>
                  <a:lnTo>
                    <a:pt x="1673" y="235"/>
                  </a:lnTo>
                  <a:lnTo>
                    <a:pt x="1731" y="286"/>
                  </a:lnTo>
                  <a:lnTo>
                    <a:pt x="1783" y="340"/>
                  </a:lnTo>
                  <a:lnTo>
                    <a:pt x="1833" y="399"/>
                  </a:lnTo>
                  <a:lnTo>
                    <a:pt x="1877" y="461"/>
                  </a:lnTo>
                  <a:lnTo>
                    <a:pt x="1915" y="526"/>
                  </a:lnTo>
                  <a:lnTo>
                    <a:pt x="1949" y="595"/>
                  </a:lnTo>
                  <a:lnTo>
                    <a:pt x="1976" y="667"/>
                  </a:lnTo>
                  <a:lnTo>
                    <a:pt x="1999" y="739"/>
                  </a:lnTo>
                  <a:lnTo>
                    <a:pt x="2015" y="815"/>
                  </a:lnTo>
                  <a:lnTo>
                    <a:pt x="2025" y="893"/>
                  </a:lnTo>
                  <a:lnTo>
                    <a:pt x="2029" y="973"/>
                  </a:lnTo>
                  <a:lnTo>
                    <a:pt x="2026" y="1041"/>
                  </a:lnTo>
                  <a:lnTo>
                    <a:pt x="2021" y="1105"/>
                  </a:lnTo>
                  <a:lnTo>
                    <a:pt x="2013" y="1166"/>
                  </a:lnTo>
                  <a:lnTo>
                    <a:pt x="2001" y="1224"/>
                  </a:lnTo>
                  <a:lnTo>
                    <a:pt x="1988" y="1278"/>
                  </a:lnTo>
                  <a:lnTo>
                    <a:pt x="1972" y="1329"/>
                  </a:lnTo>
                  <a:lnTo>
                    <a:pt x="1953" y="1378"/>
                  </a:lnTo>
                  <a:lnTo>
                    <a:pt x="1934" y="1424"/>
                  </a:lnTo>
                  <a:lnTo>
                    <a:pt x="1913" y="1466"/>
                  </a:lnTo>
                  <a:lnTo>
                    <a:pt x="1892" y="1507"/>
                  </a:lnTo>
                  <a:lnTo>
                    <a:pt x="1869" y="1546"/>
                  </a:lnTo>
                  <a:lnTo>
                    <a:pt x="1847" y="1583"/>
                  </a:lnTo>
                  <a:lnTo>
                    <a:pt x="1825" y="1617"/>
                  </a:lnTo>
                  <a:lnTo>
                    <a:pt x="1803" y="1649"/>
                  </a:lnTo>
                  <a:lnTo>
                    <a:pt x="1781" y="1681"/>
                  </a:lnTo>
                  <a:lnTo>
                    <a:pt x="1756" y="1719"/>
                  </a:lnTo>
                  <a:lnTo>
                    <a:pt x="1733" y="1753"/>
                  </a:lnTo>
                  <a:lnTo>
                    <a:pt x="1714" y="1785"/>
                  </a:lnTo>
                  <a:lnTo>
                    <a:pt x="1700" y="1813"/>
                  </a:lnTo>
                  <a:lnTo>
                    <a:pt x="1689" y="1839"/>
                  </a:lnTo>
                  <a:lnTo>
                    <a:pt x="1682" y="1864"/>
                  </a:lnTo>
                  <a:lnTo>
                    <a:pt x="1680" y="1888"/>
                  </a:lnTo>
                  <a:lnTo>
                    <a:pt x="1677" y="1934"/>
                  </a:lnTo>
                  <a:lnTo>
                    <a:pt x="1667" y="1980"/>
                  </a:lnTo>
                  <a:lnTo>
                    <a:pt x="1652" y="2025"/>
                  </a:lnTo>
                  <a:lnTo>
                    <a:pt x="1630" y="2068"/>
                  </a:lnTo>
                  <a:lnTo>
                    <a:pt x="1604" y="2110"/>
                  </a:lnTo>
                  <a:lnTo>
                    <a:pt x="1572" y="2150"/>
                  </a:lnTo>
                  <a:lnTo>
                    <a:pt x="1534" y="2187"/>
                  </a:lnTo>
                  <a:lnTo>
                    <a:pt x="1491" y="2221"/>
                  </a:lnTo>
                  <a:lnTo>
                    <a:pt x="1490" y="2242"/>
                  </a:lnTo>
                  <a:lnTo>
                    <a:pt x="1489" y="2267"/>
                  </a:lnTo>
                  <a:lnTo>
                    <a:pt x="1487" y="2294"/>
                  </a:lnTo>
                  <a:lnTo>
                    <a:pt x="1486" y="2322"/>
                  </a:lnTo>
                  <a:lnTo>
                    <a:pt x="1484" y="2350"/>
                  </a:lnTo>
                  <a:lnTo>
                    <a:pt x="1483" y="2378"/>
                  </a:lnTo>
                  <a:lnTo>
                    <a:pt x="1481" y="2405"/>
                  </a:lnTo>
                  <a:lnTo>
                    <a:pt x="1480" y="2429"/>
                  </a:lnTo>
                  <a:lnTo>
                    <a:pt x="1479" y="2449"/>
                  </a:lnTo>
                  <a:lnTo>
                    <a:pt x="1478" y="2466"/>
                  </a:lnTo>
                  <a:lnTo>
                    <a:pt x="1478" y="2476"/>
                  </a:lnTo>
                  <a:lnTo>
                    <a:pt x="1476" y="2479"/>
                  </a:lnTo>
                  <a:lnTo>
                    <a:pt x="1476" y="2492"/>
                  </a:lnTo>
                  <a:lnTo>
                    <a:pt x="1474" y="2506"/>
                  </a:lnTo>
                  <a:lnTo>
                    <a:pt x="1470" y="2522"/>
                  </a:lnTo>
                  <a:lnTo>
                    <a:pt x="1465" y="2539"/>
                  </a:lnTo>
                  <a:lnTo>
                    <a:pt x="1457" y="2557"/>
                  </a:lnTo>
                  <a:lnTo>
                    <a:pt x="1446" y="2575"/>
                  </a:lnTo>
                  <a:lnTo>
                    <a:pt x="1432" y="2594"/>
                  </a:lnTo>
                  <a:lnTo>
                    <a:pt x="1416" y="2613"/>
                  </a:lnTo>
                  <a:lnTo>
                    <a:pt x="1395" y="2631"/>
                  </a:lnTo>
                  <a:lnTo>
                    <a:pt x="1370" y="2650"/>
                  </a:lnTo>
                  <a:lnTo>
                    <a:pt x="1340" y="2666"/>
                  </a:lnTo>
                  <a:lnTo>
                    <a:pt x="1307" y="2683"/>
                  </a:lnTo>
                  <a:lnTo>
                    <a:pt x="1267" y="2698"/>
                  </a:lnTo>
                  <a:lnTo>
                    <a:pt x="1244" y="2727"/>
                  </a:lnTo>
                  <a:lnTo>
                    <a:pt x="1216" y="2754"/>
                  </a:lnTo>
                  <a:lnTo>
                    <a:pt x="1184" y="2779"/>
                  </a:lnTo>
                  <a:lnTo>
                    <a:pt x="1162" y="2790"/>
                  </a:lnTo>
                  <a:lnTo>
                    <a:pt x="1138" y="2798"/>
                  </a:lnTo>
                  <a:lnTo>
                    <a:pt x="1113" y="2800"/>
                  </a:lnTo>
                  <a:lnTo>
                    <a:pt x="916" y="2800"/>
                  </a:lnTo>
                  <a:lnTo>
                    <a:pt x="891" y="2798"/>
                  </a:lnTo>
                  <a:lnTo>
                    <a:pt x="867" y="2790"/>
                  </a:lnTo>
                  <a:lnTo>
                    <a:pt x="845" y="2779"/>
                  </a:lnTo>
                  <a:lnTo>
                    <a:pt x="813" y="2754"/>
                  </a:lnTo>
                  <a:lnTo>
                    <a:pt x="785" y="2727"/>
                  </a:lnTo>
                  <a:lnTo>
                    <a:pt x="762" y="2698"/>
                  </a:lnTo>
                  <a:lnTo>
                    <a:pt x="720" y="2681"/>
                  </a:lnTo>
                  <a:lnTo>
                    <a:pt x="684" y="2664"/>
                  </a:lnTo>
                  <a:lnTo>
                    <a:pt x="653" y="2646"/>
                  </a:lnTo>
                  <a:lnTo>
                    <a:pt x="628" y="2626"/>
                  </a:lnTo>
                  <a:lnTo>
                    <a:pt x="607" y="2606"/>
                  </a:lnTo>
                  <a:lnTo>
                    <a:pt x="590" y="2585"/>
                  </a:lnTo>
                  <a:lnTo>
                    <a:pt x="578" y="2566"/>
                  </a:lnTo>
                  <a:lnTo>
                    <a:pt x="567" y="2546"/>
                  </a:lnTo>
                  <a:lnTo>
                    <a:pt x="561" y="2527"/>
                  </a:lnTo>
                  <a:lnTo>
                    <a:pt x="556" y="2509"/>
                  </a:lnTo>
                  <a:lnTo>
                    <a:pt x="554" y="2494"/>
                  </a:lnTo>
                  <a:lnTo>
                    <a:pt x="552" y="2479"/>
                  </a:lnTo>
                  <a:lnTo>
                    <a:pt x="552" y="2479"/>
                  </a:lnTo>
                  <a:lnTo>
                    <a:pt x="552" y="2476"/>
                  </a:lnTo>
                  <a:lnTo>
                    <a:pt x="551" y="2466"/>
                  </a:lnTo>
                  <a:lnTo>
                    <a:pt x="550" y="2449"/>
                  </a:lnTo>
                  <a:lnTo>
                    <a:pt x="549" y="2429"/>
                  </a:lnTo>
                  <a:lnTo>
                    <a:pt x="548" y="2405"/>
                  </a:lnTo>
                  <a:lnTo>
                    <a:pt x="546" y="2378"/>
                  </a:lnTo>
                  <a:lnTo>
                    <a:pt x="545" y="2350"/>
                  </a:lnTo>
                  <a:lnTo>
                    <a:pt x="543" y="2322"/>
                  </a:lnTo>
                  <a:lnTo>
                    <a:pt x="542" y="2294"/>
                  </a:lnTo>
                  <a:lnTo>
                    <a:pt x="540" y="2267"/>
                  </a:lnTo>
                  <a:lnTo>
                    <a:pt x="539" y="2242"/>
                  </a:lnTo>
                  <a:lnTo>
                    <a:pt x="538" y="2221"/>
                  </a:lnTo>
                  <a:lnTo>
                    <a:pt x="495" y="2187"/>
                  </a:lnTo>
                  <a:lnTo>
                    <a:pt x="457" y="2150"/>
                  </a:lnTo>
                  <a:lnTo>
                    <a:pt x="425" y="2110"/>
                  </a:lnTo>
                  <a:lnTo>
                    <a:pt x="398" y="2068"/>
                  </a:lnTo>
                  <a:lnTo>
                    <a:pt x="376" y="2025"/>
                  </a:lnTo>
                  <a:lnTo>
                    <a:pt x="362" y="1980"/>
                  </a:lnTo>
                  <a:lnTo>
                    <a:pt x="352" y="1934"/>
                  </a:lnTo>
                  <a:lnTo>
                    <a:pt x="349" y="1888"/>
                  </a:lnTo>
                  <a:lnTo>
                    <a:pt x="347" y="1864"/>
                  </a:lnTo>
                  <a:lnTo>
                    <a:pt x="340" y="1839"/>
                  </a:lnTo>
                  <a:lnTo>
                    <a:pt x="329" y="1813"/>
                  </a:lnTo>
                  <a:lnTo>
                    <a:pt x="315" y="1785"/>
                  </a:lnTo>
                  <a:lnTo>
                    <a:pt x="296" y="1753"/>
                  </a:lnTo>
                  <a:lnTo>
                    <a:pt x="274" y="1719"/>
                  </a:lnTo>
                  <a:lnTo>
                    <a:pt x="248" y="1682"/>
                  </a:lnTo>
                  <a:lnTo>
                    <a:pt x="227" y="1650"/>
                  </a:lnTo>
                  <a:lnTo>
                    <a:pt x="205" y="1617"/>
                  </a:lnTo>
                  <a:lnTo>
                    <a:pt x="182" y="1583"/>
                  </a:lnTo>
                  <a:lnTo>
                    <a:pt x="160" y="1546"/>
                  </a:lnTo>
                  <a:lnTo>
                    <a:pt x="138" y="1508"/>
                  </a:lnTo>
                  <a:lnTo>
                    <a:pt x="116" y="1466"/>
                  </a:lnTo>
                  <a:lnTo>
                    <a:pt x="95" y="1424"/>
                  </a:lnTo>
                  <a:lnTo>
                    <a:pt x="76" y="1378"/>
                  </a:lnTo>
                  <a:lnTo>
                    <a:pt x="57" y="1329"/>
                  </a:lnTo>
                  <a:lnTo>
                    <a:pt x="41" y="1278"/>
                  </a:lnTo>
                  <a:lnTo>
                    <a:pt x="28" y="1224"/>
                  </a:lnTo>
                  <a:lnTo>
                    <a:pt x="16" y="1166"/>
                  </a:lnTo>
                  <a:lnTo>
                    <a:pt x="8" y="1105"/>
                  </a:lnTo>
                  <a:lnTo>
                    <a:pt x="2" y="1041"/>
                  </a:lnTo>
                  <a:lnTo>
                    <a:pt x="0" y="973"/>
                  </a:lnTo>
                  <a:lnTo>
                    <a:pt x="4" y="893"/>
                  </a:lnTo>
                  <a:lnTo>
                    <a:pt x="14" y="815"/>
                  </a:lnTo>
                  <a:lnTo>
                    <a:pt x="30" y="739"/>
                  </a:lnTo>
                  <a:lnTo>
                    <a:pt x="53" y="667"/>
                  </a:lnTo>
                  <a:lnTo>
                    <a:pt x="80" y="595"/>
                  </a:lnTo>
                  <a:lnTo>
                    <a:pt x="114" y="526"/>
                  </a:lnTo>
                  <a:lnTo>
                    <a:pt x="152" y="461"/>
                  </a:lnTo>
                  <a:lnTo>
                    <a:pt x="196" y="399"/>
                  </a:lnTo>
                  <a:lnTo>
                    <a:pt x="246" y="340"/>
                  </a:lnTo>
                  <a:lnTo>
                    <a:pt x="298" y="286"/>
                  </a:lnTo>
                  <a:lnTo>
                    <a:pt x="356" y="235"/>
                  </a:lnTo>
                  <a:lnTo>
                    <a:pt x="416" y="188"/>
                  </a:lnTo>
                  <a:lnTo>
                    <a:pt x="481" y="147"/>
                  </a:lnTo>
                  <a:lnTo>
                    <a:pt x="549" y="109"/>
                  </a:lnTo>
                  <a:lnTo>
                    <a:pt x="621" y="77"/>
                  </a:lnTo>
                  <a:lnTo>
                    <a:pt x="695" y="50"/>
                  </a:lnTo>
                  <a:lnTo>
                    <a:pt x="771" y="29"/>
                  </a:lnTo>
                  <a:lnTo>
                    <a:pt x="850" y="13"/>
                  </a:lnTo>
                  <a:lnTo>
                    <a:pt x="932" y="3"/>
                  </a:lnTo>
                  <a:lnTo>
                    <a:pt x="10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5" name="Freeform 18"/>
            <p:cNvSpPr>
              <a:spLocks/>
            </p:cNvSpPr>
            <p:nvPr/>
          </p:nvSpPr>
          <p:spPr bwMode="auto">
            <a:xfrm>
              <a:off x="4984751" y="2243138"/>
              <a:ext cx="19050" cy="46038"/>
            </a:xfrm>
            <a:custGeom>
              <a:avLst/>
              <a:gdLst>
                <a:gd name="T0" fmla="*/ 63 w 127"/>
                <a:gd name="T1" fmla="*/ 0 h 318"/>
                <a:gd name="T2" fmla="*/ 63 w 127"/>
                <a:gd name="T3" fmla="*/ 0 h 318"/>
                <a:gd name="T4" fmla="*/ 80 w 127"/>
                <a:gd name="T5" fmla="*/ 2 h 318"/>
                <a:gd name="T6" fmla="*/ 96 w 127"/>
                <a:gd name="T7" fmla="*/ 9 h 318"/>
                <a:gd name="T8" fmla="*/ 109 w 127"/>
                <a:gd name="T9" fmla="*/ 19 h 318"/>
                <a:gd name="T10" fmla="*/ 119 w 127"/>
                <a:gd name="T11" fmla="*/ 32 h 318"/>
                <a:gd name="T12" fmla="*/ 125 w 127"/>
                <a:gd name="T13" fmla="*/ 47 h 318"/>
                <a:gd name="T14" fmla="*/ 127 w 127"/>
                <a:gd name="T15" fmla="*/ 64 h 318"/>
                <a:gd name="T16" fmla="*/ 127 w 127"/>
                <a:gd name="T17" fmla="*/ 254 h 318"/>
                <a:gd name="T18" fmla="*/ 125 w 127"/>
                <a:gd name="T19" fmla="*/ 272 h 318"/>
                <a:gd name="T20" fmla="*/ 119 w 127"/>
                <a:gd name="T21" fmla="*/ 286 h 318"/>
                <a:gd name="T22" fmla="*/ 109 w 127"/>
                <a:gd name="T23" fmla="*/ 300 h 318"/>
                <a:gd name="T24" fmla="*/ 96 w 127"/>
                <a:gd name="T25" fmla="*/ 309 h 318"/>
                <a:gd name="T26" fmla="*/ 80 w 127"/>
                <a:gd name="T27" fmla="*/ 315 h 318"/>
                <a:gd name="T28" fmla="*/ 63 w 127"/>
                <a:gd name="T29" fmla="*/ 318 h 318"/>
                <a:gd name="T30" fmla="*/ 47 w 127"/>
                <a:gd name="T31" fmla="*/ 315 h 318"/>
                <a:gd name="T32" fmla="*/ 31 w 127"/>
                <a:gd name="T33" fmla="*/ 309 h 318"/>
                <a:gd name="T34" fmla="*/ 18 w 127"/>
                <a:gd name="T35" fmla="*/ 300 h 318"/>
                <a:gd name="T36" fmla="*/ 8 w 127"/>
                <a:gd name="T37" fmla="*/ 286 h 318"/>
                <a:gd name="T38" fmla="*/ 2 w 127"/>
                <a:gd name="T39" fmla="*/ 272 h 318"/>
                <a:gd name="T40" fmla="*/ 0 w 127"/>
                <a:gd name="T41" fmla="*/ 254 h 318"/>
                <a:gd name="T42" fmla="*/ 0 w 127"/>
                <a:gd name="T43" fmla="*/ 64 h 318"/>
                <a:gd name="T44" fmla="*/ 2 w 127"/>
                <a:gd name="T45" fmla="*/ 47 h 318"/>
                <a:gd name="T46" fmla="*/ 8 w 127"/>
                <a:gd name="T47" fmla="*/ 32 h 318"/>
                <a:gd name="T48" fmla="*/ 18 w 127"/>
                <a:gd name="T49" fmla="*/ 19 h 318"/>
                <a:gd name="T50" fmla="*/ 31 w 127"/>
                <a:gd name="T51" fmla="*/ 9 h 318"/>
                <a:gd name="T52" fmla="*/ 47 w 127"/>
                <a:gd name="T53" fmla="*/ 2 h 318"/>
                <a:gd name="T54" fmla="*/ 63 w 127"/>
                <a:gd name="T55"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7" h="318">
                  <a:moveTo>
                    <a:pt x="63" y="0"/>
                  </a:moveTo>
                  <a:lnTo>
                    <a:pt x="63" y="0"/>
                  </a:lnTo>
                  <a:lnTo>
                    <a:pt x="80" y="2"/>
                  </a:lnTo>
                  <a:lnTo>
                    <a:pt x="96" y="9"/>
                  </a:lnTo>
                  <a:lnTo>
                    <a:pt x="109" y="19"/>
                  </a:lnTo>
                  <a:lnTo>
                    <a:pt x="119" y="32"/>
                  </a:lnTo>
                  <a:lnTo>
                    <a:pt x="125" y="47"/>
                  </a:lnTo>
                  <a:lnTo>
                    <a:pt x="127" y="64"/>
                  </a:lnTo>
                  <a:lnTo>
                    <a:pt x="127" y="254"/>
                  </a:lnTo>
                  <a:lnTo>
                    <a:pt x="125" y="272"/>
                  </a:lnTo>
                  <a:lnTo>
                    <a:pt x="119" y="286"/>
                  </a:lnTo>
                  <a:lnTo>
                    <a:pt x="109" y="300"/>
                  </a:lnTo>
                  <a:lnTo>
                    <a:pt x="96" y="309"/>
                  </a:lnTo>
                  <a:lnTo>
                    <a:pt x="80" y="315"/>
                  </a:lnTo>
                  <a:lnTo>
                    <a:pt x="63" y="318"/>
                  </a:lnTo>
                  <a:lnTo>
                    <a:pt x="47" y="315"/>
                  </a:lnTo>
                  <a:lnTo>
                    <a:pt x="31" y="309"/>
                  </a:lnTo>
                  <a:lnTo>
                    <a:pt x="18" y="300"/>
                  </a:lnTo>
                  <a:lnTo>
                    <a:pt x="8" y="286"/>
                  </a:lnTo>
                  <a:lnTo>
                    <a:pt x="2" y="272"/>
                  </a:lnTo>
                  <a:lnTo>
                    <a:pt x="0" y="254"/>
                  </a:lnTo>
                  <a:lnTo>
                    <a:pt x="0" y="64"/>
                  </a:lnTo>
                  <a:lnTo>
                    <a:pt x="2" y="47"/>
                  </a:lnTo>
                  <a:lnTo>
                    <a:pt x="8" y="32"/>
                  </a:lnTo>
                  <a:lnTo>
                    <a:pt x="18" y="19"/>
                  </a:lnTo>
                  <a:lnTo>
                    <a:pt x="31" y="9"/>
                  </a:lnTo>
                  <a:lnTo>
                    <a:pt x="47" y="2"/>
                  </a:lnTo>
                  <a:lnTo>
                    <a:pt x="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6" name="Freeform 19"/>
            <p:cNvSpPr>
              <a:spLocks/>
            </p:cNvSpPr>
            <p:nvPr/>
          </p:nvSpPr>
          <p:spPr bwMode="auto">
            <a:xfrm>
              <a:off x="4881563" y="2271713"/>
              <a:ext cx="31750" cy="41275"/>
            </a:xfrm>
            <a:custGeom>
              <a:avLst/>
              <a:gdLst>
                <a:gd name="T0" fmla="*/ 64 w 224"/>
                <a:gd name="T1" fmla="*/ 0 h 293"/>
                <a:gd name="T2" fmla="*/ 80 w 224"/>
                <a:gd name="T3" fmla="*/ 2 h 293"/>
                <a:gd name="T4" fmla="*/ 95 w 224"/>
                <a:gd name="T5" fmla="*/ 8 h 293"/>
                <a:gd name="T6" fmla="*/ 109 w 224"/>
                <a:gd name="T7" fmla="*/ 18 h 293"/>
                <a:gd name="T8" fmla="*/ 119 w 224"/>
                <a:gd name="T9" fmla="*/ 32 h 293"/>
                <a:gd name="T10" fmla="*/ 216 w 224"/>
                <a:gd name="T11" fmla="*/ 197 h 293"/>
                <a:gd name="T12" fmla="*/ 222 w 224"/>
                <a:gd name="T13" fmla="*/ 213 h 293"/>
                <a:gd name="T14" fmla="*/ 224 w 224"/>
                <a:gd name="T15" fmla="*/ 230 h 293"/>
                <a:gd name="T16" fmla="*/ 222 w 224"/>
                <a:gd name="T17" fmla="*/ 245 h 293"/>
                <a:gd name="T18" fmla="*/ 216 w 224"/>
                <a:gd name="T19" fmla="*/ 261 h 293"/>
                <a:gd name="T20" fmla="*/ 206 w 224"/>
                <a:gd name="T21" fmla="*/ 274 h 293"/>
                <a:gd name="T22" fmla="*/ 193 w 224"/>
                <a:gd name="T23" fmla="*/ 285 h 293"/>
                <a:gd name="T24" fmla="*/ 177 w 224"/>
                <a:gd name="T25" fmla="*/ 291 h 293"/>
                <a:gd name="T26" fmla="*/ 160 w 224"/>
                <a:gd name="T27" fmla="*/ 293 h 293"/>
                <a:gd name="T28" fmla="*/ 143 w 224"/>
                <a:gd name="T29" fmla="*/ 291 h 293"/>
                <a:gd name="T30" fmla="*/ 129 w 224"/>
                <a:gd name="T31" fmla="*/ 285 h 293"/>
                <a:gd name="T32" fmla="*/ 115 w 224"/>
                <a:gd name="T33" fmla="*/ 274 h 293"/>
                <a:gd name="T34" fmla="*/ 105 w 224"/>
                <a:gd name="T35" fmla="*/ 261 h 293"/>
                <a:gd name="T36" fmla="*/ 8 w 224"/>
                <a:gd name="T37" fmla="*/ 95 h 293"/>
                <a:gd name="T38" fmla="*/ 2 w 224"/>
                <a:gd name="T39" fmla="*/ 80 h 293"/>
                <a:gd name="T40" fmla="*/ 0 w 224"/>
                <a:gd name="T41" fmla="*/ 63 h 293"/>
                <a:gd name="T42" fmla="*/ 2 w 224"/>
                <a:gd name="T43" fmla="*/ 48 h 293"/>
                <a:gd name="T44" fmla="*/ 8 w 224"/>
                <a:gd name="T45" fmla="*/ 32 h 293"/>
                <a:gd name="T46" fmla="*/ 19 w 224"/>
                <a:gd name="T47" fmla="*/ 19 h 293"/>
                <a:gd name="T48" fmla="*/ 31 w 224"/>
                <a:gd name="T49" fmla="*/ 9 h 293"/>
                <a:gd name="T50" fmla="*/ 48 w 224"/>
                <a:gd name="T51" fmla="*/ 2 h 293"/>
                <a:gd name="T52" fmla="*/ 64 w 224"/>
                <a:gd name="T53"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3">
                  <a:moveTo>
                    <a:pt x="64" y="0"/>
                  </a:moveTo>
                  <a:lnTo>
                    <a:pt x="80" y="2"/>
                  </a:lnTo>
                  <a:lnTo>
                    <a:pt x="95" y="8"/>
                  </a:lnTo>
                  <a:lnTo>
                    <a:pt x="109" y="18"/>
                  </a:lnTo>
                  <a:lnTo>
                    <a:pt x="119" y="32"/>
                  </a:lnTo>
                  <a:lnTo>
                    <a:pt x="216" y="197"/>
                  </a:lnTo>
                  <a:lnTo>
                    <a:pt x="222" y="213"/>
                  </a:lnTo>
                  <a:lnTo>
                    <a:pt x="224" y="230"/>
                  </a:lnTo>
                  <a:lnTo>
                    <a:pt x="222" y="245"/>
                  </a:lnTo>
                  <a:lnTo>
                    <a:pt x="216" y="261"/>
                  </a:lnTo>
                  <a:lnTo>
                    <a:pt x="206" y="274"/>
                  </a:lnTo>
                  <a:lnTo>
                    <a:pt x="193" y="285"/>
                  </a:lnTo>
                  <a:lnTo>
                    <a:pt x="177" y="291"/>
                  </a:lnTo>
                  <a:lnTo>
                    <a:pt x="160" y="293"/>
                  </a:lnTo>
                  <a:lnTo>
                    <a:pt x="143" y="291"/>
                  </a:lnTo>
                  <a:lnTo>
                    <a:pt x="129" y="285"/>
                  </a:lnTo>
                  <a:lnTo>
                    <a:pt x="115" y="274"/>
                  </a:lnTo>
                  <a:lnTo>
                    <a:pt x="105" y="261"/>
                  </a:lnTo>
                  <a:lnTo>
                    <a:pt x="8" y="95"/>
                  </a:lnTo>
                  <a:lnTo>
                    <a:pt x="2" y="80"/>
                  </a:lnTo>
                  <a:lnTo>
                    <a:pt x="0" y="63"/>
                  </a:lnTo>
                  <a:lnTo>
                    <a:pt x="2" y="48"/>
                  </a:lnTo>
                  <a:lnTo>
                    <a:pt x="8" y="32"/>
                  </a:lnTo>
                  <a:lnTo>
                    <a:pt x="19" y="19"/>
                  </a:lnTo>
                  <a:lnTo>
                    <a:pt x="31" y="9"/>
                  </a:lnTo>
                  <a:lnTo>
                    <a:pt x="48"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7" name="Freeform 20"/>
            <p:cNvSpPr>
              <a:spLocks/>
            </p:cNvSpPr>
            <p:nvPr/>
          </p:nvSpPr>
          <p:spPr bwMode="auto">
            <a:xfrm>
              <a:off x="4805363" y="2346325"/>
              <a:ext cx="41275" cy="33338"/>
            </a:xfrm>
            <a:custGeom>
              <a:avLst/>
              <a:gdLst>
                <a:gd name="T0" fmla="*/ 64 w 294"/>
                <a:gd name="T1" fmla="*/ 0 h 222"/>
                <a:gd name="T2" fmla="*/ 79 w 294"/>
                <a:gd name="T3" fmla="*/ 2 h 222"/>
                <a:gd name="T4" fmla="*/ 96 w 294"/>
                <a:gd name="T5" fmla="*/ 8 h 222"/>
                <a:gd name="T6" fmla="*/ 263 w 294"/>
                <a:gd name="T7" fmla="*/ 103 h 222"/>
                <a:gd name="T8" fmla="*/ 276 w 294"/>
                <a:gd name="T9" fmla="*/ 114 h 222"/>
                <a:gd name="T10" fmla="*/ 286 w 294"/>
                <a:gd name="T11" fmla="*/ 127 h 222"/>
                <a:gd name="T12" fmla="*/ 292 w 294"/>
                <a:gd name="T13" fmla="*/ 142 h 222"/>
                <a:gd name="T14" fmla="*/ 294 w 294"/>
                <a:gd name="T15" fmla="*/ 158 h 222"/>
                <a:gd name="T16" fmla="*/ 292 w 294"/>
                <a:gd name="T17" fmla="*/ 175 h 222"/>
                <a:gd name="T18" fmla="*/ 286 w 294"/>
                <a:gd name="T19" fmla="*/ 190 h 222"/>
                <a:gd name="T20" fmla="*/ 275 w 294"/>
                <a:gd name="T21" fmla="*/ 204 h 222"/>
                <a:gd name="T22" fmla="*/ 262 w 294"/>
                <a:gd name="T23" fmla="*/ 214 h 222"/>
                <a:gd name="T24" fmla="*/ 246 w 294"/>
                <a:gd name="T25" fmla="*/ 220 h 222"/>
                <a:gd name="T26" fmla="*/ 230 w 294"/>
                <a:gd name="T27" fmla="*/ 222 h 222"/>
                <a:gd name="T28" fmla="*/ 213 w 294"/>
                <a:gd name="T29" fmla="*/ 220 h 222"/>
                <a:gd name="T30" fmla="*/ 198 w 294"/>
                <a:gd name="T31" fmla="*/ 213 h 222"/>
                <a:gd name="T32" fmla="*/ 31 w 294"/>
                <a:gd name="T33" fmla="*/ 118 h 222"/>
                <a:gd name="T34" fmla="*/ 18 w 294"/>
                <a:gd name="T35" fmla="*/ 108 h 222"/>
                <a:gd name="T36" fmla="*/ 8 w 294"/>
                <a:gd name="T37" fmla="*/ 95 h 222"/>
                <a:gd name="T38" fmla="*/ 2 w 294"/>
                <a:gd name="T39" fmla="*/ 80 h 222"/>
                <a:gd name="T40" fmla="*/ 0 w 294"/>
                <a:gd name="T41" fmla="*/ 63 h 222"/>
                <a:gd name="T42" fmla="*/ 2 w 294"/>
                <a:gd name="T43" fmla="*/ 47 h 222"/>
                <a:gd name="T44" fmla="*/ 8 w 294"/>
                <a:gd name="T45" fmla="*/ 31 h 222"/>
                <a:gd name="T46" fmla="*/ 19 w 294"/>
                <a:gd name="T47" fmla="*/ 18 h 222"/>
                <a:gd name="T48" fmla="*/ 32 w 294"/>
                <a:gd name="T49" fmla="*/ 8 h 222"/>
                <a:gd name="T50" fmla="*/ 47 w 294"/>
                <a:gd name="T51" fmla="*/ 2 h 222"/>
                <a:gd name="T52" fmla="*/ 64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64" y="0"/>
                  </a:moveTo>
                  <a:lnTo>
                    <a:pt x="79" y="2"/>
                  </a:lnTo>
                  <a:lnTo>
                    <a:pt x="96" y="8"/>
                  </a:lnTo>
                  <a:lnTo>
                    <a:pt x="263" y="103"/>
                  </a:lnTo>
                  <a:lnTo>
                    <a:pt x="276" y="114"/>
                  </a:lnTo>
                  <a:lnTo>
                    <a:pt x="286" y="127"/>
                  </a:lnTo>
                  <a:lnTo>
                    <a:pt x="292" y="142"/>
                  </a:lnTo>
                  <a:lnTo>
                    <a:pt x="294" y="158"/>
                  </a:lnTo>
                  <a:lnTo>
                    <a:pt x="292" y="175"/>
                  </a:lnTo>
                  <a:lnTo>
                    <a:pt x="286" y="190"/>
                  </a:lnTo>
                  <a:lnTo>
                    <a:pt x="275" y="204"/>
                  </a:lnTo>
                  <a:lnTo>
                    <a:pt x="262" y="214"/>
                  </a:lnTo>
                  <a:lnTo>
                    <a:pt x="246" y="220"/>
                  </a:lnTo>
                  <a:lnTo>
                    <a:pt x="230" y="222"/>
                  </a:lnTo>
                  <a:lnTo>
                    <a:pt x="213" y="220"/>
                  </a:lnTo>
                  <a:lnTo>
                    <a:pt x="198" y="213"/>
                  </a:lnTo>
                  <a:lnTo>
                    <a:pt x="31" y="118"/>
                  </a:lnTo>
                  <a:lnTo>
                    <a:pt x="18" y="108"/>
                  </a:lnTo>
                  <a:lnTo>
                    <a:pt x="8" y="95"/>
                  </a:lnTo>
                  <a:lnTo>
                    <a:pt x="2" y="80"/>
                  </a:lnTo>
                  <a:lnTo>
                    <a:pt x="0" y="63"/>
                  </a:lnTo>
                  <a:lnTo>
                    <a:pt x="2" y="47"/>
                  </a:lnTo>
                  <a:lnTo>
                    <a:pt x="8" y="31"/>
                  </a:lnTo>
                  <a:lnTo>
                    <a:pt x="19" y="18"/>
                  </a:lnTo>
                  <a:lnTo>
                    <a:pt x="32" y="8"/>
                  </a:lnTo>
                  <a:lnTo>
                    <a:pt x="47" y="2"/>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8" name="Freeform 21"/>
            <p:cNvSpPr>
              <a:spLocks/>
            </p:cNvSpPr>
            <p:nvPr/>
          </p:nvSpPr>
          <p:spPr bwMode="auto">
            <a:xfrm>
              <a:off x="4776788" y="2449513"/>
              <a:ext cx="46038" cy="19050"/>
            </a:xfrm>
            <a:custGeom>
              <a:avLst/>
              <a:gdLst>
                <a:gd name="T0" fmla="*/ 64 w 321"/>
                <a:gd name="T1" fmla="*/ 0 h 128"/>
                <a:gd name="T2" fmla="*/ 257 w 321"/>
                <a:gd name="T3" fmla="*/ 0 h 128"/>
                <a:gd name="T4" fmla="*/ 273 w 321"/>
                <a:gd name="T5" fmla="*/ 4 h 128"/>
                <a:gd name="T6" fmla="*/ 289 w 321"/>
                <a:gd name="T7" fmla="*/ 10 h 128"/>
                <a:gd name="T8" fmla="*/ 302 w 321"/>
                <a:gd name="T9" fmla="*/ 19 h 128"/>
                <a:gd name="T10" fmla="*/ 312 w 321"/>
                <a:gd name="T11" fmla="*/ 33 h 128"/>
                <a:gd name="T12" fmla="*/ 318 w 321"/>
                <a:gd name="T13" fmla="*/ 47 h 128"/>
                <a:gd name="T14" fmla="*/ 321 w 321"/>
                <a:gd name="T15" fmla="*/ 65 h 128"/>
                <a:gd name="T16" fmla="*/ 318 w 321"/>
                <a:gd name="T17" fmla="*/ 82 h 128"/>
                <a:gd name="T18" fmla="*/ 312 w 321"/>
                <a:gd name="T19" fmla="*/ 96 h 128"/>
                <a:gd name="T20" fmla="*/ 302 w 321"/>
                <a:gd name="T21" fmla="*/ 110 h 128"/>
                <a:gd name="T22" fmla="*/ 289 w 321"/>
                <a:gd name="T23" fmla="*/ 119 h 128"/>
                <a:gd name="T24" fmla="*/ 273 w 321"/>
                <a:gd name="T25" fmla="*/ 126 h 128"/>
                <a:gd name="T26" fmla="*/ 257 w 321"/>
                <a:gd name="T27" fmla="*/ 128 h 128"/>
                <a:gd name="T28" fmla="*/ 64 w 321"/>
                <a:gd name="T29" fmla="*/ 128 h 128"/>
                <a:gd name="T30" fmla="*/ 47 w 321"/>
                <a:gd name="T31" fmla="*/ 126 h 128"/>
                <a:gd name="T32" fmla="*/ 32 w 321"/>
                <a:gd name="T33" fmla="*/ 119 h 128"/>
                <a:gd name="T34" fmla="*/ 19 w 321"/>
                <a:gd name="T35" fmla="*/ 110 h 128"/>
                <a:gd name="T36" fmla="*/ 9 w 321"/>
                <a:gd name="T37" fmla="*/ 96 h 128"/>
                <a:gd name="T38" fmla="*/ 2 w 321"/>
                <a:gd name="T39" fmla="*/ 82 h 128"/>
                <a:gd name="T40" fmla="*/ 0 w 321"/>
                <a:gd name="T41" fmla="*/ 65 h 128"/>
                <a:gd name="T42" fmla="*/ 2 w 321"/>
                <a:gd name="T43" fmla="*/ 47 h 128"/>
                <a:gd name="T44" fmla="*/ 9 w 321"/>
                <a:gd name="T45" fmla="*/ 33 h 128"/>
                <a:gd name="T46" fmla="*/ 19 w 321"/>
                <a:gd name="T47" fmla="*/ 19 h 128"/>
                <a:gd name="T48" fmla="*/ 32 w 321"/>
                <a:gd name="T49" fmla="*/ 10 h 128"/>
                <a:gd name="T50" fmla="*/ 47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3" y="4"/>
                  </a:lnTo>
                  <a:lnTo>
                    <a:pt x="289" y="10"/>
                  </a:lnTo>
                  <a:lnTo>
                    <a:pt x="302" y="19"/>
                  </a:lnTo>
                  <a:lnTo>
                    <a:pt x="312" y="33"/>
                  </a:lnTo>
                  <a:lnTo>
                    <a:pt x="318" y="47"/>
                  </a:lnTo>
                  <a:lnTo>
                    <a:pt x="321" y="65"/>
                  </a:lnTo>
                  <a:lnTo>
                    <a:pt x="318" y="82"/>
                  </a:lnTo>
                  <a:lnTo>
                    <a:pt x="312" y="96"/>
                  </a:lnTo>
                  <a:lnTo>
                    <a:pt x="302" y="110"/>
                  </a:lnTo>
                  <a:lnTo>
                    <a:pt x="289" y="119"/>
                  </a:lnTo>
                  <a:lnTo>
                    <a:pt x="273" y="126"/>
                  </a:lnTo>
                  <a:lnTo>
                    <a:pt x="257" y="128"/>
                  </a:lnTo>
                  <a:lnTo>
                    <a:pt x="64" y="128"/>
                  </a:lnTo>
                  <a:lnTo>
                    <a:pt x="47" y="126"/>
                  </a:lnTo>
                  <a:lnTo>
                    <a:pt x="32" y="119"/>
                  </a:lnTo>
                  <a:lnTo>
                    <a:pt x="19" y="110"/>
                  </a:lnTo>
                  <a:lnTo>
                    <a:pt x="9" y="96"/>
                  </a:lnTo>
                  <a:lnTo>
                    <a:pt x="2" y="82"/>
                  </a:lnTo>
                  <a:lnTo>
                    <a:pt x="0" y="65"/>
                  </a:lnTo>
                  <a:lnTo>
                    <a:pt x="2" y="47"/>
                  </a:lnTo>
                  <a:lnTo>
                    <a:pt x="9" y="33"/>
                  </a:lnTo>
                  <a:lnTo>
                    <a:pt x="19" y="19"/>
                  </a:lnTo>
                  <a:lnTo>
                    <a:pt x="32" y="10"/>
                  </a:lnTo>
                  <a:lnTo>
                    <a:pt x="47"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79" name="Freeform 22"/>
            <p:cNvSpPr>
              <a:spLocks/>
            </p:cNvSpPr>
            <p:nvPr/>
          </p:nvSpPr>
          <p:spPr bwMode="auto">
            <a:xfrm>
              <a:off x="4805363" y="2540000"/>
              <a:ext cx="41275" cy="31750"/>
            </a:xfrm>
            <a:custGeom>
              <a:avLst/>
              <a:gdLst>
                <a:gd name="T0" fmla="*/ 230 w 294"/>
                <a:gd name="T1" fmla="*/ 0 h 224"/>
                <a:gd name="T2" fmla="*/ 247 w 294"/>
                <a:gd name="T3" fmla="*/ 3 h 224"/>
                <a:gd name="T4" fmla="*/ 262 w 294"/>
                <a:gd name="T5" fmla="*/ 9 h 224"/>
                <a:gd name="T6" fmla="*/ 275 w 294"/>
                <a:gd name="T7" fmla="*/ 19 h 224"/>
                <a:gd name="T8" fmla="*/ 286 w 294"/>
                <a:gd name="T9" fmla="*/ 33 h 224"/>
                <a:gd name="T10" fmla="*/ 292 w 294"/>
                <a:gd name="T11" fmla="*/ 48 h 224"/>
                <a:gd name="T12" fmla="*/ 294 w 294"/>
                <a:gd name="T13" fmla="*/ 65 h 224"/>
                <a:gd name="T14" fmla="*/ 292 w 294"/>
                <a:gd name="T15" fmla="*/ 80 h 224"/>
                <a:gd name="T16" fmla="*/ 286 w 294"/>
                <a:gd name="T17" fmla="*/ 96 h 224"/>
                <a:gd name="T18" fmla="*/ 275 w 294"/>
                <a:gd name="T19" fmla="*/ 110 h 224"/>
                <a:gd name="T20" fmla="*/ 263 w 294"/>
                <a:gd name="T21" fmla="*/ 120 h 224"/>
                <a:gd name="T22" fmla="*/ 96 w 294"/>
                <a:gd name="T23" fmla="*/ 215 h 224"/>
                <a:gd name="T24" fmla="*/ 80 w 294"/>
                <a:gd name="T25" fmla="*/ 221 h 224"/>
                <a:gd name="T26" fmla="*/ 64 w 294"/>
                <a:gd name="T27" fmla="*/ 224 h 224"/>
                <a:gd name="T28" fmla="*/ 47 w 294"/>
                <a:gd name="T29" fmla="*/ 221 h 224"/>
                <a:gd name="T30" fmla="*/ 32 w 294"/>
                <a:gd name="T31" fmla="*/ 216 h 224"/>
                <a:gd name="T32" fmla="*/ 19 w 294"/>
                <a:gd name="T33" fmla="*/ 205 h 224"/>
                <a:gd name="T34" fmla="*/ 8 w 294"/>
                <a:gd name="T35" fmla="*/ 192 h 224"/>
                <a:gd name="T36" fmla="*/ 2 w 294"/>
                <a:gd name="T37" fmla="*/ 176 h 224"/>
                <a:gd name="T38" fmla="*/ 0 w 294"/>
                <a:gd name="T39" fmla="*/ 159 h 224"/>
                <a:gd name="T40" fmla="*/ 2 w 294"/>
                <a:gd name="T41" fmla="*/ 144 h 224"/>
                <a:gd name="T42" fmla="*/ 8 w 294"/>
                <a:gd name="T43" fmla="*/ 128 h 224"/>
                <a:gd name="T44" fmla="*/ 18 w 294"/>
                <a:gd name="T45" fmla="*/ 116 h 224"/>
                <a:gd name="T46" fmla="*/ 31 w 294"/>
                <a:gd name="T47" fmla="*/ 105 h 224"/>
                <a:gd name="T48" fmla="*/ 198 w 294"/>
                <a:gd name="T49" fmla="*/ 10 h 224"/>
                <a:gd name="T50" fmla="*/ 215 w 294"/>
                <a:gd name="T51" fmla="*/ 2 h 224"/>
                <a:gd name="T52" fmla="*/ 230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230" y="0"/>
                  </a:moveTo>
                  <a:lnTo>
                    <a:pt x="247" y="3"/>
                  </a:lnTo>
                  <a:lnTo>
                    <a:pt x="262" y="9"/>
                  </a:lnTo>
                  <a:lnTo>
                    <a:pt x="275" y="19"/>
                  </a:lnTo>
                  <a:lnTo>
                    <a:pt x="286" y="33"/>
                  </a:lnTo>
                  <a:lnTo>
                    <a:pt x="292" y="48"/>
                  </a:lnTo>
                  <a:lnTo>
                    <a:pt x="294" y="65"/>
                  </a:lnTo>
                  <a:lnTo>
                    <a:pt x="292" y="80"/>
                  </a:lnTo>
                  <a:lnTo>
                    <a:pt x="286" y="96"/>
                  </a:lnTo>
                  <a:lnTo>
                    <a:pt x="275" y="110"/>
                  </a:lnTo>
                  <a:lnTo>
                    <a:pt x="263" y="120"/>
                  </a:lnTo>
                  <a:lnTo>
                    <a:pt x="96" y="215"/>
                  </a:lnTo>
                  <a:lnTo>
                    <a:pt x="80" y="221"/>
                  </a:lnTo>
                  <a:lnTo>
                    <a:pt x="64" y="224"/>
                  </a:lnTo>
                  <a:lnTo>
                    <a:pt x="47" y="221"/>
                  </a:lnTo>
                  <a:lnTo>
                    <a:pt x="32" y="216"/>
                  </a:lnTo>
                  <a:lnTo>
                    <a:pt x="19" y="205"/>
                  </a:lnTo>
                  <a:lnTo>
                    <a:pt x="8" y="192"/>
                  </a:lnTo>
                  <a:lnTo>
                    <a:pt x="2" y="176"/>
                  </a:lnTo>
                  <a:lnTo>
                    <a:pt x="0" y="159"/>
                  </a:lnTo>
                  <a:lnTo>
                    <a:pt x="2" y="144"/>
                  </a:lnTo>
                  <a:lnTo>
                    <a:pt x="8" y="128"/>
                  </a:lnTo>
                  <a:lnTo>
                    <a:pt x="18" y="116"/>
                  </a:lnTo>
                  <a:lnTo>
                    <a:pt x="31" y="105"/>
                  </a:lnTo>
                  <a:lnTo>
                    <a:pt x="198" y="10"/>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0" name="Freeform 23"/>
            <p:cNvSpPr>
              <a:spLocks/>
            </p:cNvSpPr>
            <p:nvPr/>
          </p:nvSpPr>
          <p:spPr bwMode="auto">
            <a:xfrm>
              <a:off x="5141913" y="2540000"/>
              <a:ext cx="41275" cy="31750"/>
            </a:xfrm>
            <a:custGeom>
              <a:avLst/>
              <a:gdLst>
                <a:gd name="T0" fmla="*/ 64 w 294"/>
                <a:gd name="T1" fmla="*/ 0 h 224"/>
                <a:gd name="T2" fmla="*/ 80 w 294"/>
                <a:gd name="T3" fmla="*/ 2 h 224"/>
                <a:gd name="T4" fmla="*/ 96 w 294"/>
                <a:gd name="T5" fmla="*/ 10 h 224"/>
                <a:gd name="T6" fmla="*/ 263 w 294"/>
                <a:gd name="T7" fmla="*/ 105 h 224"/>
                <a:gd name="T8" fmla="*/ 276 w 294"/>
                <a:gd name="T9" fmla="*/ 116 h 224"/>
                <a:gd name="T10" fmla="*/ 286 w 294"/>
                <a:gd name="T11" fmla="*/ 128 h 224"/>
                <a:gd name="T12" fmla="*/ 292 w 294"/>
                <a:gd name="T13" fmla="*/ 144 h 224"/>
                <a:gd name="T14" fmla="*/ 294 w 294"/>
                <a:gd name="T15" fmla="*/ 159 h 224"/>
                <a:gd name="T16" fmla="*/ 292 w 294"/>
                <a:gd name="T17" fmla="*/ 176 h 224"/>
                <a:gd name="T18" fmla="*/ 286 w 294"/>
                <a:gd name="T19" fmla="*/ 192 h 224"/>
                <a:gd name="T20" fmla="*/ 275 w 294"/>
                <a:gd name="T21" fmla="*/ 205 h 224"/>
                <a:gd name="T22" fmla="*/ 262 w 294"/>
                <a:gd name="T23" fmla="*/ 216 h 224"/>
                <a:gd name="T24" fmla="*/ 247 w 294"/>
                <a:gd name="T25" fmla="*/ 221 h 224"/>
                <a:gd name="T26" fmla="*/ 230 w 294"/>
                <a:gd name="T27" fmla="*/ 224 h 224"/>
                <a:gd name="T28" fmla="*/ 214 w 294"/>
                <a:gd name="T29" fmla="*/ 221 h 224"/>
                <a:gd name="T30" fmla="*/ 198 w 294"/>
                <a:gd name="T31" fmla="*/ 215 h 224"/>
                <a:gd name="T32" fmla="*/ 31 w 294"/>
                <a:gd name="T33" fmla="*/ 120 h 224"/>
                <a:gd name="T34" fmla="*/ 19 w 294"/>
                <a:gd name="T35" fmla="*/ 110 h 224"/>
                <a:gd name="T36" fmla="*/ 8 w 294"/>
                <a:gd name="T37" fmla="*/ 96 h 224"/>
                <a:gd name="T38" fmla="*/ 2 w 294"/>
                <a:gd name="T39" fmla="*/ 80 h 224"/>
                <a:gd name="T40" fmla="*/ 0 w 294"/>
                <a:gd name="T41" fmla="*/ 65 h 224"/>
                <a:gd name="T42" fmla="*/ 2 w 294"/>
                <a:gd name="T43" fmla="*/ 48 h 224"/>
                <a:gd name="T44" fmla="*/ 8 w 294"/>
                <a:gd name="T45" fmla="*/ 33 h 224"/>
                <a:gd name="T46" fmla="*/ 19 w 294"/>
                <a:gd name="T47" fmla="*/ 19 h 224"/>
                <a:gd name="T48" fmla="*/ 32 w 294"/>
                <a:gd name="T49" fmla="*/ 9 h 224"/>
                <a:gd name="T50" fmla="*/ 47 w 294"/>
                <a:gd name="T51" fmla="*/ 3 h 224"/>
                <a:gd name="T52" fmla="*/ 64 w 294"/>
                <a:gd name="T53"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4">
                  <a:moveTo>
                    <a:pt x="64" y="0"/>
                  </a:moveTo>
                  <a:lnTo>
                    <a:pt x="80" y="2"/>
                  </a:lnTo>
                  <a:lnTo>
                    <a:pt x="96" y="10"/>
                  </a:lnTo>
                  <a:lnTo>
                    <a:pt x="263" y="105"/>
                  </a:lnTo>
                  <a:lnTo>
                    <a:pt x="276" y="116"/>
                  </a:lnTo>
                  <a:lnTo>
                    <a:pt x="286" y="128"/>
                  </a:lnTo>
                  <a:lnTo>
                    <a:pt x="292" y="144"/>
                  </a:lnTo>
                  <a:lnTo>
                    <a:pt x="294" y="159"/>
                  </a:lnTo>
                  <a:lnTo>
                    <a:pt x="292" y="176"/>
                  </a:lnTo>
                  <a:lnTo>
                    <a:pt x="286" y="192"/>
                  </a:lnTo>
                  <a:lnTo>
                    <a:pt x="275" y="205"/>
                  </a:lnTo>
                  <a:lnTo>
                    <a:pt x="262" y="216"/>
                  </a:lnTo>
                  <a:lnTo>
                    <a:pt x="247" y="221"/>
                  </a:lnTo>
                  <a:lnTo>
                    <a:pt x="230" y="224"/>
                  </a:lnTo>
                  <a:lnTo>
                    <a:pt x="214" y="221"/>
                  </a:lnTo>
                  <a:lnTo>
                    <a:pt x="198" y="215"/>
                  </a:lnTo>
                  <a:lnTo>
                    <a:pt x="31" y="120"/>
                  </a:lnTo>
                  <a:lnTo>
                    <a:pt x="19" y="110"/>
                  </a:lnTo>
                  <a:lnTo>
                    <a:pt x="8" y="96"/>
                  </a:lnTo>
                  <a:lnTo>
                    <a:pt x="2" y="80"/>
                  </a:lnTo>
                  <a:lnTo>
                    <a:pt x="0" y="65"/>
                  </a:lnTo>
                  <a:lnTo>
                    <a:pt x="2" y="48"/>
                  </a:lnTo>
                  <a:lnTo>
                    <a:pt x="8" y="33"/>
                  </a:lnTo>
                  <a:lnTo>
                    <a:pt x="19" y="19"/>
                  </a:lnTo>
                  <a:lnTo>
                    <a:pt x="32" y="9"/>
                  </a:lnTo>
                  <a:lnTo>
                    <a:pt x="47" y="3"/>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1" name="Freeform 24"/>
            <p:cNvSpPr>
              <a:spLocks/>
            </p:cNvSpPr>
            <p:nvPr/>
          </p:nvSpPr>
          <p:spPr bwMode="auto">
            <a:xfrm>
              <a:off x="5165726" y="2449513"/>
              <a:ext cx="46038" cy="19050"/>
            </a:xfrm>
            <a:custGeom>
              <a:avLst/>
              <a:gdLst>
                <a:gd name="T0" fmla="*/ 64 w 321"/>
                <a:gd name="T1" fmla="*/ 0 h 128"/>
                <a:gd name="T2" fmla="*/ 257 w 321"/>
                <a:gd name="T3" fmla="*/ 0 h 128"/>
                <a:gd name="T4" fmla="*/ 274 w 321"/>
                <a:gd name="T5" fmla="*/ 4 h 128"/>
                <a:gd name="T6" fmla="*/ 290 w 321"/>
                <a:gd name="T7" fmla="*/ 10 h 128"/>
                <a:gd name="T8" fmla="*/ 302 w 321"/>
                <a:gd name="T9" fmla="*/ 19 h 128"/>
                <a:gd name="T10" fmla="*/ 312 w 321"/>
                <a:gd name="T11" fmla="*/ 33 h 128"/>
                <a:gd name="T12" fmla="*/ 319 w 321"/>
                <a:gd name="T13" fmla="*/ 47 h 128"/>
                <a:gd name="T14" fmla="*/ 321 w 321"/>
                <a:gd name="T15" fmla="*/ 65 h 128"/>
                <a:gd name="T16" fmla="*/ 319 w 321"/>
                <a:gd name="T17" fmla="*/ 82 h 128"/>
                <a:gd name="T18" fmla="*/ 312 w 321"/>
                <a:gd name="T19" fmla="*/ 96 h 128"/>
                <a:gd name="T20" fmla="*/ 302 w 321"/>
                <a:gd name="T21" fmla="*/ 110 h 128"/>
                <a:gd name="T22" fmla="*/ 290 w 321"/>
                <a:gd name="T23" fmla="*/ 119 h 128"/>
                <a:gd name="T24" fmla="*/ 274 w 321"/>
                <a:gd name="T25" fmla="*/ 126 h 128"/>
                <a:gd name="T26" fmla="*/ 257 w 321"/>
                <a:gd name="T27" fmla="*/ 128 h 128"/>
                <a:gd name="T28" fmla="*/ 64 w 321"/>
                <a:gd name="T29" fmla="*/ 128 h 128"/>
                <a:gd name="T30" fmla="*/ 48 w 321"/>
                <a:gd name="T31" fmla="*/ 126 h 128"/>
                <a:gd name="T32" fmla="*/ 32 w 321"/>
                <a:gd name="T33" fmla="*/ 119 h 128"/>
                <a:gd name="T34" fmla="*/ 19 w 321"/>
                <a:gd name="T35" fmla="*/ 110 h 128"/>
                <a:gd name="T36" fmla="*/ 9 w 321"/>
                <a:gd name="T37" fmla="*/ 96 h 128"/>
                <a:gd name="T38" fmla="*/ 3 w 321"/>
                <a:gd name="T39" fmla="*/ 82 h 128"/>
                <a:gd name="T40" fmla="*/ 0 w 321"/>
                <a:gd name="T41" fmla="*/ 65 h 128"/>
                <a:gd name="T42" fmla="*/ 3 w 321"/>
                <a:gd name="T43" fmla="*/ 47 h 128"/>
                <a:gd name="T44" fmla="*/ 9 w 321"/>
                <a:gd name="T45" fmla="*/ 33 h 128"/>
                <a:gd name="T46" fmla="*/ 19 w 321"/>
                <a:gd name="T47" fmla="*/ 19 h 128"/>
                <a:gd name="T48" fmla="*/ 32 w 321"/>
                <a:gd name="T49" fmla="*/ 10 h 128"/>
                <a:gd name="T50" fmla="*/ 48 w 321"/>
                <a:gd name="T51" fmla="*/ 4 h 128"/>
                <a:gd name="T52" fmla="*/ 64 w 321"/>
                <a:gd name="T53"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1" h="128">
                  <a:moveTo>
                    <a:pt x="64" y="0"/>
                  </a:moveTo>
                  <a:lnTo>
                    <a:pt x="257" y="0"/>
                  </a:lnTo>
                  <a:lnTo>
                    <a:pt x="274" y="4"/>
                  </a:lnTo>
                  <a:lnTo>
                    <a:pt x="290" y="10"/>
                  </a:lnTo>
                  <a:lnTo>
                    <a:pt x="302" y="19"/>
                  </a:lnTo>
                  <a:lnTo>
                    <a:pt x="312" y="33"/>
                  </a:lnTo>
                  <a:lnTo>
                    <a:pt x="319" y="47"/>
                  </a:lnTo>
                  <a:lnTo>
                    <a:pt x="321" y="65"/>
                  </a:lnTo>
                  <a:lnTo>
                    <a:pt x="319" y="82"/>
                  </a:lnTo>
                  <a:lnTo>
                    <a:pt x="312" y="96"/>
                  </a:lnTo>
                  <a:lnTo>
                    <a:pt x="302" y="110"/>
                  </a:lnTo>
                  <a:lnTo>
                    <a:pt x="290" y="119"/>
                  </a:lnTo>
                  <a:lnTo>
                    <a:pt x="274" y="126"/>
                  </a:lnTo>
                  <a:lnTo>
                    <a:pt x="257" y="128"/>
                  </a:lnTo>
                  <a:lnTo>
                    <a:pt x="64" y="128"/>
                  </a:lnTo>
                  <a:lnTo>
                    <a:pt x="48" y="126"/>
                  </a:lnTo>
                  <a:lnTo>
                    <a:pt x="32" y="119"/>
                  </a:lnTo>
                  <a:lnTo>
                    <a:pt x="19" y="110"/>
                  </a:lnTo>
                  <a:lnTo>
                    <a:pt x="9" y="96"/>
                  </a:lnTo>
                  <a:lnTo>
                    <a:pt x="3" y="82"/>
                  </a:lnTo>
                  <a:lnTo>
                    <a:pt x="0" y="65"/>
                  </a:lnTo>
                  <a:lnTo>
                    <a:pt x="3" y="47"/>
                  </a:lnTo>
                  <a:lnTo>
                    <a:pt x="9" y="33"/>
                  </a:lnTo>
                  <a:lnTo>
                    <a:pt x="19" y="19"/>
                  </a:lnTo>
                  <a:lnTo>
                    <a:pt x="32" y="10"/>
                  </a:lnTo>
                  <a:lnTo>
                    <a:pt x="48" y="4"/>
                  </a:lnTo>
                  <a:lnTo>
                    <a:pt x="6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2" name="Freeform 25"/>
            <p:cNvSpPr>
              <a:spLocks/>
            </p:cNvSpPr>
            <p:nvPr/>
          </p:nvSpPr>
          <p:spPr bwMode="auto">
            <a:xfrm>
              <a:off x="5141913" y="2346325"/>
              <a:ext cx="41275" cy="33338"/>
            </a:xfrm>
            <a:custGeom>
              <a:avLst/>
              <a:gdLst>
                <a:gd name="T0" fmla="*/ 230 w 294"/>
                <a:gd name="T1" fmla="*/ 0 h 222"/>
                <a:gd name="T2" fmla="*/ 247 w 294"/>
                <a:gd name="T3" fmla="*/ 2 h 222"/>
                <a:gd name="T4" fmla="*/ 262 w 294"/>
                <a:gd name="T5" fmla="*/ 8 h 222"/>
                <a:gd name="T6" fmla="*/ 275 w 294"/>
                <a:gd name="T7" fmla="*/ 18 h 222"/>
                <a:gd name="T8" fmla="*/ 286 w 294"/>
                <a:gd name="T9" fmla="*/ 31 h 222"/>
                <a:gd name="T10" fmla="*/ 292 w 294"/>
                <a:gd name="T11" fmla="*/ 47 h 222"/>
                <a:gd name="T12" fmla="*/ 294 w 294"/>
                <a:gd name="T13" fmla="*/ 63 h 222"/>
                <a:gd name="T14" fmla="*/ 292 w 294"/>
                <a:gd name="T15" fmla="*/ 80 h 222"/>
                <a:gd name="T16" fmla="*/ 286 w 294"/>
                <a:gd name="T17" fmla="*/ 95 h 222"/>
                <a:gd name="T18" fmla="*/ 276 w 294"/>
                <a:gd name="T19" fmla="*/ 108 h 222"/>
                <a:gd name="T20" fmla="*/ 263 w 294"/>
                <a:gd name="T21" fmla="*/ 118 h 222"/>
                <a:gd name="T22" fmla="*/ 96 w 294"/>
                <a:gd name="T23" fmla="*/ 213 h 222"/>
                <a:gd name="T24" fmla="*/ 80 w 294"/>
                <a:gd name="T25" fmla="*/ 220 h 222"/>
                <a:gd name="T26" fmla="*/ 64 w 294"/>
                <a:gd name="T27" fmla="*/ 222 h 222"/>
                <a:gd name="T28" fmla="*/ 48 w 294"/>
                <a:gd name="T29" fmla="*/ 220 h 222"/>
                <a:gd name="T30" fmla="*/ 32 w 294"/>
                <a:gd name="T31" fmla="*/ 214 h 222"/>
                <a:gd name="T32" fmla="*/ 19 w 294"/>
                <a:gd name="T33" fmla="*/ 204 h 222"/>
                <a:gd name="T34" fmla="*/ 8 w 294"/>
                <a:gd name="T35" fmla="*/ 190 h 222"/>
                <a:gd name="T36" fmla="*/ 2 w 294"/>
                <a:gd name="T37" fmla="*/ 175 h 222"/>
                <a:gd name="T38" fmla="*/ 0 w 294"/>
                <a:gd name="T39" fmla="*/ 158 h 222"/>
                <a:gd name="T40" fmla="*/ 2 w 294"/>
                <a:gd name="T41" fmla="*/ 142 h 222"/>
                <a:gd name="T42" fmla="*/ 8 w 294"/>
                <a:gd name="T43" fmla="*/ 127 h 222"/>
                <a:gd name="T44" fmla="*/ 19 w 294"/>
                <a:gd name="T45" fmla="*/ 114 h 222"/>
                <a:gd name="T46" fmla="*/ 31 w 294"/>
                <a:gd name="T47" fmla="*/ 103 h 222"/>
                <a:gd name="T48" fmla="*/ 198 w 294"/>
                <a:gd name="T49" fmla="*/ 8 h 222"/>
                <a:gd name="T50" fmla="*/ 215 w 294"/>
                <a:gd name="T51" fmla="*/ 2 h 222"/>
                <a:gd name="T52" fmla="*/ 230 w 294"/>
                <a:gd name="T5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4" h="222">
                  <a:moveTo>
                    <a:pt x="230" y="0"/>
                  </a:moveTo>
                  <a:lnTo>
                    <a:pt x="247" y="2"/>
                  </a:lnTo>
                  <a:lnTo>
                    <a:pt x="262" y="8"/>
                  </a:lnTo>
                  <a:lnTo>
                    <a:pt x="275" y="18"/>
                  </a:lnTo>
                  <a:lnTo>
                    <a:pt x="286" y="31"/>
                  </a:lnTo>
                  <a:lnTo>
                    <a:pt x="292" y="47"/>
                  </a:lnTo>
                  <a:lnTo>
                    <a:pt x="294" y="63"/>
                  </a:lnTo>
                  <a:lnTo>
                    <a:pt x="292" y="80"/>
                  </a:lnTo>
                  <a:lnTo>
                    <a:pt x="286" y="95"/>
                  </a:lnTo>
                  <a:lnTo>
                    <a:pt x="276" y="108"/>
                  </a:lnTo>
                  <a:lnTo>
                    <a:pt x="263" y="118"/>
                  </a:lnTo>
                  <a:lnTo>
                    <a:pt x="96" y="213"/>
                  </a:lnTo>
                  <a:lnTo>
                    <a:pt x="80" y="220"/>
                  </a:lnTo>
                  <a:lnTo>
                    <a:pt x="64" y="222"/>
                  </a:lnTo>
                  <a:lnTo>
                    <a:pt x="48" y="220"/>
                  </a:lnTo>
                  <a:lnTo>
                    <a:pt x="32" y="214"/>
                  </a:lnTo>
                  <a:lnTo>
                    <a:pt x="19" y="204"/>
                  </a:lnTo>
                  <a:lnTo>
                    <a:pt x="8" y="190"/>
                  </a:lnTo>
                  <a:lnTo>
                    <a:pt x="2" y="175"/>
                  </a:lnTo>
                  <a:lnTo>
                    <a:pt x="0" y="158"/>
                  </a:lnTo>
                  <a:lnTo>
                    <a:pt x="2" y="142"/>
                  </a:lnTo>
                  <a:lnTo>
                    <a:pt x="8" y="127"/>
                  </a:lnTo>
                  <a:lnTo>
                    <a:pt x="19" y="114"/>
                  </a:lnTo>
                  <a:lnTo>
                    <a:pt x="31" y="103"/>
                  </a:lnTo>
                  <a:lnTo>
                    <a:pt x="198" y="8"/>
                  </a:lnTo>
                  <a:lnTo>
                    <a:pt x="215" y="2"/>
                  </a:lnTo>
                  <a:lnTo>
                    <a:pt x="2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3" name="Freeform 26"/>
            <p:cNvSpPr>
              <a:spLocks/>
            </p:cNvSpPr>
            <p:nvPr/>
          </p:nvSpPr>
          <p:spPr bwMode="auto">
            <a:xfrm>
              <a:off x="5075238" y="2271713"/>
              <a:ext cx="31750" cy="41275"/>
            </a:xfrm>
            <a:custGeom>
              <a:avLst/>
              <a:gdLst>
                <a:gd name="T0" fmla="*/ 159 w 224"/>
                <a:gd name="T1" fmla="*/ 0 h 292"/>
                <a:gd name="T2" fmla="*/ 176 w 224"/>
                <a:gd name="T3" fmla="*/ 2 h 292"/>
                <a:gd name="T4" fmla="*/ 192 w 224"/>
                <a:gd name="T5" fmla="*/ 9 h 292"/>
                <a:gd name="T6" fmla="*/ 205 w 224"/>
                <a:gd name="T7" fmla="*/ 19 h 292"/>
                <a:gd name="T8" fmla="*/ 216 w 224"/>
                <a:gd name="T9" fmla="*/ 32 h 292"/>
                <a:gd name="T10" fmla="*/ 222 w 224"/>
                <a:gd name="T11" fmla="*/ 48 h 292"/>
                <a:gd name="T12" fmla="*/ 224 w 224"/>
                <a:gd name="T13" fmla="*/ 63 h 292"/>
                <a:gd name="T14" fmla="*/ 222 w 224"/>
                <a:gd name="T15" fmla="*/ 80 h 292"/>
                <a:gd name="T16" fmla="*/ 216 w 224"/>
                <a:gd name="T17" fmla="*/ 95 h 292"/>
                <a:gd name="T18" fmla="*/ 119 w 224"/>
                <a:gd name="T19" fmla="*/ 261 h 292"/>
                <a:gd name="T20" fmla="*/ 109 w 224"/>
                <a:gd name="T21" fmla="*/ 274 h 292"/>
                <a:gd name="T22" fmla="*/ 95 w 224"/>
                <a:gd name="T23" fmla="*/ 285 h 292"/>
                <a:gd name="T24" fmla="*/ 81 w 224"/>
                <a:gd name="T25" fmla="*/ 290 h 292"/>
                <a:gd name="T26" fmla="*/ 64 w 224"/>
                <a:gd name="T27" fmla="*/ 292 h 292"/>
                <a:gd name="T28" fmla="*/ 48 w 224"/>
                <a:gd name="T29" fmla="*/ 290 h 292"/>
                <a:gd name="T30" fmla="*/ 32 w 224"/>
                <a:gd name="T31" fmla="*/ 284 h 292"/>
                <a:gd name="T32" fmla="*/ 18 w 224"/>
                <a:gd name="T33" fmla="*/ 273 h 292"/>
                <a:gd name="T34" fmla="*/ 8 w 224"/>
                <a:gd name="T35" fmla="*/ 261 h 292"/>
                <a:gd name="T36" fmla="*/ 2 w 224"/>
                <a:gd name="T37" fmla="*/ 245 h 292"/>
                <a:gd name="T38" fmla="*/ 0 w 224"/>
                <a:gd name="T39" fmla="*/ 230 h 292"/>
                <a:gd name="T40" fmla="*/ 2 w 224"/>
                <a:gd name="T41" fmla="*/ 213 h 292"/>
                <a:gd name="T42" fmla="*/ 8 w 224"/>
                <a:gd name="T43" fmla="*/ 197 h 292"/>
                <a:gd name="T44" fmla="*/ 105 w 224"/>
                <a:gd name="T45" fmla="*/ 32 h 292"/>
                <a:gd name="T46" fmla="*/ 115 w 224"/>
                <a:gd name="T47" fmla="*/ 18 h 292"/>
                <a:gd name="T48" fmla="*/ 129 w 224"/>
                <a:gd name="T49" fmla="*/ 8 h 292"/>
                <a:gd name="T50" fmla="*/ 144 w 224"/>
                <a:gd name="T51" fmla="*/ 2 h 292"/>
                <a:gd name="T52" fmla="*/ 159 w 224"/>
                <a:gd name="T53"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4" h="292">
                  <a:moveTo>
                    <a:pt x="159" y="0"/>
                  </a:moveTo>
                  <a:lnTo>
                    <a:pt x="176" y="2"/>
                  </a:lnTo>
                  <a:lnTo>
                    <a:pt x="192" y="9"/>
                  </a:lnTo>
                  <a:lnTo>
                    <a:pt x="205" y="19"/>
                  </a:lnTo>
                  <a:lnTo>
                    <a:pt x="216" y="32"/>
                  </a:lnTo>
                  <a:lnTo>
                    <a:pt x="222" y="48"/>
                  </a:lnTo>
                  <a:lnTo>
                    <a:pt x="224" y="63"/>
                  </a:lnTo>
                  <a:lnTo>
                    <a:pt x="222" y="80"/>
                  </a:lnTo>
                  <a:lnTo>
                    <a:pt x="216" y="95"/>
                  </a:lnTo>
                  <a:lnTo>
                    <a:pt x="119" y="261"/>
                  </a:lnTo>
                  <a:lnTo>
                    <a:pt x="109" y="274"/>
                  </a:lnTo>
                  <a:lnTo>
                    <a:pt x="95" y="285"/>
                  </a:lnTo>
                  <a:lnTo>
                    <a:pt x="81" y="290"/>
                  </a:lnTo>
                  <a:lnTo>
                    <a:pt x="64" y="292"/>
                  </a:lnTo>
                  <a:lnTo>
                    <a:pt x="48" y="290"/>
                  </a:lnTo>
                  <a:lnTo>
                    <a:pt x="32" y="284"/>
                  </a:lnTo>
                  <a:lnTo>
                    <a:pt x="18" y="273"/>
                  </a:lnTo>
                  <a:lnTo>
                    <a:pt x="8" y="261"/>
                  </a:lnTo>
                  <a:lnTo>
                    <a:pt x="2" y="245"/>
                  </a:lnTo>
                  <a:lnTo>
                    <a:pt x="0" y="230"/>
                  </a:lnTo>
                  <a:lnTo>
                    <a:pt x="2" y="213"/>
                  </a:lnTo>
                  <a:lnTo>
                    <a:pt x="8" y="197"/>
                  </a:lnTo>
                  <a:lnTo>
                    <a:pt x="105" y="32"/>
                  </a:lnTo>
                  <a:lnTo>
                    <a:pt x="115" y="18"/>
                  </a:lnTo>
                  <a:lnTo>
                    <a:pt x="129" y="8"/>
                  </a:lnTo>
                  <a:lnTo>
                    <a:pt x="144" y="2"/>
                  </a:lnTo>
                  <a:lnTo>
                    <a:pt x="1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4" name="Freeform 27"/>
            <p:cNvSpPr>
              <a:spLocks/>
            </p:cNvSpPr>
            <p:nvPr/>
          </p:nvSpPr>
          <p:spPr bwMode="auto">
            <a:xfrm>
              <a:off x="4972051" y="2382838"/>
              <a:ext cx="44450" cy="142875"/>
            </a:xfrm>
            <a:custGeom>
              <a:avLst/>
              <a:gdLst>
                <a:gd name="T0" fmla="*/ 154 w 308"/>
                <a:gd name="T1" fmla="*/ 0 h 991"/>
                <a:gd name="T2" fmla="*/ 186 w 308"/>
                <a:gd name="T3" fmla="*/ 2 h 991"/>
                <a:gd name="T4" fmla="*/ 213 w 308"/>
                <a:gd name="T5" fmla="*/ 8 h 991"/>
                <a:gd name="T6" fmla="*/ 238 w 308"/>
                <a:gd name="T7" fmla="*/ 17 h 991"/>
                <a:gd name="T8" fmla="*/ 259 w 308"/>
                <a:gd name="T9" fmla="*/ 30 h 991"/>
                <a:gd name="T10" fmla="*/ 277 w 308"/>
                <a:gd name="T11" fmla="*/ 47 h 991"/>
                <a:gd name="T12" fmla="*/ 291 w 308"/>
                <a:gd name="T13" fmla="*/ 67 h 991"/>
                <a:gd name="T14" fmla="*/ 301 w 308"/>
                <a:gd name="T15" fmla="*/ 91 h 991"/>
                <a:gd name="T16" fmla="*/ 306 w 308"/>
                <a:gd name="T17" fmla="*/ 119 h 991"/>
                <a:gd name="T18" fmla="*/ 308 w 308"/>
                <a:gd name="T19" fmla="*/ 150 h 991"/>
                <a:gd name="T20" fmla="*/ 308 w 308"/>
                <a:gd name="T21" fmla="*/ 375 h 991"/>
                <a:gd name="T22" fmla="*/ 307 w 308"/>
                <a:gd name="T23" fmla="*/ 405 h 991"/>
                <a:gd name="T24" fmla="*/ 304 w 308"/>
                <a:gd name="T25" fmla="*/ 435 h 991"/>
                <a:gd name="T26" fmla="*/ 301 w 308"/>
                <a:gd name="T27" fmla="*/ 466 h 991"/>
                <a:gd name="T28" fmla="*/ 240 w 308"/>
                <a:gd name="T29" fmla="*/ 920 h 991"/>
                <a:gd name="T30" fmla="*/ 236 w 308"/>
                <a:gd name="T31" fmla="*/ 942 h 991"/>
                <a:gd name="T32" fmla="*/ 229 w 308"/>
                <a:gd name="T33" fmla="*/ 959 h 991"/>
                <a:gd name="T34" fmla="*/ 219 w 308"/>
                <a:gd name="T35" fmla="*/ 972 h 991"/>
                <a:gd name="T36" fmla="*/ 207 w 308"/>
                <a:gd name="T37" fmla="*/ 981 h 991"/>
                <a:gd name="T38" fmla="*/ 192 w 308"/>
                <a:gd name="T39" fmla="*/ 987 h 991"/>
                <a:gd name="T40" fmla="*/ 174 w 308"/>
                <a:gd name="T41" fmla="*/ 990 h 991"/>
                <a:gd name="T42" fmla="*/ 154 w 308"/>
                <a:gd name="T43" fmla="*/ 991 h 991"/>
                <a:gd name="T44" fmla="*/ 135 w 308"/>
                <a:gd name="T45" fmla="*/ 990 h 991"/>
                <a:gd name="T46" fmla="*/ 117 w 308"/>
                <a:gd name="T47" fmla="*/ 987 h 991"/>
                <a:gd name="T48" fmla="*/ 102 w 308"/>
                <a:gd name="T49" fmla="*/ 981 h 991"/>
                <a:gd name="T50" fmla="*/ 90 w 308"/>
                <a:gd name="T51" fmla="*/ 972 h 991"/>
                <a:gd name="T52" fmla="*/ 80 w 308"/>
                <a:gd name="T53" fmla="*/ 959 h 991"/>
                <a:gd name="T54" fmla="*/ 73 w 308"/>
                <a:gd name="T55" fmla="*/ 942 h 991"/>
                <a:gd name="T56" fmla="*/ 69 w 308"/>
                <a:gd name="T57" fmla="*/ 920 h 991"/>
                <a:gd name="T58" fmla="*/ 8 w 308"/>
                <a:gd name="T59" fmla="*/ 466 h 991"/>
                <a:gd name="T60" fmla="*/ 5 w 308"/>
                <a:gd name="T61" fmla="*/ 435 h 991"/>
                <a:gd name="T62" fmla="*/ 2 w 308"/>
                <a:gd name="T63" fmla="*/ 405 h 991"/>
                <a:gd name="T64" fmla="*/ 0 w 308"/>
                <a:gd name="T65" fmla="*/ 375 h 991"/>
                <a:gd name="T66" fmla="*/ 0 w 308"/>
                <a:gd name="T67" fmla="*/ 150 h 991"/>
                <a:gd name="T68" fmla="*/ 3 w 308"/>
                <a:gd name="T69" fmla="*/ 119 h 991"/>
                <a:gd name="T70" fmla="*/ 8 w 308"/>
                <a:gd name="T71" fmla="*/ 91 h 991"/>
                <a:gd name="T72" fmla="*/ 18 w 308"/>
                <a:gd name="T73" fmla="*/ 67 h 991"/>
                <a:gd name="T74" fmla="*/ 32 w 308"/>
                <a:gd name="T75" fmla="*/ 47 h 991"/>
                <a:gd name="T76" fmla="*/ 50 w 308"/>
                <a:gd name="T77" fmla="*/ 30 h 991"/>
                <a:gd name="T78" fmla="*/ 71 w 308"/>
                <a:gd name="T79" fmla="*/ 17 h 991"/>
                <a:gd name="T80" fmla="*/ 96 w 308"/>
                <a:gd name="T81" fmla="*/ 8 h 991"/>
                <a:gd name="T82" fmla="*/ 123 w 308"/>
                <a:gd name="T83" fmla="*/ 2 h 991"/>
                <a:gd name="T84" fmla="*/ 154 w 308"/>
                <a:gd name="T85" fmla="*/ 0 h 9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8" h="991">
                  <a:moveTo>
                    <a:pt x="154" y="0"/>
                  </a:moveTo>
                  <a:lnTo>
                    <a:pt x="186" y="2"/>
                  </a:lnTo>
                  <a:lnTo>
                    <a:pt x="213" y="8"/>
                  </a:lnTo>
                  <a:lnTo>
                    <a:pt x="238" y="17"/>
                  </a:lnTo>
                  <a:lnTo>
                    <a:pt x="259" y="30"/>
                  </a:lnTo>
                  <a:lnTo>
                    <a:pt x="277" y="47"/>
                  </a:lnTo>
                  <a:lnTo>
                    <a:pt x="291" y="67"/>
                  </a:lnTo>
                  <a:lnTo>
                    <a:pt x="301" y="91"/>
                  </a:lnTo>
                  <a:lnTo>
                    <a:pt x="306" y="119"/>
                  </a:lnTo>
                  <a:lnTo>
                    <a:pt x="308" y="150"/>
                  </a:lnTo>
                  <a:lnTo>
                    <a:pt x="308" y="375"/>
                  </a:lnTo>
                  <a:lnTo>
                    <a:pt x="307" y="405"/>
                  </a:lnTo>
                  <a:lnTo>
                    <a:pt x="304" y="435"/>
                  </a:lnTo>
                  <a:lnTo>
                    <a:pt x="301" y="466"/>
                  </a:lnTo>
                  <a:lnTo>
                    <a:pt x="240" y="920"/>
                  </a:lnTo>
                  <a:lnTo>
                    <a:pt x="236" y="942"/>
                  </a:lnTo>
                  <a:lnTo>
                    <a:pt x="229" y="959"/>
                  </a:lnTo>
                  <a:lnTo>
                    <a:pt x="219" y="972"/>
                  </a:lnTo>
                  <a:lnTo>
                    <a:pt x="207" y="981"/>
                  </a:lnTo>
                  <a:lnTo>
                    <a:pt x="192" y="987"/>
                  </a:lnTo>
                  <a:lnTo>
                    <a:pt x="174" y="990"/>
                  </a:lnTo>
                  <a:lnTo>
                    <a:pt x="154" y="991"/>
                  </a:lnTo>
                  <a:lnTo>
                    <a:pt x="135" y="990"/>
                  </a:lnTo>
                  <a:lnTo>
                    <a:pt x="117" y="987"/>
                  </a:lnTo>
                  <a:lnTo>
                    <a:pt x="102" y="981"/>
                  </a:lnTo>
                  <a:lnTo>
                    <a:pt x="90" y="972"/>
                  </a:lnTo>
                  <a:lnTo>
                    <a:pt x="80" y="959"/>
                  </a:lnTo>
                  <a:lnTo>
                    <a:pt x="73" y="942"/>
                  </a:lnTo>
                  <a:lnTo>
                    <a:pt x="69" y="920"/>
                  </a:lnTo>
                  <a:lnTo>
                    <a:pt x="8" y="466"/>
                  </a:lnTo>
                  <a:lnTo>
                    <a:pt x="5" y="435"/>
                  </a:lnTo>
                  <a:lnTo>
                    <a:pt x="2" y="405"/>
                  </a:lnTo>
                  <a:lnTo>
                    <a:pt x="0" y="375"/>
                  </a:lnTo>
                  <a:lnTo>
                    <a:pt x="0" y="150"/>
                  </a:lnTo>
                  <a:lnTo>
                    <a:pt x="3" y="119"/>
                  </a:lnTo>
                  <a:lnTo>
                    <a:pt x="8" y="91"/>
                  </a:lnTo>
                  <a:lnTo>
                    <a:pt x="18" y="67"/>
                  </a:lnTo>
                  <a:lnTo>
                    <a:pt x="32" y="47"/>
                  </a:lnTo>
                  <a:lnTo>
                    <a:pt x="50" y="30"/>
                  </a:lnTo>
                  <a:lnTo>
                    <a:pt x="71" y="17"/>
                  </a:lnTo>
                  <a:lnTo>
                    <a:pt x="96" y="8"/>
                  </a:lnTo>
                  <a:lnTo>
                    <a:pt x="123" y="2"/>
                  </a:lnTo>
                  <a:lnTo>
                    <a:pt x="1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85" name="Freeform 28"/>
            <p:cNvSpPr>
              <a:spLocks/>
            </p:cNvSpPr>
            <p:nvPr/>
          </p:nvSpPr>
          <p:spPr bwMode="auto">
            <a:xfrm>
              <a:off x="4970463" y="2543175"/>
              <a:ext cx="47625" cy="46038"/>
            </a:xfrm>
            <a:custGeom>
              <a:avLst/>
              <a:gdLst>
                <a:gd name="T0" fmla="*/ 160 w 321"/>
                <a:gd name="T1" fmla="*/ 0 h 319"/>
                <a:gd name="T2" fmla="*/ 193 w 321"/>
                <a:gd name="T3" fmla="*/ 4 h 319"/>
                <a:gd name="T4" fmla="*/ 222 w 321"/>
                <a:gd name="T5" fmla="*/ 14 h 319"/>
                <a:gd name="T6" fmla="*/ 250 w 321"/>
                <a:gd name="T7" fmla="*/ 28 h 319"/>
                <a:gd name="T8" fmla="*/ 274 w 321"/>
                <a:gd name="T9" fmla="*/ 47 h 319"/>
                <a:gd name="T10" fmla="*/ 294 w 321"/>
                <a:gd name="T11" fmla="*/ 71 h 319"/>
                <a:gd name="T12" fmla="*/ 308 w 321"/>
                <a:gd name="T13" fmla="*/ 98 h 319"/>
                <a:gd name="T14" fmla="*/ 318 w 321"/>
                <a:gd name="T15" fmla="*/ 128 h 319"/>
                <a:gd name="T16" fmla="*/ 321 w 321"/>
                <a:gd name="T17" fmla="*/ 159 h 319"/>
                <a:gd name="T18" fmla="*/ 318 w 321"/>
                <a:gd name="T19" fmla="*/ 192 h 319"/>
                <a:gd name="T20" fmla="*/ 308 w 321"/>
                <a:gd name="T21" fmla="*/ 222 h 319"/>
                <a:gd name="T22" fmla="*/ 294 w 321"/>
                <a:gd name="T23" fmla="*/ 249 h 319"/>
                <a:gd name="T24" fmla="*/ 274 w 321"/>
                <a:gd name="T25" fmla="*/ 272 h 319"/>
                <a:gd name="T26" fmla="*/ 250 w 321"/>
                <a:gd name="T27" fmla="*/ 291 h 319"/>
                <a:gd name="T28" fmla="*/ 222 w 321"/>
                <a:gd name="T29" fmla="*/ 306 h 319"/>
                <a:gd name="T30" fmla="*/ 193 w 321"/>
                <a:gd name="T31" fmla="*/ 315 h 319"/>
                <a:gd name="T32" fmla="*/ 160 w 321"/>
                <a:gd name="T33" fmla="*/ 319 h 319"/>
                <a:gd name="T34" fmla="*/ 128 w 321"/>
                <a:gd name="T35" fmla="*/ 315 h 319"/>
                <a:gd name="T36" fmla="*/ 99 w 321"/>
                <a:gd name="T37" fmla="*/ 306 h 319"/>
                <a:gd name="T38" fmla="*/ 71 w 321"/>
                <a:gd name="T39" fmla="*/ 291 h 319"/>
                <a:gd name="T40" fmla="*/ 47 w 321"/>
                <a:gd name="T41" fmla="*/ 272 h 319"/>
                <a:gd name="T42" fmla="*/ 27 w 321"/>
                <a:gd name="T43" fmla="*/ 249 h 319"/>
                <a:gd name="T44" fmla="*/ 13 w 321"/>
                <a:gd name="T45" fmla="*/ 222 h 319"/>
                <a:gd name="T46" fmla="*/ 3 w 321"/>
                <a:gd name="T47" fmla="*/ 192 h 319"/>
                <a:gd name="T48" fmla="*/ 0 w 321"/>
                <a:gd name="T49" fmla="*/ 159 h 319"/>
                <a:gd name="T50" fmla="*/ 3 w 321"/>
                <a:gd name="T51" fmla="*/ 128 h 319"/>
                <a:gd name="T52" fmla="*/ 13 w 321"/>
                <a:gd name="T53" fmla="*/ 98 h 319"/>
                <a:gd name="T54" fmla="*/ 27 w 321"/>
                <a:gd name="T55" fmla="*/ 71 h 319"/>
                <a:gd name="T56" fmla="*/ 47 w 321"/>
                <a:gd name="T57" fmla="*/ 47 h 319"/>
                <a:gd name="T58" fmla="*/ 71 w 321"/>
                <a:gd name="T59" fmla="*/ 28 h 319"/>
                <a:gd name="T60" fmla="*/ 99 w 321"/>
                <a:gd name="T61" fmla="*/ 14 h 319"/>
                <a:gd name="T62" fmla="*/ 128 w 321"/>
                <a:gd name="T63" fmla="*/ 4 h 319"/>
                <a:gd name="T64" fmla="*/ 160 w 321"/>
                <a:gd name="T65"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1" h="319">
                  <a:moveTo>
                    <a:pt x="160" y="0"/>
                  </a:moveTo>
                  <a:lnTo>
                    <a:pt x="193" y="4"/>
                  </a:lnTo>
                  <a:lnTo>
                    <a:pt x="222" y="14"/>
                  </a:lnTo>
                  <a:lnTo>
                    <a:pt x="250" y="28"/>
                  </a:lnTo>
                  <a:lnTo>
                    <a:pt x="274" y="47"/>
                  </a:lnTo>
                  <a:lnTo>
                    <a:pt x="294" y="71"/>
                  </a:lnTo>
                  <a:lnTo>
                    <a:pt x="308" y="98"/>
                  </a:lnTo>
                  <a:lnTo>
                    <a:pt x="318" y="128"/>
                  </a:lnTo>
                  <a:lnTo>
                    <a:pt x="321" y="159"/>
                  </a:lnTo>
                  <a:lnTo>
                    <a:pt x="318" y="192"/>
                  </a:lnTo>
                  <a:lnTo>
                    <a:pt x="308" y="222"/>
                  </a:lnTo>
                  <a:lnTo>
                    <a:pt x="294" y="249"/>
                  </a:lnTo>
                  <a:lnTo>
                    <a:pt x="274" y="272"/>
                  </a:lnTo>
                  <a:lnTo>
                    <a:pt x="250" y="291"/>
                  </a:lnTo>
                  <a:lnTo>
                    <a:pt x="222" y="306"/>
                  </a:lnTo>
                  <a:lnTo>
                    <a:pt x="193" y="315"/>
                  </a:lnTo>
                  <a:lnTo>
                    <a:pt x="160" y="319"/>
                  </a:lnTo>
                  <a:lnTo>
                    <a:pt x="128" y="315"/>
                  </a:lnTo>
                  <a:lnTo>
                    <a:pt x="99" y="306"/>
                  </a:lnTo>
                  <a:lnTo>
                    <a:pt x="71" y="291"/>
                  </a:lnTo>
                  <a:lnTo>
                    <a:pt x="47" y="272"/>
                  </a:lnTo>
                  <a:lnTo>
                    <a:pt x="27" y="249"/>
                  </a:lnTo>
                  <a:lnTo>
                    <a:pt x="13" y="222"/>
                  </a:lnTo>
                  <a:lnTo>
                    <a:pt x="3" y="192"/>
                  </a:lnTo>
                  <a:lnTo>
                    <a:pt x="0" y="159"/>
                  </a:lnTo>
                  <a:lnTo>
                    <a:pt x="3" y="128"/>
                  </a:lnTo>
                  <a:lnTo>
                    <a:pt x="13" y="98"/>
                  </a:lnTo>
                  <a:lnTo>
                    <a:pt x="27" y="71"/>
                  </a:lnTo>
                  <a:lnTo>
                    <a:pt x="47" y="47"/>
                  </a:lnTo>
                  <a:lnTo>
                    <a:pt x="71" y="28"/>
                  </a:lnTo>
                  <a:lnTo>
                    <a:pt x="99" y="14"/>
                  </a:lnTo>
                  <a:lnTo>
                    <a:pt x="128" y="4"/>
                  </a:lnTo>
                  <a:lnTo>
                    <a:pt x="16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sp>
        <p:nvSpPr>
          <p:cNvPr id="104" name="Rectangle 13"/>
          <p:cNvSpPr>
            <a:spLocks noChangeArrowheads="1"/>
          </p:cNvSpPr>
          <p:nvPr/>
        </p:nvSpPr>
        <p:spPr bwMode="auto">
          <a:xfrm rot="16200000" flipH="1">
            <a:off x="7156415" y="1579710"/>
            <a:ext cx="4571999" cy="4460606"/>
          </a:xfrm>
          <a:prstGeom prst="rect">
            <a:avLst/>
          </a:prstGeom>
          <a:solidFill>
            <a:schemeClr val="accent1">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400" dirty="0">
              <a:latin typeface="Arial" panose="020B0604020202020204" pitchFamily="34" charset="0"/>
              <a:ea typeface="Calibri" charset="0"/>
              <a:cs typeface="Arial" panose="020B0604020202020204" pitchFamily="34" charset="0"/>
            </a:endParaRPr>
          </a:p>
        </p:txBody>
      </p:sp>
      <p:sp>
        <p:nvSpPr>
          <p:cNvPr id="107" name="TextBox 106"/>
          <p:cNvSpPr txBox="1"/>
          <p:nvPr/>
        </p:nvSpPr>
        <p:spPr>
          <a:xfrm>
            <a:off x="7390717" y="1751468"/>
            <a:ext cx="2475159" cy="338554"/>
          </a:xfrm>
          <a:prstGeom prst="rect">
            <a:avLst/>
          </a:prstGeom>
          <a:noFill/>
        </p:spPr>
        <p:txBody>
          <a:bodyPr wrap="square" rtlCol="0">
            <a:spAutoFit/>
          </a:bodyPr>
          <a:lstStyle/>
          <a:p>
            <a:r>
              <a:rPr lang="en-US" sz="1600" b="1" dirty="0">
                <a:solidFill>
                  <a:schemeClr val="bg1"/>
                </a:solidFill>
                <a:latin typeface="Arial" panose="020B0604020202020204" pitchFamily="34" charset="0"/>
                <a:cs typeface="Arial" panose="020B0604020202020204" pitchFamily="34" charset="0"/>
              </a:rPr>
              <a:t>Confusion Matrix</a:t>
            </a:r>
          </a:p>
        </p:txBody>
      </p:sp>
      <p:cxnSp>
        <p:nvCxnSpPr>
          <p:cNvPr id="34" name="Straight Connector 33"/>
          <p:cNvCxnSpPr/>
          <p:nvPr/>
        </p:nvCxnSpPr>
        <p:spPr>
          <a:xfrm>
            <a:off x="7402599" y="2472263"/>
            <a:ext cx="304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ACF58A1C-56E8-4477-8DEE-6B858F9FA206}"/>
              </a:ext>
            </a:extLst>
          </p:cNvPr>
          <p:cNvSpPr/>
          <p:nvPr/>
        </p:nvSpPr>
        <p:spPr>
          <a:xfrm>
            <a:off x="2476919" y="817570"/>
            <a:ext cx="2992596" cy="369332"/>
          </a:xfrm>
          <a:prstGeom prst="rect">
            <a:avLst/>
          </a:prstGeom>
        </p:spPr>
        <p:txBody>
          <a:bodyPr wrap="square">
            <a:spAutoFit/>
          </a:bodyPr>
          <a:lstStyle/>
          <a:p>
            <a:r>
              <a:rPr lang="en-US" b="1" dirty="0">
                <a:solidFill>
                  <a:srgbClr val="003366"/>
                </a:solidFill>
                <a:latin typeface="Arial" panose="020B0604020202020204" pitchFamily="34" charset="0"/>
                <a:cs typeface="Arial" panose="020B0604020202020204" pitchFamily="34" charset="0"/>
              </a:rPr>
              <a:t>Evaluation Parameters</a:t>
            </a:r>
            <a:endParaRPr lang="en-PK" dirty="0">
              <a:solidFill>
                <a:srgbClr val="003366"/>
              </a:solidFill>
              <a:latin typeface="Arial" panose="020B0604020202020204" pitchFamily="34" charset="0"/>
              <a:cs typeface="Arial" panose="020B0604020202020204" pitchFamily="34" charset="0"/>
            </a:endParaRPr>
          </a:p>
        </p:txBody>
      </p:sp>
      <p:grpSp>
        <p:nvGrpSpPr>
          <p:cNvPr id="95" name="Group 94">
            <a:extLst>
              <a:ext uri="{FF2B5EF4-FFF2-40B4-BE49-F238E27FC236}">
                <a16:creationId xmlns:a16="http://schemas.microsoft.com/office/drawing/2014/main" id="{EECA07D4-AF94-4DE3-A350-F0EF3516667D}"/>
              </a:ext>
            </a:extLst>
          </p:cNvPr>
          <p:cNvGrpSpPr/>
          <p:nvPr/>
        </p:nvGrpSpPr>
        <p:grpSpPr>
          <a:xfrm>
            <a:off x="1289872" y="2979025"/>
            <a:ext cx="368137" cy="353484"/>
            <a:chOff x="4616450" y="4732338"/>
            <a:chExt cx="638175" cy="612774"/>
          </a:xfrm>
          <a:solidFill>
            <a:schemeClr val="tx1"/>
          </a:solidFill>
        </p:grpSpPr>
        <p:sp>
          <p:nvSpPr>
            <p:cNvPr id="96" name="Freeform 50">
              <a:extLst>
                <a:ext uri="{FF2B5EF4-FFF2-40B4-BE49-F238E27FC236}">
                  <a16:creationId xmlns:a16="http://schemas.microsoft.com/office/drawing/2014/main" id="{351E1825-047E-4361-870A-A80221EB65E0}"/>
                </a:ext>
              </a:extLst>
            </p:cNvPr>
            <p:cNvSpPr>
              <a:spLocks noEditPoints="1"/>
            </p:cNvSpPr>
            <p:nvPr/>
          </p:nvSpPr>
          <p:spPr bwMode="auto">
            <a:xfrm>
              <a:off x="4616450" y="4883150"/>
              <a:ext cx="638175" cy="461962"/>
            </a:xfrm>
            <a:custGeom>
              <a:avLst/>
              <a:gdLst>
                <a:gd name="T0" fmla="*/ 1731 w 3614"/>
                <a:gd name="T1" fmla="*/ 469 h 2623"/>
                <a:gd name="T2" fmla="*/ 1630 w 3614"/>
                <a:gd name="T3" fmla="*/ 601 h 2623"/>
                <a:gd name="T4" fmla="*/ 1456 w 3614"/>
                <a:gd name="T5" fmla="*/ 738 h 2623"/>
                <a:gd name="T6" fmla="*/ 1390 w 3614"/>
                <a:gd name="T7" fmla="*/ 965 h 2623"/>
                <a:gd name="T8" fmla="*/ 1454 w 3614"/>
                <a:gd name="T9" fmla="*/ 1181 h 2623"/>
                <a:gd name="T10" fmla="*/ 1614 w 3614"/>
                <a:gd name="T11" fmla="*/ 1306 h 2623"/>
                <a:gd name="T12" fmla="*/ 1862 w 3614"/>
                <a:gd name="T13" fmla="*/ 1379 h 2623"/>
                <a:gd name="T14" fmla="*/ 2016 w 3614"/>
                <a:gd name="T15" fmla="*/ 1451 h 2623"/>
                <a:gd name="T16" fmla="*/ 2079 w 3614"/>
                <a:gd name="T17" fmla="*/ 1577 h 2623"/>
                <a:gd name="T18" fmla="*/ 2044 w 3614"/>
                <a:gd name="T19" fmla="*/ 1747 h 2623"/>
                <a:gd name="T20" fmla="*/ 1909 w 3614"/>
                <a:gd name="T21" fmla="*/ 1846 h 2623"/>
                <a:gd name="T22" fmla="*/ 1763 w 3614"/>
                <a:gd name="T23" fmla="*/ 1848 h 2623"/>
                <a:gd name="T24" fmla="*/ 1626 w 3614"/>
                <a:gd name="T25" fmla="*/ 1760 h 2623"/>
                <a:gd name="T26" fmla="*/ 1568 w 3614"/>
                <a:gd name="T27" fmla="*/ 1627 h 2623"/>
                <a:gd name="T28" fmla="*/ 1483 w 3614"/>
                <a:gd name="T29" fmla="*/ 1587 h 2623"/>
                <a:gd name="T30" fmla="*/ 1376 w 3614"/>
                <a:gd name="T31" fmla="*/ 1648 h 2623"/>
                <a:gd name="T32" fmla="*/ 1411 w 3614"/>
                <a:gd name="T33" fmla="*/ 1802 h 2623"/>
                <a:gd name="T34" fmla="*/ 1538 w 3614"/>
                <a:gd name="T35" fmla="*/ 1950 h 2623"/>
                <a:gd name="T36" fmla="*/ 1720 w 3614"/>
                <a:gd name="T37" fmla="*/ 2071 h 2623"/>
                <a:gd name="T38" fmla="*/ 1780 w 3614"/>
                <a:gd name="T39" fmla="*/ 2149 h 2623"/>
                <a:gd name="T40" fmla="*/ 1903 w 3614"/>
                <a:gd name="T41" fmla="*/ 2128 h 2623"/>
                <a:gd name="T42" fmla="*/ 1975 w 3614"/>
                <a:gd name="T43" fmla="*/ 2011 h 2623"/>
                <a:gd name="T44" fmla="*/ 2170 w 3614"/>
                <a:gd name="T45" fmla="*/ 1896 h 2623"/>
                <a:gd name="T46" fmla="*/ 2275 w 3614"/>
                <a:gd name="T47" fmla="*/ 1695 h 2623"/>
                <a:gd name="T48" fmla="*/ 2256 w 3614"/>
                <a:gd name="T49" fmla="*/ 1446 h 2623"/>
                <a:gd name="T50" fmla="*/ 2150 w 3614"/>
                <a:gd name="T51" fmla="*/ 1301 h 2623"/>
                <a:gd name="T52" fmla="*/ 1968 w 3614"/>
                <a:gd name="T53" fmla="*/ 1212 h 2623"/>
                <a:gd name="T54" fmla="*/ 1778 w 3614"/>
                <a:gd name="T55" fmla="*/ 1169 h 2623"/>
                <a:gd name="T56" fmla="*/ 1631 w 3614"/>
                <a:gd name="T57" fmla="*/ 1083 h 2623"/>
                <a:gd name="T58" fmla="*/ 1588 w 3614"/>
                <a:gd name="T59" fmla="*/ 953 h 2623"/>
                <a:gd name="T60" fmla="*/ 1639 w 3614"/>
                <a:gd name="T61" fmla="*/ 816 h 2623"/>
                <a:gd name="T62" fmla="*/ 1786 w 3614"/>
                <a:gd name="T63" fmla="*/ 743 h 2623"/>
                <a:gd name="T64" fmla="*/ 1944 w 3614"/>
                <a:gd name="T65" fmla="*/ 772 h 2623"/>
                <a:gd name="T66" fmla="*/ 2030 w 3614"/>
                <a:gd name="T67" fmla="*/ 884 h 2623"/>
                <a:gd name="T68" fmla="*/ 2101 w 3614"/>
                <a:gd name="T69" fmla="*/ 939 h 2623"/>
                <a:gd name="T70" fmla="*/ 2215 w 3614"/>
                <a:gd name="T71" fmla="*/ 901 h 2623"/>
                <a:gd name="T72" fmla="*/ 2212 w 3614"/>
                <a:gd name="T73" fmla="*/ 786 h 2623"/>
                <a:gd name="T74" fmla="*/ 2083 w 3614"/>
                <a:gd name="T75" fmla="*/ 638 h 2623"/>
                <a:gd name="T76" fmla="*/ 1927 w 3614"/>
                <a:gd name="T77" fmla="*/ 509 h 2623"/>
                <a:gd name="T78" fmla="*/ 1867 w 3614"/>
                <a:gd name="T79" fmla="*/ 431 h 2623"/>
                <a:gd name="T80" fmla="*/ 2380 w 3614"/>
                <a:gd name="T81" fmla="*/ 59 h 2623"/>
                <a:gd name="T82" fmla="*/ 2801 w 3614"/>
                <a:gd name="T83" fmla="*/ 452 h 2623"/>
                <a:gd name="T84" fmla="*/ 3171 w 3614"/>
                <a:gd name="T85" fmla="*/ 952 h 2623"/>
                <a:gd name="T86" fmla="*/ 3455 w 3614"/>
                <a:gd name="T87" fmla="*/ 1490 h 2623"/>
                <a:gd name="T88" fmla="*/ 3589 w 3614"/>
                <a:gd name="T89" fmla="*/ 1965 h 2623"/>
                <a:gd name="T90" fmla="*/ 3611 w 3614"/>
                <a:gd name="T91" fmla="*/ 2335 h 2623"/>
                <a:gd name="T92" fmla="*/ 3517 w 3614"/>
                <a:gd name="T93" fmla="*/ 2525 h 2623"/>
                <a:gd name="T94" fmla="*/ 3326 w 3614"/>
                <a:gd name="T95" fmla="*/ 2619 h 2623"/>
                <a:gd name="T96" fmla="*/ 204 w 3614"/>
                <a:gd name="T97" fmla="*/ 2596 h 2623"/>
                <a:gd name="T98" fmla="*/ 45 w 3614"/>
                <a:gd name="T99" fmla="*/ 2458 h 2623"/>
                <a:gd name="T100" fmla="*/ 1 w 3614"/>
                <a:gd name="T101" fmla="*/ 2215 h 2623"/>
                <a:gd name="T102" fmla="*/ 61 w 3614"/>
                <a:gd name="T103" fmla="*/ 1780 h 2623"/>
                <a:gd name="T104" fmla="*/ 261 w 3614"/>
                <a:gd name="T105" fmla="*/ 1275 h 2623"/>
                <a:gd name="T106" fmla="*/ 583 w 3614"/>
                <a:gd name="T107" fmla="*/ 744 h 2623"/>
                <a:gd name="T108" fmla="*/ 977 w 3614"/>
                <a:gd name="T109" fmla="*/ 279 h 2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14" h="2623">
                  <a:moveTo>
                    <a:pt x="1801" y="428"/>
                  </a:moveTo>
                  <a:lnTo>
                    <a:pt x="1780" y="431"/>
                  </a:lnTo>
                  <a:lnTo>
                    <a:pt x="1761" y="439"/>
                  </a:lnTo>
                  <a:lnTo>
                    <a:pt x="1744" y="452"/>
                  </a:lnTo>
                  <a:lnTo>
                    <a:pt x="1731" y="469"/>
                  </a:lnTo>
                  <a:lnTo>
                    <a:pt x="1723" y="487"/>
                  </a:lnTo>
                  <a:lnTo>
                    <a:pt x="1720" y="509"/>
                  </a:lnTo>
                  <a:lnTo>
                    <a:pt x="1720" y="576"/>
                  </a:lnTo>
                  <a:lnTo>
                    <a:pt x="1674" y="587"/>
                  </a:lnTo>
                  <a:lnTo>
                    <a:pt x="1630" y="601"/>
                  </a:lnTo>
                  <a:lnTo>
                    <a:pt x="1590" y="619"/>
                  </a:lnTo>
                  <a:lnTo>
                    <a:pt x="1552" y="641"/>
                  </a:lnTo>
                  <a:lnTo>
                    <a:pt x="1520" y="666"/>
                  </a:lnTo>
                  <a:lnTo>
                    <a:pt x="1486" y="700"/>
                  </a:lnTo>
                  <a:lnTo>
                    <a:pt x="1456" y="738"/>
                  </a:lnTo>
                  <a:lnTo>
                    <a:pt x="1433" y="777"/>
                  </a:lnTo>
                  <a:lnTo>
                    <a:pt x="1413" y="820"/>
                  </a:lnTo>
                  <a:lnTo>
                    <a:pt x="1400" y="866"/>
                  </a:lnTo>
                  <a:lnTo>
                    <a:pt x="1392" y="915"/>
                  </a:lnTo>
                  <a:lnTo>
                    <a:pt x="1390" y="965"/>
                  </a:lnTo>
                  <a:lnTo>
                    <a:pt x="1392" y="1016"/>
                  </a:lnTo>
                  <a:lnTo>
                    <a:pt x="1401" y="1063"/>
                  </a:lnTo>
                  <a:lnTo>
                    <a:pt x="1414" y="1108"/>
                  </a:lnTo>
                  <a:lnTo>
                    <a:pt x="1434" y="1151"/>
                  </a:lnTo>
                  <a:lnTo>
                    <a:pt x="1454" y="1181"/>
                  </a:lnTo>
                  <a:lnTo>
                    <a:pt x="1477" y="1210"/>
                  </a:lnTo>
                  <a:lnTo>
                    <a:pt x="1502" y="1236"/>
                  </a:lnTo>
                  <a:lnTo>
                    <a:pt x="1531" y="1259"/>
                  </a:lnTo>
                  <a:lnTo>
                    <a:pt x="1562" y="1279"/>
                  </a:lnTo>
                  <a:lnTo>
                    <a:pt x="1614" y="1306"/>
                  </a:lnTo>
                  <a:lnTo>
                    <a:pt x="1666" y="1325"/>
                  </a:lnTo>
                  <a:lnTo>
                    <a:pt x="1719" y="1343"/>
                  </a:lnTo>
                  <a:lnTo>
                    <a:pt x="1773" y="1357"/>
                  </a:lnTo>
                  <a:lnTo>
                    <a:pt x="1829" y="1370"/>
                  </a:lnTo>
                  <a:lnTo>
                    <a:pt x="1862" y="1379"/>
                  </a:lnTo>
                  <a:lnTo>
                    <a:pt x="1896" y="1388"/>
                  </a:lnTo>
                  <a:lnTo>
                    <a:pt x="1929" y="1400"/>
                  </a:lnTo>
                  <a:lnTo>
                    <a:pt x="1960" y="1414"/>
                  </a:lnTo>
                  <a:lnTo>
                    <a:pt x="1990" y="1431"/>
                  </a:lnTo>
                  <a:lnTo>
                    <a:pt x="2016" y="1451"/>
                  </a:lnTo>
                  <a:lnTo>
                    <a:pt x="2040" y="1475"/>
                  </a:lnTo>
                  <a:lnTo>
                    <a:pt x="2055" y="1496"/>
                  </a:lnTo>
                  <a:lnTo>
                    <a:pt x="2066" y="1520"/>
                  </a:lnTo>
                  <a:lnTo>
                    <a:pt x="2074" y="1547"/>
                  </a:lnTo>
                  <a:lnTo>
                    <a:pt x="2079" y="1577"/>
                  </a:lnTo>
                  <a:lnTo>
                    <a:pt x="2081" y="1609"/>
                  </a:lnTo>
                  <a:lnTo>
                    <a:pt x="2079" y="1647"/>
                  </a:lnTo>
                  <a:lnTo>
                    <a:pt x="2071" y="1683"/>
                  </a:lnTo>
                  <a:lnTo>
                    <a:pt x="2060" y="1716"/>
                  </a:lnTo>
                  <a:lnTo>
                    <a:pt x="2044" y="1747"/>
                  </a:lnTo>
                  <a:lnTo>
                    <a:pt x="2023" y="1775"/>
                  </a:lnTo>
                  <a:lnTo>
                    <a:pt x="1999" y="1799"/>
                  </a:lnTo>
                  <a:lnTo>
                    <a:pt x="1971" y="1818"/>
                  </a:lnTo>
                  <a:lnTo>
                    <a:pt x="1941" y="1834"/>
                  </a:lnTo>
                  <a:lnTo>
                    <a:pt x="1909" y="1846"/>
                  </a:lnTo>
                  <a:lnTo>
                    <a:pt x="1874" y="1854"/>
                  </a:lnTo>
                  <a:lnTo>
                    <a:pt x="1853" y="1856"/>
                  </a:lnTo>
                  <a:lnTo>
                    <a:pt x="1832" y="1857"/>
                  </a:lnTo>
                  <a:lnTo>
                    <a:pt x="1797" y="1855"/>
                  </a:lnTo>
                  <a:lnTo>
                    <a:pt x="1763" y="1848"/>
                  </a:lnTo>
                  <a:lnTo>
                    <a:pt x="1731" y="1838"/>
                  </a:lnTo>
                  <a:lnTo>
                    <a:pt x="1700" y="1824"/>
                  </a:lnTo>
                  <a:lnTo>
                    <a:pt x="1673" y="1806"/>
                  </a:lnTo>
                  <a:lnTo>
                    <a:pt x="1648" y="1784"/>
                  </a:lnTo>
                  <a:lnTo>
                    <a:pt x="1626" y="1760"/>
                  </a:lnTo>
                  <a:lnTo>
                    <a:pt x="1611" y="1738"/>
                  </a:lnTo>
                  <a:lnTo>
                    <a:pt x="1597" y="1712"/>
                  </a:lnTo>
                  <a:lnTo>
                    <a:pt x="1586" y="1682"/>
                  </a:lnTo>
                  <a:lnTo>
                    <a:pt x="1575" y="1647"/>
                  </a:lnTo>
                  <a:lnTo>
                    <a:pt x="1568" y="1627"/>
                  </a:lnTo>
                  <a:lnTo>
                    <a:pt x="1557" y="1612"/>
                  </a:lnTo>
                  <a:lnTo>
                    <a:pt x="1541" y="1599"/>
                  </a:lnTo>
                  <a:lnTo>
                    <a:pt x="1524" y="1590"/>
                  </a:lnTo>
                  <a:lnTo>
                    <a:pt x="1504" y="1586"/>
                  </a:lnTo>
                  <a:lnTo>
                    <a:pt x="1483" y="1587"/>
                  </a:lnTo>
                  <a:lnTo>
                    <a:pt x="1438" y="1594"/>
                  </a:lnTo>
                  <a:lnTo>
                    <a:pt x="1418" y="1601"/>
                  </a:lnTo>
                  <a:lnTo>
                    <a:pt x="1399" y="1613"/>
                  </a:lnTo>
                  <a:lnTo>
                    <a:pt x="1386" y="1630"/>
                  </a:lnTo>
                  <a:lnTo>
                    <a:pt x="1376" y="1648"/>
                  </a:lnTo>
                  <a:lnTo>
                    <a:pt x="1372" y="1669"/>
                  </a:lnTo>
                  <a:lnTo>
                    <a:pt x="1373" y="1691"/>
                  </a:lnTo>
                  <a:lnTo>
                    <a:pt x="1384" y="1731"/>
                  </a:lnTo>
                  <a:lnTo>
                    <a:pt x="1396" y="1767"/>
                  </a:lnTo>
                  <a:lnTo>
                    <a:pt x="1411" y="1802"/>
                  </a:lnTo>
                  <a:lnTo>
                    <a:pt x="1430" y="1834"/>
                  </a:lnTo>
                  <a:lnTo>
                    <a:pt x="1454" y="1869"/>
                  </a:lnTo>
                  <a:lnTo>
                    <a:pt x="1480" y="1900"/>
                  </a:lnTo>
                  <a:lnTo>
                    <a:pt x="1509" y="1927"/>
                  </a:lnTo>
                  <a:lnTo>
                    <a:pt x="1538" y="1950"/>
                  </a:lnTo>
                  <a:lnTo>
                    <a:pt x="1570" y="1969"/>
                  </a:lnTo>
                  <a:lnTo>
                    <a:pt x="1617" y="1990"/>
                  </a:lnTo>
                  <a:lnTo>
                    <a:pt x="1668" y="2007"/>
                  </a:lnTo>
                  <a:lnTo>
                    <a:pt x="1720" y="2019"/>
                  </a:lnTo>
                  <a:lnTo>
                    <a:pt x="1720" y="2071"/>
                  </a:lnTo>
                  <a:lnTo>
                    <a:pt x="1723" y="2093"/>
                  </a:lnTo>
                  <a:lnTo>
                    <a:pt x="1731" y="2112"/>
                  </a:lnTo>
                  <a:lnTo>
                    <a:pt x="1744" y="2128"/>
                  </a:lnTo>
                  <a:lnTo>
                    <a:pt x="1761" y="2141"/>
                  </a:lnTo>
                  <a:lnTo>
                    <a:pt x="1780" y="2149"/>
                  </a:lnTo>
                  <a:lnTo>
                    <a:pt x="1801" y="2152"/>
                  </a:lnTo>
                  <a:lnTo>
                    <a:pt x="1846" y="2152"/>
                  </a:lnTo>
                  <a:lnTo>
                    <a:pt x="1867" y="2149"/>
                  </a:lnTo>
                  <a:lnTo>
                    <a:pt x="1887" y="2141"/>
                  </a:lnTo>
                  <a:lnTo>
                    <a:pt x="1903" y="2128"/>
                  </a:lnTo>
                  <a:lnTo>
                    <a:pt x="1915" y="2112"/>
                  </a:lnTo>
                  <a:lnTo>
                    <a:pt x="1924" y="2093"/>
                  </a:lnTo>
                  <a:lnTo>
                    <a:pt x="1927" y="2071"/>
                  </a:lnTo>
                  <a:lnTo>
                    <a:pt x="1927" y="2022"/>
                  </a:lnTo>
                  <a:lnTo>
                    <a:pt x="1975" y="2011"/>
                  </a:lnTo>
                  <a:lnTo>
                    <a:pt x="2020" y="1996"/>
                  </a:lnTo>
                  <a:lnTo>
                    <a:pt x="2061" y="1977"/>
                  </a:lnTo>
                  <a:lnTo>
                    <a:pt x="2101" y="1954"/>
                  </a:lnTo>
                  <a:lnTo>
                    <a:pt x="2137" y="1927"/>
                  </a:lnTo>
                  <a:lnTo>
                    <a:pt x="2170" y="1896"/>
                  </a:lnTo>
                  <a:lnTo>
                    <a:pt x="2200" y="1861"/>
                  </a:lnTo>
                  <a:lnTo>
                    <a:pt x="2226" y="1823"/>
                  </a:lnTo>
                  <a:lnTo>
                    <a:pt x="2246" y="1782"/>
                  </a:lnTo>
                  <a:lnTo>
                    <a:pt x="2263" y="1740"/>
                  </a:lnTo>
                  <a:lnTo>
                    <a:pt x="2275" y="1695"/>
                  </a:lnTo>
                  <a:lnTo>
                    <a:pt x="2282" y="1647"/>
                  </a:lnTo>
                  <a:lnTo>
                    <a:pt x="2284" y="1598"/>
                  </a:lnTo>
                  <a:lnTo>
                    <a:pt x="2280" y="1545"/>
                  </a:lnTo>
                  <a:lnTo>
                    <a:pt x="2272" y="1494"/>
                  </a:lnTo>
                  <a:lnTo>
                    <a:pt x="2256" y="1446"/>
                  </a:lnTo>
                  <a:lnTo>
                    <a:pt x="2241" y="1412"/>
                  </a:lnTo>
                  <a:lnTo>
                    <a:pt x="2222" y="1381"/>
                  </a:lnTo>
                  <a:lnTo>
                    <a:pt x="2201" y="1352"/>
                  </a:lnTo>
                  <a:lnTo>
                    <a:pt x="2177" y="1325"/>
                  </a:lnTo>
                  <a:lnTo>
                    <a:pt x="2150" y="1301"/>
                  </a:lnTo>
                  <a:lnTo>
                    <a:pt x="2119" y="1278"/>
                  </a:lnTo>
                  <a:lnTo>
                    <a:pt x="2085" y="1257"/>
                  </a:lnTo>
                  <a:lnTo>
                    <a:pt x="2047" y="1239"/>
                  </a:lnTo>
                  <a:lnTo>
                    <a:pt x="2009" y="1224"/>
                  </a:lnTo>
                  <a:lnTo>
                    <a:pt x="1968" y="1212"/>
                  </a:lnTo>
                  <a:lnTo>
                    <a:pt x="1926" y="1202"/>
                  </a:lnTo>
                  <a:lnTo>
                    <a:pt x="1885" y="1195"/>
                  </a:lnTo>
                  <a:lnTo>
                    <a:pt x="1848" y="1187"/>
                  </a:lnTo>
                  <a:lnTo>
                    <a:pt x="1813" y="1179"/>
                  </a:lnTo>
                  <a:lnTo>
                    <a:pt x="1778" y="1169"/>
                  </a:lnTo>
                  <a:lnTo>
                    <a:pt x="1744" y="1158"/>
                  </a:lnTo>
                  <a:lnTo>
                    <a:pt x="1713" y="1144"/>
                  </a:lnTo>
                  <a:lnTo>
                    <a:pt x="1683" y="1128"/>
                  </a:lnTo>
                  <a:lnTo>
                    <a:pt x="1656" y="1108"/>
                  </a:lnTo>
                  <a:lnTo>
                    <a:pt x="1631" y="1083"/>
                  </a:lnTo>
                  <a:lnTo>
                    <a:pt x="1616" y="1061"/>
                  </a:lnTo>
                  <a:lnTo>
                    <a:pt x="1604" y="1036"/>
                  </a:lnTo>
                  <a:lnTo>
                    <a:pt x="1595" y="1011"/>
                  </a:lnTo>
                  <a:lnTo>
                    <a:pt x="1590" y="983"/>
                  </a:lnTo>
                  <a:lnTo>
                    <a:pt x="1588" y="953"/>
                  </a:lnTo>
                  <a:lnTo>
                    <a:pt x="1590" y="922"/>
                  </a:lnTo>
                  <a:lnTo>
                    <a:pt x="1596" y="893"/>
                  </a:lnTo>
                  <a:lnTo>
                    <a:pt x="1606" y="865"/>
                  </a:lnTo>
                  <a:lnTo>
                    <a:pt x="1620" y="840"/>
                  </a:lnTo>
                  <a:lnTo>
                    <a:pt x="1639" y="816"/>
                  </a:lnTo>
                  <a:lnTo>
                    <a:pt x="1662" y="794"/>
                  </a:lnTo>
                  <a:lnTo>
                    <a:pt x="1689" y="775"/>
                  </a:lnTo>
                  <a:lnTo>
                    <a:pt x="1719" y="761"/>
                  </a:lnTo>
                  <a:lnTo>
                    <a:pt x="1752" y="750"/>
                  </a:lnTo>
                  <a:lnTo>
                    <a:pt x="1786" y="743"/>
                  </a:lnTo>
                  <a:lnTo>
                    <a:pt x="1822" y="741"/>
                  </a:lnTo>
                  <a:lnTo>
                    <a:pt x="1855" y="742"/>
                  </a:lnTo>
                  <a:lnTo>
                    <a:pt x="1887" y="749"/>
                  </a:lnTo>
                  <a:lnTo>
                    <a:pt x="1916" y="759"/>
                  </a:lnTo>
                  <a:lnTo>
                    <a:pt x="1944" y="772"/>
                  </a:lnTo>
                  <a:lnTo>
                    <a:pt x="1968" y="788"/>
                  </a:lnTo>
                  <a:lnTo>
                    <a:pt x="1990" y="809"/>
                  </a:lnTo>
                  <a:lnTo>
                    <a:pt x="2005" y="830"/>
                  </a:lnTo>
                  <a:lnTo>
                    <a:pt x="2020" y="855"/>
                  </a:lnTo>
                  <a:lnTo>
                    <a:pt x="2030" y="884"/>
                  </a:lnTo>
                  <a:lnTo>
                    <a:pt x="2039" y="901"/>
                  </a:lnTo>
                  <a:lnTo>
                    <a:pt x="2050" y="916"/>
                  </a:lnTo>
                  <a:lnTo>
                    <a:pt x="2066" y="927"/>
                  </a:lnTo>
                  <a:lnTo>
                    <a:pt x="2082" y="934"/>
                  </a:lnTo>
                  <a:lnTo>
                    <a:pt x="2101" y="939"/>
                  </a:lnTo>
                  <a:lnTo>
                    <a:pt x="2119" y="938"/>
                  </a:lnTo>
                  <a:lnTo>
                    <a:pt x="2163" y="932"/>
                  </a:lnTo>
                  <a:lnTo>
                    <a:pt x="2183" y="925"/>
                  </a:lnTo>
                  <a:lnTo>
                    <a:pt x="2200" y="916"/>
                  </a:lnTo>
                  <a:lnTo>
                    <a:pt x="2215" y="901"/>
                  </a:lnTo>
                  <a:lnTo>
                    <a:pt x="2226" y="884"/>
                  </a:lnTo>
                  <a:lnTo>
                    <a:pt x="2231" y="865"/>
                  </a:lnTo>
                  <a:lnTo>
                    <a:pt x="2232" y="844"/>
                  </a:lnTo>
                  <a:lnTo>
                    <a:pt x="2228" y="824"/>
                  </a:lnTo>
                  <a:lnTo>
                    <a:pt x="2212" y="786"/>
                  </a:lnTo>
                  <a:lnTo>
                    <a:pt x="2193" y="751"/>
                  </a:lnTo>
                  <a:lnTo>
                    <a:pt x="2170" y="718"/>
                  </a:lnTo>
                  <a:lnTo>
                    <a:pt x="2143" y="688"/>
                  </a:lnTo>
                  <a:lnTo>
                    <a:pt x="2115" y="661"/>
                  </a:lnTo>
                  <a:lnTo>
                    <a:pt x="2083" y="638"/>
                  </a:lnTo>
                  <a:lnTo>
                    <a:pt x="2048" y="618"/>
                  </a:lnTo>
                  <a:lnTo>
                    <a:pt x="2011" y="600"/>
                  </a:lnTo>
                  <a:lnTo>
                    <a:pt x="1970" y="587"/>
                  </a:lnTo>
                  <a:lnTo>
                    <a:pt x="1927" y="577"/>
                  </a:lnTo>
                  <a:lnTo>
                    <a:pt x="1927" y="509"/>
                  </a:lnTo>
                  <a:lnTo>
                    <a:pt x="1924" y="488"/>
                  </a:lnTo>
                  <a:lnTo>
                    <a:pt x="1916" y="469"/>
                  </a:lnTo>
                  <a:lnTo>
                    <a:pt x="1903" y="452"/>
                  </a:lnTo>
                  <a:lnTo>
                    <a:pt x="1887" y="439"/>
                  </a:lnTo>
                  <a:lnTo>
                    <a:pt x="1867" y="431"/>
                  </a:lnTo>
                  <a:lnTo>
                    <a:pt x="1846" y="428"/>
                  </a:lnTo>
                  <a:lnTo>
                    <a:pt x="1801" y="428"/>
                  </a:lnTo>
                  <a:close/>
                  <a:moveTo>
                    <a:pt x="1321" y="0"/>
                  </a:moveTo>
                  <a:lnTo>
                    <a:pt x="2292" y="0"/>
                  </a:lnTo>
                  <a:lnTo>
                    <a:pt x="2380" y="59"/>
                  </a:lnTo>
                  <a:lnTo>
                    <a:pt x="2467" y="126"/>
                  </a:lnTo>
                  <a:lnTo>
                    <a:pt x="2553" y="199"/>
                  </a:lnTo>
                  <a:lnTo>
                    <a:pt x="2638" y="279"/>
                  </a:lnTo>
                  <a:lnTo>
                    <a:pt x="2720" y="363"/>
                  </a:lnTo>
                  <a:lnTo>
                    <a:pt x="2801" y="452"/>
                  </a:lnTo>
                  <a:lnTo>
                    <a:pt x="2880" y="547"/>
                  </a:lnTo>
                  <a:lnTo>
                    <a:pt x="2957" y="643"/>
                  </a:lnTo>
                  <a:lnTo>
                    <a:pt x="3031" y="744"/>
                  </a:lnTo>
                  <a:lnTo>
                    <a:pt x="3103" y="848"/>
                  </a:lnTo>
                  <a:lnTo>
                    <a:pt x="3171" y="952"/>
                  </a:lnTo>
                  <a:lnTo>
                    <a:pt x="3235" y="1059"/>
                  </a:lnTo>
                  <a:lnTo>
                    <a:pt x="3296" y="1167"/>
                  </a:lnTo>
                  <a:lnTo>
                    <a:pt x="3354" y="1275"/>
                  </a:lnTo>
                  <a:lnTo>
                    <a:pt x="3406" y="1382"/>
                  </a:lnTo>
                  <a:lnTo>
                    <a:pt x="3455" y="1490"/>
                  </a:lnTo>
                  <a:lnTo>
                    <a:pt x="3494" y="1588"/>
                  </a:lnTo>
                  <a:lnTo>
                    <a:pt x="3526" y="1684"/>
                  </a:lnTo>
                  <a:lnTo>
                    <a:pt x="3552" y="1780"/>
                  </a:lnTo>
                  <a:lnTo>
                    <a:pt x="3573" y="1873"/>
                  </a:lnTo>
                  <a:lnTo>
                    <a:pt x="3589" y="1965"/>
                  </a:lnTo>
                  <a:lnTo>
                    <a:pt x="3600" y="2052"/>
                  </a:lnTo>
                  <a:lnTo>
                    <a:pt x="3608" y="2136"/>
                  </a:lnTo>
                  <a:lnTo>
                    <a:pt x="3613" y="2215"/>
                  </a:lnTo>
                  <a:lnTo>
                    <a:pt x="3614" y="2289"/>
                  </a:lnTo>
                  <a:lnTo>
                    <a:pt x="3611" y="2335"/>
                  </a:lnTo>
                  <a:lnTo>
                    <a:pt x="3603" y="2378"/>
                  </a:lnTo>
                  <a:lnTo>
                    <a:pt x="3588" y="2419"/>
                  </a:lnTo>
                  <a:lnTo>
                    <a:pt x="3569" y="2458"/>
                  </a:lnTo>
                  <a:lnTo>
                    <a:pt x="3545" y="2493"/>
                  </a:lnTo>
                  <a:lnTo>
                    <a:pt x="3517" y="2525"/>
                  </a:lnTo>
                  <a:lnTo>
                    <a:pt x="3484" y="2553"/>
                  </a:lnTo>
                  <a:lnTo>
                    <a:pt x="3449" y="2577"/>
                  </a:lnTo>
                  <a:lnTo>
                    <a:pt x="3411" y="2596"/>
                  </a:lnTo>
                  <a:lnTo>
                    <a:pt x="3369" y="2610"/>
                  </a:lnTo>
                  <a:lnTo>
                    <a:pt x="3326" y="2619"/>
                  </a:lnTo>
                  <a:lnTo>
                    <a:pt x="3280" y="2623"/>
                  </a:lnTo>
                  <a:lnTo>
                    <a:pt x="333" y="2623"/>
                  </a:lnTo>
                  <a:lnTo>
                    <a:pt x="288" y="2619"/>
                  </a:lnTo>
                  <a:lnTo>
                    <a:pt x="244" y="2610"/>
                  </a:lnTo>
                  <a:lnTo>
                    <a:pt x="204" y="2596"/>
                  </a:lnTo>
                  <a:lnTo>
                    <a:pt x="164" y="2577"/>
                  </a:lnTo>
                  <a:lnTo>
                    <a:pt x="129" y="2553"/>
                  </a:lnTo>
                  <a:lnTo>
                    <a:pt x="98" y="2525"/>
                  </a:lnTo>
                  <a:lnTo>
                    <a:pt x="69" y="2493"/>
                  </a:lnTo>
                  <a:lnTo>
                    <a:pt x="45" y="2458"/>
                  </a:lnTo>
                  <a:lnTo>
                    <a:pt x="26" y="2419"/>
                  </a:lnTo>
                  <a:lnTo>
                    <a:pt x="12" y="2378"/>
                  </a:lnTo>
                  <a:lnTo>
                    <a:pt x="3" y="2335"/>
                  </a:lnTo>
                  <a:lnTo>
                    <a:pt x="0" y="2289"/>
                  </a:lnTo>
                  <a:lnTo>
                    <a:pt x="1" y="2215"/>
                  </a:lnTo>
                  <a:lnTo>
                    <a:pt x="5" y="2136"/>
                  </a:lnTo>
                  <a:lnTo>
                    <a:pt x="13" y="2052"/>
                  </a:lnTo>
                  <a:lnTo>
                    <a:pt x="25" y="1965"/>
                  </a:lnTo>
                  <a:lnTo>
                    <a:pt x="41" y="1873"/>
                  </a:lnTo>
                  <a:lnTo>
                    <a:pt x="61" y="1780"/>
                  </a:lnTo>
                  <a:lnTo>
                    <a:pt x="88" y="1684"/>
                  </a:lnTo>
                  <a:lnTo>
                    <a:pt x="121" y="1588"/>
                  </a:lnTo>
                  <a:lnTo>
                    <a:pt x="159" y="1490"/>
                  </a:lnTo>
                  <a:lnTo>
                    <a:pt x="208" y="1382"/>
                  </a:lnTo>
                  <a:lnTo>
                    <a:pt x="261" y="1275"/>
                  </a:lnTo>
                  <a:lnTo>
                    <a:pt x="318" y="1167"/>
                  </a:lnTo>
                  <a:lnTo>
                    <a:pt x="379" y="1059"/>
                  </a:lnTo>
                  <a:lnTo>
                    <a:pt x="444" y="952"/>
                  </a:lnTo>
                  <a:lnTo>
                    <a:pt x="512" y="848"/>
                  </a:lnTo>
                  <a:lnTo>
                    <a:pt x="583" y="744"/>
                  </a:lnTo>
                  <a:lnTo>
                    <a:pt x="657" y="643"/>
                  </a:lnTo>
                  <a:lnTo>
                    <a:pt x="733" y="547"/>
                  </a:lnTo>
                  <a:lnTo>
                    <a:pt x="812" y="452"/>
                  </a:lnTo>
                  <a:lnTo>
                    <a:pt x="894" y="363"/>
                  </a:lnTo>
                  <a:lnTo>
                    <a:pt x="977" y="279"/>
                  </a:lnTo>
                  <a:lnTo>
                    <a:pt x="1061" y="199"/>
                  </a:lnTo>
                  <a:lnTo>
                    <a:pt x="1147" y="126"/>
                  </a:lnTo>
                  <a:lnTo>
                    <a:pt x="1233" y="59"/>
                  </a:lnTo>
                  <a:lnTo>
                    <a:pt x="13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sp>
          <p:nvSpPr>
            <p:cNvPr id="97" name="Freeform 51">
              <a:extLst>
                <a:ext uri="{FF2B5EF4-FFF2-40B4-BE49-F238E27FC236}">
                  <a16:creationId xmlns:a16="http://schemas.microsoft.com/office/drawing/2014/main" id="{4ACD8BCF-D3D3-4565-B4F0-2EEE08EA9E9F}"/>
                </a:ext>
              </a:extLst>
            </p:cNvPr>
            <p:cNvSpPr>
              <a:spLocks/>
            </p:cNvSpPr>
            <p:nvPr/>
          </p:nvSpPr>
          <p:spPr bwMode="auto">
            <a:xfrm>
              <a:off x="4800600" y="4732338"/>
              <a:ext cx="276225" cy="115887"/>
            </a:xfrm>
            <a:custGeom>
              <a:avLst/>
              <a:gdLst>
                <a:gd name="T0" fmla="*/ 780 w 1563"/>
                <a:gd name="T1" fmla="*/ 0 h 657"/>
                <a:gd name="T2" fmla="*/ 782 w 1563"/>
                <a:gd name="T3" fmla="*/ 0 h 657"/>
                <a:gd name="T4" fmla="*/ 1417 w 1563"/>
                <a:gd name="T5" fmla="*/ 2 h 657"/>
                <a:gd name="T6" fmla="*/ 1448 w 1563"/>
                <a:gd name="T7" fmla="*/ 6 h 657"/>
                <a:gd name="T8" fmla="*/ 1475 w 1563"/>
                <a:gd name="T9" fmla="*/ 15 h 657"/>
                <a:gd name="T10" fmla="*/ 1501 w 1563"/>
                <a:gd name="T11" fmla="*/ 28 h 657"/>
                <a:gd name="T12" fmla="*/ 1521 w 1563"/>
                <a:gd name="T13" fmla="*/ 46 h 657"/>
                <a:gd name="T14" fmla="*/ 1539 w 1563"/>
                <a:gd name="T15" fmla="*/ 67 h 657"/>
                <a:gd name="T16" fmla="*/ 1551 w 1563"/>
                <a:gd name="T17" fmla="*/ 91 h 657"/>
                <a:gd name="T18" fmla="*/ 1560 w 1563"/>
                <a:gd name="T19" fmla="*/ 118 h 657"/>
                <a:gd name="T20" fmla="*/ 1563 w 1563"/>
                <a:gd name="T21" fmla="*/ 145 h 657"/>
                <a:gd name="T22" fmla="*/ 1561 w 1563"/>
                <a:gd name="T23" fmla="*/ 174 h 657"/>
                <a:gd name="T24" fmla="*/ 1552 w 1563"/>
                <a:gd name="T25" fmla="*/ 202 h 657"/>
                <a:gd name="T26" fmla="*/ 1538 w 1563"/>
                <a:gd name="T27" fmla="*/ 229 h 657"/>
                <a:gd name="T28" fmla="*/ 1254 w 1563"/>
                <a:gd name="T29" fmla="*/ 657 h 657"/>
                <a:gd name="T30" fmla="*/ 310 w 1563"/>
                <a:gd name="T31" fmla="*/ 657 h 657"/>
                <a:gd name="T32" fmla="*/ 25 w 1563"/>
                <a:gd name="T33" fmla="*/ 229 h 657"/>
                <a:gd name="T34" fmla="*/ 11 w 1563"/>
                <a:gd name="T35" fmla="*/ 202 h 657"/>
                <a:gd name="T36" fmla="*/ 2 w 1563"/>
                <a:gd name="T37" fmla="*/ 174 h 657"/>
                <a:gd name="T38" fmla="*/ 0 w 1563"/>
                <a:gd name="T39" fmla="*/ 145 h 657"/>
                <a:gd name="T40" fmla="*/ 3 w 1563"/>
                <a:gd name="T41" fmla="*/ 118 h 657"/>
                <a:gd name="T42" fmla="*/ 12 w 1563"/>
                <a:gd name="T43" fmla="*/ 91 h 657"/>
                <a:gd name="T44" fmla="*/ 25 w 1563"/>
                <a:gd name="T45" fmla="*/ 67 h 657"/>
                <a:gd name="T46" fmla="*/ 41 w 1563"/>
                <a:gd name="T47" fmla="*/ 46 h 657"/>
                <a:gd name="T48" fmla="*/ 63 w 1563"/>
                <a:gd name="T49" fmla="*/ 28 h 657"/>
                <a:gd name="T50" fmla="*/ 87 w 1563"/>
                <a:gd name="T51" fmla="*/ 15 h 657"/>
                <a:gd name="T52" fmla="*/ 115 w 1563"/>
                <a:gd name="T53" fmla="*/ 6 h 657"/>
                <a:gd name="T54" fmla="*/ 145 w 1563"/>
                <a:gd name="T55" fmla="*/ 2 h 657"/>
                <a:gd name="T56" fmla="*/ 780 w 1563"/>
                <a:gd name="T57"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3" h="657">
                  <a:moveTo>
                    <a:pt x="780" y="0"/>
                  </a:moveTo>
                  <a:lnTo>
                    <a:pt x="782" y="0"/>
                  </a:lnTo>
                  <a:lnTo>
                    <a:pt x="1417" y="2"/>
                  </a:lnTo>
                  <a:lnTo>
                    <a:pt x="1448" y="6"/>
                  </a:lnTo>
                  <a:lnTo>
                    <a:pt x="1475" y="15"/>
                  </a:lnTo>
                  <a:lnTo>
                    <a:pt x="1501" y="28"/>
                  </a:lnTo>
                  <a:lnTo>
                    <a:pt x="1521" y="46"/>
                  </a:lnTo>
                  <a:lnTo>
                    <a:pt x="1539" y="67"/>
                  </a:lnTo>
                  <a:lnTo>
                    <a:pt x="1551" y="91"/>
                  </a:lnTo>
                  <a:lnTo>
                    <a:pt x="1560" y="118"/>
                  </a:lnTo>
                  <a:lnTo>
                    <a:pt x="1563" y="145"/>
                  </a:lnTo>
                  <a:lnTo>
                    <a:pt x="1561" y="174"/>
                  </a:lnTo>
                  <a:lnTo>
                    <a:pt x="1552" y="202"/>
                  </a:lnTo>
                  <a:lnTo>
                    <a:pt x="1538" y="229"/>
                  </a:lnTo>
                  <a:lnTo>
                    <a:pt x="1254" y="657"/>
                  </a:lnTo>
                  <a:lnTo>
                    <a:pt x="310" y="657"/>
                  </a:lnTo>
                  <a:lnTo>
                    <a:pt x="25" y="229"/>
                  </a:lnTo>
                  <a:lnTo>
                    <a:pt x="11" y="202"/>
                  </a:lnTo>
                  <a:lnTo>
                    <a:pt x="2" y="174"/>
                  </a:lnTo>
                  <a:lnTo>
                    <a:pt x="0" y="145"/>
                  </a:lnTo>
                  <a:lnTo>
                    <a:pt x="3" y="118"/>
                  </a:lnTo>
                  <a:lnTo>
                    <a:pt x="12" y="91"/>
                  </a:lnTo>
                  <a:lnTo>
                    <a:pt x="25" y="67"/>
                  </a:lnTo>
                  <a:lnTo>
                    <a:pt x="41" y="46"/>
                  </a:lnTo>
                  <a:lnTo>
                    <a:pt x="63" y="28"/>
                  </a:lnTo>
                  <a:lnTo>
                    <a:pt x="87" y="15"/>
                  </a:lnTo>
                  <a:lnTo>
                    <a:pt x="115" y="6"/>
                  </a:lnTo>
                  <a:lnTo>
                    <a:pt x="145" y="2"/>
                  </a:lnTo>
                  <a:lnTo>
                    <a:pt x="7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a typeface="Calibri Light" charset="0"/>
                <a:cs typeface="Arial" panose="020B0604020202020204" pitchFamily="34" charset="0"/>
              </a:endParaRPr>
            </a:p>
          </p:txBody>
        </p:sp>
      </p:grpSp>
      <p:grpSp>
        <p:nvGrpSpPr>
          <p:cNvPr id="101" name="Group 100">
            <a:extLst>
              <a:ext uri="{FF2B5EF4-FFF2-40B4-BE49-F238E27FC236}">
                <a16:creationId xmlns:a16="http://schemas.microsoft.com/office/drawing/2014/main" id="{E552B456-08DF-400E-9C66-CAC765CE9F21}"/>
              </a:ext>
            </a:extLst>
          </p:cNvPr>
          <p:cNvGrpSpPr/>
          <p:nvPr/>
        </p:nvGrpSpPr>
        <p:grpSpPr>
          <a:xfrm>
            <a:off x="9713300" y="1759312"/>
            <a:ext cx="762651" cy="576931"/>
            <a:chOff x="7000875" y="2609851"/>
            <a:chExt cx="481013" cy="395288"/>
          </a:xfrm>
          <a:solidFill>
            <a:schemeClr val="bg1"/>
          </a:solidFill>
        </p:grpSpPr>
        <p:sp>
          <p:nvSpPr>
            <p:cNvPr id="103" name="Freeform 39">
              <a:extLst>
                <a:ext uri="{FF2B5EF4-FFF2-40B4-BE49-F238E27FC236}">
                  <a16:creationId xmlns:a16="http://schemas.microsoft.com/office/drawing/2014/main" id="{2E04191B-7507-4866-B182-8A5B4C280AE1}"/>
                </a:ext>
              </a:extLst>
            </p:cNvPr>
            <p:cNvSpPr>
              <a:spLocks/>
            </p:cNvSpPr>
            <p:nvPr/>
          </p:nvSpPr>
          <p:spPr bwMode="auto">
            <a:xfrm>
              <a:off x="7000875" y="2638426"/>
              <a:ext cx="419100" cy="366713"/>
            </a:xfrm>
            <a:custGeom>
              <a:avLst/>
              <a:gdLst>
                <a:gd name="T0" fmla="*/ 2249 w 2905"/>
                <a:gd name="T1" fmla="*/ 239 h 2540"/>
                <a:gd name="T2" fmla="*/ 2885 w 2905"/>
                <a:gd name="T3" fmla="*/ 968 h 2540"/>
                <a:gd name="T4" fmla="*/ 2609 w 2905"/>
                <a:gd name="T5" fmla="*/ 1645 h 2540"/>
                <a:gd name="T6" fmla="*/ 2513 w 2905"/>
                <a:gd name="T7" fmla="*/ 1837 h 2540"/>
                <a:gd name="T8" fmla="*/ 2362 w 2905"/>
                <a:gd name="T9" fmla="*/ 1977 h 2540"/>
                <a:gd name="T10" fmla="*/ 2169 w 2905"/>
                <a:gd name="T11" fmla="*/ 2102 h 2540"/>
                <a:gd name="T12" fmla="*/ 2044 w 2905"/>
                <a:gd name="T13" fmla="*/ 2294 h 2540"/>
                <a:gd name="T14" fmla="*/ 1903 w 2905"/>
                <a:gd name="T15" fmla="*/ 2444 h 2540"/>
                <a:gd name="T16" fmla="*/ 1710 w 2905"/>
                <a:gd name="T17" fmla="*/ 2540 h 2540"/>
                <a:gd name="T18" fmla="*/ 1191 w 2905"/>
                <a:gd name="T19" fmla="*/ 2359 h 2540"/>
                <a:gd name="T20" fmla="*/ 1027 w 2905"/>
                <a:gd name="T21" fmla="*/ 2380 h 2540"/>
                <a:gd name="T22" fmla="*/ 934 w 2905"/>
                <a:gd name="T23" fmla="*/ 2229 h 2540"/>
                <a:gd name="T24" fmla="*/ 907 w 2905"/>
                <a:gd name="T25" fmla="*/ 2175 h 2540"/>
                <a:gd name="T26" fmla="*/ 745 w 2905"/>
                <a:gd name="T27" fmla="*/ 2107 h 2540"/>
                <a:gd name="T28" fmla="*/ 735 w 2905"/>
                <a:gd name="T29" fmla="*/ 1941 h 2540"/>
                <a:gd name="T30" fmla="*/ 612 w 2905"/>
                <a:gd name="T31" fmla="*/ 1952 h 2540"/>
                <a:gd name="T32" fmla="*/ 495 w 2905"/>
                <a:gd name="T33" fmla="*/ 1816 h 2540"/>
                <a:gd name="T34" fmla="*/ 490 w 2905"/>
                <a:gd name="T35" fmla="*/ 1730 h 2540"/>
                <a:gd name="T36" fmla="*/ 323 w 2905"/>
                <a:gd name="T37" fmla="*/ 1690 h 2540"/>
                <a:gd name="T38" fmla="*/ 284 w 2905"/>
                <a:gd name="T39" fmla="*/ 1525 h 2540"/>
                <a:gd name="T40" fmla="*/ 0 w 2905"/>
                <a:gd name="T41" fmla="*/ 904 h 2540"/>
                <a:gd name="T42" fmla="*/ 87 w 2905"/>
                <a:gd name="T43" fmla="*/ 837 h 2540"/>
                <a:gd name="T44" fmla="*/ 629 w 2905"/>
                <a:gd name="T45" fmla="*/ 1240 h 2540"/>
                <a:gd name="T46" fmla="*/ 771 w 2905"/>
                <a:gd name="T47" fmla="*/ 1357 h 2540"/>
                <a:gd name="T48" fmla="*/ 760 w 2905"/>
                <a:gd name="T49" fmla="*/ 1479 h 2540"/>
                <a:gd name="T50" fmla="*/ 927 w 2905"/>
                <a:gd name="T51" fmla="*/ 1489 h 2540"/>
                <a:gd name="T52" fmla="*/ 996 w 2905"/>
                <a:gd name="T53" fmla="*/ 1649 h 2540"/>
                <a:gd name="T54" fmla="*/ 1050 w 2905"/>
                <a:gd name="T55" fmla="*/ 1676 h 2540"/>
                <a:gd name="T56" fmla="*/ 1201 w 2905"/>
                <a:gd name="T57" fmla="*/ 1769 h 2540"/>
                <a:gd name="T58" fmla="*/ 1181 w 2905"/>
                <a:gd name="T59" fmla="*/ 1932 h 2540"/>
                <a:gd name="T60" fmla="*/ 1344 w 2905"/>
                <a:gd name="T61" fmla="*/ 1912 h 2540"/>
                <a:gd name="T62" fmla="*/ 1438 w 2905"/>
                <a:gd name="T63" fmla="*/ 2062 h 2540"/>
                <a:gd name="T64" fmla="*/ 1716 w 2905"/>
                <a:gd name="T65" fmla="*/ 2402 h 2540"/>
                <a:gd name="T66" fmla="*/ 1809 w 2905"/>
                <a:gd name="T67" fmla="*/ 2325 h 2540"/>
                <a:gd name="T68" fmla="*/ 1567 w 2905"/>
                <a:gd name="T69" fmla="*/ 2025 h 2540"/>
                <a:gd name="T70" fmla="*/ 1633 w 2905"/>
                <a:gd name="T71" fmla="*/ 1939 h 2540"/>
                <a:gd name="T72" fmla="*/ 1936 w 2905"/>
                <a:gd name="T73" fmla="*/ 2183 h 2540"/>
                <a:gd name="T74" fmla="*/ 2029 w 2905"/>
                <a:gd name="T75" fmla="*/ 2106 h 2540"/>
                <a:gd name="T76" fmla="*/ 1786 w 2905"/>
                <a:gd name="T77" fmla="*/ 1806 h 2540"/>
                <a:gd name="T78" fmla="*/ 1853 w 2905"/>
                <a:gd name="T79" fmla="*/ 1720 h 2540"/>
                <a:gd name="T80" fmla="*/ 2156 w 2905"/>
                <a:gd name="T81" fmla="*/ 1965 h 2540"/>
                <a:gd name="T82" fmla="*/ 2249 w 2905"/>
                <a:gd name="T83" fmla="*/ 1887 h 2540"/>
                <a:gd name="T84" fmla="*/ 2006 w 2905"/>
                <a:gd name="T85" fmla="*/ 1587 h 2540"/>
                <a:gd name="T86" fmla="*/ 2074 w 2905"/>
                <a:gd name="T87" fmla="*/ 1501 h 2540"/>
                <a:gd name="T88" fmla="*/ 2377 w 2905"/>
                <a:gd name="T89" fmla="*/ 1746 h 2540"/>
                <a:gd name="T90" fmla="*/ 2469 w 2905"/>
                <a:gd name="T91" fmla="*/ 1669 h 2540"/>
                <a:gd name="T92" fmla="*/ 2438 w 2905"/>
                <a:gd name="T93" fmla="*/ 1591 h 2540"/>
                <a:gd name="T94" fmla="*/ 2295 w 2905"/>
                <a:gd name="T95" fmla="*/ 1449 h 2540"/>
                <a:gd name="T96" fmla="*/ 2062 w 2905"/>
                <a:gd name="T97" fmla="*/ 1218 h 2540"/>
                <a:gd name="T98" fmla="*/ 1813 w 2905"/>
                <a:gd name="T99" fmla="*/ 970 h 2540"/>
                <a:gd name="T100" fmla="*/ 1616 w 2905"/>
                <a:gd name="T101" fmla="*/ 775 h 2540"/>
                <a:gd name="T102" fmla="*/ 1537 w 2905"/>
                <a:gd name="T103" fmla="*/ 706 h 2540"/>
                <a:gd name="T104" fmla="*/ 1428 w 2905"/>
                <a:gd name="T105" fmla="*/ 754 h 2540"/>
                <a:gd name="T106" fmla="*/ 1226 w 2905"/>
                <a:gd name="T107" fmla="*/ 1069 h 2540"/>
                <a:gd name="T108" fmla="*/ 976 w 2905"/>
                <a:gd name="T109" fmla="*/ 1147 h 2540"/>
                <a:gd name="T110" fmla="*/ 796 w 2905"/>
                <a:gd name="T111" fmla="*/ 1004 h 2540"/>
                <a:gd name="T112" fmla="*/ 1064 w 2905"/>
                <a:gd name="T113" fmla="*/ 203 h 2540"/>
                <a:gd name="T114" fmla="*/ 1158 w 2905"/>
                <a:gd name="T115" fmla="*/ 94 h 2540"/>
                <a:gd name="T116" fmla="*/ 1338 w 2905"/>
                <a:gd name="T117" fmla="*/ 10 h 2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05" h="2540">
                  <a:moveTo>
                    <a:pt x="1451" y="0"/>
                  </a:moveTo>
                  <a:lnTo>
                    <a:pt x="1493" y="3"/>
                  </a:lnTo>
                  <a:lnTo>
                    <a:pt x="1538" y="11"/>
                  </a:lnTo>
                  <a:lnTo>
                    <a:pt x="1585" y="23"/>
                  </a:lnTo>
                  <a:lnTo>
                    <a:pt x="2221" y="222"/>
                  </a:lnTo>
                  <a:lnTo>
                    <a:pt x="2236" y="229"/>
                  </a:lnTo>
                  <a:lnTo>
                    <a:pt x="2249" y="239"/>
                  </a:lnTo>
                  <a:lnTo>
                    <a:pt x="2885" y="870"/>
                  </a:lnTo>
                  <a:lnTo>
                    <a:pt x="2896" y="886"/>
                  </a:lnTo>
                  <a:lnTo>
                    <a:pt x="2903" y="902"/>
                  </a:lnTo>
                  <a:lnTo>
                    <a:pt x="2905" y="919"/>
                  </a:lnTo>
                  <a:lnTo>
                    <a:pt x="2903" y="936"/>
                  </a:lnTo>
                  <a:lnTo>
                    <a:pt x="2896" y="954"/>
                  </a:lnTo>
                  <a:lnTo>
                    <a:pt x="2885" y="968"/>
                  </a:lnTo>
                  <a:lnTo>
                    <a:pt x="2445" y="1405"/>
                  </a:lnTo>
                  <a:lnTo>
                    <a:pt x="2552" y="1511"/>
                  </a:lnTo>
                  <a:lnTo>
                    <a:pt x="2572" y="1534"/>
                  </a:lnTo>
                  <a:lnTo>
                    <a:pt x="2588" y="1560"/>
                  </a:lnTo>
                  <a:lnTo>
                    <a:pt x="2599" y="1587"/>
                  </a:lnTo>
                  <a:lnTo>
                    <a:pt x="2606" y="1615"/>
                  </a:lnTo>
                  <a:lnTo>
                    <a:pt x="2609" y="1645"/>
                  </a:lnTo>
                  <a:lnTo>
                    <a:pt x="2608" y="1675"/>
                  </a:lnTo>
                  <a:lnTo>
                    <a:pt x="2603" y="1705"/>
                  </a:lnTo>
                  <a:lnTo>
                    <a:pt x="2594" y="1734"/>
                  </a:lnTo>
                  <a:lnTo>
                    <a:pt x="2580" y="1762"/>
                  </a:lnTo>
                  <a:lnTo>
                    <a:pt x="2562" y="1790"/>
                  </a:lnTo>
                  <a:lnTo>
                    <a:pt x="2540" y="1815"/>
                  </a:lnTo>
                  <a:lnTo>
                    <a:pt x="2513" y="1837"/>
                  </a:lnTo>
                  <a:lnTo>
                    <a:pt x="2484" y="1857"/>
                  </a:lnTo>
                  <a:lnTo>
                    <a:pt x="2453" y="1870"/>
                  </a:lnTo>
                  <a:lnTo>
                    <a:pt x="2421" y="1879"/>
                  </a:lnTo>
                  <a:lnTo>
                    <a:pt x="2389" y="1883"/>
                  </a:lnTo>
                  <a:lnTo>
                    <a:pt x="2385" y="1915"/>
                  </a:lnTo>
                  <a:lnTo>
                    <a:pt x="2376" y="1947"/>
                  </a:lnTo>
                  <a:lnTo>
                    <a:pt x="2362" y="1977"/>
                  </a:lnTo>
                  <a:lnTo>
                    <a:pt x="2343" y="2007"/>
                  </a:lnTo>
                  <a:lnTo>
                    <a:pt x="2319" y="2033"/>
                  </a:lnTo>
                  <a:lnTo>
                    <a:pt x="2293" y="2056"/>
                  </a:lnTo>
                  <a:lnTo>
                    <a:pt x="2263" y="2075"/>
                  </a:lnTo>
                  <a:lnTo>
                    <a:pt x="2233" y="2089"/>
                  </a:lnTo>
                  <a:lnTo>
                    <a:pt x="2201" y="2098"/>
                  </a:lnTo>
                  <a:lnTo>
                    <a:pt x="2169" y="2102"/>
                  </a:lnTo>
                  <a:lnTo>
                    <a:pt x="2164" y="2134"/>
                  </a:lnTo>
                  <a:lnTo>
                    <a:pt x="2155" y="2166"/>
                  </a:lnTo>
                  <a:lnTo>
                    <a:pt x="2142" y="2196"/>
                  </a:lnTo>
                  <a:lnTo>
                    <a:pt x="2123" y="2226"/>
                  </a:lnTo>
                  <a:lnTo>
                    <a:pt x="2100" y="2252"/>
                  </a:lnTo>
                  <a:lnTo>
                    <a:pt x="2073" y="2275"/>
                  </a:lnTo>
                  <a:lnTo>
                    <a:pt x="2044" y="2294"/>
                  </a:lnTo>
                  <a:lnTo>
                    <a:pt x="2012" y="2308"/>
                  </a:lnTo>
                  <a:lnTo>
                    <a:pt x="1981" y="2316"/>
                  </a:lnTo>
                  <a:lnTo>
                    <a:pt x="1948" y="2321"/>
                  </a:lnTo>
                  <a:lnTo>
                    <a:pt x="1944" y="2352"/>
                  </a:lnTo>
                  <a:lnTo>
                    <a:pt x="1935" y="2385"/>
                  </a:lnTo>
                  <a:lnTo>
                    <a:pt x="1922" y="2415"/>
                  </a:lnTo>
                  <a:lnTo>
                    <a:pt x="1903" y="2444"/>
                  </a:lnTo>
                  <a:lnTo>
                    <a:pt x="1880" y="2471"/>
                  </a:lnTo>
                  <a:lnTo>
                    <a:pt x="1854" y="2492"/>
                  </a:lnTo>
                  <a:lnTo>
                    <a:pt x="1828" y="2510"/>
                  </a:lnTo>
                  <a:lnTo>
                    <a:pt x="1799" y="2524"/>
                  </a:lnTo>
                  <a:lnTo>
                    <a:pt x="1770" y="2533"/>
                  </a:lnTo>
                  <a:lnTo>
                    <a:pt x="1739" y="2539"/>
                  </a:lnTo>
                  <a:lnTo>
                    <a:pt x="1710" y="2540"/>
                  </a:lnTo>
                  <a:lnTo>
                    <a:pt x="1680" y="2537"/>
                  </a:lnTo>
                  <a:lnTo>
                    <a:pt x="1650" y="2530"/>
                  </a:lnTo>
                  <a:lnTo>
                    <a:pt x="1623" y="2519"/>
                  </a:lnTo>
                  <a:lnTo>
                    <a:pt x="1597" y="2503"/>
                  </a:lnTo>
                  <a:lnTo>
                    <a:pt x="1574" y="2483"/>
                  </a:lnTo>
                  <a:lnTo>
                    <a:pt x="1320" y="2231"/>
                  </a:lnTo>
                  <a:lnTo>
                    <a:pt x="1191" y="2359"/>
                  </a:lnTo>
                  <a:lnTo>
                    <a:pt x="1172" y="2375"/>
                  </a:lnTo>
                  <a:lnTo>
                    <a:pt x="1150" y="2387"/>
                  </a:lnTo>
                  <a:lnTo>
                    <a:pt x="1127" y="2394"/>
                  </a:lnTo>
                  <a:lnTo>
                    <a:pt x="1102" y="2396"/>
                  </a:lnTo>
                  <a:lnTo>
                    <a:pt x="1077" y="2395"/>
                  </a:lnTo>
                  <a:lnTo>
                    <a:pt x="1052" y="2389"/>
                  </a:lnTo>
                  <a:lnTo>
                    <a:pt x="1027" y="2380"/>
                  </a:lnTo>
                  <a:lnTo>
                    <a:pt x="1005" y="2365"/>
                  </a:lnTo>
                  <a:lnTo>
                    <a:pt x="983" y="2347"/>
                  </a:lnTo>
                  <a:lnTo>
                    <a:pt x="965" y="2326"/>
                  </a:lnTo>
                  <a:lnTo>
                    <a:pt x="951" y="2303"/>
                  </a:lnTo>
                  <a:lnTo>
                    <a:pt x="941" y="2278"/>
                  </a:lnTo>
                  <a:lnTo>
                    <a:pt x="935" y="2254"/>
                  </a:lnTo>
                  <a:lnTo>
                    <a:pt x="934" y="2229"/>
                  </a:lnTo>
                  <a:lnTo>
                    <a:pt x="936" y="2204"/>
                  </a:lnTo>
                  <a:lnTo>
                    <a:pt x="944" y="2181"/>
                  </a:lnTo>
                  <a:lnTo>
                    <a:pt x="955" y="2160"/>
                  </a:lnTo>
                  <a:lnTo>
                    <a:pt x="971" y="2140"/>
                  </a:lnTo>
                  <a:lnTo>
                    <a:pt x="952" y="2157"/>
                  </a:lnTo>
                  <a:lnTo>
                    <a:pt x="930" y="2168"/>
                  </a:lnTo>
                  <a:lnTo>
                    <a:pt x="907" y="2175"/>
                  </a:lnTo>
                  <a:lnTo>
                    <a:pt x="882" y="2178"/>
                  </a:lnTo>
                  <a:lnTo>
                    <a:pt x="857" y="2176"/>
                  </a:lnTo>
                  <a:lnTo>
                    <a:pt x="832" y="2170"/>
                  </a:lnTo>
                  <a:lnTo>
                    <a:pt x="808" y="2161"/>
                  </a:lnTo>
                  <a:lnTo>
                    <a:pt x="784" y="2147"/>
                  </a:lnTo>
                  <a:lnTo>
                    <a:pt x="763" y="2128"/>
                  </a:lnTo>
                  <a:lnTo>
                    <a:pt x="745" y="2107"/>
                  </a:lnTo>
                  <a:lnTo>
                    <a:pt x="730" y="2084"/>
                  </a:lnTo>
                  <a:lnTo>
                    <a:pt x="721" y="2060"/>
                  </a:lnTo>
                  <a:lnTo>
                    <a:pt x="715" y="2035"/>
                  </a:lnTo>
                  <a:lnTo>
                    <a:pt x="714" y="2011"/>
                  </a:lnTo>
                  <a:lnTo>
                    <a:pt x="716" y="1986"/>
                  </a:lnTo>
                  <a:lnTo>
                    <a:pt x="723" y="1963"/>
                  </a:lnTo>
                  <a:lnTo>
                    <a:pt x="735" y="1941"/>
                  </a:lnTo>
                  <a:lnTo>
                    <a:pt x="751" y="1922"/>
                  </a:lnTo>
                  <a:lnTo>
                    <a:pt x="731" y="1938"/>
                  </a:lnTo>
                  <a:lnTo>
                    <a:pt x="710" y="1949"/>
                  </a:lnTo>
                  <a:lnTo>
                    <a:pt x="686" y="1956"/>
                  </a:lnTo>
                  <a:lnTo>
                    <a:pt x="662" y="1959"/>
                  </a:lnTo>
                  <a:lnTo>
                    <a:pt x="636" y="1957"/>
                  </a:lnTo>
                  <a:lnTo>
                    <a:pt x="612" y="1952"/>
                  </a:lnTo>
                  <a:lnTo>
                    <a:pt x="588" y="1942"/>
                  </a:lnTo>
                  <a:lnTo>
                    <a:pt x="564" y="1928"/>
                  </a:lnTo>
                  <a:lnTo>
                    <a:pt x="543" y="1909"/>
                  </a:lnTo>
                  <a:lnTo>
                    <a:pt x="524" y="1888"/>
                  </a:lnTo>
                  <a:lnTo>
                    <a:pt x="511" y="1866"/>
                  </a:lnTo>
                  <a:lnTo>
                    <a:pt x="501" y="1841"/>
                  </a:lnTo>
                  <a:lnTo>
                    <a:pt x="495" y="1816"/>
                  </a:lnTo>
                  <a:lnTo>
                    <a:pt x="494" y="1792"/>
                  </a:lnTo>
                  <a:lnTo>
                    <a:pt x="497" y="1767"/>
                  </a:lnTo>
                  <a:lnTo>
                    <a:pt x="504" y="1744"/>
                  </a:lnTo>
                  <a:lnTo>
                    <a:pt x="515" y="1722"/>
                  </a:lnTo>
                  <a:lnTo>
                    <a:pt x="530" y="1703"/>
                  </a:lnTo>
                  <a:lnTo>
                    <a:pt x="511" y="1719"/>
                  </a:lnTo>
                  <a:lnTo>
                    <a:pt x="490" y="1730"/>
                  </a:lnTo>
                  <a:lnTo>
                    <a:pt x="466" y="1737"/>
                  </a:lnTo>
                  <a:lnTo>
                    <a:pt x="442" y="1740"/>
                  </a:lnTo>
                  <a:lnTo>
                    <a:pt x="417" y="1738"/>
                  </a:lnTo>
                  <a:lnTo>
                    <a:pt x="392" y="1733"/>
                  </a:lnTo>
                  <a:lnTo>
                    <a:pt x="367" y="1723"/>
                  </a:lnTo>
                  <a:lnTo>
                    <a:pt x="344" y="1709"/>
                  </a:lnTo>
                  <a:lnTo>
                    <a:pt x="323" y="1690"/>
                  </a:lnTo>
                  <a:lnTo>
                    <a:pt x="305" y="1670"/>
                  </a:lnTo>
                  <a:lnTo>
                    <a:pt x="291" y="1647"/>
                  </a:lnTo>
                  <a:lnTo>
                    <a:pt x="281" y="1622"/>
                  </a:lnTo>
                  <a:lnTo>
                    <a:pt x="275" y="1597"/>
                  </a:lnTo>
                  <a:lnTo>
                    <a:pt x="273" y="1573"/>
                  </a:lnTo>
                  <a:lnTo>
                    <a:pt x="276" y="1549"/>
                  </a:lnTo>
                  <a:lnTo>
                    <a:pt x="284" y="1525"/>
                  </a:lnTo>
                  <a:lnTo>
                    <a:pt x="295" y="1504"/>
                  </a:lnTo>
                  <a:lnTo>
                    <a:pt x="311" y="1485"/>
                  </a:lnTo>
                  <a:lnTo>
                    <a:pt x="432" y="1363"/>
                  </a:lnTo>
                  <a:lnTo>
                    <a:pt x="20" y="952"/>
                  </a:lnTo>
                  <a:lnTo>
                    <a:pt x="9" y="938"/>
                  </a:lnTo>
                  <a:lnTo>
                    <a:pt x="2" y="921"/>
                  </a:lnTo>
                  <a:lnTo>
                    <a:pt x="0" y="904"/>
                  </a:lnTo>
                  <a:lnTo>
                    <a:pt x="2" y="887"/>
                  </a:lnTo>
                  <a:lnTo>
                    <a:pt x="9" y="870"/>
                  </a:lnTo>
                  <a:lnTo>
                    <a:pt x="20" y="855"/>
                  </a:lnTo>
                  <a:lnTo>
                    <a:pt x="35" y="844"/>
                  </a:lnTo>
                  <a:lnTo>
                    <a:pt x="51" y="837"/>
                  </a:lnTo>
                  <a:lnTo>
                    <a:pt x="69" y="835"/>
                  </a:lnTo>
                  <a:lnTo>
                    <a:pt x="87" y="837"/>
                  </a:lnTo>
                  <a:lnTo>
                    <a:pt x="103" y="844"/>
                  </a:lnTo>
                  <a:lnTo>
                    <a:pt x="118" y="855"/>
                  </a:lnTo>
                  <a:lnTo>
                    <a:pt x="531" y="1267"/>
                  </a:lnTo>
                  <a:lnTo>
                    <a:pt x="554" y="1253"/>
                  </a:lnTo>
                  <a:lnTo>
                    <a:pt x="577" y="1243"/>
                  </a:lnTo>
                  <a:lnTo>
                    <a:pt x="603" y="1239"/>
                  </a:lnTo>
                  <a:lnTo>
                    <a:pt x="629" y="1240"/>
                  </a:lnTo>
                  <a:lnTo>
                    <a:pt x="656" y="1245"/>
                  </a:lnTo>
                  <a:lnTo>
                    <a:pt x="681" y="1255"/>
                  </a:lnTo>
                  <a:lnTo>
                    <a:pt x="706" y="1269"/>
                  </a:lnTo>
                  <a:lnTo>
                    <a:pt x="728" y="1288"/>
                  </a:lnTo>
                  <a:lnTo>
                    <a:pt x="747" y="1309"/>
                  </a:lnTo>
                  <a:lnTo>
                    <a:pt x="761" y="1333"/>
                  </a:lnTo>
                  <a:lnTo>
                    <a:pt x="771" y="1357"/>
                  </a:lnTo>
                  <a:lnTo>
                    <a:pt x="776" y="1381"/>
                  </a:lnTo>
                  <a:lnTo>
                    <a:pt x="778" y="1407"/>
                  </a:lnTo>
                  <a:lnTo>
                    <a:pt x="775" y="1431"/>
                  </a:lnTo>
                  <a:lnTo>
                    <a:pt x="768" y="1454"/>
                  </a:lnTo>
                  <a:lnTo>
                    <a:pt x="757" y="1476"/>
                  </a:lnTo>
                  <a:lnTo>
                    <a:pt x="741" y="1495"/>
                  </a:lnTo>
                  <a:lnTo>
                    <a:pt x="760" y="1479"/>
                  </a:lnTo>
                  <a:lnTo>
                    <a:pt x="781" y="1467"/>
                  </a:lnTo>
                  <a:lnTo>
                    <a:pt x="805" y="1460"/>
                  </a:lnTo>
                  <a:lnTo>
                    <a:pt x="829" y="1457"/>
                  </a:lnTo>
                  <a:lnTo>
                    <a:pt x="855" y="1459"/>
                  </a:lnTo>
                  <a:lnTo>
                    <a:pt x="879" y="1464"/>
                  </a:lnTo>
                  <a:lnTo>
                    <a:pt x="904" y="1475"/>
                  </a:lnTo>
                  <a:lnTo>
                    <a:pt x="927" y="1489"/>
                  </a:lnTo>
                  <a:lnTo>
                    <a:pt x="949" y="1507"/>
                  </a:lnTo>
                  <a:lnTo>
                    <a:pt x="967" y="1528"/>
                  </a:lnTo>
                  <a:lnTo>
                    <a:pt x="981" y="1551"/>
                  </a:lnTo>
                  <a:lnTo>
                    <a:pt x="990" y="1575"/>
                  </a:lnTo>
                  <a:lnTo>
                    <a:pt x="997" y="1600"/>
                  </a:lnTo>
                  <a:lnTo>
                    <a:pt x="998" y="1625"/>
                  </a:lnTo>
                  <a:lnTo>
                    <a:pt x="996" y="1649"/>
                  </a:lnTo>
                  <a:lnTo>
                    <a:pt x="988" y="1672"/>
                  </a:lnTo>
                  <a:lnTo>
                    <a:pt x="977" y="1694"/>
                  </a:lnTo>
                  <a:lnTo>
                    <a:pt x="961" y="1714"/>
                  </a:lnTo>
                  <a:lnTo>
                    <a:pt x="980" y="1698"/>
                  </a:lnTo>
                  <a:lnTo>
                    <a:pt x="1002" y="1686"/>
                  </a:lnTo>
                  <a:lnTo>
                    <a:pt x="1025" y="1679"/>
                  </a:lnTo>
                  <a:lnTo>
                    <a:pt x="1050" y="1676"/>
                  </a:lnTo>
                  <a:lnTo>
                    <a:pt x="1075" y="1678"/>
                  </a:lnTo>
                  <a:lnTo>
                    <a:pt x="1100" y="1683"/>
                  </a:lnTo>
                  <a:lnTo>
                    <a:pt x="1124" y="1693"/>
                  </a:lnTo>
                  <a:lnTo>
                    <a:pt x="1148" y="1708"/>
                  </a:lnTo>
                  <a:lnTo>
                    <a:pt x="1169" y="1725"/>
                  </a:lnTo>
                  <a:lnTo>
                    <a:pt x="1187" y="1746"/>
                  </a:lnTo>
                  <a:lnTo>
                    <a:pt x="1201" y="1769"/>
                  </a:lnTo>
                  <a:lnTo>
                    <a:pt x="1211" y="1794"/>
                  </a:lnTo>
                  <a:lnTo>
                    <a:pt x="1217" y="1818"/>
                  </a:lnTo>
                  <a:lnTo>
                    <a:pt x="1218" y="1843"/>
                  </a:lnTo>
                  <a:lnTo>
                    <a:pt x="1215" y="1868"/>
                  </a:lnTo>
                  <a:lnTo>
                    <a:pt x="1208" y="1891"/>
                  </a:lnTo>
                  <a:lnTo>
                    <a:pt x="1196" y="1912"/>
                  </a:lnTo>
                  <a:lnTo>
                    <a:pt x="1181" y="1932"/>
                  </a:lnTo>
                  <a:lnTo>
                    <a:pt x="1201" y="1916"/>
                  </a:lnTo>
                  <a:lnTo>
                    <a:pt x="1222" y="1905"/>
                  </a:lnTo>
                  <a:lnTo>
                    <a:pt x="1245" y="1898"/>
                  </a:lnTo>
                  <a:lnTo>
                    <a:pt x="1270" y="1895"/>
                  </a:lnTo>
                  <a:lnTo>
                    <a:pt x="1294" y="1896"/>
                  </a:lnTo>
                  <a:lnTo>
                    <a:pt x="1320" y="1902"/>
                  </a:lnTo>
                  <a:lnTo>
                    <a:pt x="1344" y="1912"/>
                  </a:lnTo>
                  <a:lnTo>
                    <a:pt x="1367" y="1926"/>
                  </a:lnTo>
                  <a:lnTo>
                    <a:pt x="1388" y="1944"/>
                  </a:lnTo>
                  <a:lnTo>
                    <a:pt x="1407" y="1965"/>
                  </a:lnTo>
                  <a:lnTo>
                    <a:pt x="1421" y="1988"/>
                  </a:lnTo>
                  <a:lnTo>
                    <a:pt x="1431" y="2013"/>
                  </a:lnTo>
                  <a:lnTo>
                    <a:pt x="1436" y="2037"/>
                  </a:lnTo>
                  <a:lnTo>
                    <a:pt x="1438" y="2062"/>
                  </a:lnTo>
                  <a:lnTo>
                    <a:pt x="1435" y="2087"/>
                  </a:lnTo>
                  <a:lnTo>
                    <a:pt x="1428" y="2110"/>
                  </a:lnTo>
                  <a:lnTo>
                    <a:pt x="1416" y="2131"/>
                  </a:lnTo>
                  <a:lnTo>
                    <a:pt x="1672" y="2386"/>
                  </a:lnTo>
                  <a:lnTo>
                    <a:pt x="1685" y="2395"/>
                  </a:lnTo>
                  <a:lnTo>
                    <a:pt x="1699" y="2401"/>
                  </a:lnTo>
                  <a:lnTo>
                    <a:pt x="1716" y="2402"/>
                  </a:lnTo>
                  <a:lnTo>
                    <a:pt x="1733" y="2400"/>
                  </a:lnTo>
                  <a:lnTo>
                    <a:pt x="1750" y="2395"/>
                  </a:lnTo>
                  <a:lnTo>
                    <a:pt x="1767" y="2386"/>
                  </a:lnTo>
                  <a:lnTo>
                    <a:pt x="1782" y="2374"/>
                  </a:lnTo>
                  <a:lnTo>
                    <a:pt x="1794" y="2358"/>
                  </a:lnTo>
                  <a:lnTo>
                    <a:pt x="1803" y="2342"/>
                  </a:lnTo>
                  <a:lnTo>
                    <a:pt x="1809" y="2325"/>
                  </a:lnTo>
                  <a:lnTo>
                    <a:pt x="1811" y="2308"/>
                  </a:lnTo>
                  <a:lnTo>
                    <a:pt x="1809" y="2291"/>
                  </a:lnTo>
                  <a:lnTo>
                    <a:pt x="1803" y="2276"/>
                  </a:lnTo>
                  <a:lnTo>
                    <a:pt x="1794" y="2264"/>
                  </a:lnTo>
                  <a:lnTo>
                    <a:pt x="1584" y="2055"/>
                  </a:lnTo>
                  <a:lnTo>
                    <a:pt x="1573" y="2041"/>
                  </a:lnTo>
                  <a:lnTo>
                    <a:pt x="1567" y="2025"/>
                  </a:lnTo>
                  <a:lnTo>
                    <a:pt x="1564" y="2007"/>
                  </a:lnTo>
                  <a:lnTo>
                    <a:pt x="1567" y="1989"/>
                  </a:lnTo>
                  <a:lnTo>
                    <a:pt x="1573" y="1973"/>
                  </a:lnTo>
                  <a:lnTo>
                    <a:pt x="1584" y="1958"/>
                  </a:lnTo>
                  <a:lnTo>
                    <a:pt x="1599" y="1947"/>
                  </a:lnTo>
                  <a:lnTo>
                    <a:pt x="1616" y="1941"/>
                  </a:lnTo>
                  <a:lnTo>
                    <a:pt x="1633" y="1939"/>
                  </a:lnTo>
                  <a:lnTo>
                    <a:pt x="1650" y="1941"/>
                  </a:lnTo>
                  <a:lnTo>
                    <a:pt x="1668" y="1947"/>
                  </a:lnTo>
                  <a:lnTo>
                    <a:pt x="1682" y="1958"/>
                  </a:lnTo>
                  <a:lnTo>
                    <a:pt x="1892" y="2167"/>
                  </a:lnTo>
                  <a:lnTo>
                    <a:pt x="1904" y="2176"/>
                  </a:lnTo>
                  <a:lnTo>
                    <a:pt x="1920" y="2182"/>
                  </a:lnTo>
                  <a:lnTo>
                    <a:pt x="1936" y="2183"/>
                  </a:lnTo>
                  <a:lnTo>
                    <a:pt x="1953" y="2182"/>
                  </a:lnTo>
                  <a:lnTo>
                    <a:pt x="1971" y="2176"/>
                  </a:lnTo>
                  <a:lnTo>
                    <a:pt x="1987" y="2167"/>
                  </a:lnTo>
                  <a:lnTo>
                    <a:pt x="2002" y="2155"/>
                  </a:lnTo>
                  <a:lnTo>
                    <a:pt x="2015" y="2139"/>
                  </a:lnTo>
                  <a:lnTo>
                    <a:pt x="2024" y="2123"/>
                  </a:lnTo>
                  <a:lnTo>
                    <a:pt x="2029" y="2106"/>
                  </a:lnTo>
                  <a:lnTo>
                    <a:pt x="2031" y="2089"/>
                  </a:lnTo>
                  <a:lnTo>
                    <a:pt x="2029" y="2073"/>
                  </a:lnTo>
                  <a:lnTo>
                    <a:pt x="2024" y="2058"/>
                  </a:lnTo>
                  <a:lnTo>
                    <a:pt x="2015" y="2045"/>
                  </a:lnTo>
                  <a:lnTo>
                    <a:pt x="1804" y="1837"/>
                  </a:lnTo>
                  <a:lnTo>
                    <a:pt x="1793" y="1822"/>
                  </a:lnTo>
                  <a:lnTo>
                    <a:pt x="1786" y="1806"/>
                  </a:lnTo>
                  <a:lnTo>
                    <a:pt x="1784" y="1788"/>
                  </a:lnTo>
                  <a:lnTo>
                    <a:pt x="1786" y="1770"/>
                  </a:lnTo>
                  <a:lnTo>
                    <a:pt x="1793" y="1754"/>
                  </a:lnTo>
                  <a:lnTo>
                    <a:pt x="1804" y="1740"/>
                  </a:lnTo>
                  <a:lnTo>
                    <a:pt x="1820" y="1729"/>
                  </a:lnTo>
                  <a:lnTo>
                    <a:pt x="1836" y="1722"/>
                  </a:lnTo>
                  <a:lnTo>
                    <a:pt x="1853" y="1720"/>
                  </a:lnTo>
                  <a:lnTo>
                    <a:pt x="1871" y="1722"/>
                  </a:lnTo>
                  <a:lnTo>
                    <a:pt x="1887" y="1729"/>
                  </a:lnTo>
                  <a:lnTo>
                    <a:pt x="1902" y="1740"/>
                  </a:lnTo>
                  <a:lnTo>
                    <a:pt x="2112" y="1948"/>
                  </a:lnTo>
                  <a:lnTo>
                    <a:pt x="2125" y="1957"/>
                  </a:lnTo>
                  <a:lnTo>
                    <a:pt x="2140" y="1963"/>
                  </a:lnTo>
                  <a:lnTo>
                    <a:pt x="2156" y="1965"/>
                  </a:lnTo>
                  <a:lnTo>
                    <a:pt x="2174" y="1963"/>
                  </a:lnTo>
                  <a:lnTo>
                    <a:pt x="2190" y="1957"/>
                  </a:lnTo>
                  <a:lnTo>
                    <a:pt x="2207" y="1949"/>
                  </a:lnTo>
                  <a:lnTo>
                    <a:pt x="2223" y="1936"/>
                  </a:lnTo>
                  <a:lnTo>
                    <a:pt x="2235" y="1920"/>
                  </a:lnTo>
                  <a:lnTo>
                    <a:pt x="2244" y="1904"/>
                  </a:lnTo>
                  <a:lnTo>
                    <a:pt x="2249" y="1887"/>
                  </a:lnTo>
                  <a:lnTo>
                    <a:pt x="2251" y="1871"/>
                  </a:lnTo>
                  <a:lnTo>
                    <a:pt x="2249" y="1855"/>
                  </a:lnTo>
                  <a:lnTo>
                    <a:pt x="2244" y="1839"/>
                  </a:lnTo>
                  <a:lnTo>
                    <a:pt x="2234" y="1826"/>
                  </a:lnTo>
                  <a:lnTo>
                    <a:pt x="2025" y="1618"/>
                  </a:lnTo>
                  <a:lnTo>
                    <a:pt x="2013" y="1603"/>
                  </a:lnTo>
                  <a:lnTo>
                    <a:pt x="2006" y="1587"/>
                  </a:lnTo>
                  <a:lnTo>
                    <a:pt x="2004" y="1570"/>
                  </a:lnTo>
                  <a:lnTo>
                    <a:pt x="2006" y="1553"/>
                  </a:lnTo>
                  <a:lnTo>
                    <a:pt x="2013" y="1535"/>
                  </a:lnTo>
                  <a:lnTo>
                    <a:pt x="2025" y="1521"/>
                  </a:lnTo>
                  <a:lnTo>
                    <a:pt x="2039" y="1510"/>
                  </a:lnTo>
                  <a:lnTo>
                    <a:pt x="2055" y="1503"/>
                  </a:lnTo>
                  <a:lnTo>
                    <a:pt x="2074" y="1501"/>
                  </a:lnTo>
                  <a:lnTo>
                    <a:pt x="2091" y="1503"/>
                  </a:lnTo>
                  <a:lnTo>
                    <a:pt x="2107" y="1510"/>
                  </a:lnTo>
                  <a:lnTo>
                    <a:pt x="2122" y="1521"/>
                  </a:lnTo>
                  <a:lnTo>
                    <a:pt x="2332" y="1729"/>
                  </a:lnTo>
                  <a:lnTo>
                    <a:pt x="2345" y="1739"/>
                  </a:lnTo>
                  <a:lnTo>
                    <a:pt x="2359" y="1744"/>
                  </a:lnTo>
                  <a:lnTo>
                    <a:pt x="2377" y="1746"/>
                  </a:lnTo>
                  <a:lnTo>
                    <a:pt x="2393" y="1744"/>
                  </a:lnTo>
                  <a:lnTo>
                    <a:pt x="2410" y="1739"/>
                  </a:lnTo>
                  <a:lnTo>
                    <a:pt x="2427" y="1730"/>
                  </a:lnTo>
                  <a:lnTo>
                    <a:pt x="2442" y="1718"/>
                  </a:lnTo>
                  <a:lnTo>
                    <a:pt x="2455" y="1703"/>
                  </a:lnTo>
                  <a:lnTo>
                    <a:pt x="2463" y="1685"/>
                  </a:lnTo>
                  <a:lnTo>
                    <a:pt x="2469" y="1669"/>
                  </a:lnTo>
                  <a:lnTo>
                    <a:pt x="2471" y="1652"/>
                  </a:lnTo>
                  <a:lnTo>
                    <a:pt x="2469" y="1636"/>
                  </a:lnTo>
                  <a:lnTo>
                    <a:pt x="2463" y="1620"/>
                  </a:lnTo>
                  <a:lnTo>
                    <a:pt x="2454" y="1608"/>
                  </a:lnTo>
                  <a:lnTo>
                    <a:pt x="2452" y="1606"/>
                  </a:lnTo>
                  <a:lnTo>
                    <a:pt x="2447" y="1600"/>
                  </a:lnTo>
                  <a:lnTo>
                    <a:pt x="2438" y="1591"/>
                  </a:lnTo>
                  <a:lnTo>
                    <a:pt x="2426" y="1579"/>
                  </a:lnTo>
                  <a:lnTo>
                    <a:pt x="2410" y="1564"/>
                  </a:lnTo>
                  <a:lnTo>
                    <a:pt x="2392" y="1545"/>
                  </a:lnTo>
                  <a:lnTo>
                    <a:pt x="2372" y="1525"/>
                  </a:lnTo>
                  <a:lnTo>
                    <a:pt x="2348" y="1502"/>
                  </a:lnTo>
                  <a:lnTo>
                    <a:pt x="2323" y="1477"/>
                  </a:lnTo>
                  <a:lnTo>
                    <a:pt x="2295" y="1449"/>
                  </a:lnTo>
                  <a:lnTo>
                    <a:pt x="2265" y="1420"/>
                  </a:lnTo>
                  <a:lnTo>
                    <a:pt x="2235" y="1389"/>
                  </a:lnTo>
                  <a:lnTo>
                    <a:pt x="2202" y="1357"/>
                  </a:lnTo>
                  <a:lnTo>
                    <a:pt x="2169" y="1323"/>
                  </a:lnTo>
                  <a:lnTo>
                    <a:pt x="2134" y="1289"/>
                  </a:lnTo>
                  <a:lnTo>
                    <a:pt x="2099" y="1254"/>
                  </a:lnTo>
                  <a:lnTo>
                    <a:pt x="2062" y="1218"/>
                  </a:lnTo>
                  <a:lnTo>
                    <a:pt x="2027" y="1182"/>
                  </a:lnTo>
                  <a:lnTo>
                    <a:pt x="1990" y="1146"/>
                  </a:lnTo>
                  <a:lnTo>
                    <a:pt x="1954" y="1110"/>
                  </a:lnTo>
                  <a:lnTo>
                    <a:pt x="1918" y="1074"/>
                  </a:lnTo>
                  <a:lnTo>
                    <a:pt x="1882" y="1039"/>
                  </a:lnTo>
                  <a:lnTo>
                    <a:pt x="1847" y="1003"/>
                  </a:lnTo>
                  <a:lnTo>
                    <a:pt x="1813" y="970"/>
                  </a:lnTo>
                  <a:lnTo>
                    <a:pt x="1780" y="937"/>
                  </a:lnTo>
                  <a:lnTo>
                    <a:pt x="1748" y="906"/>
                  </a:lnTo>
                  <a:lnTo>
                    <a:pt x="1718" y="875"/>
                  </a:lnTo>
                  <a:lnTo>
                    <a:pt x="1689" y="847"/>
                  </a:lnTo>
                  <a:lnTo>
                    <a:pt x="1663" y="821"/>
                  </a:lnTo>
                  <a:lnTo>
                    <a:pt x="1638" y="797"/>
                  </a:lnTo>
                  <a:lnTo>
                    <a:pt x="1616" y="775"/>
                  </a:lnTo>
                  <a:lnTo>
                    <a:pt x="1596" y="756"/>
                  </a:lnTo>
                  <a:lnTo>
                    <a:pt x="1579" y="740"/>
                  </a:lnTo>
                  <a:lnTo>
                    <a:pt x="1565" y="725"/>
                  </a:lnTo>
                  <a:lnTo>
                    <a:pt x="1560" y="721"/>
                  </a:lnTo>
                  <a:lnTo>
                    <a:pt x="1553" y="715"/>
                  </a:lnTo>
                  <a:lnTo>
                    <a:pt x="1546" y="711"/>
                  </a:lnTo>
                  <a:lnTo>
                    <a:pt x="1537" y="706"/>
                  </a:lnTo>
                  <a:lnTo>
                    <a:pt x="1527" y="704"/>
                  </a:lnTo>
                  <a:lnTo>
                    <a:pt x="1515" y="703"/>
                  </a:lnTo>
                  <a:lnTo>
                    <a:pt x="1501" y="705"/>
                  </a:lnTo>
                  <a:lnTo>
                    <a:pt x="1485" y="711"/>
                  </a:lnTo>
                  <a:lnTo>
                    <a:pt x="1468" y="720"/>
                  </a:lnTo>
                  <a:lnTo>
                    <a:pt x="1449" y="735"/>
                  </a:lnTo>
                  <a:lnTo>
                    <a:pt x="1428" y="754"/>
                  </a:lnTo>
                  <a:lnTo>
                    <a:pt x="1405" y="779"/>
                  </a:lnTo>
                  <a:lnTo>
                    <a:pt x="1383" y="808"/>
                  </a:lnTo>
                  <a:lnTo>
                    <a:pt x="1366" y="837"/>
                  </a:lnTo>
                  <a:lnTo>
                    <a:pt x="1270" y="1012"/>
                  </a:lnTo>
                  <a:lnTo>
                    <a:pt x="1259" y="1031"/>
                  </a:lnTo>
                  <a:lnTo>
                    <a:pt x="1244" y="1050"/>
                  </a:lnTo>
                  <a:lnTo>
                    <a:pt x="1226" y="1069"/>
                  </a:lnTo>
                  <a:lnTo>
                    <a:pt x="1194" y="1096"/>
                  </a:lnTo>
                  <a:lnTo>
                    <a:pt x="1161" y="1119"/>
                  </a:lnTo>
                  <a:lnTo>
                    <a:pt x="1125" y="1136"/>
                  </a:lnTo>
                  <a:lnTo>
                    <a:pt x="1089" y="1147"/>
                  </a:lnTo>
                  <a:lnTo>
                    <a:pt x="1052" y="1153"/>
                  </a:lnTo>
                  <a:lnTo>
                    <a:pt x="1014" y="1153"/>
                  </a:lnTo>
                  <a:lnTo>
                    <a:pt x="976" y="1147"/>
                  </a:lnTo>
                  <a:lnTo>
                    <a:pt x="944" y="1137"/>
                  </a:lnTo>
                  <a:lnTo>
                    <a:pt x="913" y="1123"/>
                  </a:lnTo>
                  <a:lnTo>
                    <a:pt x="883" y="1106"/>
                  </a:lnTo>
                  <a:lnTo>
                    <a:pt x="858" y="1085"/>
                  </a:lnTo>
                  <a:lnTo>
                    <a:pt x="833" y="1061"/>
                  </a:lnTo>
                  <a:lnTo>
                    <a:pt x="813" y="1034"/>
                  </a:lnTo>
                  <a:lnTo>
                    <a:pt x="796" y="1004"/>
                  </a:lnTo>
                  <a:lnTo>
                    <a:pt x="784" y="980"/>
                  </a:lnTo>
                  <a:lnTo>
                    <a:pt x="777" y="955"/>
                  </a:lnTo>
                  <a:lnTo>
                    <a:pt x="772" y="930"/>
                  </a:lnTo>
                  <a:lnTo>
                    <a:pt x="772" y="908"/>
                  </a:lnTo>
                  <a:lnTo>
                    <a:pt x="774" y="886"/>
                  </a:lnTo>
                  <a:lnTo>
                    <a:pt x="781" y="866"/>
                  </a:lnTo>
                  <a:lnTo>
                    <a:pt x="1064" y="203"/>
                  </a:lnTo>
                  <a:lnTo>
                    <a:pt x="1074" y="185"/>
                  </a:lnTo>
                  <a:lnTo>
                    <a:pt x="1086" y="166"/>
                  </a:lnTo>
                  <a:lnTo>
                    <a:pt x="1102" y="147"/>
                  </a:lnTo>
                  <a:lnTo>
                    <a:pt x="1120" y="126"/>
                  </a:lnTo>
                  <a:lnTo>
                    <a:pt x="1130" y="117"/>
                  </a:lnTo>
                  <a:lnTo>
                    <a:pt x="1142" y="106"/>
                  </a:lnTo>
                  <a:lnTo>
                    <a:pt x="1158" y="94"/>
                  </a:lnTo>
                  <a:lnTo>
                    <a:pt x="1176" y="81"/>
                  </a:lnTo>
                  <a:lnTo>
                    <a:pt x="1196" y="67"/>
                  </a:lnTo>
                  <a:lnTo>
                    <a:pt x="1220" y="53"/>
                  </a:lnTo>
                  <a:lnTo>
                    <a:pt x="1245" y="40"/>
                  </a:lnTo>
                  <a:lnTo>
                    <a:pt x="1274" y="28"/>
                  </a:lnTo>
                  <a:lnTo>
                    <a:pt x="1305" y="18"/>
                  </a:lnTo>
                  <a:lnTo>
                    <a:pt x="1338" y="10"/>
                  </a:lnTo>
                  <a:lnTo>
                    <a:pt x="1373" y="3"/>
                  </a:lnTo>
                  <a:lnTo>
                    <a:pt x="1412" y="0"/>
                  </a:lnTo>
                  <a:lnTo>
                    <a:pt x="14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sp>
          <p:nvSpPr>
            <p:cNvPr id="105" name="Freeform 40">
              <a:extLst>
                <a:ext uri="{FF2B5EF4-FFF2-40B4-BE49-F238E27FC236}">
                  <a16:creationId xmlns:a16="http://schemas.microsoft.com/office/drawing/2014/main" id="{50925AE1-E77F-480B-8464-46241618D97E}"/>
                </a:ext>
              </a:extLst>
            </p:cNvPr>
            <p:cNvSpPr>
              <a:spLocks noEditPoints="1"/>
            </p:cNvSpPr>
            <p:nvPr/>
          </p:nvSpPr>
          <p:spPr bwMode="auto">
            <a:xfrm>
              <a:off x="7332663" y="2609851"/>
              <a:ext cx="149225" cy="147638"/>
            </a:xfrm>
            <a:custGeom>
              <a:avLst/>
              <a:gdLst>
                <a:gd name="T0" fmla="*/ 671 w 1031"/>
                <a:gd name="T1" fmla="*/ 657 h 1025"/>
                <a:gd name="T2" fmla="*/ 626 w 1031"/>
                <a:gd name="T3" fmla="*/ 679 h 1025"/>
                <a:gd name="T4" fmla="*/ 595 w 1031"/>
                <a:gd name="T5" fmla="*/ 718 h 1025"/>
                <a:gd name="T6" fmla="*/ 584 w 1031"/>
                <a:gd name="T7" fmla="*/ 766 h 1025"/>
                <a:gd name="T8" fmla="*/ 595 w 1031"/>
                <a:gd name="T9" fmla="*/ 817 h 1025"/>
                <a:gd name="T10" fmla="*/ 626 w 1031"/>
                <a:gd name="T11" fmla="*/ 854 h 1025"/>
                <a:gd name="T12" fmla="*/ 671 w 1031"/>
                <a:gd name="T13" fmla="*/ 877 h 1025"/>
                <a:gd name="T14" fmla="*/ 723 w 1031"/>
                <a:gd name="T15" fmla="*/ 877 h 1025"/>
                <a:gd name="T16" fmla="*/ 768 w 1031"/>
                <a:gd name="T17" fmla="*/ 854 h 1025"/>
                <a:gd name="T18" fmla="*/ 800 w 1031"/>
                <a:gd name="T19" fmla="*/ 816 h 1025"/>
                <a:gd name="T20" fmla="*/ 811 w 1031"/>
                <a:gd name="T21" fmla="*/ 766 h 1025"/>
                <a:gd name="T22" fmla="*/ 800 w 1031"/>
                <a:gd name="T23" fmla="*/ 718 h 1025"/>
                <a:gd name="T24" fmla="*/ 768 w 1031"/>
                <a:gd name="T25" fmla="*/ 679 h 1025"/>
                <a:gd name="T26" fmla="*/ 723 w 1031"/>
                <a:gd name="T27" fmla="*/ 657 h 1025"/>
                <a:gd name="T28" fmla="*/ 345 w 1031"/>
                <a:gd name="T29" fmla="*/ 0 h 1025"/>
                <a:gd name="T30" fmla="*/ 391 w 1031"/>
                <a:gd name="T31" fmla="*/ 12 h 1025"/>
                <a:gd name="T32" fmla="*/ 432 w 1031"/>
                <a:gd name="T33" fmla="*/ 39 h 1025"/>
                <a:gd name="T34" fmla="*/ 1007 w 1031"/>
                <a:gd name="T35" fmla="*/ 615 h 1025"/>
                <a:gd name="T36" fmla="*/ 1027 w 1031"/>
                <a:gd name="T37" fmla="*/ 659 h 1025"/>
                <a:gd name="T38" fmla="*/ 1031 w 1031"/>
                <a:gd name="T39" fmla="*/ 705 h 1025"/>
                <a:gd name="T40" fmla="*/ 1019 w 1031"/>
                <a:gd name="T41" fmla="*/ 751 h 1025"/>
                <a:gd name="T42" fmla="*/ 992 w 1031"/>
                <a:gd name="T43" fmla="*/ 791 h 1025"/>
                <a:gd name="T44" fmla="*/ 776 w 1031"/>
                <a:gd name="T45" fmla="*/ 1001 h 1025"/>
                <a:gd name="T46" fmla="*/ 732 w 1031"/>
                <a:gd name="T47" fmla="*/ 1021 h 1025"/>
                <a:gd name="T48" fmla="*/ 686 w 1031"/>
                <a:gd name="T49" fmla="*/ 1025 h 1025"/>
                <a:gd name="T50" fmla="*/ 640 w 1031"/>
                <a:gd name="T51" fmla="*/ 1013 h 1025"/>
                <a:gd name="T52" fmla="*/ 600 w 1031"/>
                <a:gd name="T53" fmla="*/ 985 h 1025"/>
                <a:gd name="T54" fmla="*/ 24 w 1031"/>
                <a:gd name="T55" fmla="*/ 409 h 1025"/>
                <a:gd name="T56" fmla="*/ 4 w 1031"/>
                <a:gd name="T57" fmla="*/ 367 h 1025"/>
                <a:gd name="T58" fmla="*/ 0 w 1031"/>
                <a:gd name="T59" fmla="*/ 320 h 1025"/>
                <a:gd name="T60" fmla="*/ 11 w 1031"/>
                <a:gd name="T61" fmla="*/ 275 h 1025"/>
                <a:gd name="T62" fmla="*/ 40 w 1031"/>
                <a:gd name="T63" fmla="*/ 234 h 1025"/>
                <a:gd name="T64" fmla="*/ 255 w 1031"/>
                <a:gd name="T65" fmla="*/ 24 h 1025"/>
                <a:gd name="T66" fmla="*/ 298 w 1031"/>
                <a:gd name="T67" fmla="*/ 4 h 1025"/>
                <a:gd name="T68" fmla="*/ 345 w 1031"/>
                <a:gd name="T69" fmla="*/ 0 h 1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1" h="1025">
                  <a:moveTo>
                    <a:pt x="698" y="654"/>
                  </a:moveTo>
                  <a:lnTo>
                    <a:pt x="671" y="657"/>
                  </a:lnTo>
                  <a:lnTo>
                    <a:pt x="648" y="665"/>
                  </a:lnTo>
                  <a:lnTo>
                    <a:pt x="626" y="679"/>
                  </a:lnTo>
                  <a:lnTo>
                    <a:pt x="609" y="696"/>
                  </a:lnTo>
                  <a:lnTo>
                    <a:pt x="595" y="718"/>
                  </a:lnTo>
                  <a:lnTo>
                    <a:pt x="587" y="741"/>
                  </a:lnTo>
                  <a:lnTo>
                    <a:pt x="584" y="766"/>
                  </a:lnTo>
                  <a:lnTo>
                    <a:pt x="587" y="793"/>
                  </a:lnTo>
                  <a:lnTo>
                    <a:pt x="595" y="817"/>
                  </a:lnTo>
                  <a:lnTo>
                    <a:pt x="609" y="837"/>
                  </a:lnTo>
                  <a:lnTo>
                    <a:pt x="626" y="854"/>
                  </a:lnTo>
                  <a:lnTo>
                    <a:pt x="648" y="868"/>
                  </a:lnTo>
                  <a:lnTo>
                    <a:pt x="671" y="877"/>
                  </a:lnTo>
                  <a:lnTo>
                    <a:pt x="698" y="880"/>
                  </a:lnTo>
                  <a:lnTo>
                    <a:pt x="723" y="877"/>
                  </a:lnTo>
                  <a:lnTo>
                    <a:pt x="748" y="868"/>
                  </a:lnTo>
                  <a:lnTo>
                    <a:pt x="768" y="854"/>
                  </a:lnTo>
                  <a:lnTo>
                    <a:pt x="785" y="837"/>
                  </a:lnTo>
                  <a:lnTo>
                    <a:pt x="800" y="816"/>
                  </a:lnTo>
                  <a:lnTo>
                    <a:pt x="808" y="793"/>
                  </a:lnTo>
                  <a:lnTo>
                    <a:pt x="811" y="766"/>
                  </a:lnTo>
                  <a:lnTo>
                    <a:pt x="808" y="741"/>
                  </a:lnTo>
                  <a:lnTo>
                    <a:pt x="800" y="718"/>
                  </a:lnTo>
                  <a:lnTo>
                    <a:pt x="785" y="696"/>
                  </a:lnTo>
                  <a:lnTo>
                    <a:pt x="768" y="679"/>
                  </a:lnTo>
                  <a:lnTo>
                    <a:pt x="748" y="665"/>
                  </a:lnTo>
                  <a:lnTo>
                    <a:pt x="723" y="657"/>
                  </a:lnTo>
                  <a:lnTo>
                    <a:pt x="698" y="654"/>
                  </a:lnTo>
                  <a:close/>
                  <a:moveTo>
                    <a:pt x="345" y="0"/>
                  </a:moveTo>
                  <a:lnTo>
                    <a:pt x="368" y="4"/>
                  </a:lnTo>
                  <a:lnTo>
                    <a:pt x="391" y="12"/>
                  </a:lnTo>
                  <a:lnTo>
                    <a:pt x="412" y="24"/>
                  </a:lnTo>
                  <a:lnTo>
                    <a:pt x="432" y="39"/>
                  </a:lnTo>
                  <a:lnTo>
                    <a:pt x="992" y="596"/>
                  </a:lnTo>
                  <a:lnTo>
                    <a:pt x="1007" y="615"/>
                  </a:lnTo>
                  <a:lnTo>
                    <a:pt x="1019" y="637"/>
                  </a:lnTo>
                  <a:lnTo>
                    <a:pt x="1027" y="659"/>
                  </a:lnTo>
                  <a:lnTo>
                    <a:pt x="1031" y="682"/>
                  </a:lnTo>
                  <a:lnTo>
                    <a:pt x="1031" y="705"/>
                  </a:lnTo>
                  <a:lnTo>
                    <a:pt x="1027" y="729"/>
                  </a:lnTo>
                  <a:lnTo>
                    <a:pt x="1019" y="751"/>
                  </a:lnTo>
                  <a:lnTo>
                    <a:pt x="1007" y="771"/>
                  </a:lnTo>
                  <a:lnTo>
                    <a:pt x="992" y="791"/>
                  </a:lnTo>
                  <a:lnTo>
                    <a:pt x="796" y="985"/>
                  </a:lnTo>
                  <a:lnTo>
                    <a:pt x="776" y="1001"/>
                  </a:lnTo>
                  <a:lnTo>
                    <a:pt x="755" y="1013"/>
                  </a:lnTo>
                  <a:lnTo>
                    <a:pt x="732" y="1021"/>
                  </a:lnTo>
                  <a:lnTo>
                    <a:pt x="709" y="1025"/>
                  </a:lnTo>
                  <a:lnTo>
                    <a:pt x="686" y="1025"/>
                  </a:lnTo>
                  <a:lnTo>
                    <a:pt x="663" y="1021"/>
                  </a:lnTo>
                  <a:lnTo>
                    <a:pt x="640" y="1013"/>
                  </a:lnTo>
                  <a:lnTo>
                    <a:pt x="619" y="1001"/>
                  </a:lnTo>
                  <a:lnTo>
                    <a:pt x="600" y="985"/>
                  </a:lnTo>
                  <a:lnTo>
                    <a:pt x="40" y="429"/>
                  </a:lnTo>
                  <a:lnTo>
                    <a:pt x="24" y="409"/>
                  </a:lnTo>
                  <a:lnTo>
                    <a:pt x="11" y="389"/>
                  </a:lnTo>
                  <a:lnTo>
                    <a:pt x="4" y="367"/>
                  </a:lnTo>
                  <a:lnTo>
                    <a:pt x="0" y="344"/>
                  </a:lnTo>
                  <a:lnTo>
                    <a:pt x="0" y="320"/>
                  </a:lnTo>
                  <a:lnTo>
                    <a:pt x="4" y="297"/>
                  </a:lnTo>
                  <a:lnTo>
                    <a:pt x="11" y="275"/>
                  </a:lnTo>
                  <a:lnTo>
                    <a:pt x="24" y="253"/>
                  </a:lnTo>
                  <a:lnTo>
                    <a:pt x="40" y="234"/>
                  </a:lnTo>
                  <a:lnTo>
                    <a:pt x="236" y="39"/>
                  </a:lnTo>
                  <a:lnTo>
                    <a:pt x="255" y="24"/>
                  </a:lnTo>
                  <a:lnTo>
                    <a:pt x="275" y="12"/>
                  </a:lnTo>
                  <a:lnTo>
                    <a:pt x="298" y="4"/>
                  </a:lnTo>
                  <a:lnTo>
                    <a:pt x="321" y="0"/>
                  </a:lnTo>
                  <a:lnTo>
                    <a:pt x="34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400" dirty="0">
                <a:solidFill>
                  <a:schemeClr val="tx1">
                    <a:lumMod val="95000"/>
                    <a:lumOff val="5000"/>
                  </a:schemeClr>
                </a:solidFill>
                <a:latin typeface="Arial" panose="020B0604020202020204" pitchFamily="34" charset="0"/>
                <a:ea typeface="Calibri" charset="0"/>
                <a:cs typeface="Arial" panose="020B0604020202020204" pitchFamily="34" charset="0"/>
              </a:endParaRPr>
            </a:p>
          </p:txBody>
        </p:sp>
      </p:grpSp>
      <p:sp>
        <p:nvSpPr>
          <p:cNvPr id="112" name="TextBox 111">
            <a:extLst>
              <a:ext uri="{FF2B5EF4-FFF2-40B4-BE49-F238E27FC236}">
                <a16:creationId xmlns:a16="http://schemas.microsoft.com/office/drawing/2014/main" id="{490ABFD4-9FB9-4DCE-83C8-803DF567DFF8}"/>
              </a:ext>
            </a:extLst>
          </p:cNvPr>
          <p:cNvSpPr txBox="1"/>
          <p:nvPr/>
        </p:nvSpPr>
        <p:spPr>
          <a:xfrm>
            <a:off x="7216927" y="2719731"/>
            <a:ext cx="4302283"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200" b="1" dirty="0">
                <a:solidFill>
                  <a:schemeClr val="bg1"/>
                </a:solidFill>
                <a:latin typeface="Arial" panose="020B0604020202020204" pitchFamily="34" charset="0"/>
                <a:cs typeface="Arial" panose="020B0604020202020204" pitchFamily="34" charset="0"/>
              </a:rPr>
              <a:t>A tool for visualizing the performance of a classification model.</a:t>
            </a:r>
            <a:endParaRPr lang="en-US" sz="1200" dirty="0">
              <a:solidFill>
                <a:schemeClr val="bg1"/>
              </a:solidFill>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82C42333-4D84-48FA-96DB-C8A8EE9B9C1C}"/>
              </a:ext>
            </a:extLst>
          </p:cNvPr>
          <p:cNvSpPr txBox="1"/>
          <p:nvPr/>
        </p:nvSpPr>
        <p:spPr>
          <a:xfrm rot="16200000" flipH="1">
            <a:off x="565528" y="4257154"/>
            <a:ext cx="1875361" cy="307777"/>
          </a:xfrm>
          <a:prstGeom prst="rect">
            <a:avLst/>
          </a:prstGeom>
          <a:noFill/>
        </p:spPr>
        <p:txBody>
          <a:bodyPr wrap="square" rtlCol="0">
            <a:spAutoFit/>
          </a:bodyPr>
          <a:lstStyle/>
          <a:p>
            <a:pPr algn="r"/>
            <a:r>
              <a:rPr lang="en-US" sz="1400" b="1" dirty="0">
                <a:latin typeface="Arial" panose="020B0604020202020204" pitchFamily="34" charset="0"/>
                <a:ea typeface="Calibri Light" charset="0"/>
                <a:cs typeface="Arial" panose="020B0604020202020204" pitchFamily="34" charset="0"/>
              </a:rPr>
              <a:t>Accuracy</a:t>
            </a:r>
          </a:p>
        </p:txBody>
      </p:sp>
      <p:sp>
        <p:nvSpPr>
          <p:cNvPr id="87" name="TextBox 86">
            <a:extLst>
              <a:ext uri="{FF2B5EF4-FFF2-40B4-BE49-F238E27FC236}">
                <a16:creationId xmlns:a16="http://schemas.microsoft.com/office/drawing/2014/main" id="{6BD57958-0D8E-4924-96A9-7CE5A36A475C}"/>
              </a:ext>
            </a:extLst>
          </p:cNvPr>
          <p:cNvSpPr txBox="1"/>
          <p:nvPr/>
        </p:nvSpPr>
        <p:spPr>
          <a:xfrm rot="16200000" flipH="1">
            <a:off x="1404925" y="4135788"/>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Precision</a:t>
            </a:r>
          </a:p>
        </p:txBody>
      </p:sp>
      <p:sp>
        <p:nvSpPr>
          <p:cNvPr id="88" name="TextBox 87">
            <a:extLst>
              <a:ext uri="{FF2B5EF4-FFF2-40B4-BE49-F238E27FC236}">
                <a16:creationId xmlns:a16="http://schemas.microsoft.com/office/drawing/2014/main" id="{930D1B6C-A291-4BB0-8D2E-E073EBE18CC3}"/>
              </a:ext>
            </a:extLst>
          </p:cNvPr>
          <p:cNvSpPr txBox="1"/>
          <p:nvPr/>
        </p:nvSpPr>
        <p:spPr>
          <a:xfrm rot="16200000" flipH="1">
            <a:off x="2115163" y="4028067"/>
            <a:ext cx="1632631" cy="523220"/>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Recall (Sensitivity)</a:t>
            </a:r>
          </a:p>
        </p:txBody>
      </p:sp>
      <p:sp>
        <p:nvSpPr>
          <p:cNvPr id="89" name="TextBox 88">
            <a:extLst>
              <a:ext uri="{FF2B5EF4-FFF2-40B4-BE49-F238E27FC236}">
                <a16:creationId xmlns:a16="http://schemas.microsoft.com/office/drawing/2014/main" id="{A0F170D5-A711-4D22-A417-6429D2D1E425}"/>
              </a:ext>
            </a:extLst>
          </p:cNvPr>
          <p:cNvSpPr txBox="1"/>
          <p:nvPr/>
        </p:nvSpPr>
        <p:spPr>
          <a:xfrm rot="16200000" flipH="1">
            <a:off x="2828333" y="4135788"/>
            <a:ext cx="1632631"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F1 Score</a:t>
            </a:r>
          </a:p>
        </p:txBody>
      </p:sp>
      <p:sp>
        <p:nvSpPr>
          <p:cNvPr id="91" name="TextBox 90">
            <a:extLst>
              <a:ext uri="{FF2B5EF4-FFF2-40B4-BE49-F238E27FC236}">
                <a16:creationId xmlns:a16="http://schemas.microsoft.com/office/drawing/2014/main" id="{19BE9F25-057E-4A4D-BC19-BBFD9F634C58}"/>
              </a:ext>
            </a:extLst>
          </p:cNvPr>
          <p:cNvSpPr txBox="1"/>
          <p:nvPr/>
        </p:nvSpPr>
        <p:spPr>
          <a:xfrm rot="16200000" flipH="1">
            <a:off x="4260453" y="4135787"/>
            <a:ext cx="1632631" cy="307777"/>
          </a:xfrm>
          <a:prstGeom prst="rect">
            <a:avLst/>
          </a:prstGeom>
          <a:noFill/>
        </p:spPr>
        <p:txBody>
          <a:bodyPr wrap="square" rtlCol="0">
            <a:spAutoFit/>
          </a:bodyPr>
          <a:lstStyle/>
          <a:p>
            <a:pPr algn="r"/>
            <a:r>
              <a:rPr lang="en-US" sz="1400" b="1" dirty="0">
                <a:solidFill>
                  <a:schemeClr val="bg1"/>
                </a:solidFill>
                <a:latin typeface="Arial" panose="020B0604020202020204" pitchFamily="34" charset="0"/>
                <a:cs typeface="Arial" panose="020B0604020202020204" pitchFamily="34" charset="0"/>
              </a:rPr>
              <a:t>Confusion Matrix</a:t>
            </a:r>
          </a:p>
        </p:txBody>
      </p:sp>
      <p:sp>
        <p:nvSpPr>
          <p:cNvPr id="92" name="TextBox 91">
            <a:extLst>
              <a:ext uri="{FF2B5EF4-FFF2-40B4-BE49-F238E27FC236}">
                <a16:creationId xmlns:a16="http://schemas.microsoft.com/office/drawing/2014/main" id="{3530CA76-C0B4-4AAB-B298-F7C04B6CB8AF}"/>
              </a:ext>
            </a:extLst>
          </p:cNvPr>
          <p:cNvSpPr txBox="1"/>
          <p:nvPr/>
        </p:nvSpPr>
        <p:spPr>
          <a:xfrm rot="16200000" flipH="1">
            <a:off x="3705748" y="3961977"/>
            <a:ext cx="1237663" cy="307777"/>
          </a:xfrm>
          <a:prstGeom prst="rect">
            <a:avLst/>
          </a:prstGeom>
          <a:noFill/>
        </p:spPr>
        <p:txBody>
          <a:bodyPr wrap="square" rtlCol="0">
            <a:spAutoFit/>
          </a:bodyPr>
          <a:lstStyle/>
          <a:p>
            <a:pPr algn="r"/>
            <a:r>
              <a:rPr lang="en-US" sz="1400" b="1" dirty="0">
                <a:solidFill>
                  <a:schemeClr val="bg2">
                    <a:lumMod val="10000"/>
                  </a:schemeClr>
                </a:solidFill>
                <a:latin typeface="Arial" panose="020B0604020202020204" pitchFamily="34" charset="0"/>
                <a:cs typeface="Arial" panose="020B0604020202020204" pitchFamily="34" charset="0"/>
              </a:rPr>
              <a:t>ROC-AUC</a:t>
            </a:r>
          </a:p>
        </p:txBody>
      </p:sp>
      <p:pic>
        <p:nvPicPr>
          <p:cNvPr id="72" name="Picture 71">
            <a:extLst>
              <a:ext uri="{FF2B5EF4-FFF2-40B4-BE49-F238E27FC236}">
                <a16:creationId xmlns:a16="http://schemas.microsoft.com/office/drawing/2014/main" id="{446DBC24-8561-45B6-8F05-6BDAB5D7BB1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60166"/>
            <a:ext cx="1606471" cy="1606471"/>
          </a:xfrm>
          <a:prstGeom prst="rect">
            <a:avLst/>
          </a:prstGeom>
        </p:spPr>
      </p:pic>
    </p:spTree>
    <p:extLst>
      <p:ext uri="{BB962C8B-B14F-4D97-AF65-F5344CB8AC3E}">
        <p14:creationId xmlns:p14="http://schemas.microsoft.com/office/powerpoint/2010/main" val="2354419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85" name="Group 384">
            <a:extLst>
              <a:ext uri="{FF2B5EF4-FFF2-40B4-BE49-F238E27FC236}">
                <a16:creationId xmlns:a16="http://schemas.microsoft.com/office/drawing/2014/main" id="{BEA6AFB6-949A-48BF-AFD3-7656DB4F2015}"/>
              </a:ext>
            </a:extLst>
          </p:cNvPr>
          <p:cNvGrpSpPr/>
          <p:nvPr/>
        </p:nvGrpSpPr>
        <p:grpSpPr>
          <a:xfrm>
            <a:off x="5302596" y="3140204"/>
            <a:ext cx="540000" cy="540000"/>
            <a:chOff x="8198102" y="5044447"/>
            <a:chExt cx="1440000" cy="1440000"/>
          </a:xfrm>
        </p:grpSpPr>
        <p:grpSp>
          <p:nvGrpSpPr>
            <p:cNvPr id="386" name="Group 385">
              <a:extLst>
                <a:ext uri="{FF2B5EF4-FFF2-40B4-BE49-F238E27FC236}">
                  <a16:creationId xmlns:a16="http://schemas.microsoft.com/office/drawing/2014/main" id="{9DF79B2B-43B0-4FDA-8722-22FD746084E8}"/>
                </a:ext>
              </a:extLst>
            </p:cNvPr>
            <p:cNvGrpSpPr/>
            <p:nvPr/>
          </p:nvGrpSpPr>
          <p:grpSpPr>
            <a:xfrm>
              <a:off x="8198102" y="5044447"/>
              <a:ext cx="1440000" cy="1440000"/>
              <a:chOff x="5376000" y="2709000"/>
              <a:chExt cx="1440000" cy="1440000"/>
            </a:xfrm>
          </p:grpSpPr>
          <p:sp>
            <p:nvSpPr>
              <p:cNvPr id="388" name="Oval 387">
                <a:extLst>
                  <a:ext uri="{FF2B5EF4-FFF2-40B4-BE49-F238E27FC236}">
                    <a16:creationId xmlns:a16="http://schemas.microsoft.com/office/drawing/2014/main" id="{AC434FEF-1063-4688-BBDA-82705776A761}"/>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89" name="Oval 388">
                <a:extLst>
                  <a:ext uri="{FF2B5EF4-FFF2-40B4-BE49-F238E27FC236}">
                    <a16:creationId xmlns:a16="http://schemas.microsoft.com/office/drawing/2014/main" id="{6D447AA9-1B98-4D64-833A-7701241FC729}"/>
                  </a:ext>
                </a:extLst>
              </p:cNvPr>
              <p:cNvSpPr/>
              <p:nvPr/>
            </p:nvSpPr>
            <p:spPr>
              <a:xfrm>
                <a:off x="5556000" y="2889000"/>
                <a:ext cx="1080000" cy="1080000"/>
              </a:xfrm>
              <a:prstGeom prst="ellipse">
                <a:avLst/>
              </a:prstGeom>
              <a:solidFill>
                <a:schemeClr val="bg1"/>
              </a:soli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387" name="Graphic 386" descr="Bar chart">
              <a:extLst>
                <a:ext uri="{FF2B5EF4-FFF2-40B4-BE49-F238E27FC236}">
                  <a16:creationId xmlns:a16="http://schemas.microsoft.com/office/drawing/2014/main" id="{FFF459EC-6DD2-41D4-BF3B-79B34635F46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49927" y="5380083"/>
              <a:ext cx="736350" cy="736350"/>
            </a:xfrm>
            <a:prstGeom prst="rect">
              <a:avLst/>
            </a:prstGeom>
          </p:spPr>
        </p:pic>
      </p:grpSp>
      <p:grpSp>
        <p:nvGrpSpPr>
          <p:cNvPr id="390" name="Group 389">
            <a:extLst>
              <a:ext uri="{FF2B5EF4-FFF2-40B4-BE49-F238E27FC236}">
                <a16:creationId xmlns:a16="http://schemas.microsoft.com/office/drawing/2014/main" id="{E118F364-71AE-4580-9CA2-8A15D008FE53}"/>
              </a:ext>
            </a:extLst>
          </p:cNvPr>
          <p:cNvGrpSpPr/>
          <p:nvPr/>
        </p:nvGrpSpPr>
        <p:grpSpPr>
          <a:xfrm>
            <a:off x="5032596" y="2870204"/>
            <a:ext cx="1080000" cy="1080000"/>
            <a:chOff x="8100286" y="1804125"/>
            <a:chExt cx="1440000" cy="1440000"/>
          </a:xfrm>
        </p:grpSpPr>
        <p:grpSp>
          <p:nvGrpSpPr>
            <p:cNvPr id="391" name="Group 390">
              <a:extLst>
                <a:ext uri="{FF2B5EF4-FFF2-40B4-BE49-F238E27FC236}">
                  <a16:creationId xmlns:a16="http://schemas.microsoft.com/office/drawing/2014/main" id="{5AD2D7A0-E3E0-4859-BBAA-153B9C6E0B3B}"/>
                </a:ext>
              </a:extLst>
            </p:cNvPr>
            <p:cNvGrpSpPr/>
            <p:nvPr/>
          </p:nvGrpSpPr>
          <p:grpSpPr>
            <a:xfrm>
              <a:off x="8100286" y="1804125"/>
              <a:ext cx="1440000" cy="1440000"/>
              <a:chOff x="5376000" y="2709000"/>
              <a:chExt cx="1440000" cy="1440000"/>
            </a:xfrm>
          </p:grpSpPr>
          <p:sp>
            <p:nvSpPr>
              <p:cNvPr id="393" name="Oval 392">
                <a:extLst>
                  <a:ext uri="{FF2B5EF4-FFF2-40B4-BE49-F238E27FC236}">
                    <a16:creationId xmlns:a16="http://schemas.microsoft.com/office/drawing/2014/main" id="{50F517FF-1F82-41E4-8366-99CA653E15DB}"/>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94" name="Oval 393">
                <a:extLst>
                  <a:ext uri="{FF2B5EF4-FFF2-40B4-BE49-F238E27FC236}">
                    <a16:creationId xmlns:a16="http://schemas.microsoft.com/office/drawing/2014/main" id="{C06B1AC1-EDCE-4011-9FB6-716A71577F97}"/>
                  </a:ext>
                </a:extLst>
              </p:cNvPr>
              <p:cNvSpPr/>
              <p:nvPr/>
            </p:nvSpPr>
            <p:spPr>
              <a:xfrm>
                <a:off x="5556000" y="2889000"/>
                <a:ext cx="1080000" cy="1080000"/>
              </a:xfrm>
              <a:prstGeom prst="ellipse">
                <a:avLst/>
              </a:prstGeom>
              <a:solidFill>
                <a:schemeClr val="bg1"/>
              </a:soli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392" name="Graphic 391" descr="Head with gears">
              <a:extLst>
                <a:ext uri="{FF2B5EF4-FFF2-40B4-BE49-F238E27FC236}">
                  <a16:creationId xmlns:a16="http://schemas.microsoft.com/office/drawing/2014/main" id="{EE46446F-13B5-4711-A4E8-983EC187B00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25761" y="2167212"/>
              <a:ext cx="736350" cy="736350"/>
            </a:xfrm>
            <a:prstGeom prst="rect">
              <a:avLst/>
            </a:prstGeom>
          </p:spPr>
        </p:pic>
      </p:grpSp>
      <p:grpSp>
        <p:nvGrpSpPr>
          <p:cNvPr id="395" name="Group 394">
            <a:extLst>
              <a:ext uri="{FF2B5EF4-FFF2-40B4-BE49-F238E27FC236}">
                <a16:creationId xmlns:a16="http://schemas.microsoft.com/office/drawing/2014/main" id="{5ED1CAFF-6EF7-4721-92BE-67A7AF95E7C5}"/>
              </a:ext>
            </a:extLst>
          </p:cNvPr>
          <p:cNvGrpSpPr/>
          <p:nvPr/>
        </p:nvGrpSpPr>
        <p:grpSpPr>
          <a:xfrm>
            <a:off x="5122596" y="2960204"/>
            <a:ext cx="900000" cy="900000"/>
            <a:chOff x="3813900" y="3591397"/>
            <a:chExt cx="1440000" cy="1440000"/>
          </a:xfrm>
        </p:grpSpPr>
        <p:grpSp>
          <p:nvGrpSpPr>
            <p:cNvPr id="396" name="Group 395">
              <a:extLst>
                <a:ext uri="{FF2B5EF4-FFF2-40B4-BE49-F238E27FC236}">
                  <a16:creationId xmlns:a16="http://schemas.microsoft.com/office/drawing/2014/main" id="{1CDC1A2F-9A49-4410-AEEB-955C51DBE0B0}"/>
                </a:ext>
              </a:extLst>
            </p:cNvPr>
            <p:cNvGrpSpPr/>
            <p:nvPr/>
          </p:nvGrpSpPr>
          <p:grpSpPr>
            <a:xfrm>
              <a:off x="3813900" y="3591397"/>
              <a:ext cx="1440000" cy="1440000"/>
              <a:chOff x="5376000" y="2709000"/>
              <a:chExt cx="1440000" cy="1440000"/>
            </a:xfrm>
          </p:grpSpPr>
          <p:sp>
            <p:nvSpPr>
              <p:cNvPr id="398" name="Oval 397">
                <a:extLst>
                  <a:ext uri="{FF2B5EF4-FFF2-40B4-BE49-F238E27FC236}">
                    <a16:creationId xmlns:a16="http://schemas.microsoft.com/office/drawing/2014/main" id="{EB2935BC-22B6-499A-BC98-EFDAD09C573A}"/>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99" name="Oval 398">
                <a:extLst>
                  <a:ext uri="{FF2B5EF4-FFF2-40B4-BE49-F238E27FC236}">
                    <a16:creationId xmlns:a16="http://schemas.microsoft.com/office/drawing/2014/main" id="{6830251F-20E4-4F58-93F6-63078B0BEA9F}"/>
                  </a:ext>
                </a:extLst>
              </p:cNvPr>
              <p:cNvSpPr/>
              <p:nvPr/>
            </p:nvSpPr>
            <p:spPr>
              <a:xfrm>
                <a:off x="5556000" y="2889000"/>
                <a:ext cx="1080000" cy="1080000"/>
              </a:xfrm>
              <a:prstGeom prst="ellipse">
                <a:avLst/>
              </a:prstGeom>
              <a:solidFill>
                <a:schemeClr val="bg1"/>
              </a:soli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397" name="Graphic 396" descr="Research">
              <a:extLst>
                <a:ext uri="{FF2B5EF4-FFF2-40B4-BE49-F238E27FC236}">
                  <a16:creationId xmlns:a16="http://schemas.microsoft.com/office/drawing/2014/main" id="{65B2D08C-F37A-43A0-9E5D-8DE0EB5D0CE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65725" y="3943222"/>
              <a:ext cx="736350" cy="736350"/>
            </a:xfrm>
            <a:prstGeom prst="rect">
              <a:avLst/>
            </a:prstGeom>
          </p:spPr>
        </p:pic>
      </p:grpSp>
      <p:grpSp>
        <p:nvGrpSpPr>
          <p:cNvPr id="400" name="Group 399">
            <a:extLst>
              <a:ext uri="{FF2B5EF4-FFF2-40B4-BE49-F238E27FC236}">
                <a16:creationId xmlns:a16="http://schemas.microsoft.com/office/drawing/2014/main" id="{C2DCD766-DD6A-4462-95B5-2DED02967F5D}"/>
              </a:ext>
            </a:extLst>
          </p:cNvPr>
          <p:cNvGrpSpPr/>
          <p:nvPr/>
        </p:nvGrpSpPr>
        <p:grpSpPr>
          <a:xfrm>
            <a:off x="5122596" y="2960204"/>
            <a:ext cx="900000" cy="900000"/>
            <a:chOff x="6938102" y="3591397"/>
            <a:chExt cx="1440000" cy="1440000"/>
          </a:xfrm>
        </p:grpSpPr>
        <p:grpSp>
          <p:nvGrpSpPr>
            <p:cNvPr id="401" name="Group 400">
              <a:extLst>
                <a:ext uri="{FF2B5EF4-FFF2-40B4-BE49-F238E27FC236}">
                  <a16:creationId xmlns:a16="http://schemas.microsoft.com/office/drawing/2014/main" id="{54036EB7-476B-47B8-BCBE-1688C0F9B9FD}"/>
                </a:ext>
              </a:extLst>
            </p:cNvPr>
            <p:cNvGrpSpPr/>
            <p:nvPr/>
          </p:nvGrpSpPr>
          <p:grpSpPr>
            <a:xfrm>
              <a:off x="6938102" y="3591397"/>
              <a:ext cx="1440000" cy="1440000"/>
              <a:chOff x="5376000" y="2709000"/>
              <a:chExt cx="1440000" cy="1440000"/>
            </a:xfrm>
          </p:grpSpPr>
          <p:sp>
            <p:nvSpPr>
              <p:cNvPr id="403" name="Oval 402">
                <a:extLst>
                  <a:ext uri="{FF2B5EF4-FFF2-40B4-BE49-F238E27FC236}">
                    <a16:creationId xmlns:a16="http://schemas.microsoft.com/office/drawing/2014/main" id="{B29EADC2-8267-464E-8618-6D0D5BAB18FE}"/>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404" name="Oval 403">
                <a:extLst>
                  <a:ext uri="{FF2B5EF4-FFF2-40B4-BE49-F238E27FC236}">
                    <a16:creationId xmlns:a16="http://schemas.microsoft.com/office/drawing/2014/main" id="{4172C0D7-0324-45DD-B282-247C9AD221C2}"/>
                  </a:ext>
                </a:extLst>
              </p:cNvPr>
              <p:cNvSpPr/>
              <p:nvPr/>
            </p:nvSpPr>
            <p:spPr>
              <a:xfrm>
                <a:off x="5556000" y="2889000"/>
                <a:ext cx="1080000" cy="1080000"/>
              </a:xfrm>
              <a:prstGeom prst="ellipse">
                <a:avLst/>
              </a:prstGeom>
              <a:solidFill>
                <a:schemeClr val="bg1"/>
              </a:soli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402" name="Graphic 401" descr="Database">
              <a:extLst>
                <a:ext uri="{FF2B5EF4-FFF2-40B4-BE49-F238E27FC236}">
                  <a16:creationId xmlns:a16="http://schemas.microsoft.com/office/drawing/2014/main" id="{96C53396-125A-4EDC-B80D-767B0E72DD5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289927" y="3943222"/>
              <a:ext cx="736350" cy="736350"/>
            </a:xfrm>
            <a:prstGeom prst="rect">
              <a:avLst/>
            </a:prstGeom>
          </p:spPr>
        </p:pic>
      </p:grpSp>
      <p:grpSp>
        <p:nvGrpSpPr>
          <p:cNvPr id="405" name="Group 404">
            <a:extLst>
              <a:ext uri="{FF2B5EF4-FFF2-40B4-BE49-F238E27FC236}">
                <a16:creationId xmlns:a16="http://schemas.microsoft.com/office/drawing/2014/main" id="{FE788599-B73B-4615-BD93-1BC4A38C5B21}"/>
              </a:ext>
            </a:extLst>
          </p:cNvPr>
          <p:cNvGrpSpPr/>
          <p:nvPr/>
        </p:nvGrpSpPr>
        <p:grpSpPr>
          <a:xfrm>
            <a:off x="5032596" y="2870204"/>
            <a:ext cx="1080000" cy="1080000"/>
            <a:chOff x="5376000" y="1804125"/>
            <a:chExt cx="1440000" cy="1440000"/>
          </a:xfrm>
        </p:grpSpPr>
        <p:grpSp>
          <p:nvGrpSpPr>
            <p:cNvPr id="406" name="Group 405">
              <a:extLst>
                <a:ext uri="{FF2B5EF4-FFF2-40B4-BE49-F238E27FC236}">
                  <a16:creationId xmlns:a16="http://schemas.microsoft.com/office/drawing/2014/main" id="{C4C3B976-5367-49BE-8FEE-3543B7AE4408}"/>
                </a:ext>
              </a:extLst>
            </p:cNvPr>
            <p:cNvGrpSpPr/>
            <p:nvPr/>
          </p:nvGrpSpPr>
          <p:grpSpPr>
            <a:xfrm>
              <a:off x="5376000" y="1804125"/>
              <a:ext cx="1440000" cy="1440000"/>
              <a:chOff x="5376000" y="2709000"/>
              <a:chExt cx="1440000" cy="1440000"/>
            </a:xfrm>
          </p:grpSpPr>
          <p:sp>
            <p:nvSpPr>
              <p:cNvPr id="408" name="Oval 407">
                <a:extLst>
                  <a:ext uri="{FF2B5EF4-FFF2-40B4-BE49-F238E27FC236}">
                    <a16:creationId xmlns:a16="http://schemas.microsoft.com/office/drawing/2014/main" id="{3495CADF-2DC4-4C07-88BE-4912AB3F5BC4}"/>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409" name="Oval 408">
                <a:extLst>
                  <a:ext uri="{FF2B5EF4-FFF2-40B4-BE49-F238E27FC236}">
                    <a16:creationId xmlns:a16="http://schemas.microsoft.com/office/drawing/2014/main" id="{0BB8BBD1-1547-4141-A440-08E8D9E257AA}"/>
                  </a:ext>
                </a:extLst>
              </p:cNvPr>
              <p:cNvSpPr/>
              <p:nvPr/>
            </p:nvSpPr>
            <p:spPr>
              <a:xfrm>
                <a:off x="5556000" y="2889000"/>
                <a:ext cx="1080000" cy="1080000"/>
              </a:xfrm>
              <a:prstGeom prst="ellipse">
                <a:avLst/>
              </a:prstGeom>
              <a:solidFill>
                <a:schemeClr val="bg1"/>
              </a:soli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407" name="Graphic 406" descr="Bullseye">
              <a:extLst>
                <a:ext uri="{FF2B5EF4-FFF2-40B4-BE49-F238E27FC236}">
                  <a16:creationId xmlns:a16="http://schemas.microsoft.com/office/drawing/2014/main" id="{44C44FF4-1A86-4ED5-AC74-8126CF85542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772526" y="2155950"/>
              <a:ext cx="736350" cy="736350"/>
            </a:xfrm>
            <a:prstGeom prst="rect">
              <a:avLst/>
            </a:prstGeom>
          </p:spPr>
        </p:pic>
      </p:grpSp>
      <p:grpSp>
        <p:nvGrpSpPr>
          <p:cNvPr id="410" name="Group 409">
            <a:extLst>
              <a:ext uri="{FF2B5EF4-FFF2-40B4-BE49-F238E27FC236}">
                <a16:creationId xmlns:a16="http://schemas.microsoft.com/office/drawing/2014/main" id="{03D08A92-C52E-4383-8F9D-0569FC566768}"/>
              </a:ext>
            </a:extLst>
          </p:cNvPr>
          <p:cNvGrpSpPr/>
          <p:nvPr/>
        </p:nvGrpSpPr>
        <p:grpSpPr>
          <a:xfrm>
            <a:off x="5212596" y="3050204"/>
            <a:ext cx="720000" cy="720000"/>
            <a:chOff x="5376000" y="5031397"/>
            <a:chExt cx="1440000" cy="1440000"/>
          </a:xfrm>
        </p:grpSpPr>
        <p:grpSp>
          <p:nvGrpSpPr>
            <p:cNvPr id="411" name="Group 410">
              <a:extLst>
                <a:ext uri="{FF2B5EF4-FFF2-40B4-BE49-F238E27FC236}">
                  <a16:creationId xmlns:a16="http://schemas.microsoft.com/office/drawing/2014/main" id="{EB177D01-C1F1-4F26-923B-B517475F06DA}"/>
                </a:ext>
              </a:extLst>
            </p:cNvPr>
            <p:cNvGrpSpPr/>
            <p:nvPr/>
          </p:nvGrpSpPr>
          <p:grpSpPr>
            <a:xfrm>
              <a:off x="5376000" y="5031397"/>
              <a:ext cx="1440000" cy="1440000"/>
              <a:chOff x="5376000" y="2709000"/>
              <a:chExt cx="1440000" cy="1440000"/>
            </a:xfrm>
          </p:grpSpPr>
          <p:sp>
            <p:nvSpPr>
              <p:cNvPr id="413" name="Oval 412">
                <a:extLst>
                  <a:ext uri="{FF2B5EF4-FFF2-40B4-BE49-F238E27FC236}">
                    <a16:creationId xmlns:a16="http://schemas.microsoft.com/office/drawing/2014/main" id="{B753CA2B-32AC-4F47-9696-76DCDC8F704C}"/>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414" name="Oval 413">
                <a:extLst>
                  <a:ext uri="{FF2B5EF4-FFF2-40B4-BE49-F238E27FC236}">
                    <a16:creationId xmlns:a16="http://schemas.microsoft.com/office/drawing/2014/main" id="{A2AA7DDD-6941-43CA-962B-FF387D17B3CC}"/>
                  </a:ext>
                </a:extLst>
              </p:cNvPr>
              <p:cNvSpPr/>
              <p:nvPr/>
            </p:nvSpPr>
            <p:spPr>
              <a:xfrm>
                <a:off x="5556000" y="2889000"/>
                <a:ext cx="1080000" cy="1080000"/>
              </a:xfrm>
              <a:prstGeom prst="ellipse">
                <a:avLst/>
              </a:prstGeom>
              <a:solidFill>
                <a:schemeClr val="bg1"/>
              </a:soli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412" name="Graphic 411" descr="Hourglass">
              <a:extLst>
                <a:ext uri="{FF2B5EF4-FFF2-40B4-BE49-F238E27FC236}">
                  <a16:creationId xmlns:a16="http://schemas.microsoft.com/office/drawing/2014/main" id="{D9767815-DA3B-4548-9773-BB8D03403A3E}"/>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772526" y="5396272"/>
              <a:ext cx="736350" cy="736350"/>
            </a:xfrm>
            <a:prstGeom prst="rect">
              <a:avLst/>
            </a:prstGeom>
          </p:spPr>
        </p:pic>
      </p:grpSp>
      <p:grpSp>
        <p:nvGrpSpPr>
          <p:cNvPr id="415" name="Group 414">
            <a:extLst>
              <a:ext uri="{FF2B5EF4-FFF2-40B4-BE49-F238E27FC236}">
                <a16:creationId xmlns:a16="http://schemas.microsoft.com/office/drawing/2014/main" id="{5F915C6D-E490-4FDF-BEDA-2BB597AB6D0D}"/>
              </a:ext>
            </a:extLst>
          </p:cNvPr>
          <p:cNvGrpSpPr/>
          <p:nvPr/>
        </p:nvGrpSpPr>
        <p:grpSpPr>
          <a:xfrm>
            <a:off x="4852596" y="2690204"/>
            <a:ext cx="1440000" cy="1440000"/>
            <a:chOff x="2442300" y="1804125"/>
            <a:chExt cx="1440000" cy="1440000"/>
          </a:xfrm>
        </p:grpSpPr>
        <p:grpSp>
          <p:nvGrpSpPr>
            <p:cNvPr id="416" name="Group 415">
              <a:extLst>
                <a:ext uri="{FF2B5EF4-FFF2-40B4-BE49-F238E27FC236}">
                  <a16:creationId xmlns:a16="http://schemas.microsoft.com/office/drawing/2014/main" id="{7CE4E553-9E58-4D07-85E8-FF27E9DED9B0}"/>
                </a:ext>
              </a:extLst>
            </p:cNvPr>
            <p:cNvGrpSpPr/>
            <p:nvPr/>
          </p:nvGrpSpPr>
          <p:grpSpPr>
            <a:xfrm>
              <a:off x="2442300" y="1804125"/>
              <a:ext cx="1440000" cy="1440000"/>
              <a:chOff x="5376000" y="2709000"/>
              <a:chExt cx="1440000" cy="1440000"/>
            </a:xfrm>
          </p:grpSpPr>
          <p:sp>
            <p:nvSpPr>
              <p:cNvPr id="418" name="Oval 417">
                <a:extLst>
                  <a:ext uri="{FF2B5EF4-FFF2-40B4-BE49-F238E27FC236}">
                    <a16:creationId xmlns:a16="http://schemas.microsoft.com/office/drawing/2014/main" id="{E4E295E0-9389-44CC-875C-E2EAD16D7083}"/>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419" name="Oval 418">
                <a:extLst>
                  <a:ext uri="{FF2B5EF4-FFF2-40B4-BE49-F238E27FC236}">
                    <a16:creationId xmlns:a16="http://schemas.microsoft.com/office/drawing/2014/main" id="{7FD3D8CA-7444-4A42-A864-1FB2342B0B59}"/>
                  </a:ext>
                </a:extLst>
              </p:cNvPr>
              <p:cNvSpPr/>
              <p:nvPr/>
            </p:nvSpPr>
            <p:spPr>
              <a:xfrm>
                <a:off x="5556000" y="2889000"/>
                <a:ext cx="1080000" cy="1080000"/>
              </a:xfrm>
              <a:prstGeom prst="ellipse">
                <a:avLst/>
              </a:prstGeom>
              <a:solidFill>
                <a:schemeClr val="bg1"/>
              </a:soli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417" name="Graphic 416" descr="Presentation with bar chart RTL">
              <a:extLst>
                <a:ext uri="{FF2B5EF4-FFF2-40B4-BE49-F238E27FC236}">
                  <a16:creationId xmlns:a16="http://schemas.microsoft.com/office/drawing/2014/main" id="{69F6586D-CBCE-4198-A479-9C3DA3C9A2C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794125" y="2190649"/>
              <a:ext cx="736350" cy="736350"/>
            </a:xfrm>
            <a:prstGeom prst="rect">
              <a:avLst/>
            </a:prstGeom>
          </p:spPr>
        </p:pic>
      </p:grpSp>
      <p:sp>
        <p:nvSpPr>
          <p:cNvPr id="420" name="Oval 419">
            <a:extLst>
              <a:ext uri="{FF2B5EF4-FFF2-40B4-BE49-F238E27FC236}">
                <a16:creationId xmlns:a16="http://schemas.microsoft.com/office/drawing/2014/main" id="{351895DB-B25D-4945-8F7C-91CBBAE26125}"/>
              </a:ext>
            </a:extLst>
          </p:cNvPr>
          <p:cNvSpPr/>
          <p:nvPr/>
        </p:nvSpPr>
        <p:spPr>
          <a:xfrm>
            <a:off x="4852596" y="2684133"/>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342" name="Picture 341">
            <a:extLst>
              <a:ext uri="{FF2B5EF4-FFF2-40B4-BE49-F238E27FC236}">
                <a16:creationId xmlns:a16="http://schemas.microsoft.com/office/drawing/2014/main" id="{84B8EDA3-2C45-42D3-9864-D74608C27067}"/>
              </a:ext>
            </a:extLst>
          </p:cNvPr>
          <p:cNvPicPr>
            <a:picLocks noChangeAspect="1"/>
          </p:cNvPicPr>
          <p:nvPr/>
        </p:nvPicPr>
        <p:blipFill>
          <a:blip r:embed="rId17">
            <a:extLst>
              <a:ext uri="{28A0092B-C50C-407E-A947-70E740481C1C}">
                <a14:useLocalDpi xmlns:a14="http://schemas.microsoft.com/office/drawing/2010/main" val="0"/>
              </a:ext>
            </a:extLst>
          </a:blip>
          <a:srcRect l="42019" r="57050" b="99379"/>
          <a:stretch>
            <a:fillRect/>
          </a:stretch>
        </p:blipFill>
        <p:spPr>
          <a:xfrm>
            <a:off x="6951768" y="-31725"/>
            <a:ext cx="85162" cy="42581"/>
          </a:xfrm>
          <a:custGeom>
            <a:avLst/>
            <a:gdLst>
              <a:gd name="connsiteX0" fmla="*/ 0 w 85162"/>
              <a:gd name="connsiteY0" fmla="*/ 0 h 42581"/>
              <a:gd name="connsiteX1" fmla="*/ 85162 w 85162"/>
              <a:gd name="connsiteY1" fmla="*/ 0 h 42581"/>
              <a:gd name="connsiteX2" fmla="*/ 42581 w 85162"/>
              <a:gd name="connsiteY2" fmla="*/ 42581 h 42581"/>
              <a:gd name="connsiteX3" fmla="*/ 0 w 85162"/>
              <a:gd name="connsiteY3" fmla="*/ 0 h 42581"/>
            </a:gdLst>
            <a:ahLst/>
            <a:cxnLst>
              <a:cxn ang="0">
                <a:pos x="connsiteX0" y="connsiteY0"/>
              </a:cxn>
              <a:cxn ang="0">
                <a:pos x="connsiteX1" y="connsiteY1"/>
              </a:cxn>
              <a:cxn ang="0">
                <a:pos x="connsiteX2" y="connsiteY2"/>
              </a:cxn>
              <a:cxn ang="0">
                <a:pos x="connsiteX3" y="connsiteY3"/>
              </a:cxn>
            </a:cxnLst>
            <a:rect l="l" t="t" r="r" b="b"/>
            <a:pathLst>
              <a:path w="85162" h="42581">
                <a:moveTo>
                  <a:pt x="0" y="0"/>
                </a:moveTo>
                <a:lnTo>
                  <a:pt x="85162" y="0"/>
                </a:lnTo>
                <a:lnTo>
                  <a:pt x="42581" y="42581"/>
                </a:lnTo>
                <a:lnTo>
                  <a:pt x="0" y="0"/>
                </a:lnTo>
                <a:close/>
              </a:path>
            </a:pathLst>
          </a:custGeom>
        </p:spPr>
      </p:pic>
      <p:pic>
        <p:nvPicPr>
          <p:cNvPr id="295" name="Picture 294">
            <a:extLst>
              <a:ext uri="{FF2B5EF4-FFF2-40B4-BE49-F238E27FC236}">
                <a16:creationId xmlns:a16="http://schemas.microsoft.com/office/drawing/2014/main" id="{5FA86D22-EE4C-43DA-9F34-226BC0C85F1E}"/>
              </a:ext>
            </a:extLst>
          </p:cNvPr>
          <p:cNvPicPr>
            <a:picLocks noChangeAspect="1"/>
          </p:cNvPicPr>
          <p:nvPr/>
        </p:nvPicPr>
        <p:blipFill>
          <a:blip r:embed="rId17">
            <a:extLst>
              <a:ext uri="{28A0092B-C50C-407E-A947-70E740481C1C}">
                <a14:useLocalDpi xmlns:a14="http://schemas.microsoft.com/office/drawing/2010/main" val="0"/>
              </a:ext>
            </a:extLst>
          </a:blip>
          <a:srcRect l="40805" t="-5464" r="54631" b="100000"/>
          <a:stretch>
            <a:fillRect/>
          </a:stretch>
        </p:blipFill>
        <p:spPr>
          <a:xfrm>
            <a:off x="6840803" y="-406418"/>
            <a:ext cx="417273" cy="374692"/>
          </a:xfrm>
          <a:custGeom>
            <a:avLst/>
            <a:gdLst>
              <a:gd name="connsiteX0" fmla="*/ 263726 w 417273"/>
              <a:gd name="connsiteY0" fmla="*/ 0 h 374692"/>
              <a:gd name="connsiteX1" fmla="*/ 417273 w 417273"/>
              <a:gd name="connsiteY1" fmla="*/ 153547 h 374692"/>
              <a:gd name="connsiteX2" fmla="*/ 196128 w 417273"/>
              <a:gd name="connsiteY2" fmla="*/ 374692 h 374692"/>
              <a:gd name="connsiteX3" fmla="*/ 110966 w 417273"/>
              <a:gd name="connsiteY3" fmla="*/ 374692 h 374692"/>
              <a:gd name="connsiteX4" fmla="*/ 0 w 417273"/>
              <a:gd name="connsiteY4" fmla="*/ 263726 h 374692"/>
              <a:gd name="connsiteX5" fmla="*/ 263726 w 417273"/>
              <a:gd name="connsiteY5" fmla="*/ 0 h 374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273" h="374692">
                <a:moveTo>
                  <a:pt x="263726" y="0"/>
                </a:moveTo>
                <a:lnTo>
                  <a:pt x="417273" y="153547"/>
                </a:lnTo>
                <a:lnTo>
                  <a:pt x="196128" y="374692"/>
                </a:lnTo>
                <a:lnTo>
                  <a:pt x="110966" y="374692"/>
                </a:lnTo>
                <a:lnTo>
                  <a:pt x="0" y="263726"/>
                </a:lnTo>
                <a:lnTo>
                  <a:pt x="263726" y="0"/>
                </a:lnTo>
                <a:close/>
              </a:path>
            </a:pathLst>
          </a:custGeom>
        </p:spPr>
      </p:pic>
      <p:sp>
        <p:nvSpPr>
          <p:cNvPr id="90" name="Freeform 20">
            <a:extLst>
              <a:ext uri="{FF2B5EF4-FFF2-40B4-BE49-F238E27FC236}">
                <a16:creationId xmlns:a16="http://schemas.microsoft.com/office/drawing/2014/main" id="{92754BFB-A8B7-4EC6-8528-B544F2BCBA06}"/>
              </a:ext>
            </a:extLst>
          </p:cNvPr>
          <p:cNvSpPr/>
          <p:nvPr/>
        </p:nvSpPr>
        <p:spPr>
          <a:xfrm>
            <a:off x="-763189" y="12340"/>
            <a:ext cx="3773801" cy="6800109"/>
          </a:xfrm>
          <a:custGeom>
            <a:avLst/>
            <a:gdLst>
              <a:gd name="connsiteX0" fmla="*/ 0 w 2900384"/>
              <a:gd name="connsiteY0" fmla="*/ 0 h 5313701"/>
              <a:gd name="connsiteX1" fmla="*/ 1471630 w 2900384"/>
              <a:gd name="connsiteY1" fmla="*/ 0 h 5313701"/>
              <a:gd name="connsiteX2" fmla="*/ 2816486 w 2900384"/>
              <a:gd name="connsiteY2" fmla="*/ 2332044 h 5313701"/>
              <a:gd name="connsiteX3" fmla="*/ 2816486 w 2900384"/>
              <a:gd name="connsiteY3" fmla="*/ 2961361 h 5313701"/>
              <a:gd name="connsiteX4" fmla="*/ 1458797 w 2900384"/>
              <a:gd name="connsiteY4" fmla="*/ 5313701 h 5313701"/>
              <a:gd name="connsiteX5" fmla="*/ 0 w 2900384"/>
              <a:gd name="connsiteY5" fmla="*/ 5313701 h 531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0384" h="5313701">
                <a:moveTo>
                  <a:pt x="0" y="0"/>
                </a:moveTo>
                <a:lnTo>
                  <a:pt x="1471630" y="0"/>
                </a:lnTo>
                <a:lnTo>
                  <a:pt x="2816486" y="2332044"/>
                </a:lnTo>
                <a:cubicBezTo>
                  <a:pt x="2928350" y="2526724"/>
                  <a:pt x="2928350" y="2766681"/>
                  <a:pt x="2816486" y="2961361"/>
                </a:cubicBezTo>
                <a:lnTo>
                  <a:pt x="1458797" y="5313701"/>
                </a:lnTo>
                <a:lnTo>
                  <a:pt x="0" y="5313701"/>
                </a:lnTo>
                <a:close/>
              </a:path>
            </a:pathLst>
          </a:custGeom>
          <a:solidFill>
            <a:schemeClr val="accent1"/>
          </a:solidFill>
          <a:ln w="3967"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pt-BR" dirty="0"/>
          </a:p>
        </p:txBody>
      </p:sp>
      <p:sp>
        <p:nvSpPr>
          <p:cNvPr id="91" name="TextBox 90">
            <a:extLst>
              <a:ext uri="{FF2B5EF4-FFF2-40B4-BE49-F238E27FC236}">
                <a16:creationId xmlns:a16="http://schemas.microsoft.com/office/drawing/2014/main" id="{11C424DF-86D7-41FE-A8E5-9F32C49EFAE4}"/>
              </a:ext>
            </a:extLst>
          </p:cNvPr>
          <p:cNvSpPr txBox="1"/>
          <p:nvPr/>
        </p:nvSpPr>
        <p:spPr>
          <a:xfrm>
            <a:off x="2938509" y="100497"/>
            <a:ext cx="5619566" cy="707886"/>
          </a:xfrm>
          <a:prstGeom prst="rect">
            <a:avLst/>
          </a:prstGeom>
          <a:noFill/>
          <a:ln>
            <a:solidFill>
              <a:schemeClr val="tx2"/>
            </a:solidFill>
          </a:ln>
          <a:effectLst>
            <a:outerShdw blurRad="139700" dist="38100" dir="5400000" algn="t" rotWithShape="0">
              <a:prstClr val="black">
                <a:alpha val="40000"/>
              </a:prstClr>
            </a:outerShdw>
          </a:effectLst>
        </p:spPr>
        <p:txBody>
          <a:bodyPr wrap="square" rtlCol="0">
            <a:spAutoFit/>
          </a:bodyPr>
          <a:lstStyle/>
          <a:p>
            <a:pPr algn="ctr"/>
            <a:r>
              <a:rPr lang="en-US" sz="4000" dirty="0">
                <a:solidFill>
                  <a:schemeClr val="accent1">
                    <a:lumMod val="50000"/>
                  </a:schemeClr>
                </a:solidFill>
                <a:latin typeface="Arial Black" panose="020B0A04020102020204" pitchFamily="34" charset="0"/>
              </a:rPr>
              <a:t>Challenges</a:t>
            </a:r>
            <a:endParaRPr lang="en-PK" sz="4000" dirty="0">
              <a:solidFill>
                <a:schemeClr val="accent1">
                  <a:lumMod val="50000"/>
                </a:schemeClr>
              </a:solidFill>
              <a:latin typeface="Arial Black" panose="020B0A04020102020204" pitchFamily="34" charset="0"/>
            </a:endParaRPr>
          </a:p>
        </p:txBody>
      </p:sp>
      <p:pic>
        <p:nvPicPr>
          <p:cNvPr id="43" name="Picture 42">
            <a:extLst>
              <a:ext uri="{FF2B5EF4-FFF2-40B4-BE49-F238E27FC236}">
                <a16:creationId xmlns:a16="http://schemas.microsoft.com/office/drawing/2014/main" id="{16E9AEDF-ADAC-4034-9E3D-E2AC434BB1F0}"/>
              </a:ext>
            </a:extLst>
          </p:cNvPr>
          <p:cNvPicPr>
            <a:picLocks noChangeAspect="1"/>
          </p:cNvPicPr>
          <p:nvPr/>
        </p:nvPicPr>
        <p:blipFill>
          <a:blip r:embed="rId18">
            <a:extLst>
              <a:ext uri="{BEBA8EAE-BF5A-486C-A8C5-ECC9F3942E4B}">
                <a14:imgProps xmlns:a14="http://schemas.microsoft.com/office/drawing/2010/main">
                  <a14:imgLayer r:embed="rId19">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Tree>
    <p:extLst>
      <p:ext uri="{BB962C8B-B14F-4D97-AF65-F5344CB8AC3E}">
        <p14:creationId xmlns:p14="http://schemas.microsoft.com/office/powerpoint/2010/main" val="19411021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05D43A74-05D9-4118-817F-528228FFCBCC}"/>
              </a:ext>
            </a:extLst>
          </p:cNvPr>
          <p:cNvGrpSpPr/>
          <p:nvPr/>
        </p:nvGrpSpPr>
        <p:grpSpPr>
          <a:xfrm>
            <a:off x="6148803" y="1617327"/>
            <a:ext cx="540000" cy="540000"/>
            <a:chOff x="8198102" y="5044447"/>
            <a:chExt cx="1440000" cy="1440000"/>
          </a:xfrm>
        </p:grpSpPr>
        <p:grpSp>
          <p:nvGrpSpPr>
            <p:cNvPr id="39" name="Group 38">
              <a:extLst>
                <a:ext uri="{FF2B5EF4-FFF2-40B4-BE49-F238E27FC236}">
                  <a16:creationId xmlns:a16="http://schemas.microsoft.com/office/drawing/2014/main" id="{E670A75B-EEB7-419B-80E5-04FD8D8AF578}"/>
                </a:ext>
              </a:extLst>
            </p:cNvPr>
            <p:cNvGrpSpPr/>
            <p:nvPr/>
          </p:nvGrpSpPr>
          <p:grpSpPr>
            <a:xfrm>
              <a:off x="8198102" y="5044447"/>
              <a:ext cx="1440000" cy="1440000"/>
              <a:chOff x="5376000" y="2709000"/>
              <a:chExt cx="1440000" cy="1440000"/>
            </a:xfrm>
          </p:grpSpPr>
          <p:sp>
            <p:nvSpPr>
              <p:cNvPr id="40" name="Oval 39">
                <a:extLst>
                  <a:ext uri="{FF2B5EF4-FFF2-40B4-BE49-F238E27FC236}">
                    <a16:creationId xmlns:a16="http://schemas.microsoft.com/office/drawing/2014/main" id="{402EC43D-AB1E-4E78-83D6-BB3F70EDE9DD}"/>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41" name="Oval 40">
                <a:extLst>
                  <a:ext uri="{FF2B5EF4-FFF2-40B4-BE49-F238E27FC236}">
                    <a16:creationId xmlns:a16="http://schemas.microsoft.com/office/drawing/2014/main" id="{20AA8D16-425B-4F23-BCCF-325196E3ED75}"/>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26" name="Graphic 25" descr="Bar chart">
              <a:extLst>
                <a:ext uri="{FF2B5EF4-FFF2-40B4-BE49-F238E27FC236}">
                  <a16:creationId xmlns:a16="http://schemas.microsoft.com/office/drawing/2014/main" id="{BCD0880A-28F3-4366-960C-C22582EBBD5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49927" y="5380083"/>
              <a:ext cx="736350" cy="736350"/>
            </a:xfrm>
            <a:prstGeom prst="rect">
              <a:avLst/>
            </a:prstGeom>
          </p:spPr>
        </p:pic>
      </p:grpSp>
      <p:grpSp>
        <p:nvGrpSpPr>
          <p:cNvPr id="44" name="Group 43">
            <a:extLst>
              <a:ext uri="{FF2B5EF4-FFF2-40B4-BE49-F238E27FC236}">
                <a16:creationId xmlns:a16="http://schemas.microsoft.com/office/drawing/2014/main" id="{30B05236-EBD5-46E1-A801-0F261DE38B2B}"/>
              </a:ext>
            </a:extLst>
          </p:cNvPr>
          <p:cNvGrpSpPr/>
          <p:nvPr/>
        </p:nvGrpSpPr>
        <p:grpSpPr>
          <a:xfrm>
            <a:off x="7174721" y="3234107"/>
            <a:ext cx="1080000" cy="1080000"/>
            <a:chOff x="8100286" y="1804125"/>
            <a:chExt cx="1440000" cy="1440000"/>
          </a:xfrm>
        </p:grpSpPr>
        <p:grpSp>
          <p:nvGrpSpPr>
            <p:cNvPr id="8" name="Group 7">
              <a:extLst>
                <a:ext uri="{FF2B5EF4-FFF2-40B4-BE49-F238E27FC236}">
                  <a16:creationId xmlns:a16="http://schemas.microsoft.com/office/drawing/2014/main" id="{F25E4623-2FB7-4BA0-8F3B-F8A96C760DDA}"/>
                </a:ext>
              </a:extLst>
            </p:cNvPr>
            <p:cNvGrpSpPr/>
            <p:nvPr/>
          </p:nvGrpSpPr>
          <p:grpSpPr>
            <a:xfrm>
              <a:off x="8100286" y="1804125"/>
              <a:ext cx="1440000" cy="1440000"/>
              <a:chOff x="5376000" y="2709000"/>
              <a:chExt cx="1440000" cy="1440000"/>
            </a:xfrm>
          </p:grpSpPr>
          <p:sp>
            <p:nvSpPr>
              <p:cNvPr id="9" name="Oval 8">
                <a:extLst>
                  <a:ext uri="{FF2B5EF4-FFF2-40B4-BE49-F238E27FC236}">
                    <a16:creationId xmlns:a16="http://schemas.microsoft.com/office/drawing/2014/main" id="{9C4049E2-6DB7-4DCB-835C-7A91ADBBCD73}"/>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0" name="Oval 9">
                <a:extLst>
                  <a:ext uri="{FF2B5EF4-FFF2-40B4-BE49-F238E27FC236}">
                    <a16:creationId xmlns:a16="http://schemas.microsoft.com/office/drawing/2014/main" id="{3E94211B-B3DB-421E-9261-B9E466545361}"/>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28" name="Graphic 27" descr="Head with gears">
              <a:extLst>
                <a:ext uri="{FF2B5EF4-FFF2-40B4-BE49-F238E27FC236}">
                  <a16:creationId xmlns:a16="http://schemas.microsoft.com/office/drawing/2014/main" id="{C656D368-0C51-4DE2-A82B-5C0A1C081E1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25761" y="2167212"/>
              <a:ext cx="736350" cy="736350"/>
            </a:xfrm>
            <a:prstGeom prst="rect">
              <a:avLst/>
            </a:prstGeom>
          </p:spPr>
        </p:pic>
      </p:grpSp>
      <p:grpSp>
        <p:nvGrpSpPr>
          <p:cNvPr id="45" name="Group 44">
            <a:extLst>
              <a:ext uri="{FF2B5EF4-FFF2-40B4-BE49-F238E27FC236}">
                <a16:creationId xmlns:a16="http://schemas.microsoft.com/office/drawing/2014/main" id="{5AA28048-286B-4010-AB7A-1DDD4180B9F4}"/>
              </a:ext>
            </a:extLst>
          </p:cNvPr>
          <p:cNvGrpSpPr/>
          <p:nvPr/>
        </p:nvGrpSpPr>
        <p:grpSpPr>
          <a:xfrm>
            <a:off x="6576303" y="2216847"/>
            <a:ext cx="900000" cy="900000"/>
            <a:chOff x="3813900" y="3591397"/>
            <a:chExt cx="1440000" cy="1440000"/>
          </a:xfrm>
        </p:grpSpPr>
        <p:grpSp>
          <p:nvGrpSpPr>
            <p:cNvPr id="15" name="Group 14">
              <a:extLst>
                <a:ext uri="{FF2B5EF4-FFF2-40B4-BE49-F238E27FC236}">
                  <a16:creationId xmlns:a16="http://schemas.microsoft.com/office/drawing/2014/main" id="{7E6A487C-C75B-4CC0-BB7A-CC5E446533B6}"/>
                </a:ext>
              </a:extLst>
            </p:cNvPr>
            <p:cNvGrpSpPr/>
            <p:nvPr/>
          </p:nvGrpSpPr>
          <p:grpSpPr>
            <a:xfrm>
              <a:off x="3813900" y="3591397"/>
              <a:ext cx="1440000" cy="1440000"/>
              <a:chOff x="5376000" y="2709000"/>
              <a:chExt cx="1440000" cy="1440000"/>
            </a:xfrm>
          </p:grpSpPr>
          <p:sp>
            <p:nvSpPr>
              <p:cNvPr id="17" name="Oval 16">
                <a:extLst>
                  <a:ext uri="{FF2B5EF4-FFF2-40B4-BE49-F238E27FC236}">
                    <a16:creationId xmlns:a16="http://schemas.microsoft.com/office/drawing/2014/main" id="{E660DC76-2850-4377-9505-9671745AB7FC}"/>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Oval 17">
                <a:extLst>
                  <a:ext uri="{FF2B5EF4-FFF2-40B4-BE49-F238E27FC236}">
                    <a16:creationId xmlns:a16="http://schemas.microsoft.com/office/drawing/2014/main" id="{550B34B4-D928-42C6-AA76-3D90C6437331}"/>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30" name="Graphic 29" descr="Research">
              <a:extLst>
                <a:ext uri="{FF2B5EF4-FFF2-40B4-BE49-F238E27FC236}">
                  <a16:creationId xmlns:a16="http://schemas.microsoft.com/office/drawing/2014/main" id="{1D8E1201-85ED-4B99-842B-13948C4A84E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65725" y="3943222"/>
              <a:ext cx="736350" cy="736350"/>
            </a:xfrm>
            <a:prstGeom prst="rect">
              <a:avLst/>
            </a:prstGeom>
          </p:spPr>
        </p:pic>
      </p:grpSp>
      <p:grpSp>
        <p:nvGrpSpPr>
          <p:cNvPr id="46" name="Group 45">
            <a:extLst>
              <a:ext uri="{FF2B5EF4-FFF2-40B4-BE49-F238E27FC236}">
                <a16:creationId xmlns:a16="http://schemas.microsoft.com/office/drawing/2014/main" id="{9C282A69-5496-45CD-B702-20BB42B77024}"/>
              </a:ext>
            </a:extLst>
          </p:cNvPr>
          <p:cNvGrpSpPr/>
          <p:nvPr/>
        </p:nvGrpSpPr>
        <p:grpSpPr>
          <a:xfrm>
            <a:off x="4205074" y="2215537"/>
            <a:ext cx="900000" cy="900000"/>
            <a:chOff x="6938102" y="3591397"/>
            <a:chExt cx="1440000" cy="1440000"/>
          </a:xfrm>
        </p:grpSpPr>
        <p:grpSp>
          <p:nvGrpSpPr>
            <p:cNvPr id="19" name="Group 18">
              <a:extLst>
                <a:ext uri="{FF2B5EF4-FFF2-40B4-BE49-F238E27FC236}">
                  <a16:creationId xmlns:a16="http://schemas.microsoft.com/office/drawing/2014/main" id="{8780AD79-7044-4F3B-B08F-B6C898049BEB}"/>
                </a:ext>
              </a:extLst>
            </p:cNvPr>
            <p:cNvGrpSpPr/>
            <p:nvPr/>
          </p:nvGrpSpPr>
          <p:grpSpPr>
            <a:xfrm>
              <a:off x="6938102" y="3591397"/>
              <a:ext cx="1440000" cy="1440000"/>
              <a:chOff x="5376000" y="2709000"/>
              <a:chExt cx="1440000" cy="1440000"/>
            </a:xfrm>
          </p:grpSpPr>
          <p:sp>
            <p:nvSpPr>
              <p:cNvPr id="20" name="Oval 19">
                <a:extLst>
                  <a:ext uri="{FF2B5EF4-FFF2-40B4-BE49-F238E27FC236}">
                    <a16:creationId xmlns:a16="http://schemas.microsoft.com/office/drawing/2014/main" id="{50AE3A8E-B54E-483D-9372-E508221B24A7}"/>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1" name="Oval 20">
                <a:extLst>
                  <a:ext uri="{FF2B5EF4-FFF2-40B4-BE49-F238E27FC236}">
                    <a16:creationId xmlns:a16="http://schemas.microsoft.com/office/drawing/2014/main" id="{B7382D72-5C1B-4D20-A802-C3AAAA6BC773}"/>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32" name="Graphic 31" descr="Database">
              <a:extLst>
                <a:ext uri="{FF2B5EF4-FFF2-40B4-BE49-F238E27FC236}">
                  <a16:creationId xmlns:a16="http://schemas.microsoft.com/office/drawing/2014/main" id="{96247772-C5BE-40E4-95B3-3A6EAA7F470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89927" y="3943222"/>
              <a:ext cx="736350" cy="736350"/>
            </a:xfrm>
            <a:prstGeom prst="rect">
              <a:avLst/>
            </a:prstGeom>
          </p:spPr>
        </p:pic>
      </p:grpSp>
      <p:grpSp>
        <p:nvGrpSpPr>
          <p:cNvPr id="43" name="Group 42">
            <a:extLst>
              <a:ext uri="{FF2B5EF4-FFF2-40B4-BE49-F238E27FC236}">
                <a16:creationId xmlns:a16="http://schemas.microsoft.com/office/drawing/2014/main" id="{C215F4A7-1D18-4235-AF18-870E87F9499C}"/>
              </a:ext>
            </a:extLst>
          </p:cNvPr>
          <p:cNvGrpSpPr/>
          <p:nvPr/>
        </p:nvGrpSpPr>
        <p:grpSpPr>
          <a:xfrm>
            <a:off x="3440921" y="3234107"/>
            <a:ext cx="1080000" cy="1080000"/>
            <a:chOff x="5376000" y="1804125"/>
            <a:chExt cx="1440000" cy="1440000"/>
          </a:xfrm>
        </p:grpSpPr>
        <p:grpSp>
          <p:nvGrpSpPr>
            <p:cNvPr id="3" name="Group 2">
              <a:extLst>
                <a:ext uri="{FF2B5EF4-FFF2-40B4-BE49-F238E27FC236}">
                  <a16:creationId xmlns:a16="http://schemas.microsoft.com/office/drawing/2014/main" id="{A7C9604F-E511-4AB4-89F7-6C53DCB05DF5}"/>
                </a:ext>
              </a:extLst>
            </p:cNvPr>
            <p:cNvGrpSpPr/>
            <p:nvPr/>
          </p:nvGrpSpPr>
          <p:grpSpPr>
            <a:xfrm>
              <a:off x="5376000" y="1804125"/>
              <a:ext cx="1440000" cy="1440000"/>
              <a:chOff x="5376000" y="2709000"/>
              <a:chExt cx="1440000" cy="1440000"/>
            </a:xfrm>
          </p:grpSpPr>
          <p:sp>
            <p:nvSpPr>
              <p:cNvPr id="2" name="Oval 1">
                <a:extLst>
                  <a:ext uri="{FF2B5EF4-FFF2-40B4-BE49-F238E27FC236}">
                    <a16:creationId xmlns:a16="http://schemas.microsoft.com/office/drawing/2014/main" id="{7982406C-9A3D-4A1F-AE08-DC2FF8A899CA}"/>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5" name="Oval 4">
                <a:extLst>
                  <a:ext uri="{FF2B5EF4-FFF2-40B4-BE49-F238E27FC236}">
                    <a16:creationId xmlns:a16="http://schemas.microsoft.com/office/drawing/2014/main" id="{5BCA2EB6-453B-4A54-A666-9D683102BBB2}"/>
                  </a:ext>
                </a:extLst>
              </p:cNvPr>
              <p:cNvSpPr/>
              <p:nvPr/>
            </p:nvSpPr>
            <p:spPr>
              <a:xfrm>
                <a:off x="5556000" y="2889000"/>
                <a:ext cx="1080000" cy="1080000"/>
              </a:xfrm>
              <a:prstGeom prst="ellipse">
                <a:avLst/>
              </a:prstGeom>
              <a:gradFill>
                <a:gsLst>
                  <a:gs pos="0">
                    <a:schemeClr val="bg1"/>
                  </a:gs>
                  <a:gs pos="89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34" name="Graphic 33" descr="Bullseye">
              <a:extLst>
                <a:ext uri="{FF2B5EF4-FFF2-40B4-BE49-F238E27FC236}">
                  <a16:creationId xmlns:a16="http://schemas.microsoft.com/office/drawing/2014/main" id="{E35FFFA7-5B7C-4F3B-ABE9-4C1E1C2F117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772527" y="2155950"/>
              <a:ext cx="736351" cy="736351"/>
            </a:xfrm>
            <a:prstGeom prst="rect">
              <a:avLst/>
            </a:prstGeom>
          </p:spPr>
        </p:pic>
      </p:grpSp>
      <p:grpSp>
        <p:nvGrpSpPr>
          <p:cNvPr id="47" name="Group 46">
            <a:extLst>
              <a:ext uri="{FF2B5EF4-FFF2-40B4-BE49-F238E27FC236}">
                <a16:creationId xmlns:a16="http://schemas.microsoft.com/office/drawing/2014/main" id="{54451C13-83D2-49B9-AC3A-AE01973898A9}"/>
              </a:ext>
            </a:extLst>
          </p:cNvPr>
          <p:cNvGrpSpPr/>
          <p:nvPr/>
        </p:nvGrpSpPr>
        <p:grpSpPr>
          <a:xfrm>
            <a:off x="5074729" y="1617327"/>
            <a:ext cx="540000" cy="540000"/>
            <a:chOff x="5376000" y="5031397"/>
            <a:chExt cx="1440000" cy="1440000"/>
          </a:xfrm>
        </p:grpSpPr>
        <p:grpSp>
          <p:nvGrpSpPr>
            <p:cNvPr id="22" name="Group 21">
              <a:extLst>
                <a:ext uri="{FF2B5EF4-FFF2-40B4-BE49-F238E27FC236}">
                  <a16:creationId xmlns:a16="http://schemas.microsoft.com/office/drawing/2014/main" id="{FF7B2DF7-FA3C-43DC-B8EE-B9B88A8C3393}"/>
                </a:ext>
              </a:extLst>
            </p:cNvPr>
            <p:cNvGrpSpPr/>
            <p:nvPr/>
          </p:nvGrpSpPr>
          <p:grpSpPr>
            <a:xfrm>
              <a:off x="5376000" y="5031397"/>
              <a:ext cx="1440000" cy="1440000"/>
              <a:chOff x="5376000" y="2709000"/>
              <a:chExt cx="1440000" cy="1440000"/>
            </a:xfrm>
          </p:grpSpPr>
          <p:sp>
            <p:nvSpPr>
              <p:cNvPr id="23" name="Oval 22">
                <a:extLst>
                  <a:ext uri="{FF2B5EF4-FFF2-40B4-BE49-F238E27FC236}">
                    <a16:creationId xmlns:a16="http://schemas.microsoft.com/office/drawing/2014/main" id="{DA602810-A5FF-47A8-BBA9-2296CDFC1A27}"/>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4" name="Oval 23">
                <a:extLst>
                  <a:ext uri="{FF2B5EF4-FFF2-40B4-BE49-F238E27FC236}">
                    <a16:creationId xmlns:a16="http://schemas.microsoft.com/office/drawing/2014/main" id="{54199000-3F5B-4357-9CDC-978A215A9E6F}"/>
                  </a:ext>
                </a:extLst>
              </p:cNvPr>
              <p:cNvSpPr/>
              <p:nvPr/>
            </p:nvSpPr>
            <p:spPr>
              <a:xfrm>
                <a:off x="5556000" y="2889000"/>
                <a:ext cx="1080000" cy="1080000"/>
              </a:xfrm>
              <a:prstGeom prst="ellipse">
                <a:avLst/>
              </a:prstGeom>
              <a:gradFill>
                <a:gsLst>
                  <a:gs pos="0">
                    <a:schemeClr val="bg1"/>
                  </a:gs>
                  <a:gs pos="92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36" name="Graphic 35" descr="Hourglass">
              <a:extLst>
                <a:ext uri="{FF2B5EF4-FFF2-40B4-BE49-F238E27FC236}">
                  <a16:creationId xmlns:a16="http://schemas.microsoft.com/office/drawing/2014/main" id="{E1F3A125-EA78-43CF-97AB-106EC8BFF810}"/>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772526" y="5396272"/>
              <a:ext cx="736350" cy="736350"/>
            </a:xfrm>
            <a:prstGeom prst="rect">
              <a:avLst/>
            </a:prstGeom>
          </p:spPr>
        </p:pic>
      </p:grpSp>
      <p:grpSp>
        <p:nvGrpSpPr>
          <p:cNvPr id="42" name="Group 41">
            <a:extLst>
              <a:ext uri="{FF2B5EF4-FFF2-40B4-BE49-F238E27FC236}">
                <a16:creationId xmlns:a16="http://schemas.microsoft.com/office/drawing/2014/main" id="{B35E8D30-B71E-4F4C-8299-B56536D5B410}"/>
              </a:ext>
            </a:extLst>
          </p:cNvPr>
          <p:cNvGrpSpPr/>
          <p:nvPr/>
        </p:nvGrpSpPr>
        <p:grpSpPr>
          <a:xfrm>
            <a:off x="5136303" y="3839865"/>
            <a:ext cx="1440000" cy="1440000"/>
            <a:chOff x="2442300" y="1804125"/>
            <a:chExt cx="1440000" cy="1440000"/>
          </a:xfrm>
        </p:grpSpPr>
        <p:grpSp>
          <p:nvGrpSpPr>
            <p:cNvPr id="11" name="Group 10">
              <a:extLst>
                <a:ext uri="{FF2B5EF4-FFF2-40B4-BE49-F238E27FC236}">
                  <a16:creationId xmlns:a16="http://schemas.microsoft.com/office/drawing/2014/main" id="{AE459A08-990A-4716-8892-01E2D644ACE2}"/>
                </a:ext>
              </a:extLst>
            </p:cNvPr>
            <p:cNvGrpSpPr/>
            <p:nvPr/>
          </p:nvGrpSpPr>
          <p:grpSpPr>
            <a:xfrm>
              <a:off x="2442300" y="1804125"/>
              <a:ext cx="1440000" cy="1440000"/>
              <a:chOff x="5376000" y="2709000"/>
              <a:chExt cx="1440000" cy="1440000"/>
            </a:xfrm>
          </p:grpSpPr>
          <p:sp>
            <p:nvSpPr>
              <p:cNvPr id="12" name="Oval 11">
                <a:extLst>
                  <a:ext uri="{FF2B5EF4-FFF2-40B4-BE49-F238E27FC236}">
                    <a16:creationId xmlns:a16="http://schemas.microsoft.com/office/drawing/2014/main" id="{40154442-DB27-4D0D-BE63-E8BBB78DF1F1}"/>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4" name="Oval 13">
                <a:extLst>
                  <a:ext uri="{FF2B5EF4-FFF2-40B4-BE49-F238E27FC236}">
                    <a16:creationId xmlns:a16="http://schemas.microsoft.com/office/drawing/2014/main" id="{3B1882BA-342E-4624-9FFF-34046663F94E}"/>
                  </a:ext>
                </a:extLst>
              </p:cNvPr>
              <p:cNvSpPr/>
              <p:nvPr/>
            </p:nvSpPr>
            <p:spPr>
              <a:xfrm>
                <a:off x="5556000" y="2889000"/>
                <a:ext cx="1080000" cy="1080000"/>
              </a:xfrm>
              <a:prstGeom prst="ellipse">
                <a:avLst/>
              </a:prstGeom>
              <a:solidFill>
                <a:schemeClr val="bg1"/>
              </a:soli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38" name="Graphic 37" descr="Presentation with bar chart RTL">
              <a:extLst>
                <a:ext uri="{FF2B5EF4-FFF2-40B4-BE49-F238E27FC236}">
                  <a16:creationId xmlns:a16="http://schemas.microsoft.com/office/drawing/2014/main" id="{BD9B32EE-B7A5-4630-B49D-2F3CB2AB12A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794125" y="2190649"/>
              <a:ext cx="736350" cy="736350"/>
            </a:xfrm>
            <a:prstGeom prst="rect">
              <a:avLst/>
            </a:prstGeom>
          </p:spPr>
        </p:pic>
      </p:grpSp>
      <p:sp>
        <p:nvSpPr>
          <p:cNvPr id="4" name="Rectangle 3">
            <a:extLst>
              <a:ext uri="{FF2B5EF4-FFF2-40B4-BE49-F238E27FC236}">
                <a16:creationId xmlns:a16="http://schemas.microsoft.com/office/drawing/2014/main" id="{0A64C71D-8312-4D09-8EDE-79C5C06AE572}"/>
              </a:ext>
            </a:extLst>
          </p:cNvPr>
          <p:cNvSpPr/>
          <p:nvPr/>
        </p:nvSpPr>
        <p:spPr>
          <a:xfrm>
            <a:off x="4210605" y="5466496"/>
            <a:ext cx="4063799" cy="523220"/>
          </a:xfrm>
          <a:prstGeom prst="rect">
            <a:avLst/>
          </a:prstGeom>
        </p:spPr>
        <p:txBody>
          <a:bodyPr wrap="square">
            <a:spAutoFit/>
          </a:bodyPr>
          <a:lstStyle/>
          <a:p>
            <a:r>
              <a:rPr lang="en-GB" sz="2800" b="1" dirty="0">
                <a:solidFill>
                  <a:schemeClr val="accent1">
                    <a:lumMod val="50000"/>
                  </a:schemeClr>
                </a:solidFill>
                <a:latin typeface="Arial" panose="020B0604020202020204" pitchFamily="34" charset="0"/>
                <a:cs typeface="Arial" panose="020B0604020202020204" pitchFamily="34" charset="0"/>
              </a:rPr>
              <a:t>Imbalanced Datasets</a:t>
            </a:r>
          </a:p>
        </p:txBody>
      </p:sp>
      <p:sp>
        <p:nvSpPr>
          <p:cNvPr id="50" name="Freeform 20">
            <a:extLst>
              <a:ext uri="{FF2B5EF4-FFF2-40B4-BE49-F238E27FC236}">
                <a16:creationId xmlns:a16="http://schemas.microsoft.com/office/drawing/2014/main" id="{1A915BDF-574B-1645-BA0A-0A59AEB8307A}"/>
              </a:ext>
            </a:extLst>
          </p:cNvPr>
          <p:cNvSpPr/>
          <p:nvPr/>
        </p:nvSpPr>
        <p:spPr>
          <a:xfrm>
            <a:off x="-763189" y="12340"/>
            <a:ext cx="3773801" cy="6800109"/>
          </a:xfrm>
          <a:custGeom>
            <a:avLst/>
            <a:gdLst>
              <a:gd name="connsiteX0" fmla="*/ 0 w 2900384"/>
              <a:gd name="connsiteY0" fmla="*/ 0 h 5313701"/>
              <a:gd name="connsiteX1" fmla="*/ 1471630 w 2900384"/>
              <a:gd name="connsiteY1" fmla="*/ 0 h 5313701"/>
              <a:gd name="connsiteX2" fmla="*/ 2816486 w 2900384"/>
              <a:gd name="connsiteY2" fmla="*/ 2332044 h 5313701"/>
              <a:gd name="connsiteX3" fmla="*/ 2816486 w 2900384"/>
              <a:gd name="connsiteY3" fmla="*/ 2961361 h 5313701"/>
              <a:gd name="connsiteX4" fmla="*/ 1458797 w 2900384"/>
              <a:gd name="connsiteY4" fmla="*/ 5313701 h 5313701"/>
              <a:gd name="connsiteX5" fmla="*/ 0 w 2900384"/>
              <a:gd name="connsiteY5" fmla="*/ 5313701 h 531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0384" h="5313701">
                <a:moveTo>
                  <a:pt x="0" y="0"/>
                </a:moveTo>
                <a:lnTo>
                  <a:pt x="1471630" y="0"/>
                </a:lnTo>
                <a:lnTo>
                  <a:pt x="2816486" y="2332044"/>
                </a:lnTo>
                <a:cubicBezTo>
                  <a:pt x="2928350" y="2526724"/>
                  <a:pt x="2928350" y="2766681"/>
                  <a:pt x="2816486" y="2961361"/>
                </a:cubicBezTo>
                <a:lnTo>
                  <a:pt x="1458797" y="5313701"/>
                </a:lnTo>
                <a:lnTo>
                  <a:pt x="0" y="5313701"/>
                </a:lnTo>
                <a:close/>
              </a:path>
            </a:pathLst>
          </a:custGeom>
          <a:solidFill>
            <a:schemeClr val="accent1"/>
          </a:solidFill>
          <a:ln w="3967"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pt-BR" dirty="0"/>
          </a:p>
        </p:txBody>
      </p:sp>
      <p:sp>
        <p:nvSpPr>
          <p:cNvPr id="53" name="TextBox 52">
            <a:extLst>
              <a:ext uri="{FF2B5EF4-FFF2-40B4-BE49-F238E27FC236}">
                <a16:creationId xmlns:a16="http://schemas.microsoft.com/office/drawing/2014/main" id="{14AD436F-B7A7-4F85-B7D0-FFD764940651}"/>
              </a:ext>
            </a:extLst>
          </p:cNvPr>
          <p:cNvSpPr txBox="1"/>
          <p:nvPr/>
        </p:nvSpPr>
        <p:spPr>
          <a:xfrm>
            <a:off x="2938509" y="100497"/>
            <a:ext cx="5619566" cy="707886"/>
          </a:xfrm>
          <a:prstGeom prst="rect">
            <a:avLst/>
          </a:prstGeom>
          <a:noFill/>
          <a:ln>
            <a:solidFill>
              <a:schemeClr val="tx2"/>
            </a:solidFill>
          </a:ln>
          <a:effectLst>
            <a:outerShdw blurRad="139700" dist="38100" dir="5400000" algn="t" rotWithShape="0">
              <a:prstClr val="black">
                <a:alpha val="40000"/>
              </a:prstClr>
            </a:outerShdw>
          </a:effectLst>
        </p:spPr>
        <p:txBody>
          <a:bodyPr wrap="square" rtlCol="0">
            <a:spAutoFit/>
          </a:bodyPr>
          <a:lstStyle/>
          <a:p>
            <a:pPr algn="ctr"/>
            <a:r>
              <a:rPr lang="en-US" sz="4000" dirty="0">
                <a:solidFill>
                  <a:schemeClr val="accent1">
                    <a:lumMod val="50000"/>
                  </a:schemeClr>
                </a:solidFill>
                <a:latin typeface="Arial Black" panose="020B0A04020102020204" pitchFamily="34" charset="0"/>
              </a:rPr>
              <a:t>Challenges</a:t>
            </a:r>
            <a:endParaRPr lang="en-PK" sz="4000" dirty="0">
              <a:solidFill>
                <a:schemeClr val="accent1">
                  <a:lumMod val="50000"/>
                </a:schemeClr>
              </a:solidFill>
              <a:latin typeface="Arial Black" panose="020B0A04020102020204" pitchFamily="34" charset="0"/>
            </a:endParaRPr>
          </a:p>
        </p:txBody>
      </p:sp>
      <p:pic>
        <p:nvPicPr>
          <p:cNvPr id="49" name="Picture 48">
            <a:extLst>
              <a:ext uri="{FF2B5EF4-FFF2-40B4-BE49-F238E27FC236}">
                <a16:creationId xmlns:a16="http://schemas.microsoft.com/office/drawing/2014/main" id="{96ADAF95-9D80-4926-9A66-6ABBAA688D45}"/>
              </a:ext>
            </a:extLst>
          </p:cNvPr>
          <p:cNvPicPr>
            <a:picLocks noChangeAspect="1"/>
          </p:cNvPicPr>
          <p:nvPr/>
        </p:nvPicPr>
        <p:blipFill>
          <a:blip r:embed="rId16">
            <a:extLst>
              <a:ext uri="{BEBA8EAE-BF5A-486C-A8C5-ECC9F3942E4B}">
                <a14:imgProps xmlns:a14="http://schemas.microsoft.com/office/drawing/2010/main">
                  <a14:imgLayer r:embed="rId17">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
        <p:nvSpPr>
          <p:cNvPr id="51" name="Rectangle 50">
            <a:extLst>
              <a:ext uri="{FF2B5EF4-FFF2-40B4-BE49-F238E27FC236}">
                <a16:creationId xmlns:a16="http://schemas.microsoft.com/office/drawing/2014/main" id="{A698E69B-C028-4C4A-BAD1-1F2EC58ABD81}"/>
              </a:ext>
            </a:extLst>
          </p:cNvPr>
          <p:cNvSpPr/>
          <p:nvPr/>
        </p:nvSpPr>
        <p:spPr>
          <a:xfrm>
            <a:off x="8387886" y="5189497"/>
            <a:ext cx="3323992" cy="1077218"/>
          </a:xfrm>
          <a:prstGeom prst="rect">
            <a:avLst/>
          </a:prstGeom>
        </p:spPr>
        <p:txBody>
          <a:bodyPr wrap="square">
            <a:spAutoFit/>
          </a:bodyPr>
          <a:lstStyle/>
          <a:p>
            <a:r>
              <a:rPr lang="en-US" sz="1600" b="1" dirty="0">
                <a:solidFill>
                  <a:schemeClr val="accent1">
                    <a:lumMod val="50000"/>
                  </a:schemeClr>
                </a:solidFill>
                <a:latin typeface="Arial" panose="020B0604020202020204" pitchFamily="34" charset="0"/>
                <a:cs typeface="Arial" panose="020B0604020202020204" pitchFamily="34" charset="0"/>
              </a:rPr>
              <a:t>Fraud detection often involves a small percentage of fraudulent cases, leading to challenges in model training.</a:t>
            </a:r>
            <a:endParaRPr lang="en-GB" sz="1600" b="1" dirty="0">
              <a:solidFill>
                <a:schemeClr val="accent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9842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4" name="Group 53">
            <a:extLst>
              <a:ext uri="{FF2B5EF4-FFF2-40B4-BE49-F238E27FC236}">
                <a16:creationId xmlns:a16="http://schemas.microsoft.com/office/drawing/2014/main" id="{F18B9791-8B27-4A8B-9256-E0627D5170BB}"/>
              </a:ext>
            </a:extLst>
          </p:cNvPr>
          <p:cNvGrpSpPr/>
          <p:nvPr/>
        </p:nvGrpSpPr>
        <p:grpSpPr>
          <a:xfrm>
            <a:off x="5386371" y="3798519"/>
            <a:ext cx="1440000" cy="1440000"/>
            <a:chOff x="8100286" y="1804125"/>
            <a:chExt cx="1440000" cy="1440000"/>
          </a:xfrm>
        </p:grpSpPr>
        <p:grpSp>
          <p:nvGrpSpPr>
            <p:cNvPr id="55" name="Group 54">
              <a:extLst>
                <a:ext uri="{FF2B5EF4-FFF2-40B4-BE49-F238E27FC236}">
                  <a16:creationId xmlns:a16="http://schemas.microsoft.com/office/drawing/2014/main" id="{16AAFDD8-026A-4F8A-B5AC-D134F8679B6C}"/>
                </a:ext>
              </a:extLst>
            </p:cNvPr>
            <p:cNvGrpSpPr/>
            <p:nvPr/>
          </p:nvGrpSpPr>
          <p:grpSpPr>
            <a:xfrm>
              <a:off x="8100286" y="1804125"/>
              <a:ext cx="1440000" cy="1440000"/>
              <a:chOff x="5376000" y="2709000"/>
              <a:chExt cx="1440000" cy="1440000"/>
            </a:xfrm>
          </p:grpSpPr>
          <p:sp>
            <p:nvSpPr>
              <p:cNvPr id="57" name="Oval 56">
                <a:extLst>
                  <a:ext uri="{FF2B5EF4-FFF2-40B4-BE49-F238E27FC236}">
                    <a16:creationId xmlns:a16="http://schemas.microsoft.com/office/drawing/2014/main" id="{BFA78F61-7500-49F6-8173-289153BA055B}"/>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58" name="Oval 57">
                <a:extLst>
                  <a:ext uri="{FF2B5EF4-FFF2-40B4-BE49-F238E27FC236}">
                    <a16:creationId xmlns:a16="http://schemas.microsoft.com/office/drawing/2014/main" id="{7A8176DB-C733-4C04-A5E5-0E2B9E8EED44}"/>
                  </a:ext>
                </a:extLst>
              </p:cNvPr>
              <p:cNvSpPr/>
              <p:nvPr/>
            </p:nvSpPr>
            <p:spPr>
              <a:xfrm>
                <a:off x="5556000" y="2889000"/>
                <a:ext cx="1080000" cy="1080000"/>
              </a:xfrm>
              <a:prstGeom prst="ellipse">
                <a:avLst/>
              </a:prstGeom>
              <a:solidFill>
                <a:schemeClr val="bg1"/>
              </a:soli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56" name="Graphic 55" descr="Head with gears">
              <a:extLst>
                <a:ext uri="{FF2B5EF4-FFF2-40B4-BE49-F238E27FC236}">
                  <a16:creationId xmlns:a16="http://schemas.microsoft.com/office/drawing/2014/main" id="{BDD5639E-DD0D-4756-9195-07AF2E95B2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25761" y="2167212"/>
              <a:ext cx="736350" cy="736350"/>
            </a:xfrm>
            <a:prstGeom prst="rect">
              <a:avLst/>
            </a:prstGeom>
          </p:spPr>
        </p:pic>
      </p:grpSp>
      <p:grpSp>
        <p:nvGrpSpPr>
          <p:cNvPr id="59" name="Group 58">
            <a:extLst>
              <a:ext uri="{FF2B5EF4-FFF2-40B4-BE49-F238E27FC236}">
                <a16:creationId xmlns:a16="http://schemas.microsoft.com/office/drawing/2014/main" id="{78ACF8B3-0186-471E-9FBD-100A56D98FB4}"/>
              </a:ext>
            </a:extLst>
          </p:cNvPr>
          <p:cNvGrpSpPr/>
          <p:nvPr/>
        </p:nvGrpSpPr>
        <p:grpSpPr>
          <a:xfrm>
            <a:off x="7428924" y="3235722"/>
            <a:ext cx="1080000" cy="1080000"/>
            <a:chOff x="3813900" y="3591397"/>
            <a:chExt cx="1440000" cy="1440000"/>
          </a:xfrm>
        </p:grpSpPr>
        <p:grpSp>
          <p:nvGrpSpPr>
            <p:cNvPr id="60" name="Group 59">
              <a:extLst>
                <a:ext uri="{FF2B5EF4-FFF2-40B4-BE49-F238E27FC236}">
                  <a16:creationId xmlns:a16="http://schemas.microsoft.com/office/drawing/2014/main" id="{7C01E7EA-8D25-4505-B267-FD50FD2D4ACE}"/>
                </a:ext>
              </a:extLst>
            </p:cNvPr>
            <p:cNvGrpSpPr/>
            <p:nvPr/>
          </p:nvGrpSpPr>
          <p:grpSpPr>
            <a:xfrm>
              <a:off x="3813900" y="3591397"/>
              <a:ext cx="1440000" cy="1440000"/>
              <a:chOff x="5376000" y="2709000"/>
              <a:chExt cx="1440000" cy="1440000"/>
            </a:xfrm>
          </p:grpSpPr>
          <p:sp>
            <p:nvSpPr>
              <p:cNvPr id="62" name="Oval 61">
                <a:extLst>
                  <a:ext uri="{FF2B5EF4-FFF2-40B4-BE49-F238E27FC236}">
                    <a16:creationId xmlns:a16="http://schemas.microsoft.com/office/drawing/2014/main" id="{C7A1D007-E725-47AB-BDDA-097E98FAAB8D}"/>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63" name="Oval 62">
                <a:extLst>
                  <a:ext uri="{FF2B5EF4-FFF2-40B4-BE49-F238E27FC236}">
                    <a16:creationId xmlns:a16="http://schemas.microsoft.com/office/drawing/2014/main" id="{8CE4A37A-6C15-4E5E-AE07-96434697B138}"/>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61" name="Graphic 60" descr="Research">
              <a:extLst>
                <a:ext uri="{FF2B5EF4-FFF2-40B4-BE49-F238E27FC236}">
                  <a16:creationId xmlns:a16="http://schemas.microsoft.com/office/drawing/2014/main" id="{6C2A7639-CCA9-4383-B8BB-BA784214F1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65725" y="3943222"/>
              <a:ext cx="736350" cy="736350"/>
            </a:xfrm>
            <a:prstGeom prst="rect">
              <a:avLst/>
            </a:prstGeom>
          </p:spPr>
        </p:pic>
      </p:grpSp>
      <p:grpSp>
        <p:nvGrpSpPr>
          <p:cNvPr id="49" name="Group 48">
            <a:extLst>
              <a:ext uri="{FF2B5EF4-FFF2-40B4-BE49-F238E27FC236}">
                <a16:creationId xmlns:a16="http://schemas.microsoft.com/office/drawing/2014/main" id="{FEACDFAD-A5E0-48D3-A083-D1B39F4BD1EB}"/>
              </a:ext>
            </a:extLst>
          </p:cNvPr>
          <p:cNvGrpSpPr/>
          <p:nvPr/>
        </p:nvGrpSpPr>
        <p:grpSpPr>
          <a:xfrm>
            <a:off x="6810706" y="2202761"/>
            <a:ext cx="900000" cy="900000"/>
            <a:chOff x="8198102" y="5044447"/>
            <a:chExt cx="1440000" cy="1440000"/>
          </a:xfrm>
        </p:grpSpPr>
        <p:grpSp>
          <p:nvGrpSpPr>
            <p:cNvPr id="50" name="Group 49">
              <a:extLst>
                <a:ext uri="{FF2B5EF4-FFF2-40B4-BE49-F238E27FC236}">
                  <a16:creationId xmlns:a16="http://schemas.microsoft.com/office/drawing/2014/main" id="{84401AE8-D626-4F08-A611-4987415BE392}"/>
                </a:ext>
              </a:extLst>
            </p:cNvPr>
            <p:cNvGrpSpPr/>
            <p:nvPr/>
          </p:nvGrpSpPr>
          <p:grpSpPr>
            <a:xfrm>
              <a:off x="8198102" y="5044447"/>
              <a:ext cx="1440000" cy="1440000"/>
              <a:chOff x="5376000" y="2709000"/>
              <a:chExt cx="1440000" cy="1440000"/>
            </a:xfrm>
          </p:grpSpPr>
          <p:sp>
            <p:nvSpPr>
              <p:cNvPr id="52" name="Oval 51">
                <a:extLst>
                  <a:ext uri="{FF2B5EF4-FFF2-40B4-BE49-F238E27FC236}">
                    <a16:creationId xmlns:a16="http://schemas.microsoft.com/office/drawing/2014/main" id="{41151478-487B-4957-80AA-E3A75DF81ED1}"/>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53" name="Oval 52">
                <a:extLst>
                  <a:ext uri="{FF2B5EF4-FFF2-40B4-BE49-F238E27FC236}">
                    <a16:creationId xmlns:a16="http://schemas.microsoft.com/office/drawing/2014/main" id="{82A654A6-5A49-4784-B0B9-744EFFCD8126}"/>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51" name="Graphic 50" descr="Bar chart">
              <a:extLst>
                <a:ext uri="{FF2B5EF4-FFF2-40B4-BE49-F238E27FC236}">
                  <a16:creationId xmlns:a16="http://schemas.microsoft.com/office/drawing/2014/main" id="{CA3A0F44-DC6A-46FF-84E5-F9293048ADB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49927" y="5380083"/>
              <a:ext cx="736350" cy="736350"/>
            </a:xfrm>
            <a:prstGeom prst="rect">
              <a:avLst/>
            </a:prstGeom>
          </p:spPr>
        </p:pic>
      </p:grpSp>
      <p:grpSp>
        <p:nvGrpSpPr>
          <p:cNvPr id="47" name="Group 46">
            <a:extLst>
              <a:ext uri="{FF2B5EF4-FFF2-40B4-BE49-F238E27FC236}">
                <a16:creationId xmlns:a16="http://schemas.microsoft.com/office/drawing/2014/main" id="{54451C13-83D2-49B9-AC3A-AE01973898A9}"/>
              </a:ext>
            </a:extLst>
          </p:cNvPr>
          <p:cNvGrpSpPr/>
          <p:nvPr/>
        </p:nvGrpSpPr>
        <p:grpSpPr>
          <a:xfrm>
            <a:off x="6388500" y="1620981"/>
            <a:ext cx="540000" cy="540000"/>
            <a:chOff x="5376000" y="5031397"/>
            <a:chExt cx="1440000" cy="1440000"/>
          </a:xfrm>
        </p:grpSpPr>
        <p:grpSp>
          <p:nvGrpSpPr>
            <p:cNvPr id="22" name="Group 21">
              <a:extLst>
                <a:ext uri="{FF2B5EF4-FFF2-40B4-BE49-F238E27FC236}">
                  <a16:creationId xmlns:a16="http://schemas.microsoft.com/office/drawing/2014/main" id="{FF7B2DF7-FA3C-43DC-B8EE-B9B88A8C3393}"/>
                </a:ext>
              </a:extLst>
            </p:cNvPr>
            <p:cNvGrpSpPr/>
            <p:nvPr/>
          </p:nvGrpSpPr>
          <p:grpSpPr>
            <a:xfrm>
              <a:off x="5376000" y="5031397"/>
              <a:ext cx="1440000" cy="1440000"/>
              <a:chOff x="5376000" y="2709000"/>
              <a:chExt cx="1440000" cy="1440000"/>
            </a:xfrm>
          </p:grpSpPr>
          <p:sp>
            <p:nvSpPr>
              <p:cNvPr id="23" name="Oval 22">
                <a:extLst>
                  <a:ext uri="{FF2B5EF4-FFF2-40B4-BE49-F238E27FC236}">
                    <a16:creationId xmlns:a16="http://schemas.microsoft.com/office/drawing/2014/main" id="{DA602810-A5FF-47A8-BBA9-2296CDFC1A27}"/>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4" name="Oval 23">
                <a:extLst>
                  <a:ext uri="{FF2B5EF4-FFF2-40B4-BE49-F238E27FC236}">
                    <a16:creationId xmlns:a16="http://schemas.microsoft.com/office/drawing/2014/main" id="{54199000-3F5B-4357-9CDC-978A215A9E6F}"/>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36" name="Graphic 35" descr="Hourglass">
              <a:extLst>
                <a:ext uri="{FF2B5EF4-FFF2-40B4-BE49-F238E27FC236}">
                  <a16:creationId xmlns:a16="http://schemas.microsoft.com/office/drawing/2014/main" id="{E1F3A125-EA78-43CF-97AB-106EC8BFF81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72526" y="5396272"/>
              <a:ext cx="736350" cy="736350"/>
            </a:xfrm>
            <a:prstGeom prst="rect">
              <a:avLst/>
            </a:prstGeom>
          </p:spPr>
        </p:pic>
      </p:grpSp>
      <p:grpSp>
        <p:nvGrpSpPr>
          <p:cNvPr id="64" name="Group 63">
            <a:extLst>
              <a:ext uri="{FF2B5EF4-FFF2-40B4-BE49-F238E27FC236}">
                <a16:creationId xmlns:a16="http://schemas.microsoft.com/office/drawing/2014/main" id="{7465D298-B47F-4F65-8712-697143EA7477}"/>
              </a:ext>
            </a:extLst>
          </p:cNvPr>
          <p:cNvGrpSpPr/>
          <p:nvPr/>
        </p:nvGrpSpPr>
        <p:grpSpPr>
          <a:xfrm>
            <a:off x="5314426" y="1620981"/>
            <a:ext cx="540000" cy="540000"/>
            <a:chOff x="6938102" y="3591397"/>
            <a:chExt cx="1440000" cy="1440000"/>
          </a:xfrm>
        </p:grpSpPr>
        <p:grpSp>
          <p:nvGrpSpPr>
            <p:cNvPr id="65" name="Group 64">
              <a:extLst>
                <a:ext uri="{FF2B5EF4-FFF2-40B4-BE49-F238E27FC236}">
                  <a16:creationId xmlns:a16="http://schemas.microsoft.com/office/drawing/2014/main" id="{1244A9C8-20D4-4B0A-B088-707E659B1817}"/>
                </a:ext>
              </a:extLst>
            </p:cNvPr>
            <p:cNvGrpSpPr/>
            <p:nvPr/>
          </p:nvGrpSpPr>
          <p:grpSpPr>
            <a:xfrm>
              <a:off x="6938102" y="3591397"/>
              <a:ext cx="1440000" cy="1440000"/>
              <a:chOff x="5376000" y="2709000"/>
              <a:chExt cx="1440000" cy="1440000"/>
            </a:xfrm>
          </p:grpSpPr>
          <p:sp>
            <p:nvSpPr>
              <p:cNvPr id="67" name="Oval 66">
                <a:extLst>
                  <a:ext uri="{FF2B5EF4-FFF2-40B4-BE49-F238E27FC236}">
                    <a16:creationId xmlns:a16="http://schemas.microsoft.com/office/drawing/2014/main" id="{768D4A0C-EB1B-4DCE-B315-C22BE9A2223C}"/>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68" name="Oval 67">
                <a:extLst>
                  <a:ext uri="{FF2B5EF4-FFF2-40B4-BE49-F238E27FC236}">
                    <a16:creationId xmlns:a16="http://schemas.microsoft.com/office/drawing/2014/main" id="{23E8206E-DA1F-409F-A4A7-74EAB4C9B04A}"/>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66" name="Graphic 65" descr="Database">
              <a:extLst>
                <a:ext uri="{FF2B5EF4-FFF2-40B4-BE49-F238E27FC236}">
                  <a16:creationId xmlns:a16="http://schemas.microsoft.com/office/drawing/2014/main" id="{1A923C04-9CDE-4080-B1B2-46007C862BE8}"/>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289927" y="3943222"/>
              <a:ext cx="736350" cy="736350"/>
            </a:xfrm>
            <a:prstGeom prst="rect">
              <a:avLst/>
            </a:prstGeom>
          </p:spPr>
        </p:pic>
      </p:grpSp>
      <p:grpSp>
        <p:nvGrpSpPr>
          <p:cNvPr id="69" name="Group 68">
            <a:extLst>
              <a:ext uri="{FF2B5EF4-FFF2-40B4-BE49-F238E27FC236}">
                <a16:creationId xmlns:a16="http://schemas.microsoft.com/office/drawing/2014/main" id="{F4319118-2022-4410-80DF-3392BF6B32BC}"/>
              </a:ext>
            </a:extLst>
          </p:cNvPr>
          <p:cNvGrpSpPr/>
          <p:nvPr/>
        </p:nvGrpSpPr>
        <p:grpSpPr>
          <a:xfrm>
            <a:off x="4436766" y="2207983"/>
            <a:ext cx="900000" cy="900000"/>
            <a:chOff x="5376000" y="1804125"/>
            <a:chExt cx="1440000" cy="1440000"/>
          </a:xfrm>
        </p:grpSpPr>
        <p:grpSp>
          <p:nvGrpSpPr>
            <p:cNvPr id="70" name="Group 69">
              <a:extLst>
                <a:ext uri="{FF2B5EF4-FFF2-40B4-BE49-F238E27FC236}">
                  <a16:creationId xmlns:a16="http://schemas.microsoft.com/office/drawing/2014/main" id="{063BBFC0-26AA-410F-9A5A-A399E6EE2169}"/>
                </a:ext>
              </a:extLst>
            </p:cNvPr>
            <p:cNvGrpSpPr/>
            <p:nvPr/>
          </p:nvGrpSpPr>
          <p:grpSpPr>
            <a:xfrm>
              <a:off x="5376000" y="1804125"/>
              <a:ext cx="1440000" cy="1440000"/>
              <a:chOff x="5376000" y="2709000"/>
              <a:chExt cx="1440000" cy="1440000"/>
            </a:xfrm>
          </p:grpSpPr>
          <p:sp>
            <p:nvSpPr>
              <p:cNvPr id="72" name="Oval 71">
                <a:extLst>
                  <a:ext uri="{FF2B5EF4-FFF2-40B4-BE49-F238E27FC236}">
                    <a16:creationId xmlns:a16="http://schemas.microsoft.com/office/drawing/2014/main" id="{2FF7332C-18AB-41D8-A775-81B2E9E3EC0D}"/>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3" name="Oval 72">
                <a:extLst>
                  <a:ext uri="{FF2B5EF4-FFF2-40B4-BE49-F238E27FC236}">
                    <a16:creationId xmlns:a16="http://schemas.microsoft.com/office/drawing/2014/main" id="{3DFED796-7F13-487D-B627-B98CFA09301F}"/>
                  </a:ext>
                </a:extLst>
              </p:cNvPr>
              <p:cNvSpPr/>
              <p:nvPr/>
            </p:nvSpPr>
            <p:spPr>
              <a:xfrm>
                <a:off x="5556000" y="2889000"/>
                <a:ext cx="1080000" cy="1080000"/>
              </a:xfrm>
              <a:prstGeom prst="ellipse">
                <a:avLst/>
              </a:prstGeom>
              <a:gradFill>
                <a:gsLst>
                  <a:gs pos="0">
                    <a:schemeClr val="bg1"/>
                  </a:gs>
                  <a:gs pos="89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71" name="Graphic 70" descr="Bullseye">
              <a:extLst>
                <a:ext uri="{FF2B5EF4-FFF2-40B4-BE49-F238E27FC236}">
                  <a16:creationId xmlns:a16="http://schemas.microsoft.com/office/drawing/2014/main" id="{8B031AFE-46C0-4348-B2C0-D4D7C173000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772526" y="2155950"/>
              <a:ext cx="736350" cy="736350"/>
            </a:xfrm>
            <a:prstGeom prst="rect">
              <a:avLst/>
            </a:prstGeom>
          </p:spPr>
        </p:pic>
      </p:grpSp>
      <p:grpSp>
        <p:nvGrpSpPr>
          <p:cNvPr id="79" name="Group 78">
            <a:extLst>
              <a:ext uri="{FF2B5EF4-FFF2-40B4-BE49-F238E27FC236}">
                <a16:creationId xmlns:a16="http://schemas.microsoft.com/office/drawing/2014/main" id="{EB80A4B5-B21A-4D78-8D4D-85A08AE6DEBD}"/>
              </a:ext>
            </a:extLst>
          </p:cNvPr>
          <p:cNvGrpSpPr/>
          <p:nvPr/>
        </p:nvGrpSpPr>
        <p:grpSpPr>
          <a:xfrm>
            <a:off x="3689100" y="3226582"/>
            <a:ext cx="1080000" cy="1080000"/>
            <a:chOff x="2442300" y="1804125"/>
            <a:chExt cx="1440000" cy="1440000"/>
          </a:xfrm>
        </p:grpSpPr>
        <p:grpSp>
          <p:nvGrpSpPr>
            <p:cNvPr id="80" name="Group 79">
              <a:extLst>
                <a:ext uri="{FF2B5EF4-FFF2-40B4-BE49-F238E27FC236}">
                  <a16:creationId xmlns:a16="http://schemas.microsoft.com/office/drawing/2014/main" id="{A13D9D26-4843-4547-9BC7-3D1FB38C7885}"/>
                </a:ext>
              </a:extLst>
            </p:cNvPr>
            <p:cNvGrpSpPr/>
            <p:nvPr/>
          </p:nvGrpSpPr>
          <p:grpSpPr>
            <a:xfrm>
              <a:off x="2442300" y="1804125"/>
              <a:ext cx="1440000" cy="1440000"/>
              <a:chOff x="5376000" y="2709000"/>
              <a:chExt cx="1440000" cy="1440000"/>
            </a:xfrm>
          </p:grpSpPr>
          <p:sp>
            <p:nvSpPr>
              <p:cNvPr id="82" name="Oval 81">
                <a:extLst>
                  <a:ext uri="{FF2B5EF4-FFF2-40B4-BE49-F238E27FC236}">
                    <a16:creationId xmlns:a16="http://schemas.microsoft.com/office/drawing/2014/main" id="{6FC9F41B-5E30-42F6-BED5-EAA2568D8954}"/>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83" name="Oval 82">
                <a:extLst>
                  <a:ext uri="{FF2B5EF4-FFF2-40B4-BE49-F238E27FC236}">
                    <a16:creationId xmlns:a16="http://schemas.microsoft.com/office/drawing/2014/main" id="{C1A4CF4D-9804-4B9A-9AF2-1EC5625846B9}"/>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81" name="Graphic 80" descr="Presentation with bar chart RTL">
              <a:extLst>
                <a:ext uri="{FF2B5EF4-FFF2-40B4-BE49-F238E27FC236}">
                  <a16:creationId xmlns:a16="http://schemas.microsoft.com/office/drawing/2014/main" id="{C9233847-4F3B-45AA-90D5-13294DCA503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794125" y="2190649"/>
              <a:ext cx="736350" cy="736350"/>
            </a:xfrm>
            <a:prstGeom prst="rect">
              <a:avLst/>
            </a:prstGeom>
          </p:spPr>
        </p:pic>
      </p:grpSp>
      <p:sp>
        <p:nvSpPr>
          <p:cNvPr id="4" name="Rectangle 3">
            <a:extLst>
              <a:ext uri="{FF2B5EF4-FFF2-40B4-BE49-F238E27FC236}">
                <a16:creationId xmlns:a16="http://schemas.microsoft.com/office/drawing/2014/main" id="{0A64C71D-8312-4D09-8EDE-79C5C06AE572}"/>
              </a:ext>
            </a:extLst>
          </p:cNvPr>
          <p:cNvSpPr/>
          <p:nvPr/>
        </p:nvSpPr>
        <p:spPr>
          <a:xfrm>
            <a:off x="4769100" y="5262676"/>
            <a:ext cx="2737037" cy="830997"/>
          </a:xfrm>
          <a:prstGeom prst="rect">
            <a:avLst/>
          </a:prstGeom>
        </p:spPr>
        <p:txBody>
          <a:bodyPr wrap="square">
            <a:spAutoFit/>
          </a:bodyPr>
          <a:lstStyle/>
          <a:p>
            <a:pPr algn="ctr"/>
            <a:r>
              <a:rPr lang="en-GB" sz="2400" b="1" dirty="0">
                <a:solidFill>
                  <a:schemeClr val="accent1">
                    <a:lumMod val="50000"/>
                  </a:schemeClr>
                </a:solidFill>
                <a:latin typeface="Arial" panose="020B0604020202020204" pitchFamily="34" charset="0"/>
                <a:cs typeface="Arial" panose="020B0604020202020204" pitchFamily="34" charset="0"/>
              </a:rPr>
              <a:t>Evolving Fraud Tactics</a:t>
            </a:r>
          </a:p>
        </p:txBody>
      </p:sp>
      <p:sp>
        <p:nvSpPr>
          <p:cNvPr id="87" name="Freeform 20">
            <a:extLst>
              <a:ext uri="{FF2B5EF4-FFF2-40B4-BE49-F238E27FC236}">
                <a16:creationId xmlns:a16="http://schemas.microsoft.com/office/drawing/2014/main" id="{9719FC0E-5C79-479B-A4D8-BE8616F0200D}"/>
              </a:ext>
            </a:extLst>
          </p:cNvPr>
          <p:cNvSpPr/>
          <p:nvPr/>
        </p:nvSpPr>
        <p:spPr>
          <a:xfrm>
            <a:off x="-763189" y="12340"/>
            <a:ext cx="3773801" cy="6800109"/>
          </a:xfrm>
          <a:custGeom>
            <a:avLst/>
            <a:gdLst>
              <a:gd name="connsiteX0" fmla="*/ 0 w 2900384"/>
              <a:gd name="connsiteY0" fmla="*/ 0 h 5313701"/>
              <a:gd name="connsiteX1" fmla="*/ 1471630 w 2900384"/>
              <a:gd name="connsiteY1" fmla="*/ 0 h 5313701"/>
              <a:gd name="connsiteX2" fmla="*/ 2816486 w 2900384"/>
              <a:gd name="connsiteY2" fmla="*/ 2332044 h 5313701"/>
              <a:gd name="connsiteX3" fmla="*/ 2816486 w 2900384"/>
              <a:gd name="connsiteY3" fmla="*/ 2961361 h 5313701"/>
              <a:gd name="connsiteX4" fmla="*/ 1458797 w 2900384"/>
              <a:gd name="connsiteY4" fmla="*/ 5313701 h 5313701"/>
              <a:gd name="connsiteX5" fmla="*/ 0 w 2900384"/>
              <a:gd name="connsiteY5" fmla="*/ 5313701 h 531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0384" h="5313701">
                <a:moveTo>
                  <a:pt x="0" y="0"/>
                </a:moveTo>
                <a:lnTo>
                  <a:pt x="1471630" y="0"/>
                </a:lnTo>
                <a:lnTo>
                  <a:pt x="2816486" y="2332044"/>
                </a:lnTo>
                <a:cubicBezTo>
                  <a:pt x="2928350" y="2526724"/>
                  <a:pt x="2928350" y="2766681"/>
                  <a:pt x="2816486" y="2961361"/>
                </a:cubicBezTo>
                <a:lnTo>
                  <a:pt x="1458797" y="5313701"/>
                </a:lnTo>
                <a:lnTo>
                  <a:pt x="0" y="5313701"/>
                </a:lnTo>
                <a:close/>
              </a:path>
            </a:pathLst>
          </a:custGeom>
          <a:solidFill>
            <a:schemeClr val="accent1"/>
          </a:solidFill>
          <a:ln w="3967"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pt-BR" dirty="0"/>
          </a:p>
        </p:txBody>
      </p:sp>
      <p:sp>
        <p:nvSpPr>
          <p:cNvPr id="42" name="TextBox 41">
            <a:extLst>
              <a:ext uri="{FF2B5EF4-FFF2-40B4-BE49-F238E27FC236}">
                <a16:creationId xmlns:a16="http://schemas.microsoft.com/office/drawing/2014/main" id="{8569E930-61E5-4F28-89C2-D1643C1B811E}"/>
              </a:ext>
            </a:extLst>
          </p:cNvPr>
          <p:cNvSpPr txBox="1"/>
          <p:nvPr/>
        </p:nvSpPr>
        <p:spPr>
          <a:xfrm>
            <a:off x="2938509" y="100497"/>
            <a:ext cx="5619566" cy="707886"/>
          </a:xfrm>
          <a:prstGeom prst="rect">
            <a:avLst/>
          </a:prstGeom>
          <a:noFill/>
          <a:ln>
            <a:solidFill>
              <a:schemeClr val="tx2"/>
            </a:solidFill>
          </a:ln>
          <a:effectLst>
            <a:outerShdw blurRad="139700" dist="38100" dir="5400000" algn="t" rotWithShape="0">
              <a:prstClr val="black">
                <a:alpha val="40000"/>
              </a:prstClr>
            </a:outerShdw>
          </a:effectLst>
        </p:spPr>
        <p:txBody>
          <a:bodyPr wrap="square" rtlCol="0">
            <a:spAutoFit/>
          </a:bodyPr>
          <a:lstStyle/>
          <a:p>
            <a:pPr algn="ctr"/>
            <a:r>
              <a:rPr lang="en-US" sz="4000" dirty="0">
                <a:solidFill>
                  <a:schemeClr val="accent1">
                    <a:lumMod val="50000"/>
                  </a:schemeClr>
                </a:solidFill>
                <a:latin typeface="Arial Black" panose="020B0A04020102020204" pitchFamily="34" charset="0"/>
              </a:rPr>
              <a:t>Challenges</a:t>
            </a:r>
            <a:endParaRPr lang="en-PK" sz="4000" dirty="0">
              <a:solidFill>
                <a:schemeClr val="accent1">
                  <a:lumMod val="50000"/>
                </a:schemeClr>
              </a:solidFill>
              <a:latin typeface="Arial Black" panose="020B0A04020102020204" pitchFamily="34" charset="0"/>
            </a:endParaRPr>
          </a:p>
        </p:txBody>
      </p:sp>
      <p:pic>
        <p:nvPicPr>
          <p:cNvPr id="41" name="Picture 40">
            <a:extLst>
              <a:ext uri="{FF2B5EF4-FFF2-40B4-BE49-F238E27FC236}">
                <a16:creationId xmlns:a16="http://schemas.microsoft.com/office/drawing/2014/main" id="{025C6A6D-6494-499D-AE9C-35C9D1DB62B2}"/>
              </a:ext>
            </a:extLst>
          </p:cNvPr>
          <p:cNvPicPr>
            <a:picLocks noChangeAspect="1"/>
          </p:cNvPicPr>
          <p:nvPr/>
        </p:nvPicPr>
        <p:blipFill>
          <a:blip r:embed="rId16">
            <a:extLst>
              <a:ext uri="{BEBA8EAE-BF5A-486C-A8C5-ECC9F3942E4B}">
                <a14:imgProps xmlns:a14="http://schemas.microsoft.com/office/drawing/2010/main">
                  <a14:imgLayer r:embed="rId17">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
        <p:nvSpPr>
          <p:cNvPr id="43" name="Rectangle 42">
            <a:extLst>
              <a:ext uri="{FF2B5EF4-FFF2-40B4-BE49-F238E27FC236}">
                <a16:creationId xmlns:a16="http://schemas.microsoft.com/office/drawing/2014/main" id="{6CD6854A-584B-48B7-BD58-9E3AF5AC0FA1}"/>
              </a:ext>
            </a:extLst>
          </p:cNvPr>
          <p:cNvSpPr/>
          <p:nvPr/>
        </p:nvSpPr>
        <p:spPr>
          <a:xfrm>
            <a:off x="8583727" y="5058519"/>
            <a:ext cx="2737037" cy="1077218"/>
          </a:xfrm>
          <a:prstGeom prst="rect">
            <a:avLst/>
          </a:prstGeom>
        </p:spPr>
        <p:txBody>
          <a:bodyPr wrap="square">
            <a:spAutoFit/>
          </a:bodyPr>
          <a:lstStyle/>
          <a:p>
            <a:r>
              <a:rPr lang="en-US" sz="1600" b="1" dirty="0">
                <a:solidFill>
                  <a:schemeClr val="accent1">
                    <a:lumMod val="50000"/>
                  </a:schemeClr>
                </a:solidFill>
                <a:latin typeface="Arial" panose="020B0604020202020204" pitchFamily="34" charset="0"/>
                <a:cs typeface="Arial" panose="020B0604020202020204" pitchFamily="34" charset="0"/>
              </a:rPr>
              <a:t>Fraud techniques change rapidly, necessitating continuous model updates and retraining.</a:t>
            </a:r>
            <a:endParaRPr lang="en-GB" sz="1600" b="1" dirty="0">
              <a:solidFill>
                <a:schemeClr val="accent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4542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7B261DEE-8EFA-4142-8167-3F65DE0EEB40}"/>
              </a:ext>
            </a:extLst>
          </p:cNvPr>
          <p:cNvGrpSpPr/>
          <p:nvPr/>
        </p:nvGrpSpPr>
        <p:grpSpPr>
          <a:xfrm>
            <a:off x="5386371" y="3776639"/>
            <a:ext cx="1440000" cy="1440000"/>
            <a:chOff x="3813900" y="3591397"/>
            <a:chExt cx="1440000" cy="1440000"/>
          </a:xfrm>
        </p:grpSpPr>
        <p:grpSp>
          <p:nvGrpSpPr>
            <p:cNvPr id="74" name="Group 73">
              <a:extLst>
                <a:ext uri="{FF2B5EF4-FFF2-40B4-BE49-F238E27FC236}">
                  <a16:creationId xmlns:a16="http://schemas.microsoft.com/office/drawing/2014/main" id="{0B1428FC-615C-42E3-B16E-59ED4C891539}"/>
                </a:ext>
              </a:extLst>
            </p:cNvPr>
            <p:cNvGrpSpPr/>
            <p:nvPr/>
          </p:nvGrpSpPr>
          <p:grpSpPr>
            <a:xfrm>
              <a:off x="3813900" y="3591397"/>
              <a:ext cx="1440000" cy="1440000"/>
              <a:chOff x="5376000" y="2709000"/>
              <a:chExt cx="1440000" cy="1440000"/>
            </a:xfrm>
          </p:grpSpPr>
          <p:sp>
            <p:nvSpPr>
              <p:cNvPr id="76" name="Oval 75">
                <a:extLst>
                  <a:ext uri="{FF2B5EF4-FFF2-40B4-BE49-F238E27FC236}">
                    <a16:creationId xmlns:a16="http://schemas.microsoft.com/office/drawing/2014/main" id="{AAAB58DA-D23B-4FEE-8E68-DCD726859AB7}"/>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7" name="Oval 76">
                <a:extLst>
                  <a:ext uri="{FF2B5EF4-FFF2-40B4-BE49-F238E27FC236}">
                    <a16:creationId xmlns:a16="http://schemas.microsoft.com/office/drawing/2014/main" id="{C4A817F7-8A95-4C51-93EA-1D5A2F3FB2BF}"/>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75" name="Graphic 74" descr="Research">
              <a:extLst>
                <a:ext uri="{FF2B5EF4-FFF2-40B4-BE49-F238E27FC236}">
                  <a16:creationId xmlns:a16="http://schemas.microsoft.com/office/drawing/2014/main" id="{C6222E29-0A67-4A9D-B401-B65DAF4E17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65725" y="3943222"/>
              <a:ext cx="736350" cy="736350"/>
            </a:xfrm>
            <a:prstGeom prst="rect">
              <a:avLst/>
            </a:prstGeom>
          </p:spPr>
        </p:pic>
      </p:grpSp>
      <p:grpSp>
        <p:nvGrpSpPr>
          <p:cNvPr id="78" name="Group 77">
            <a:extLst>
              <a:ext uri="{FF2B5EF4-FFF2-40B4-BE49-F238E27FC236}">
                <a16:creationId xmlns:a16="http://schemas.microsoft.com/office/drawing/2014/main" id="{BDD3D6F4-05FB-460B-83FC-80A53711A074}"/>
              </a:ext>
            </a:extLst>
          </p:cNvPr>
          <p:cNvGrpSpPr/>
          <p:nvPr/>
        </p:nvGrpSpPr>
        <p:grpSpPr>
          <a:xfrm>
            <a:off x="7260706" y="3446369"/>
            <a:ext cx="1080000" cy="1080000"/>
            <a:chOff x="8198102" y="5044447"/>
            <a:chExt cx="1440000" cy="1440000"/>
          </a:xfrm>
        </p:grpSpPr>
        <p:grpSp>
          <p:nvGrpSpPr>
            <p:cNvPr id="85" name="Group 84">
              <a:extLst>
                <a:ext uri="{FF2B5EF4-FFF2-40B4-BE49-F238E27FC236}">
                  <a16:creationId xmlns:a16="http://schemas.microsoft.com/office/drawing/2014/main" id="{0276BC4F-3BD9-4C66-AF7E-D93C068E211D}"/>
                </a:ext>
              </a:extLst>
            </p:cNvPr>
            <p:cNvGrpSpPr/>
            <p:nvPr/>
          </p:nvGrpSpPr>
          <p:grpSpPr>
            <a:xfrm>
              <a:off x="8198102" y="5044447"/>
              <a:ext cx="1440000" cy="1440000"/>
              <a:chOff x="5376000" y="2709000"/>
              <a:chExt cx="1440000" cy="1440000"/>
            </a:xfrm>
          </p:grpSpPr>
          <p:sp>
            <p:nvSpPr>
              <p:cNvPr id="89" name="Oval 88">
                <a:extLst>
                  <a:ext uri="{FF2B5EF4-FFF2-40B4-BE49-F238E27FC236}">
                    <a16:creationId xmlns:a16="http://schemas.microsoft.com/office/drawing/2014/main" id="{E3B81F26-8F37-40B0-B6FC-15997967704E}"/>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0" name="Oval 89">
                <a:extLst>
                  <a:ext uri="{FF2B5EF4-FFF2-40B4-BE49-F238E27FC236}">
                    <a16:creationId xmlns:a16="http://schemas.microsoft.com/office/drawing/2014/main" id="{C0548177-961E-4C75-8161-639F5FEAAD07}"/>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88" name="Graphic 87" descr="Bar chart">
              <a:extLst>
                <a:ext uri="{FF2B5EF4-FFF2-40B4-BE49-F238E27FC236}">
                  <a16:creationId xmlns:a16="http://schemas.microsoft.com/office/drawing/2014/main" id="{4757D6CF-E22F-42E9-AC70-4DC85FA1039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49927" y="5380083"/>
              <a:ext cx="736350" cy="736350"/>
            </a:xfrm>
            <a:prstGeom prst="rect">
              <a:avLst/>
            </a:prstGeom>
          </p:spPr>
        </p:pic>
      </p:grpSp>
      <p:grpSp>
        <p:nvGrpSpPr>
          <p:cNvPr id="91" name="Group 90">
            <a:extLst>
              <a:ext uri="{FF2B5EF4-FFF2-40B4-BE49-F238E27FC236}">
                <a16:creationId xmlns:a16="http://schemas.microsoft.com/office/drawing/2014/main" id="{1354BB47-95B4-4D08-9BFE-BBC494DAA116}"/>
              </a:ext>
            </a:extLst>
          </p:cNvPr>
          <p:cNvGrpSpPr/>
          <p:nvPr/>
        </p:nvGrpSpPr>
        <p:grpSpPr>
          <a:xfrm>
            <a:off x="7273250" y="2091981"/>
            <a:ext cx="900000" cy="900000"/>
            <a:chOff x="5376000" y="5031397"/>
            <a:chExt cx="1440000" cy="1440000"/>
          </a:xfrm>
        </p:grpSpPr>
        <p:grpSp>
          <p:nvGrpSpPr>
            <p:cNvPr id="92" name="Group 91">
              <a:extLst>
                <a:ext uri="{FF2B5EF4-FFF2-40B4-BE49-F238E27FC236}">
                  <a16:creationId xmlns:a16="http://schemas.microsoft.com/office/drawing/2014/main" id="{3ECB24A6-C107-45F6-9352-F56B00BB52B4}"/>
                </a:ext>
              </a:extLst>
            </p:cNvPr>
            <p:cNvGrpSpPr/>
            <p:nvPr/>
          </p:nvGrpSpPr>
          <p:grpSpPr>
            <a:xfrm>
              <a:off x="5376000" y="5031397"/>
              <a:ext cx="1440000" cy="1440000"/>
              <a:chOff x="5376000" y="2709000"/>
              <a:chExt cx="1440000" cy="1440000"/>
            </a:xfrm>
          </p:grpSpPr>
          <p:sp>
            <p:nvSpPr>
              <p:cNvPr id="94" name="Oval 93">
                <a:extLst>
                  <a:ext uri="{FF2B5EF4-FFF2-40B4-BE49-F238E27FC236}">
                    <a16:creationId xmlns:a16="http://schemas.microsoft.com/office/drawing/2014/main" id="{060502E1-A5B2-4088-BF8E-9577639B43BC}"/>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5" name="Oval 94">
                <a:extLst>
                  <a:ext uri="{FF2B5EF4-FFF2-40B4-BE49-F238E27FC236}">
                    <a16:creationId xmlns:a16="http://schemas.microsoft.com/office/drawing/2014/main" id="{6C93EEEF-234C-48C0-945D-FA48FB4F5F66}"/>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93" name="Graphic 92" descr="Hourglass">
              <a:extLst>
                <a:ext uri="{FF2B5EF4-FFF2-40B4-BE49-F238E27FC236}">
                  <a16:creationId xmlns:a16="http://schemas.microsoft.com/office/drawing/2014/main" id="{978D78E5-3335-4F2D-8066-CFB02D301DE3}"/>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72526" y="5396272"/>
              <a:ext cx="736350" cy="736350"/>
            </a:xfrm>
            <a:prstGeom prst="rect">
              <a:avLst/>
            </a:prstGeom>
          </p:spPr>
        </p:pic>
      </p:grpSp>
      <p:grpSp>
        <p:nvGrpSpPr>
          <p:cNvPr id="64" name="Group 63">
            <a:extLst>
              <a:ext uri="{FF2B5EF4-FFF2-40B4-BE49-F238E27FC236}">
                <a16:creationId xmlns:a16="http://schemas.microsoft.com/office/drawing/2014/main" id="{7465D298-B47F-4F65-8712-697143EA7477}"/>
              </a:ext>
            </a:extLst>
          </p:cNvPr>
          <p:cNvGrpSpPr/>
          <p:nvPr/>
        </p:nvGrpSpPr>
        <p:grpSpPr>
          <a:xfrm>
            <a:off x="6388500" y="1619481"/>
            <a:ext cx="540000" cy="540000"/>
            <a:chOff x="6938102" y="3591397"/>
            <a:chExt cx="1440000" cy="1440000"/>
          </a:xfrm>
        </p:grpSpPr>
        <p:grpSp>
          <p:nvGrpSpPr>
            <p:cNvPr id="65" name="Group 64">
              <a:extLst>
                <a:ext uri="{FF2B5EF4-FFF2-40B4-BE49-F238E27FC236}">
                  <a16:creationId xmlns:a16="http://schemas.microsoft.com/office/drawing/2014/main" id="{1244A9C8-20D4-4B0A-B088-707E659B1817}"/>
                </a:ext>
              </a:extLst>
            </p:cNvPr>
            <p:cNvGrpSpPr/>
            <p:nvPr/>
          </p:nvGrpSpPr>
          <p:grpSpPr>
            <a:xfrm>
              <a:off x="6938102" y="3591397"/>
              <a:ext cx="1440000" cy="1440000"/>
              <a:chOff x="5376000" y="2709000"/>
              <a:chExt cx="1440000" cy="1440000"/>
            </a:xfrm>
          </p:grpSpPr>
          <p:sp>
            <p:nvSpPr>
              <p:cNvPr id="67" name="Oval 66">
                <a:extLst>
                  <a:ext uri="{FF2B5EF4-FFF2-40B4-BE49-F238E27FC236}">
                    <a16:creationId xmlns:a16="http://schemas.microsoft.com/office/drawing/2014/main" id="{768D4A0C-EB1B-4DCE-B315-C22BE9A2223C}"/>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68" name="Oval 67">
                <a:extLst>
                  <a:ext uri="{FF2B5EF4-FFF2-40B4-BE49-F238E27FC236}">
                    <a16:creationId xmlns:a16="http://schemas.microsoft.com/office/drawing/2014/main" id="{23E8206E-DA1F-409F-A4A7-74EAB4C9B04A}"/>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66" name="Graphic 65" descr="Database">
              <a:extLst>
                <a:ext uri="{FF2B5EF4-FFF2-40B4-BE49-F238E27FC236}">
                  <a16:creationId xmlns:a16="http://schemas.microsoft.com/office/drawing/2014/main" id="{1A923C04-9CDE-4080-B1B2-46007C862BE8}"/>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89927" y="3943222"/>
              <a:ext cx="736350" cy="736350"/>
            </a:xfrm>
            <a:prstGeom prst="rect">
              <a:avLst/>
            </a:prstGeom>
          </p:spPr>
        </p:pic>
      </p:grpSp>
      <p:grpSp>
        <p:nvGrpSpPr>
          <p:cNvPr id="101" name="Group 100">
            <a:extLst>
              <a:ext uri="{FF2B5EF4-FFF2-40B4-BE49-F238E27FC236}">
                <a16:creationId xmlns:a16="http://schemas.microsoft.com/office/drawing/2014/main" id="{1E211495-3116-43B5-8D9F-ABBF64BE8104}"/>
              </a:ext>
            </a:extLst>
          </p:cNvPr>
          <p:cNvGrpSpPr/>
          <p:nvPr/>
        </p:nvGrpSpPr>
        <p:grpSpPr>
          <a:xfrm>
            <a:off x="5311463" y="1619481"/>
            <a:ext cx="540000" cy="540000"/>
            <a:chOff x="5376000" y="1804125"/>
            <a:chExt cx="1440000" cy="1440000"/>
          </a:xfrm>
        </p:grpSpPr>
        <p:grpSp>
          <p:nvGrpSpPr>
            <p:cNvPr id="102" name="Group 101">
              <a:extLst>
                <a:ext uri="{FF2B5EF4-FFF2-40B4-BE49-F238E27FC236}">
                  <a16:creationId xmlns:a16="http://schemas.microsoft.com/office/drawing/2014/main" id="{C62980C1-EBA4-499F-A114-D89E662684D4}"/>
                </a:ext>
              </a:extLst>
            </p:cNvPr>
            <p:cNvGrpSpPr/>
            <p:nvPr/>
          </p:nvGrpSpPr>
          <p:grpSpPr>
            <a:xfrm>
              <a:off x="5376000" y="1804125"/>
              <a:ext cx="1440000" cy="1440000"/>
              <a:chOff x="5376000" y="2709000"/>
              <a:chExt cx="1440000" cy="1440000"/>
            </a:xfrm>
          </p:grpSpPr>
          <p:sp>
            <p:nvSpPr>
              <p:cNvPr id="104" name="Oval 103">
                <a:extLst>
                  <a:ext uri="{FF2B5EF4-FFF2-40B4-BE49-F238E27FC236}">
                    <a16:creationId xmlns:a16="http://schemas.microsoft.com/office/drawing/2014/main" id="{0257EB54-3320-4889-8B7F-D20AD1ACF411}"/>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05" name="Oval 104">
                <a:extLst>
                  <a:ext uri="{FF2B5EF4-FFF2-40B4-BE49-F238E27FC236}">
                    <a16:creationId xmlns:a16="http://schemas.microsoft.com/office/drawing/2014/main" id="{3C9FF91A-93FC-4E5A-BA7E-B8292869CAC6}"/>
                  </a:ext>
                </a:extLst>
              </p:cNvPr>
              <p:cNvSpPr/>
              <p:nvPr/>
            </p:nvSpPr>
            <p:spPr>
              <a:xfrm>
                <a:off x="5556000" y="2889000"/>
                <a:ext cx="1080000" cy="1080000"/>
              </a:xfrm>
              <a:prstGeom prst="ellipse">
                <a:avLst/>
              </a:prstGeom>
              <a:gradFill>
                <a:gsLst>
                  <a:gs pos="0">
                    <a:schemeClr val="bg1"/>
                  </a:gs>
                  <a:gs pos="89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103" name="Graphic 102" descr="Bullseye">
              <a:extLst>
                <a:ext uri="{FF2B5EF4-FFF2-40B4-BE49-F238E27FC236}">
                  <a16:creationId xmlns:a16="http://schemas.microsoft.com/office/drawing/2014/main" id="{9BF2D8D3-8819-44B3-BBA9-A42D5DE0CC89}"/>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772526" y="2155950"/>
              <a:ext cx="736350" cy="736350"/>
            </a:xfrm>
            <a:prstGeom prst="rect">
              <a:avLst/>
            </a:prstGeom>
          </p:spPr>
        </p:pic>
      </p:grpSp>
      <p:grpSp>
        <p:nvGrpSpPr>
          <p:cNvPr id="106" name="Group 105">
            <a:extLst>
              <a:ext uri="{FF2B5EF4-FFF2-40B4-BE49-F238E27FC236}">
                <a16:creationId xmlns:a16="http://schemas.microsoft.com/office/drawing/2014/main" id="{9F2C898B-76CE-4784-92E5-C256DE8A51EB}"/>
              </a:ext>
            </a:extLst>
          </p:cNvPr>
          <p:cNvGrpSpPr/>
          <p:nvPr/>
        </p:nvGrpSpPr>
        <p:grpSpPr>
          <a:xfrm>
            <a:off x="4436766" y="2202761"/>
            <a:ext cx="900000" cy="900000"/>
            <a:chOff x="2442300" y="1804125"/>
            <a:chExt cx="1440000" cy="1440000"/>
          </a:xfrm>
        </p:grpSpPr>
        <p:grpSp>
          <p:nvGrpSpPr>
            <p:cNvPr id="107" name="Group 106">
              <a:extLst>
                <a:ext uri="{FF2B5EF4-FFF2-40B4-BE49-F238E27FC236}">
                  <a16:creationId xmlns:a16="http://schemas.microsoft.com/office/drawing/2014/main" id="{F86E8C7F-03FD-4623-ADDD-772501C5A8AB}"/>
                </a:ext>
              </a:extLst>
            </p:cNvPr>
            <p:cNvGrpSpPr/>
            <p:nvPr/>
          </p:nvGrpSpPr>
          <p:grpSpPr>
            <a:xfrm>
              <a:off x="2442300" y="1804125"/>
              <a:ext cx="1440000" cy="1440000"/>
              <a:chOff x="5376000" y="2709000"/>
              <a:chExt cx="1440000" cy="1440000"/>
            </a:xfrm>
          </p:grpSpPr>
          <p:sp>
            <p:nvSpPr>
              <p:cNvPr id="109" name="Oval 108">
                <a:extLst>
                  <a:ext uri="{FF2B5EF4-FFF2-40B4-BE49-F238E27FC236}">
                    <a16:creationId xmlns:a16="http://schemas.microsoft.com/office/drawing/2014/main" id="{6EA00AEF-2B68-4E63-A0EB-72781B591A47}"/>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10" name="Oval 109">
                <a:extLst>
                  <a:ext uri="{FF2B5EF4-FFF2-40B4-BE49-F238E27FC236}">
                    <a16:creationId xmlns:a16="http://schemas.microsoft.com/office/drawing/2014/main" id="{462CF260-B142-4E95-A5BF-99690036987A}"/>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108" name="Graphic 107" descr="Presentation with bar chart RTL">
              <a:extLst>
                <a:ext uri="{FF2B5EF4-FFF2-40B4-BE49-F238E27FC236}">
                  <a16:creationId xmlns:a16="http://schemas.microsoft.com/office/drawing/2014/main" id="{F4B881B9-F18A-4F1B-99AE-5CEDC80AE75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794125" y="2190649"/>
              <a:ext cx="736350" cy="736350"/>
            </a:xfrm>
            <a:prstGeom prst="rect">
              <a:avLst/>
            </a:prstGeom>
          </p:spPr>
        </p:pic>
      </p:grpSp>
      <p:grpSp>
        <p:nvGrpSpPr>
          <p:cNvPr id="42" name="Group 41">
            <a:extLst>
              <a:ext uri="{FF2B5EF4-FFF2-40B4-BE49-F238E27FC236}">
                <a16:creationId xmlns:a16="http://schemas.microsoft.com/office/drawing/2014/main" id="{6DC84F38-D6F5-4008-B707-82594810CB61}"/>
              </a:ext>
            </a:extLst>
          </p:cNvPr>
          <p:cNvGrpSpPr/>
          <p:nvPr/>
        </p:nvGrpSpPr>
        <p:grpSpPr>
          <a:xfrm>
            <a:off x="3689885" y="3215374"/>
            <a:ext cx="1080000" cy="1080000"/>
            <a:chOff x="8100286" y="1804125"/>
            <a:chExt cx="1440000" cy="1440000"/>
          </a:xfrm>
        </p:grpSpPr>
        <p:grpSp>
          <p:nvGrpSpPr>
            <p:cNvPr id="43" name="Group 42">
              <a:extLst>
                <a:ext uri="{FF2B5EF4-FFF2-40B4-BE49-F238E27FC236}">
                  <a16:creationId xmlns:a16="http://schemas.microsoft.com/office/drawing/2014/main" id="{F8D6FBA1-7291-4C44-BC81-A90477D4ECB0}"/>
                </a:ext>
              </a:extLst>
            </p:cNvPr>
            <p:cNvGrpSpPr/>
            <p:nvPr/>
          </p:nvGrpSpPr>
          <p:grpSpPr>
            <a:xfrm>
              <a:off x="8100286" y="1804125"/>
              <a:ext cx="1440000" cy="1440000"/>
              <a:chOff x="5376000" y="2709000"/>
              <a:chExt cx="1440000" cy="1440000"/>
            </a:xfrm>
          </p:grpSpPr>
          <p:sp>
            <p:nvSpPr>
              <p:cNvPr id="45" name="Oval 44">
                <a:extLst>
                  <a:ext uri="{FF2B5EF4-FFF2-40B4-BE49-F238E27FC236}">
                    <a16:creationId xmlns:a16="http://schemas.microsoft.com/office/drawing/2014/main" id="{E08E490F-DFA8-4076-8D70-C157F94537BA}"/>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46" name="Oval 45">
                <a:extLst>
                  <a:ext uri="{FF2B5EF4-FFF2-40B4-BE49-F238E27FC236}">
                    <a16:creationId xmlns:a16="http://schemas.microsoft.com/office/drawing/2014/main" id="{A73ECAF5-B796-4046-BF3B-B388AAAEB7F7}"/>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44" name="Graphic 43" descr="Head with gears">
              <a:extLst>
                <a:ext uri="{FF2B5EF4-FFF2-40B4-BE49-F238E27FC236}">
                  <a16:creationId xmlns:a16="http://schemas.microsoft.com/office/drawing/2014/main" id="{A49F84B4-F25E-4EC1-999F-9E2FA564874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25761" y="2167212"/>
              <a:ext cx="736350" cy="736350"/>
            </a:xfrm>
            <a:prstGeom prst="rect">
              <a:avLst/>
            </a:prstGeom>
          </p:spPr>
        </p:pic>
      </p:grpSp>
      <p:sp>
        <p:nvSpPr>
          <p:cNvPr id="4" name="Rectangle 3">
            <a:extLst>
              <a:ext uri="{FF2B5EF4-FFF2-40B4-BE49-F238E27FC236}">
                <a16:creationId xmlns:a16="http://schemas.microsoft.com/office/drawing/2014/main" id="{0A64C71D-8312-4D09-8EDE-79C5C06AE572}"/>
              </a:ext>
            </a:extLst>
          </p:cNvPr>
          <p:cNvSpPr/>
          <p:nvPr/>
        </p:nvSpPr>
        <p:spPr>
          <a:xfrm>
            <a:off x="4549266" y="5435478"/>
            <a:ext cx="2967272" cy="954107"/>
          </a:xfrm>
          <a:prstGeom prst="rect">
            <a:avLst/>
          </a:prstGeom>
        </p:spPr>
        <p:txBody>
          <a:bodyPr wrap="square">
            <a:spAutoFit/>
          </a:bodyPr>
          <a:lstStyle/>
          <a:p>
            <a:pPr algn="ctr"/>
            <a:r>
              <a:rPr lang="en-US" sz="2800" b="1" dirty="0">
                <a:solidFill>
                  <a:schemeClr val="accent1">
                    <a:lumMod val="50000"/>
                  </a:schemeClr>
                </a:solidFill>
                <a:latin typeface="Arial" panose="020B0604020202020204" pitchFamily="34" charset="0"/>
                <a:cs typeface="Arial" panose="020B0604020202020204" pitchFamily="34" charset="0"/>
              </a:rPr>
              <a:t>Data Privacy Concerns</a:t>
            </a:r>
            <a:endParaRPr lang="en-US" sz="2800" dirty="0">
              <a:solidFill>
                <a:schemeClr val="accent1">
                  <a:lumMod val="50000"/>
                </a:schemeClr>
              </a:solidFill>
              <a:latin typeface="Arial" panose="020B0604020202020204" pitchFamily="34" charset="0"/>
              <a:cs typeface="Arial" panose="020B0604020202020204" pitchFamily="34" charset="0"/>
            </a:endParaRPr>
          </a:p>
        </p:txBody>
      </p:sp>
      <p:sp>
        <p:nvSpPr>
          <p:cNvPr id="87" name="Freeform 20">
            <a:extLst>
              <a:ext uri="{FF2B5EF4-FFF2-40B4-BE49-F238E27FC236}">
                <a16:creationId xmlns:a16="http://schemas.microsoft.com/office/drawing/2014/main" id="{9719FC0E-5C79-479B-A4D8-BE8616F0200D}"/>
              </a:ext>
            </a:extLst>
          </p:cNvPr>
          <p:cNvSpPr/>
          <p:nvPr/>
        </p:nvSpPr>
        <p:spPr>
          <a:xfrm>
            <a:off x="-763189" y="12340"/>
            <a:ext cx="3773801" cy="6800109"/>
          </a:xfrm>
          <a:custGeom>
            <a:avLst/>
            <a:gdLst>
              <a:gd name="connsiteX0" fmla="*/ 0 w 2900384"/>
              <a:gd name="connsiteY0" fmla="*/ 0 h 5313701"/>
              <a:gd name="connsiteX1" fmla="*/ 1471630 w 2900384"/>
              <a:gd name="connsiteY1" fmla="*/ 0 h 5313701"/>
              <a:gd name="connsiteX2" fmla="*/ 2816486 w 2900384"/>
              <a:gd name="connsiteY2" fmla="*/ 2332044 h 5313701"/>
              <a:gd name="connsiteX3" fmla="*/ 2816486 w 2900384"/>
              <a:gd name="connsiteY3" fmla="*/ 2961361 h 5313701"/>
              <a:gd name="connsiteX4" fmla="*/ 1458797 w 2900384"/>
              <a:gd name="connsiteY4" fmla="*/ 5313701 h 5313701"/>
              <a:gd name="connsiteX5" fmla="*/ 0 w 2900384"/>
              <a:gd name="connsiteY5" fmla="*/ 5313701 h 531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0384" h="5313701">
                <a:moveTo>
                  <a:pt x="0" y="0"/>
                </a:moveTo>
                <a:lnTo>
                  <a:pt x="1471630" y="0"/>
                </a:lnTo>
                <a:lnTo>
                  <a:pt x="2816486" y="2332044"/>
                </a:lnTo>
                <a:cubicBezTo>
                  <a:pt x="2928350" y="2526724"/>
                  <a:pt x="2928350" y="2766681"/>
                  <a:pt x="2816486" y="2961361"/>
                </a:cubicBezTo>
                <a:lnTo>
                  <a:pt x="1458797" y="5313701"/>
                </a:lnTo>
                <a:lnTo>
                  <a:pt x="0" y="5313701"/>
                </a:lnTo>
                <a:close/>
              </a:path>
            </a:pathLst>
          </a:custGeom>
          <a:solidFill>
            <a:schemeClr val="accent1"/>
          </a:solidFill>
          <a:ln w="3967"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pt-BR" dirty="0"/>
          </a:p>
        </p:txBody>
      </p:sp>
      <p:sp>
        <p:nvSpPr>
          <p:cNvPr id="47" name="TextBox 46">
            <a:extLst>
              <a:ext uri="{FF2B5EF4-FFF2-40B4-BE49-F238E27FC236}">
                <a16:creationId xmlns:a16="http://schemas.microsoft.com/office/drawing/2014/main" id="{61F5612C-9287-4B62-907C-3A9AB4436A0F}"/>
              </a:ext>
            </a:extLst>
          </p:cNvPr>
          <p:cNvSpPr txBox="1"/>
          <p:nvPr/>
        </p:nvSpPr>
        <p:spPr>
          <a:xfrm>
            <a:off x="2938509" y="100497"/>
            <a:ext cx="5619566" cy="707886"/>
          </a:xfrm>
          <a:prstGeom prst="rect">
            <a:avLst/>
          </a:prstGeom>
          <a:noFill/>
          <a:ln>
            <a:solidFill>
              <a:schemeClr val="tx2"/>
            </a:solidFill>
          </a:ln>
          <a:effectLst>
            <a:outerShdw blurRad="139700" dist="38100" dir="5400000" algn="t" rotWithShape="0">
              <a:prstClr val="black">
                <a:alpha val="40000"/>
              </a:prstClr>
            </a:outerShdw>
          </a:effectLst>
        </p:spPr>
        <p:txBody>
          <a:bodyPr wrap="square" rtlCol="0">
            <a:spAutoFit/>
          </a:bodyPr>
          <a:lstStyle/>
          <a:p>
            <a:pPr algn="ctr"/>
            <a:r>
              <a:rPr lang="en-US" sz="4000" dirty="0">
                <a:solidFill>
                  <a:schemeClr val="accent1">
                    <a:lumMod val="50000"/>
                  </a:schemeClr>
                </a:solidFill>
                <a:latin typeface="Arial Black" panose="020B0A04020102020204" pitchFamily="34" charset="0"/>
              </a:rPr>
              <a:t>Challenges</a:t>
            </a:r>
            <a:endParaRPr lang="en-PK" sz="4000" dirty="0">
              <a:solidFill>
                <a:schemeClr val="accent1">
                  <a:lumMod val="50000"/>
                </a:schemeClr>
              </a:solidFill>
              <a:latin typeface="Arial Black" panose="020B0A04020102020204" pitchFamily="34" charset="0"/>
            </a:endParaRPr>
          </a:p>
        </p:txBody>
      </p:sp>
      <p:pic>
        <p:nvPicPr>
          <p:cNvPr id="41" name="Picture 40">
            <a:extLst>
              <a:ext uri="{FF2B5EF4-FFF2-40B4-BE49-F238E27FC236}">
                <a16:creationId xmlns:a16="http://schemas.microsoft.com/office/drawing/2014/main" id="{5E7331D5-2930-4D64-8420-C2D4EF56D1A7}"/>
              </a:ext>
            </a:extLst>
          </p:cNvPr>
          <p:cNvPicPr>
            <a:picLocks noChangeAspect="1"/>
          </p:cNvPicPr>
          <p:nvPr/>
        </p:nvPicPr>
        <p:blipFill>
          <a:blip r:embed="rId16">
            <a:extLst>
              <a:ext uri="{BEBA8EAE-BF5A-486C-A8C5-ECC9F3942E4B}">
                <a14:imgProps xmlns:a14="http://schemas.microsoft.com/office/drawing/2010/main">
                  <a14:imgLayer r:embed="rId17">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
        <p:nvSpPr>
          <p:cNvPr id="49" name="Rectangle 48">
            <a:extLst>
              <a:ext uri="{FF2B5EF4-FFF2-40B4-BE49-F238E27FC236}">
                <a16:creationId xmlns:a16="http://schemas.microsoft.com/office/drawing/2014/main" id="{DCCB7298-BA2D-4AE1-AB47-F509A03F4198}"/>
              </a:ext>
            </a:extLst>
          </p:cNvPr>
          <p:cNvSpPr/>
          <p:nvPr/>
        </p:nvSpPr>
        <p:spPr>
          <a:xfrm>
            <a:off x="7909527" y="5308257"/>
            <a:ext cx="4196964" cy="830997"/>
          </a:xfrm>
          <a:prstGeom prst="rect">
            <a:avLst/>
          </a:prstGeom>
        </p:spPr>
        <p:txBody>
          <a:bodyPr wrap="square">
            <a:spAutoFit/>
          </a:bodyPr>
          <a:lstStyle/>
          <a:p>
            <a:r>
              <a:rPr lang="en-US" sz="1600" b="1" dirty="0">
                <a:solidFill>
                  <a:schemeClr val="accent1">
                    <a:lumMod val="50000"/>
                  </a:schemeClr>
                </a:solidFill>
                <a:latin typeface="Arial" panose="020B0604020202020204" pitchFamily="34" charset="0"/>
                <a:cs typeface="Arial" panose="020B0604020202020204" pitchFamily="34" charset="0"/>
              </a:rPr>
              <a:t>Compliance with regulations like GDPR when using personal data for fraud detection.</a:t>
            </a:r>
            <a:endParaRPr lang="en-US" sz="1600" dirty="0">
              <a:solidFill>
                <a:schemeClr val="accent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9340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7B261DEE-8EFA-4142-8167-3F65DE0EEB40}"/>
              </a:ext>
            </a:extLst>
          </p:cNvPr>
          <p:cNvGrpSpPr/>
          <p:nvPr/>
        </p:nvGrpSpPr>
        <p:grpSpPr>
          <a:xfrm>
            <a:off x="3784266" y="3446369"/>
            <a:ext cx="1189403" cy="1080000"/>
            <a:chOff x="3813900" y="3591397"/>
            <a:chExt cx="1440000" cy="1440000"/>
          </a:xfrm>
        </p:grpSpPr>
        <p:grpSp>
          <p:nvGrpSpPr>
            <p:cNvPr id="74" name="Group 73">
              <a:extLst>
                <a:ext uri="{FF2B5EF4-FFF2-40B4-BE49-F238E27FC236}">
                  <a16:creationId xmlns:a16="http://schemas.microsoft.com/office/drawing/2014/main" id="{0B1428FC-615C-42E3-B16E-59ED4C891539}"/>
                </a:ext>
              </a:extLst>
            </p:cNvPr>
            <p:cNvGrpSpPr/>
            <p:nvPr/>
          </p:nvGrpSpPr>
          <p:grpSpPr>
            <a:xfrm>
              <a:off x="3813900" y="3591397"/>
              <a:ext cx="1440000" cy="1440000"/>
              <a:chOff x="5376000" y="2709000"/>
              <a:chExt cx="1440000" cy="1440000"/>
            </a:xfrm>
          </p:grpSpPr>
          <p:sp>
            <p:nvSpPr>
              <p:cNvPr id="76" name="Oval 75">
                <a:extLst>
                  <a:ext uri="{FF2B5EF4-FFF2-40B4-BE49-F238E27FC236}">
                    <a16:creationId xmlns:a16="http://schemas.microsoft.com/office/drawing/2014/main" id="{AAAB58DA-D23B-4FEE-8E68-DCD726859AB7}"/>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7" name="Oval 76">
                <a:extLst>
                  <a:ext uri="{FF2B5EF4-FFF2-40B4-BE49-F238E27FC236}">
                    <a16:creationId xmlns:a16="http://schemas.microsoft.com/office/drawing/2014/main" id="{C4A817F7-8A95-4C51-93EA-1D5A2F3FB2BF}"/>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75" name="Graphic 74" descr="Research">
              <a:extLst>
                <a:ext uri="{FF2B5EF4-FFF2-40B4-BE49-F238E27FC236}">
                  <a16:creationId xmlns:a16="http://schemas.microsoft.com/office/drawing/2014/main" id="{C6222E29-0A67-4A9D-B401-B65DAF4E17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65725" y="3943222"/>
              <a:ext cx="736350" cy="736350"/>
            </a:xfrm>
            <a:prstGeom prst="rect">
              <a:avLst/>
            </a:prstGeom>
          </p:spPr>
        </p:pic>
      </p:grpSp>
      <p:grpSp>
        <p:nvGrpSpPr>
          <p:cNvPr id="78" name="Group 77">
            <a:extLst>
              <a:ext uri="{FF2B5EF4-FFF2-40B4-BE49-F238E27FC236}">
                <a16:creationId xmlns:a16="http://schemas.microsoft.com/office/drawing/2014/main" id="{BDD3D6F4-05FB-460B-83FC-80A53711A074}"/>
              </a:ext>
            </a:extLst>
          </p:cNvPr>
          <p:cNvGrpSpPr/>
          <p:nvPr/>
        </p:nvGrpSpPr>
        <p:grpSpPr>
          <a:xfrm>
            <a:off x="5524595" y="4107261"/>
            <a:ext cx="1336405" cy="1267212"/>
            <a:chOff x="8198102" y="5044447"/>
            <a:chExt cx="1440000" cy="1440000"/>
          </a:xfrm>
        </p:grpSpPr>
        <p:grpSp>
          <p:nvGrpSpPr>
            <p:cNvPr id="85" name="Group 84">
              <a:extLst>
                <a:ext uri="{FF2B5EF4-FFF2-40B4-BE49-F238E27FC236}">
                  <a16:creationId xmlns:a16="http://schemas.microsoft.com/office/drawing/2014/main" id="{0276BC4F-3BD9-4C66-AF7E-D93C068E211D}"/>
                </a:ext>
              </a:extLst>
            </p:cNvPr>
            <p:cNvGrpSpPr/>
            <p:nvPr/>
          </p:nvGrpSpPr>
          <p:grpSpPr>
            <a:xfrm>
              <a:off x="8198102" y="5044447"/>
              <a:ext cx="1440000" cy="1440000"/>
              <a:chOff x="5376000" y="2709000"/>
              <a:chExt cx="1440000" cy="1440000"/>
            </a:xfrm>
          </p:grpSpPr>
          <p:sp>
            <p:nvSpPr>
              <p:cNvPr id="89" name="Oval 88">
                <a:extLst>
                  <a:ext uri="{FF2B5EF4-FFF2-40B4-BE49-F238E27FC236}">
                    <a16:creationId xmlns:a16="http://schemas.microsoft.com/office/drawing/2014/main" id="{E3B81F26-8F37-40B0-B6FC-15997967704E}"/>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0" name="Oval 89">
                <a:extLst>
                  <a:ext uri="{FF2B5EF4-FFF2-40B4-BE49-F238E27FC236}">
                    <a16:creationId xmlns:a16="http://schemas.microsoft.com/office/drawing/2014/main" id="{C0548177-961E-4C75-8161-639F5FEAAD07}"/>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88" name="Graphic 87" descr="Bar chart">
              <a:extLst>
                <a:ext uri="{FF2B5EF4-FFF2-40B4-BE49-F238E27FC236}">
                  <a16:creationId xmlns:a16="http://schemas.microsoft.com/office/drawing/2014/main" id="{4757D6CF-E22F-42E9-AC70-4DC85FA1039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49927" y="5380083"/>
              <a:ext cx="736350" cy="736350"/>
            </a:xfrm>
            <a:prstGeom prst="rect">
              <a:avLst/>
            </a:prstGeom>
          </p:spPr>
        </p:pic>
      </p:grpSp>
      <p:grpSp>
        <p:nvGrpSpPr>
          <p:cNvPr id="91" name="Group 90">
            <a:extLst>
              <a:ext uri="{FF2B5EF4-FFF2-40B4-BE49-F238E27FC236}">
                <a16:creationId xmlns:a16="http://schemas.microsoft.com/office/drawing/2014/main" id="{1354BB47-95B4-4D08-9BFE-BBC494DAA116}"/>
              </a:ext>
            </a:extLst>
          </p:cNvPr>
          <p:cNvGrpSpPr/>
          <p:nvPr/>
        </p:nvGrpSpPr>
        <p:grpSpPr>
          <a:xfrm>
            <a:off x="7197053" y="3657260"/>
            <a:ext cx="1189402" cy="1079999"/>
            <a:chOff x="5376000" y="5031397"/>
            <a:chExt cx="1440000" cy="1440000"/>
          </a:xfrm>
        </p:grpSpPr>
        <p:grpSp>
          <p:nvGrpSpPr>
            <p:cNvPr id="92" name="Group 91">
              <a:extLst>
                <a:ext uri="{FF2B5EF4-FFF2-40B4-BE49-F238E27FC236}">
                  <a16:creationId xmlns:a16="http://schemas.microsoft.com/office/drawing/2014/main" id="{3ECB24A6-C107-45F6-9352-F56B00BB52B4}"/>
                </a:ext>
              </a:extLst>
            </p:cNvPr>
            <p:cNvGrpSpPr/>
            <p:nvPr/>
          </p:nvGrpSpPr>
          <p:grpSpPr>
            <a:xfrm>
              <a:off x="5376000" y="5031397"/>
              <a:ext cx="1440000" cy="1440000"/>
              <a:chOff x="5376000" y="2709000"/>
              <a:chExt cx="1440000" cy="1440000"/>
            </a:xfrm>
          </p:grpSpPr>
          <p:sp>
            <p:nvSpPr>
              <p:cNvPr id="94" name="Oval 93">
                <a:extLst>
                  <a:ext uri="{FF2B5EF4-FFF2-40B4-BE49-F238E27FC236}">
                    <a16:creationId xmlns:a16="http://schemas.microsoft.com/office/drawing/2014/main" id="{060502E1-A5B2-4088-BF8E-9577639B43BC}"/>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5" name="Oval 94">
                <a:extLst>
                  <a:ext uri="{FF2B5EF4-FFF2-40B4-BE49-F238E27FC236}">
                    <a16:creationId xmlns:a16="http://schemas.microsoft.com/office/drawing/2014/main" id="{6C93EEEF-234C-48C0-945D-FA48FB4F5F66}"/>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93" name="Graphic 92" descr="Hourglass">
              <a:extLst>
                <a:ext uri="{FF2B5EF4-FFF2-40B4-BE49-F238E27FC236}">
                  <a16:creationId xmlns:a16="http://schemas.microsoft.com/office/drawing/2014/main" id="{978D78E5-3335-4F2D-8066-CFB02D301DE3}"/>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72526" y="5396272"/>
              <a:ext cx="736350" cy="736350"/>
            </a:xfrm>
            <a:prstGeom prst="rect">
              <a:avLst/>
            </a:prstGeom>
          </p:spPr>
        </p:pic>
      </p:grpSp>
      <p:grpSp>
        <p:nvGrpSpPr>
          <p:cNvPr id="64" name="Group 63">
            <a:extLst>
              <a:ext uri="{FF2B5EF4-FFF2-40B4-BE49-F238E27FC236}">
                <a16:creationId xmlns:a16="http://schemas.microsoft.com/office/drawing/2014/main" id="{7465D298-B47F-4F65-8712-697143EA7477}"/>
              </a:ext>
            </a:extLst>
          </p:cNvPr>
          <p:cNvGrpSpPr/>
          <p:nvPr/>
        </p:nvGrpSpPr>
        <p:grpSpPr>
          <a:xfrm>
            <a:off x="7378676" y="2429117"/>
            <a:ext cx="900000" cy="824087"/>
            <a:chOff x="6938102" y="3591397"/>
            <a:chExt cx="1440000" cy="1440000"/>
          </a:xfrm>
        </p:grpSpPr>
        <p:grpSp>
          <p:nvGrpSpPr>
            <p:cNvPr id="65" name="Group 64">
              <a:extLst>
                <a:ext uri="{FF2B5EF4-FFF2-40B4-BE49-F238E27FC236}">
                  <a16:creationId xmlns:a16="http://schemas.microsoft.com/office/drawing/2014/main" id="{1244A9C8-20D4-4B0A-B088-707E659B1817}"/>
                </a:ext>
              </a:extLst>
            </p:cNvPr>
            <p:cNvGrpSpPr/>
            <p:nvPr/>
          </p:nvGrpSpPr>
          <p:grpSpPr>
            <a:xfrm>
              <a:off x="6938102" y="3591397"/>
              <a:ext cx="1440000" cy="1440000"/>
              <a:chOff x="5376000" y="2709000"/>
              <a:chExt cx="1440000" cy="1440000"/>
            </a:xfrm>
          </p:grpSpPr>
          <p:sp>
            <p:nvSpPr>
              <p:cNvPr id="67" name="Oval 66">
                <a:extLst>
                  <a:ext uri="{FF2B5EF4-FFF2-40B4-BE49-F238E27FC236}">
                    <a16:creationId xmlns:a16="http://schemas.microsoft.com/office/drawing/2014/main" id="{768D4A0C-EB1B-4DCE-B315-C22BE9A2223C}"/>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68" name="Oval 67">
                <a:extLst>
                  <a:ext uri="{FF2B5EF4-FFF2-40B4-BE49-F238E27FC236}">
                    <a16:creationId xmlns:a16="http://schemas.microsoft.com/office/drawing/2014/main" id="{23E8206E-DA1F-409F-A4A7-74EAB4C9B04A}"/>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66" name="Graphic 65" descr="Database">
              <a:extLst>
                <a:ext uri="{FF2B5EF4-FFF2-40B4-BE49-F238E27FC236}">
                  <a16:creationId xmlns:a16="http://schemas.microsoft.com/office/drawing/2014/main" id="{1A923C04-9CDE-4080-B1B2-46007C862BE8}"/>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89927" y="3943222"/>
              <a:ext cx="736350" cy="736350"/>
            </a:xfrm>
            <a:prstGeom prst="rect">
              <a:avLst/>
            </a:prstGeom>
          </p:spPr>
        </p:pic>
      </p:grpSp>
      <p:grpSp>
        <p:nvGrpSpPr>
          <p:cNvPr id="101" name="Group 100">
            <a:extLst>
              <a:ext uri="{FF2B5EF4-FFF2-40B4-BE49-F238E27FC236}">
                <a16:creationId xmlns:a16="http://schemas.microsoft.com/office/drawing/2014/main" id="{1E211495-3116-43B5-8D9F-ABBF64BE8104}"/>
              </a:ext>
            </a:extLst>
          </p:cNvPr>
          <p:cNvGrpSpPr/>
          <p:nvPr/>
        </p:nvGrpSpPr>
        <p:grpSpPr>
          <a:xfrm>
            <a:off x="6896932" y="1217470"/>
            <a:ext cx="813774" cy="707886"/>
            <a:chOff x="5376000" y="1804125"/>
            <a:chExt cx="1440000" cy="1440000"/>
          </a:xfrm>
        </p:grpSpPr>
        <p:grpSp>
          <p:nvGrpSpPr>
            <p:cNvPr id="102" name="Group 101">
              <a:extLst>
                <a:ext uri="{FF2B5EF4-FFF2-40B4-BE49-F238E27FC236}">
                  <a16:creationId xmlns:a16="http://schemas.microsoft.com/office/drawing/2014/main" id="{C62980C1-EBA4-499F-A114-D89E662684D4}"/>
                </a:ext>
              </a:extLst>
            </p:cNvPr>
            <p:cNvGrpSpPr/>
            <p:nvPr/>
          </p:nvGrpSpPr>
          <p:grpSpPr>
            <a:xfrm>
              <a:off x="5376000" y="1804125"/>
              <a:ext cx="1440000" cy="1440000"/>
              <a:chOff x="5376000" y="2709000"/>
              <a:chExt cx="1440000" cy="1440000"/>
            </a:xfrm>
          </p:grpSpPr>
          <p:sp>
            <p:nvSpPr>
              <p:cNvPr id="104" name="Oval 103">
                <a:extLst>
                  <a:ext uri="{FF2B5EF4-FFF2-40B4-BE49-F238E27FC236}">
                    <a16:creationId xmlns:a16="http://schemas.microsoft.com/office/drawing/2014/main" id="{0257EB54-3320-4889-8B7F-D20AD1ACF411}"/>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05" name="Oval 104">
                <a:extLst>
                  <a:ext uri="{FF2B5EF4-FFF2-40B4-BE49-F238E27FC236}">
                    <a16:creationId xmlns:a16="http://schemas.microsoft.com/office/drawing/2014/main" id="{3C9FF91A-93FC-4E5A-BA7E-B8292869CAC6}"/>
                  </a:ext>
                </a:extLst>
              </p:cNvPr>
              <p:cNvSpPr/>
              <p:nvPr/>
            </p:nvSpPr>
            <p:spPr>
              <a:xfrm>
                <a:off x="5556000" y="2889000"/>
                <a:ext cx="1080000" cy="1080000"/>
              </a:xfrm>
              <a:prstGeom prst="ellipse">
                <a:avLst/>
              </a:prstGeom>
              <a:gradFill>
                <a:gsLst>
                  <a:gs pos="0">
                    <a:schemeClr val="bg1"/>
                  </a:gs>
                  <a:gs pos="89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103" name="Graphic 102" descr="Bullseye">
              <a:extLst>
                <a:ext uri="{FF2B5EF4-FFF2-40B4-BE49-F238E27FC236}">
                  <a16:creationId xmlns:a16="http://schemas.microsoft.com/office/drawing/2014/main" id="{9BF2D8D3-8819-44B3-BBA9-A42D5DE0CC89}"/>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772526" y="2155950"/>
              <a:ext cx="736350" cy="736350"/>
            </a:xfrm>
            <a:prstGeom prst="rect">
              <a:avLst/>
            </a:prstGeom>
          </p:spPr>
        </p:pic>
      </p:grpSp>
      <p:grpSp>
        <p:nvGrpSpPr>
          <p:cNvPr id="106" name="Group 105">
            <a:extLst>
              <a:ext uri="{FF2B5EF4-FFF2-40B4-BE49-F238E27FC236}">
                <a16:creationId xmlns:a16="http://schemas.microsoft.com/office/drawing/2014/main" id="{9F2C898B-76CE-4784-92E5-C256DE8A51EB}"/>
              </a:ext>
            </a:extLst>
          </p:cNvPr>
          <p:cNvGrpSpPr/>
          <p:nvPr/>
        </p:nvGrpSpPr>
        <p:grpSpPr>
          <a:xfrm>
            <a:off x="4045230" y="1969210"/>
            <a:ext cx="900000" cy="900000"/>
            <a:chOff x="2442300" y="1804125"/>
            <a:chExt cx="1440000" cy="1440000"/>
          </a:xfrm>
        </p:grpSpPr>
        <p:grpSp>
          <p:nvGrpSpPr>
            <p:cNvPr id="107" name="Group 106">
              <a:extLst>
                <a:ext uri="{FF2B5EF4-FFF2-40B4-BE49-F238E27FC236}">
                  <a16:creationId xmlns:a16="http://schemas.microsoft.com/office/drawing/2014/main" id="{F86E8C7F-03FD-4623-ADDD-772501C5A8AB}"/>
                </a:ext>
              </a:extLst>
            </p:cNvPr>
            <p:cNvGrpSpPr/>
            <p:nvPr/>
          </p:nvGrpSpPr>
          <p:grpSpPr>
            <a:xfrm>
              <a:off x="2442300" y="1804125"/>
              <a:ext cx="1440000" cy="1440000"/>
              <a:chOff x="5376000" y="2709000"/>
              <a:chExt cx="1440000" cy="1440000"/>
            </a:xfrm>
          </p:grpSpPr>
          <p:sp>
            <p:nvSpPr>
              <p:cNvPr id="109" name="Oval 108">
                <a:extLst>
                  <a:ext uri="{FF2B5EF4-FFF2-40B4-BE49-F238E27FC236}">
                    <a16:creationId xmlns:a16="http://schemas.microsoft.com/office/drawing/2014/main" id="{6EA00AEF-2B68-4E63-A0EB-72781B591A47}"/>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10" name="Oval 109">
                <a:extLst>
                  <a:ext uri="{FF2B5EF4-FFF2-40B4-BE49-F238E27FC236}">
                    <a16:creationId xmlns:a16="http://schemas.microsoft.com/office/drawing/2014/main" id="{462CF260-B142-4E95-A5BF-99690036987A}"/>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108" name="Graphic 107" descr="Presentation with bar chart RTL">
              <a:extLst>
                <a:ext uri="{FF2B5EF4-FFF2-40B4-BE49-F238E27FC236}">
                  <a16:creationId xmlns:a16="http://schemas.microsoft.com/office/drawing/2014/main" id="{F4B881B9-F18A-4F1B-99AE-5CEDC80AE75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794125" y="2190649"/>
              <a:ext cx="736350" cy="736350"/>
            </a:xfrm>
            <a:prstGeom prst="rect">
              <a:avLst/>
            </a:prstGeom>
          </p:spPr>
        </p:pic>
      </p:grpSp>
      <p:grpSp>
        <p:nvGrpSpPr>
          <p:cNvPr id="42" name="Group 41">
            <a:extLst>
              <a:ext uri="{FF2B5EF4-FFF2-40B4-BE49-F238E27FC236}">
                <a16:creationId xmlns:a16="http://schemas.microsoft.com/office/drawing/2014/main" id="{6DC84F38-D6F5-4008-B707-82594810CB61}"/>
              </a:ext>
            </a:extLst>
          </p:cNvPr>
          <p:cNvGrpSpPr/>
          <p:nvPr/>
        </p:nvGrpSpPr>
        <p:grpSpPr>
          <a:xfrm>
            <a:off x="5241646" y="1143385"/>
            <a:ext cx="900000" cy="900001"/>
            <a:chOff x="8100286" y="1804125"/>
            <a:chExt cx="1440000" cy="1440000"/>
          </a:xfrm>
        </p:grpSpPr>
        <p:grpSp>
          <p:nvGrpSpPr>
            <p:cNvPr id="43" name="Group 42">
              <a:extLst>
                <a:ext uri="{FF2B5EF4-FFF2-40B4-BE49-F238E27FC236}">
                  <a16:creationId xmlns:a16="http://schemas.microsoft.com/office/drawing/2014/main" id="{F8D6FBA1-7291-4C44-BC81-A90477D4ECB0}"/>
                </a:ext>
              </a:extLst>
            </p:cNvPr>
            <p:cNvGrpSpPr/>
            <p:nvPr/>
          </p:nvGrpSpPr>
          <p:grpSpPr>
            <a:xfrm>
              <a:off x="8100286" y="1804125"/>
              <a:ext cx="1440000" cy="1440000"/>
              <a:chOff x="5376000" y="2709000"/>
              <a:chExt cx="1440000" cy="1440000"/>
            </a:xfrm>
          </p:grpSpPr>
          <p:sp>
            <p:nvSpPr>
              <p:cNvPr id="45" name="Oval 44">
                <a:extLst>
                  <a:ext uri="{FF2B5EF4-FFF2-40B4-BE49-F238E27FC236}">
                    <a16:creationId xmlns:a16="http://schemas.microsoft.com/office/drawing/2014/main" id="{E08E490F-DFA8-4076-8D70-C157F94537BA}"/>
                  </a:ext>
                </a:extLst>
              </p:cNvPr>
              <p:cNvSpPr/>
              <p:nvPr/>
            </p:nvSpPr>
            <p:spPr>
              <a:xfrm>
                <a:off x="5376000" y="2709000"/>
                <a:ext cx="1440000" cy="144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46" name="Oval 45">
                <a:extLst>
                  <a:ext uri="{FF2B5EF4-FFF2-40B4-BE49-F238E27FC236}">
                    <a16:creationId xmlns:a16="http://schemas.microsoft.com/office/drawing/2014/main" id="{A73ECAF5-B796-4046-BF3B-B388AAAEB7F7}"/>
                  </a:ext>
                </a:extLst>
              </p:cNvPr>
              <p:cNvSpPr/>
              <p:nvPr/>
            </p:nvSpPr>
            <p:spPr>
              <a:xfrm>
                <a:off x="5556000" y="2889000"/>
                <a:ext cx="1080000" cy="1080000"/>
              </a:xfrm>
              <a:prstGeom prst="ellipse">
                <a:avLst/>
              </a:prstGeom>
              <a:gradFill>
                <a:gsLst>
                  <a:gs pos="0">
                    <a:schemeClr val="bg1"/>
                  </a:gs>
                  <a:gs pos="90000">
                    <a:schemeClr val="bg1">
                      <a:lumMod val="85000"/>
                    </a:schemeClr>
                  </a:gs>
                </a:gsLst>
                <a:lin ang="5400000" scaled="1"/>
              </a:gradFill>
              <a:ln>
                <a:noFill/>
              </a:ln>
              <a:effectLst>
                <a:innerShdw blurRad="635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grpSp>
        <p:pic>
          <p:nvPicPr>
            <p:cNvPr id="44" name="Graphic 43" descr="Head with gears">
              <a:extLst>
                <a:ext uri="{FF2B5EF4-FFF2-40B4-BE49-F238E27FC236}">
                  <a16:creationId xmlns:a16="http://schemas.microsoft.com/office/drawing/2014/main" id="{A49F84B4-F25E-4EC1-999F-9E2FA564874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25761" y="2167212"/>
              <a:ext cx="736350" cy="736350"/>
            </a:xfrm>
            <a:prstGeom prst="rect">
              <a:avLst/>
            </a:prstGeom>
          </p:spPr>
        </p:pic>
      </p:grpSp>
      <p:sp>
        <p:nvSpPr>
          <p:cNvPr id="4" name="Rectangle 3">
            <a:extLst>
              <a:ext uri="{FF2B5EF4-FFF2-40B4-BE49-F238E27FC236}">
                <a16:creationId xmlns:a16="http://schemas.microsoft.com/office/drawing/2014/main" id="{0A64C71D-8312-4D09-8EDE-79C5C06AE572}"/>
              </a:ext>
            </a:extLst>
          </p:cNvPr>
          <p:cNvSpPr/>
          <p:nvPr/>
        </p:nvSpPr>
        <p:spPr>
          <a:xfrm>
            <a:off x="4973669" y="5346621"/>
            <a:ext cx="2737037" cy="954107"/>
          </a:xfrm>
          <a:prstGeom prst="rect">
            <a:avLst/>
          </a:prstGeom>
        </p:spPr>
        <p:txBody>
          <a:bodyPr wrap="square">
            <a:spAutoFit/>
          </a:bodyPr>
          <a:lstStyle/>
          <a:p>
            <a:pPr algn="ctr"/>
            <a:r>
              <a:rPr lang="en-US" sz="2800" b="1" dirty="0">
                <a:solidFill>
                  <a:schemeClr val="accent1">
                    <a:lumMod val="50000"/>
                  </a:schemeClr>
                </a:solidFill>
                <a:latin typeface="Arial" panose="020B0604020202020204" pitchFamily="34" charset="0"/>
                <a:cs typeface="Arial" panose="020B0604020202020204" pitchFamily="34" charset="0"/>
              </a:rPr>
              <a:t>False Positives</a:t>
            </a:r>
            <a:endParaRPr lang="en-US" sz="2800" dirty="0">
              <a:solidFill>
                <a:schemeClr val="accent1">
                  <a:lumMod val="50000"/>
                </a:schemeClr>
              </a:solidFill>
              <a:latin typeface="Arial" panose="020B0604020202020204" pitchFamily="34" charset="0"/>
              <a:cs typeface="Arial" panose="020B0604020202020204" pitchFamily="34" charset="0"/>
            </a:endParaRPr>
          </a:p>
        </p:txBody>
      </p:sp>
      <p:sp>
        <p:nvSpPr>
          <p:cNvPr id="87" name="Freeform 20">
            <a:extLst>
              <a:ext uri="{FF2B5EF4-FFF2-40B4-BE49-F238E27FC236}">
                <a16:creationId xmlns:a16="http://schemas.microsoft.com/office/drawing/2014/main" id="{9719FC0E-5C79-479B-A4D8-BE8616F0200D}"/>
              </a:ext>
            </a:extLst>
          </p:cNvPr>
          <p:cNvSpPr/>
          <p:nvPr/>
        </p:nvSpPr>
        <p:spPr>
          <a:xfrm>
            <a:off x="-763189" y="12340"/>
            <a:ext cx="3773801" cy="6800109"/>
          </a:xfrm>
          <a:custGeom>
            <a:avLst/>
            <a:gdLst>
              <a:gd name="connsiteX0" fmla="*/ 0 w 2900384"/>
              <a:gd name="connsiteY0" fmla="*/ 0 h 5313701"/>
              <a:gd name="connsiteX1" fmla="*/ 1471630 w 2900384"/>
              <a:gd name="connsiteY1" fmla="*/ 0 h 5313701"/>
              <a:gd name="connsiteX2" fmla="*/ 2816486 w 2900384"/>
              <a:gd name="connsiteY2" fmla="*/ 2332044 h 5313701"/>
              <a:gd name="connsiteX3" fmla="*/ 2816486 w 2900384"/>
              <a:gd name="connsiteY3" fmla="*/ 2961361 h 5313701"/>
              <a:gd name="connsiteX4" fmla="*/ 1458797 w 2900384"/>
              <a:gd name="connsiteY4" fmla="*/ 5313701 h 5313701"/>
              <a:gd name="connsiteX5" fmla="*/ 0 w 2900384"/>
              <a:gd name="connsiteY5" fmla="*/ 5313701 h 531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0384" h="5313701">
                <a:moveTo>
                  <a:pt x="0" y="0"/>
                </a:moveTo>
                <a:lnTo>
                  <a:pt x="1471630" y="0"/>
                </a:lnTo>
                <a:lnTo>
                  <a:pt x="2816486" y="2332044"/>
                </a:lnTo>
                <a:cubicBezTo>
                  <a:pt x="2928350" y="2526724"/>
                  <a:pt x="2928350" y="2766681"/>
                  <a:pt x="2816486" y="2961361"/>
                </a:cubicBezTo>
                <a:lnTo>
                  <a:pt x="1458797" y="5313701"/>
                </a:lnTo>
                <a:lnTo>
                  <a:pt x="0" y="5313701"/>
                </a:lnTo>
                <a:close/>
              </a:path>
            </a:pathLst>
          </a:custGeom>
          <a:solidFill>
            <a:schemeClr val="accent1"/>
          </a:solidFill>
          <a:ln w="3967"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pt-BR" dirty="0"/>
          </a:p>
        </p:txBody>
      </p:sp>
      <p:sp>
        <p:nvSpPr>
          <p:cNvPr id="47" name="TextBox 46">
            <a:extLst>
              <a:ext uri="{FF2B5EF4-FFF2-40B4-BE49-F238E27FC236}">
                <a16:creationId xmlns:a16="http://schemas.microsoft.com/office/drawing/2014/main" id="{61F5612C-9287-4B62-907C-3A9AB4436A0F}"/>
              </a:ext>
            </a:extLst>
          </p:cNvPr>
          <p:cNvSpPr txBox="1"/>
          <p:nvPr/>
        </p:nvSpPr>
        <p:spPr>
          <a:xfrm>
            <a:off x="2938509" y="100497"/>
            <a:ext cx="5619566" cy="707886"/>
          </a:xfrm>
          <a:prstGeom prst="rect">
            <a:avLst/>
          </a:prstGeom>
          <a:noFill/>
          <a:ln>
            <a:solidFill>
              <a:schemeClr val="tx2"/>
            </a:solidFill>
          </a:ln>
          <a:effectLst>
            <a:outerShdw blurRad="139700" dist="38100" dir="5400000" algn="t" rotWithShape="0">
              <a:prstClr val="black">
                <a:alpha val="40000"/>
              </a:prstClr>
            </a:outerShdw>
          </a:effectLst>
        </p:spPr>
        <p:txBody>
          <a:bodyPr wrap="square" rtlCol="0">
            <a:spAutoFit/>
          </a:bodyPr>
          <a:lstStyle/>
          <a:p>
            <a:pPr algn="ctr"/>
            <a:r>
              <a:rPr lang="en-US" sz="4000" dirty="0">
                <a:solidFill>
                  <a:schemeClr val="accent1">
                    <a:lumMod val="50000"/>
                  </a:schemeClr>
                </a:solidFill>
                <a:latin typeface="Arial Black" panose="020B0A04020102020204" pitchFamily="34" charset="0"/>
              </a:rPr>
              <a:t>Challenges</a:t>
            </a:r>
            <a:endParaRPr lang="en-PK" sz="4000" dirty="0">
              <a:solidFill>
                <a:schemeClr val="accent1">
                  <a:lumMod val="50000"/>
                </a:schemeClr>
              </a:solidFill>
              <a:latin typeface="Arial Black" panose="020B0A04020102020204" pitchFamily="34" charset="0"/>
            </a:endParaRPr>
          </a:p>
        </p:txBody>
      </p:sp>
      <p:pic>
        <p:nvPicPr>
          <p:cNvPr id="41" name="Picture 40">
            <a:extLst>
              <a:ext uri="{FF2B5EF4-FFF2-40B4-BE49-F238E27FC236}">
                <a16:creationId xmlns:a16="http://schemas.microsoft.com/office/drawing/2014/main" id="{5E7331D5-2930-4D64-8420-C2D4EF56D1A7}"/>
              </a:ext>
            </a:extLst>
          </p:cNvPr>
          <p:cNvPicPr>
            <a:picLocks noChangeAspect="1"/>
          </p:cNvPicPr>
          <p:nvPr/>
        </p:nvPicPr>
        <p:blipFill>
          <a:blip r:embed="rId16">
            <a:extLst>
              <a:ext uri="{BEBA8EAE-BF5A-486C-A8C5-ECC9F3942E4B}">
                <a14:imgProps xmlns:a14="http://schemas.microsoft.com/office/drawing/2010/main">
                  <a14:imgLayer r:embed="rId17">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
        <p:nvSpPr>
          <p:cNvPr id="49" name="Rectangle 48">
            <a:extLst>
              <a:ext uri="{FF2B5EF4-FFF2-40B4-BE49-F238E27FC236}">
                <a16:creationId xmlns:a16="http://schemas.microsoft.com/office/drawing/2014/main" id="{3C44CBC2-6B44-4B33-8DEC-0E8F75F6A680}"/>
              </a:ext>
            </a:extLst>
          </p:cNvPr>
          <p:cNvSpPr/>
          <p:nvPr/>
        </p:nvSpPr>
        <p:spPr>
          <a:xfrm>
            <a:off x="9041122" y="5285065"/>
            <a:ext cx="2737037" cy="1077218"/>
          </a:xfrm>
          <a:prstGeom prst="rect">
            <a:avLst/>
          </a:prstGeom>
        </p:spPr>
        <p:txBody>
          <a:bodyPr wrap="square">
            <a:spAutoFit/>
          </a:bodyPr>
          <a:lstStyle/>
          <a:p>
            <a:r>
              <a:rPr lang="en-US" sz="1600" b="1" dirty="0">
                <a:solidFill>
                  <a:schemeClr val="accent1">
                    <a:lumMod val="50000"/>
                  </a:schemeClr>
                </a:solidFill>
                <a:latin typeface="Arial" panose="020B0604020202020204" pitchFamily="34" charset="0"/>
                <a:cs typeface="Arial" panose="020B0604020202020204" pitchFamily="34" charset="0"/>
              </a:rPr>
              <a:t>Legitimate transactions flagged as fraudulent can lead to customer dissatisfaction.</a:t>
            </a:r>
            <a:endParaRPr lang="en-US" sz="1600" dirty="0">
              <a:solidFill>
                <a:schemeClr val="accent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0448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C8BD3946-253A-4B37-9EE9-1B6D370FA18F}"/>
              </a:ext>
            </a:extLst>
          </p:cNvPr>
          <p:cNvSpPr txBox="1"/>
          <p:nvPr/>
        </p:nvSpPr>
        <p:spPr>
          <a:xfrm>
            <a:off x="757255" y="-35511"/>
            <a:ext cx="2480444" cy="4124618"/>
          </a:xfrm>
          <a:prstGeom prst="rect">
            <a:avLst/>
          </a:prstGeom>
          <a:gradFill flip="none" rotWithShape="1">
            <a:gsLst>
              <a:gs pos="0">
                <a:srgbClr val="03A788">
                  <a:shade val="30000"/>
                  <a:satMod val="115000"/>
                </a:srgbClr>
              </a:gs>
              <a:gs pos="50000">
                <a:srgbClr val="03A788">
                  <a:shade val="67500"/>
                  <a:satMod val="115000"/>
                </a:srgbClr>
              </a:gs>
              <a:gs pos="100000">
                <a:srgbClr val="03A788">
                  <a:shade val="100000"/>
                  <a:satMod val="115000"/>
                </a:srgbClr>
              </a:gs>
            </a:gsLst>
            <a:lin ang="0" scaled="1"/>
            <a:tileRect/>
          </a:gradFill>
        </p:spPr>
        <p:txBody>
          <a:bodyPr wrap="square" rtlCol="0">
            <a:spAutoFit/>
          </a:bodyPr>
          <a:lstStyle/>
          <a:p>
            <a:endParaRPr lang="en-PK" dirty="0"/>
          </a:p>
        </p:txBody>
      </p:sp>
      <p:sp>
        <p:nvSpPr>
          <p:cNvPr id="12" name="Rectangle 11">
            <a:extLst>
              <a:ext uri="{FF2B5EF4-FFF2-40B4-BE49-F238E27FC236}">
                <a16:creationId xmlns:a16="http://schemas.microsoft.com/office/drawing/2014/main" id="{086E2820-DB29-43F6-88A7-DD7EA826550A}"/>
              </a:ext>
            </a:extLst>
          </p:cNvPr>
          <p:cNvSpPr>
            <a:spLocks noChangeArrowheads="1"/>
          </p:cNvSpPr>
          <p:nvPr/>
        </p:nvSpPr>
        <p:spPr bwMode="auto">
          <a:xfrm>
            <a:off x="757254" y="251587"/>
            <a:ext cx="2480443" cy="745853"/>
          </a:xfrm>
          <a:prstGeom prst="rect">
            <a:avLst/>
          </a:prstGeom>
          <a:noFill/>
          <a:ln>
            <a:noFill/>
          </a:ln>
        </p:spPr>
        <p:txBody>
          <a:bodyPr vert="horz" wrap="square" lIns="45720" tIns="22860" rIns="45720" bIns="22860" numCol="1" anchor="t" anchorCtr="0" compatLnSpc="1">
            <a:prstTxWarp prst="textNoShape">
              <a:avLst/>
            </a:prstTxWarp>
          </a:bodyPr>
          <a:lstStyle/>
          <a:p>
            <a:pPr algn="ctr"/>
            <a:r>
              <a:rPr lang="en-US" sz="4800" b="1" dirty="0">
                <a:solidFill>
                  <a:schemeClr val="bg1"/>
                </a:solidFill>
                <a:latin typeface="Times New Roman" panose="02020603050405020304" pitchFamily="18" charset="0"/>
                <a:cs typeface="Times New Roman" panose="02020603050405020304" pitchFamily="18" charset="0"/>
              </a:rPr>
              <a:t>Part 03</a:t>
            </a:r>
            <a:endParaRPr lang="en-PK" sz="4800" b="1" dirty="0">
              <a:solidFill>
                <a:schemeClr val="bg1"/>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B56EC30-75CB-4C7E-AA99-BF918992A024}"/>
              </a:ext>
            </a:extLst>
          </p:cNvPr>
          <p:cNvSpPr txBox="1"/>
          <p:nvPr/>
        </p:nvSpPr>
        <p:spPr>
          <a:xfrm>
            <a:off x="588788" y="1317223"/>
            <a:ext cx="2817373" cy="830997"/>
          </a:xfrm>
          <a:prstGeom prst="rect">
            <a:avLst/>
          </a:prstGeom>
          <a:noFill/>
        </p:spPr>
        <p:txBody>
          <a:bodyPr wrap="square" rtlCol="0">
            <a:spAutoFit/>
          </a:bodyPr>
          <a:lstStyle/>
          <a:p>
            <a:pPr algn="ctr"/>
            <a:r>
              <a:rPr lang="en-US" sz="2400" b="1" dirty="0">
                <a:solidFill>
                  <a:schemeClr val="bg1"/>
                </a:solidFill>
                <a:latin typeface="Times New Roman" panose="02020603050405020304" pitchFamily="18" charset="0"/>
                <a:cs typeface="Times New Roman" panose="02020603050405020304" pitchFamily="18" charset="0"/>
              </a:rPr>
              <a:t>Ideas to Prevent Frauds</a:t>
            </a:r>
            <a:endParaRPr lang="en-PK" sz="2400" b="1" dirty="0">
              <a:solidFill>
                <a:schemeClr val="bg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B317924B-AD50-46D8-926A-B7ED9C16B3AF}"/>
              </a:ext>
            </a:extLst>
          </p:cNvPr>
          <p:cNvSpPr/>
          <p:nvPr/>
        </p:nvSpPr>
        <p:spPr>
          <a:xfrm>
            <a:off x="0" y="-35509"/>
            <a:ext cx="11967099"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64CA8A19-18B1-4C9A-A922-30C40C473093}"/>
              </a:ext>
            </a:extLst>
          </p:cNvPr>
          <p:cNvSpPr/>
          <p:nvPr/>
        </p:nvSpPr>
        <p:spPr>
          <a:xfrm rot="16200000">
            <a:off x="-3213100" y="3326784"/>
            <a:ext cx="6876000"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8" name="Rectangle 7">
            <a:extLst>
              <a:ext uri="{FF2B5EF4-FFF2-40B4-BE49-F238E27FC236}">
                <a16:creationId xmlns:a16="http://schemas.microsoft.com/office/drawing/2014/main" id="{85714292-2D57-4E84-896D-C48CDFB4B248}"/>
              </a:ext>
            </a:extLst>
          </p:cNvPr>
          <p:cNvSpPr/>
          <p:nvPr/>
        </p:nvSpPr>
        <p:spPr>
          <a:xfrm>
            <a:off x="0" y="-66583"/>
            <a:ext cx="11967099"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Rectangle 8">
            <a:extLst>
              <a:ext uri="{FF2B5EF4-FFF2-40B4-BE49-F238E27FC236}">
                <a16:creationId xmlns:a16="http://schemas.microsoft.com/office/drawing/2014/main" id="{6F5DBDF3-6760-4813-858F-0CD1A5B59021}"/>
              </a:ext>
            </a:extLst>
          </p:cNvPr>
          <p:cNvSpPr/>
          <p:nvPr/>
        </p:nvSpPr>
        <p:spPr>
          <a:xfrm rot="16200000">
            <a:off x="-3213100" y="3326785"/>
            <a:ext cx="6876000"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0" name="Rectangle 9">
            <a:extLst>
              <a:ext uri="{FF2B5EF4-FFF2-40B4-BE49-F238E27FC236}">
                <a16:creationId xmlns:a16="http://schemas.microsoft.com/office/drawing/2014/main" id="{E7B1BAC5-52A8-4E9F-AE73-484BE82F10D6}"/>
              </a:ext>
            </a:extLst>
          </p:cNvPr>
          <p:cNvSpPr/>
          <p:nvPr/>
        </p:nvSpPr>
        <p:spPr>
          <a:xfrm>
            <a:off x="0" y="-66582"/>
            <a:ext cx="11967099"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4" name="Rectangle 13">
            <a:extLst>
              <a:ext uri="{FF2B5EF4-FFF2-40B4-BE49-F238E27FC236}">
                <a16:creationId xmlns:a16="http://schemas.microsoft.com/office/drawing/2014/main" id="{343AF61B-F190-49FC-BCAC-DB193C520DF4}"/>
              </a:ext>
            </a:extLst>
          </p:cNvPr>
          <p:cNvSpPr/>
          <p:nvPr/>
        </p:nvSpPr>
        <p:spPr>
          <a:xfrm rot="16200000">
            <a:off x="-3213100" y="3326786"/>
            <a:ext cx="6876000"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15" name="Picture 14">
            <a:extLst>
              <a:ext uri="{FF2B5EF4-FFF2-40B4-BE49-F238E27FC236}">
                <a16:creationId xmlns:a16="http://schemas.microsoft.com/office/drawing/2014/main" id="{FF5EDB44-94FC-46EC-8781-9AA4FFF0BBD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Tree>
    <p:extLst>
      <p:ext uri="{BB962C8B-B14F-4D97-AF65-F5344CB8AC3E}">
        <p14:creationId xmlns:p14="http://schemas.microsoft.com/office/powerpoint/2010/main" val="31074414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4" name="Group 83"/>
          <p:cNvGrpSpPr/>
          <p:nvPr/>
        </p:nvGrpSpPr>
        <p:grpSpPr>
          <a:xfrm>
            <a:off x="1267971" y="2223741"/>
            <a:ext cx="2221173" cy="3471666"/>
            <a:chOff x="659692" y="3528838"/>
            <a:chExt cx="2518483" cy="4119192"/>
          </a:xfrm>
        </p:grpSpPr>
        <p:sp>
          <p:nvSpPr>
            <p:cNvPr id="88" name="Rounded Rectangle 2"/>
            <p:cNvSpPr/>
            <p:nvPr/>
          </p:nvSpPr>
          <p:spPr>
            <a:xfrm>
              <a:off x="685800" y="3528838"/>
              <a:ext cx="2492375" cy="4119192"/>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rgbClr val="FB771E"/>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sp>
          <p:nvSpPr>
            <p:cNvPr id="90" name="TextBox 89"/>
            <p:cNvSpPr txBox="1"/>
            <p:nvPr/>
          </p:nvSpPr>
          <p:spPr>
            <a:xfrm>
              <a:off x="659692" y="3549527"/>
              <a:ext cx="2298969" cy="1095547"/>
            </a:xfrm>
            <a:prstGeom prst="rect">
              <a:avLst/>
            </a:prstGeom>
            <a:noFill/>
          </p:spPr>
          <p:txBody>
            <a:bodyPr wrap="square" rtlCol="0">
              <a:spAutoFit/>
            </a:bodyPr>
            <a:lstStyle/>
            <a:p>
              <a:pPr algn="ctr" defTabSz="685800">
                <a:defRPr/>
              </a:pPr>
              <a:r>
                <a:rPr lang="en-US" b="1" i="1" dirty="0">
                  <a:latin typeface="Arial" panose="020B0604020202020204" pitchFamily="34" charset="0"/>
                  <a:ea typeface="Verdana" panose="020B0604030504040204" pitchFamily="34" charset="0"/>
                  <a:cs typeface="Arial" panose="020B0604020202020204" pitchFamily="34" charset="0"/>
                </a:rPr>
                <a:t>Importance of Real-Time Detection</a:t>
              </a:r>
            </a:p>
          </p:txBody>
        </p:sp>
      </p:grpSp>
      <p:grpSp>
        <p:nvGrpSpPr>
          <p:cNvPr id="85" name="Group 84"/>
          <p:cNvGrpSpPr/>
          <p:nvPr/>
        </p:nvGrpSpPr>
        <p:grpSpPr>
          <a:xfrm>
            <a:off x="2107941" y="827759"/>
            <a:ext cx="1065339" cy="1410160"/>
            <a:chOff x="1466850" y="1925222"/>
            <a:chExt cx="1219200" cy="1420397"/>
          </a:xfrm>
        </p:grpSpPr>
        <p:sp>
          <p:nvSpPr>
            <p:cNvPr id="86" name="Freeform 85"/>
            <p:cNvSpPr/>
            <p:nvPr/>
          </p:nvSpPr>
          <p:spPr>
            <a:xfrm>
              <a:off x="1466850" y="1925222"/>
              <a:ext cx="1219200" cy="1420397"/>
            </a:xfrm>
            <a:custGeom>
              <a:avLst/>
              <a:gdLst>
                <a:gd name="connsiteX0" fmla="*/ 609600 w 1219200"/>
                <a:gd name="connsiteY0" fmla="*/ 167738 h 1420397"/>
                <a:gd name="connsiteX1" fmla="*/ 167738 w 1219200"/>
                <a:gd name="connsiteY1" fmla="*/ 609600 h 1420397"/>
                <a:gd name="connsiteX2" fmla="*/ 609600 w 1219200"/>
                <a:gd name="connsiteY2" fmla="*/ 1051462 h 1420397"/>
                <a:gd name="connsiteX3" fmla="*/ 1051462 w 1219200"/>
                <a:gd name="connsiteY3" fmla="*/ 609600 h 1420397"/>
                <a:gd name="connsiteX4" fmla="*/ 609600 w 1219200"/>
                <a:gd name="connsiteY4" fmla="*/ 167738 h 1420397"/>
                <a:gd name="connsiteX5" fmla="*/ 609600 w 1219200"/>
                <a:gd name="connsiteY5" fmla="*/ 0 h 1420397"/>
                <a:gd name="connsiteX6" fmla="*/ 1219200 w 1219200"/>
                <a:gd name="connsiteY6" fmla="*/ 609600 h 1420397"/>
                <a:gd name="connsiteX7" fmla="*/ 846884 w 1219200"/>
                <a:gd name="connsiteY7" fmla="*/ 1171295 h 1420397"/>
                <a:gd name="connsiteX8" fmla="*/ 757085 w 1219200"/>
                <a:gd name="connsiteY8" fmla="*/ 1199170 h 1420397"/>
                <a:gd name="connsiteX9" fmla="*/ 609600 w 1219200"/>
                <a:gd name="connsiteY9" fmla="*/ 1420397 h 1420397"/>
                <a:gd name="connsiteX10" fmla="*/ 462115 w 1219200"/>
                <a:gd name="connsiteY10" fmla="*/ 1199170 h 1420397"/>
                <a:gd name="connsiteX11" fmla="*/ 372316 w 1219200"/>
                <a:gd name="connsiteY11" fmla="*/ 1171295 h 1420397"/>
                <a:gd name="connsiteX12" fmla="*/ 0 w 1219200"/>
                <a:gd name="connsiteY12" fmla="*/ 609600 h 1420397"/>
                <a:gd name="connsiteX13" fmla="*/ 609600 w 1219200"/>
                <a:gd name="connsiteY13" fmla="*/ 0 h 142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 h="1420397">
                  <a:moveTo>
                    <a:pt x="609600" y="167738"/>
                  </a:moveTo>
                  <a:cubicBezTo>
                    <a:pt x="365566" y="167738"/>
                    <a:pt x="167738" y="365566"/>
                    <a:pt x="167738" y="609600"/>
                  </a:cubicBezTo>
                  <a:cubicBezTo>
                    <a:pt x="167738" y="853634"/>
                    <a:pt x="365566" y="1051462"/>
                    <a:pt x="609600" y="1051462"/>
                  </a:cubicBezTo>
                  <a:cubicBezTo>
                    <a:pt x="853634" y="1051462"/>
                    <a:pt x="1051462" y="853634"/>
                    <a:pt x="1051462" y="609600"/>
                  </a:cubicBezTo>
                  <a:cubicBezTo>
                    <a:pt x="1051462" y="365566"/>
                    <a:pt x="853634" y="167738"/>
                    <a:pt x="609600" y="167738"/>
                  </a:cubicBezTo>
                  <a:close/>
                  <a:moveTo>
                    <a:pt x="609600" y="0"/>
                  </a:moveTo>
                  <a:cubicBezTo>
                    <a:pt x="946273" y="0"/>
                    <a:pt x="1219200" y="272927"/>
                    <a:pt x="1219200" y="609600"/>
                  </a:cubicBezTo>
                  <a:cubicBezTo>
                    <a:pt x="1219200" y="862105"/>
                    <a:pt x="1065679" y="1078752"/>
                    <a:pt x="846884" y="1171295"/>
                  </a:cubicBezTo>
                  <a:lnTo>
                    <a:pt x="757085" y="1199170"/>
                  </a:lnTo>
                  <a:lnTo>
                    <a:pt x="609600" y="1420397"/>
                  </a:lnTo>
                  <a:lnTo>
                    <a:pt x="462115" y="1199170"/>
                  </a:lnTo>
                  <a:lnTo>
                    <a:pt x="372316" y="1171295"/>
                  </a:lnTo>
                  <a:cubicBezTo>
                    <a:pt x="153522" y="1078752"/>
                    <a:pt x="0" y="862105"/>
                    <a:pt x="0" y="609600"/>
                  </a:cubicBezTo>
                  <a:cubicBezTo>
                    <a:pt x="0" y="272927"/>
                    <a:pt x="272927" y="0"/>
                    <a:pt x="609600" y="0"/>
                  </a:cubicBezTo>
                  <a:close/>
                </a:path>
              </a:pathLst>
            </a:custGeom>
            <a:gradFill flip="none" rotWithShape="1">
              <a:gsLst>
                <a:gs pos="0">
                  <a:srgbClr val="FB771E"/>
                </a:gs>
                <a:gs pos="100000">
                  <a:srgbClr val="DA5B04"/>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100" dirty="0">
                <a:solidFill>
                  <a:schemeClr val="tx1"/>
                </a:solidFill>
                <a:latin typeface="Calibri" panose="020F0502020204030204"/>
              </a:endParaRPr>
            </a:p>
          </p:txBody>
        </p:sp>
        <p:sp>
          <p:nvSpPr>
            <p:cNvPr id="87" name="Oval 86"/>
            <p:cNvSpPr/>
            <p:nvPr/>
          </p:nvSpPr>
          <p:spPr>
            <a:xfrm>
              <a:off x="1628410" y="2086783"/>
              <a:ext cx="896081" cy="896080"/>
            </a:xfrm>
            <a:prstGeom prst="ellipse">
              <a:avLst/>
            </a:prstGeom>
            <a:solidFill>
              <a:schemeClr val="bg1">
                <a:lumMod val="95000"/>
              </a:schemeClr>
            </a:solidFill>
            <a:ln>
              <a:noFill/>
            </a:ln>
            <a:effectLst>
              <a:innerShdw blurRad="38100" dist="50800" dir="10800000">
                <a:prstClr val="black">
                  <a:alpha val="2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grpSp>
      <p:sp>
        <p:nvSpPr>
          <p:cNvPr id="14" name="TextBox 13"/>
          <p:cNvSpPr txBox="1"/>
          <p:nvPr/>
        </p:nvSpPr>
        <p:spPr>
          <a:xfrm>
            <a:off x="2416919" y="1111639"/>
            <a:ext cx="511590" cy="523220"/>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1</a:t>
            </a:r>
          </a:p>
        </p:txBody>
      </p:sp>
      <p:sp>
        <p:nvSpPr>
          <p:cNvPr id="32" name="TextBox 31">
            <a:extLst>
              <a:ext uri="{FF2B5EF4-FFF2-40B4-BE49-F238E27FC236}">
                <a16:creationId xmlns:a16="http://schemas.microsoft.com/office/drawing/2014/main" id="{6A03C164-A286-46B8-9C7E-6A70784A72E0}"/>
              </a:ext>
            </a:extLst>
          </p:cNvPr>
          <p:cNvSpPr txBox="1"/>
          <p:nvPr/>
        </p:nvSpPr>
        <p:spPr>
          <a:xfrm>
            <a:off x="1285016" y="3275502"/>
            <a:ext cx="2027573" cy="1815882"/>
          </a:xfrm>
          <a:prstGeom prst="rect">
            <a:avLst/>
          </a:prstGeom>
          <a:noFill/>
        </p:spPr>
        <p:txBody>
          <a:bodyPr wrap="square" rtlCol="0">
            <a:spAutoFit/>
          </a:bodyPr>
          <a:lstStyle/>
          <a:p>
            <a:pPr defTabSz="685800">
              <a:defRPr/>
            </a:pPr>
            <a:r>
              <a:rPr lang="en-US" sz="1600" b="1" i="1" dirty="0">
                <a:latin typeface="Arial" panose="020B0604020202020204" pitchFamily="34" charset="0"/>
                <a:ea typeface="Verdana" panose="020B0604030504040204" pitchFamily="34" charset="0"/>
                <a:cs typeface="Arial" panose="020B0604020202020204" pitchFamily="34" charset="0"/>
              </a:rPr>
              <a:t>Systems must analyze transactions instantly to minimize losses and enhance user trust.</a:t>
            </a:r>
          </a:p>
        </p:txBody>
      </p:sp>
      <p:sp>
        <p:nvSpPr>
          <p:cNvPr id="36" name="TextBox 35">
            <a:extLst>
              <a:ext uri="{FF2B5EF4-FFF2-40B4-BE49-F238E27FC236}">
                <a16:creationId xmlns:a16="http://schemas.microsoft.com/office/drawing/2014/main" id="{D85A1E10-3CE8-4993-B49A-76550AFBE612}"/>
              </a:ext>
            </a:extLst>
          </p:cNvPr>
          <p:cNvSpPr txBox="1"/>
          <p:nvPr/>
        </p:nvSpPr>
        <p:spPr>
          <a:xfrm>
            <a:off x="3921338" y="216668"/>
            <a:ext cx="5626880" cy="461665"/>
          </a:xfrm>
          <a:prstGeom prst="rect">
            <a:avLst/>
          </a:prstGeom>
          <a:noFill/>
        </p:spPr>
        <p:txBody>
          <a:bodyPr wrap="square" rtlCol="0">
            <a:spAutoFit/>
          </a:bodyPr>
          <a:lstStyle/>
          <a:p>
            <a:r>
              <a:rPr lang="en-US" sz="2400" b="1" dirty="0">
                <a:solidFill>
                  <a:schemeClr val="accent1">
                    <a:lumMod val="50000"/>
                  </a:schemeClr>
                </a:solidFill>
                <a:latin typeface="Arial" panose="020B0604020202020204" pitchFamily="34" charset="0"/>
                <a:cs typeface="Arial" panose="020B0604020202020204" pitchFamily="34" charset="0"/>
              </a:rPr>
              <a:t>Prevention Measures</a:t>
            </a:r>
          </a:p>
        </p:txBody>
      </p:sp>
      <p:sp>
        <p:nvSpPr>
          <p:cNvPr id="38" name="Rectangle 37">
            <a:extLst>
              <a:ext uri="{FF2B5EF4-FFF2-40B4-BE49-F238E27FC236}">
                <a16:creationId xmlns:a16="http://schemas.microsoft.com/office/drawing/2014/main" id="{48DE6474-3D80-4996-9BCE-5FD85A0AC51A}"/>
              </a:ext>
            </a:extLst>
          </p:cNvPr>
          <p:cNvSpPr/>
          <p:nvPr/>
        </p:nvSpPr>
        <p:spPr>
          <a:xfrm>
            <a:off x="0" y="6307383"/>
            <a:ext cx="12192000" cy="14668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9" name="Rectangle 38">
            <a:extLst>
              <a:ext uri="{FF2B5EF4-FFF2-40B4-BE49-F238E27FC236}">
                <a16:creationId xmlns:a16="http://schemas.microsoft.com/office/drawing/2014/main" id="{3455D810-DD45-4E12-9BDB-1CC59F10F12D}"/>
              </a:ext>
            </a:extLst>
          </p:cNvPr>
          <p:cNvSpPr/>
          <p:nvPr/>
        </p:nvSpPr>
        <p:spPr>
          <a:xfrm rot="16200000">
            <a:off x="-3213100" y="3326786"/>
            <a:ext cx="6876000"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40" name="Picture 39">
            <a:extLst>
              <a:ext uri="{FF2B5EF4-FFF2-40B4-BE49-F238E27FC236}">
                <a16:creationId xmlns:a16="http://schemas.microsoft.com/office/drawing/2014/main" id="{868E05AA-4720-4CE6-8D67-3DF1CE9C3BF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Tree>
    <p:extLst>
      <p:ext uri="{BB962C8B-B14F-4D97-AF65-F5344CB8AC3E}">
        <p14:creationId xmlns:p14="http://schemas.microsoft.com/office/powerpoint/2010/main" val="2567551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4" name="Group 83"/>
          <p:cNvGrpSpPr/>
          <p:nvPr/>
        </p:nvGrpSpPr>
        <p:grpSpPr>
          <a:xfrm>
            <a:off x="1267971" y="2223741"/>
            <a:ext cx="2221173" cy="3471666"/>
            <a:chOff x="659692" y="3528838"/>
            <a:chExt cx="2518483" cy="4119192"/>
          </a:xfrm>
        </p:grpSpPr>
        <p:sp>
          <p:nvSpPr>
            <p:cNvPr id="88" name="Rounded Rectangle 2"/>
            <p:cNvSpPr/>
            <p:nvPr/>
          </p:nvSpPr>
          <p:spPr>
            <a:xfrm>
              <a:off x="685800" y="3528838"/>
              <a:ext cx="2492375" cy="4119192"/>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rgbClr val="FB771E"/>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sp>
          <p:nvSpPr>
            <p:cNvPr id="90" name="TextBox 89"/>
            <p:cNvSpPr txBox="1"/>
            <p:nvPr/>
          </p:nvSpPr>
          <p:spPr>
            <a:xfrm>
              <a:off x="659692" y="3549527"/>
              <a:ext cx="2298969" cy="1095547"/>
            </a:xfrm>
            <a:prstGeom prst="rect">
              <a:avLst/>
            </a:prstGeom>
            <a:noFill/>
          </p:spPr>
          <p:txBody>
            <a:bodyPr wrap="square" rtlCol="0">
              <a:spAutoFit/>
            </a:bodyPr>
            <a:lstStyle/>
            <a:p>
              <a:pPr algn="ctr" defTabSz="685800">
                <a:defRPr/>
              </a:pPr>
              <a:r>
                <a:rPr lang="en-US" b="1" i="1" dirty="0">
                  <a:latin typeface="Arial" panose="020B0604020202020204" pitchFamily="34" charset="0"/>
                  <a:ea typeface="Verdana" panose="020B0604030504040204" pitchFamily="34" charset="0"/>
                  <a:cs typeface="Arial" panose="020B0604020202020204" pitchFamily="34" charset="0"/>
                </a:rPr>
                <a:t>Importance of Real-Time Detection</a:t>
              </a:r>
            </a:p>
          </p:txBody>
        </p:sp>
      </p:grpSp>
      <p:grpSp>
        <p:nvGrpSpPr>
          <p:cNvPr id="85" name="Group 84"/>
          <p:cNvGrpSpPr/>
          <p:nvPr/>
        </p:nvGrpSpPr>
        <p:grpSpPr>
          <a:xfrm>
            <a:off x="2107941" y="827759"/>
            <a:ext cx="1065339" cy="1410160"/>
            <a:chOff x="1466850" y="1925222"/>
            <a:chExt cx="1219200" cy="1420397"/>
          </a:xfrm>
        </p:grpSpPr>
        <p:sp>
          <p:nvSpPr>
            <p:cNvPr id="86" name="Freeform 85"/>
            <p:cNvSpPr/>
            <p:nvPr/>
          </p:nvSpPr>
          <p:spPr>
            <a:xfrm>
              <a:off x="1466850" y="1925222"/>
              <a:ext cx="1219200" cy="1420397"/>
            </a:xfrm>
            <a:custGeom>
              <a:avLst/>
              <a:gdLst>
                <a:gd name="connsiteX0" fmla="*/ 609600 w 1219200"/>
                <a:gd name="connsiteY0" fmla="*/ 167738 h 1420397"/>
                <a:gd name="connsiteX1" fmla="*/ 167738 w 1219200"/>
                <a:gd name="connsiteY1" fmla="*/ 609600 h 1420397"/>
                <a:gd name="connsiteX2" fmla="*/ 609600 w 1219200"/>
                <a:gd name="connsiteY2" fmla="*/ 1051462 h 1420397"/>
                <a:gd name="connsiteX3" fmla="*/ 1051462 w 1219200"/>
                <a:gd name="connsiteY3" fmla="*/ 609600 h 1420397"/>
                <a:gd name="connsiteX4" fmla="*/ 609600 w 1219200"/>
                <a:gd name="connsiteY4" fmla="*/ 167738 h 1420397"/>
                <a:gd name="connsiteX5" fmla="*/ 609600 w 1219200"/>
                <a:gd name="connsiteY5" fmla="*/ 0 h 1420397"/>
                <a:gd name="connsiteX6" fmla="*/ 1219200 w 1219200"/>
                <a:gd name="connsiteY6" fmla="*/ 609600 h 1420397"/>
                <a:gd name="connsiteX7" fmla="*/ 846884 w 1219200"/>
                <a:gd name="connsiteY7" fmla="*/ 1171295 h 1420397"/>
                <a:gd name="connsiteX8" fmla="*/ 757085 w 1219200"/>
                <a:gd name="connsiteY8" fmla="*/ 1199170 h 1420397"/>
                <a:gd name="connsiteX9" fmla="*/ 609600 w 1219200"/>
                <a:gd name="connsiteY9" fmla="*/ 1420397 h 1420397"/>
                <a:gd name="connsiteX10" fmla="*/ 462115 w 1219200"/>
                <a:gd name="connsiteY10" fmla="*/ 1199170 h 1420397"/>
                <a:gd name="connsiteX11" fmla="*/ 372316 w 1219200"/>
                <a:gd name="connsiteY11" fmla="*/ 1171295 h 1420397"/>
                <a:gd name="connsiteX12" fmla="*/ 0 w 1219200"/>
                <a:gd name="connsiteY12" fmla="*/ 609600 h 1420397"/>
                <a:gd name="connsiteX13" fmla="*/ 609600 w 1219200"/>
                <a:gd name="connsiteY13" fmla="*/ 0 h 142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 h="1420397">
                  <a:moveTo>
                    <a:pt x="609600" y="167738"/>
                  </a:moveTo>
                  <a:cubicBezTo>
                    <a:pt x="365566" y="167738"/>
                    <a:pt x="167738" y="365566"/>
                    <a:pt x="167738" y="609600"/>
                  </a:cubicBezTo>
                  <a:cubicBezTo>
                    <a:pt x="167738" y="853634"/>
                    <a:pt x="365566" y="1051462"/>
                    <a:pt x="609600" y="1051462"/>
                  </a:cubicBezTo>
                  <a:cubicBezTo>
                    <a:pt x="853634" y="1051462"/>
                    <a:pt x="1051462" y="853634"/>
                    <a:pt x="1051462" y="609600"/>
                  </a:cubicBezTo>
                  <a:cubicBezTo>
                    <a:pt x="1051462" y="365566"/>
                    <a:pt x="853634" y="167738"/>
                    <a:pt x="609600" y="167738"/>
                  </a:cubicBezTo>
                  <a:close/>
                  <a:moveTo>
                    <a:pt x="609600" y="0"/>
                  </a:moveTo>
                  <a:cubicBezTo>
                    <a:pt x="946273" y="0"/>
                    <a:pt x="1219200" y="272927"/>
                    <a:pt x="1219200" y="609600"/>
                  </a:cubicBezTo>
                  <a:cubicBezTo>
                    <a:pt x="1219200" y="862105"/>
                    <a:pt x="1065679" y="1078752"/>
                    <a:pt x="846884" y="1171295"/>
                  </a:cubicBezTo>
                  <a:lnTo>
                    <a:pt x="757085" y="1199170"/>
                  </a:lnTo>
                  <a:lnTo>
                    <a:pt x="609600" y="1420397"/>
                  </a:lnTo>
                  <a:lnTo>
                    <a:pt x="462115" y="1199170"/>
                  </a:lnTo>
                  <a:lnTo>
                    <a:pt x="372316" y="1171295"/>
                  </a:lnTo>
                  <a:cubicBezTo>
                    <a:pt x="153522" y="1078752"/>
                    <a:pt x="0" y="862105"/>
                    <a:pt x="0" y="609600"/>
                  </a:cubicBezTo>
                  <a:cubicBezTo>
                    <a:pt x="0" y="272927"/>
                    <a:pt x="272927" y="0"/>
                    <a:pt x="609600" y="0"/>
                  </a:cubicBezTo>
                  <a:close/>
                </a:path>
              </a:pathLst>
            </a:custGeom>
            <a:gradFill flip="none" rotWithShape="1">
              <a:gsLst>
                <a:gs pos="0">
                  <a:srgbClr val="FB771E"/>
                </a:gs>
                <a:gs pos="100000">
                  <a:srgbClr val="DA5B04"/>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100" dirty="0">
                <a:solidFill>
                  <a:schemeClr val="tx1"/>
                </a:solidFill>
                <a:latin typeface="Calibri" panose="020F0502020204030204"/>
              </a:endParaRPr>
            </a:p>
          </p:txBody>
        </p:sp>
        <p:sp>
          <p:nvSpPr>
            <p:cNvPr id="87" name="Oval 86"/>
            <p:cNvSpPr/>
            <p:nvPr/>
          </p:nvSpPr>
          <p:spPr>
            <a:xfrm>
              <a:off x="1628410" y="2086783"/>
              <a:ext cx="896081" cy="896080"/>
            </a:xfrm>
            <a:prstGeom prst="ellipse">
              <a:avLst/>
            </a:prstGeom>
            <a:solidFill>
              <a:schemeClr val="bg1">
                <a:lumMod val="95000"/>
              </a:schemeClr>
            </a:solidFill>
            <a:ln>
              <a:noFill/>
            </a:ln>
            <a:effectLst>
              <a:innerShdw blurRad="38100" dist="50800" dir="10800000">
                <a:prstClr val="black">
                  <a:alpha val="2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grpSp>
      <p:sp>
        <p:nvSpPr>
          <p:cNvPr id="80" name="Rounded Rectangle 2"/>
          <p:cNvSpPr/>
          <p:nvPr/>
        </p:nvSpPr>
        <p:spPr>
          <a:xfrm>
            <a:off x="3619583" y="2187564"/>
            <a:ext cx="1613311" cy="3507841"/>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chemeClr val="tx2">
                <a:lumMod val="50000"/>
              </a:schemeClr>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sp>
        <p:nvSpPr>
          <p:cNvPr id="82" name="TextBox 81"/>
          <p:cNvSpPr txBox="1"/>
          <p:nvPr/>
        </p:nvSpPr>
        <p:spPr>
          <a:xfrm>
            <a:off x="3581562" y="2290424"/>
            <a:ext cx="1766277" cy="646331"/>
          </a:xfrm>
          <a:prstGeom prst="rect">
            <a:avLst/>
          </a:prstGeom>
          <a:noFill/>
        </p:spPr>
        <p:txBody>
          <a:bodyPr wrap="square" rtlCol="0">
            <a:spAutoFit/>
          </a:bodyPr>
          <a:lstStyle/>
          <a:p>
            <a:pPr algn="ctr" defTabSz="685800">
              <a:defRPr/>
            </a:pPr>
            <a:r>
              <a:rPr lang="en-US" b="1" i="1" dirty="0">
                <a:latin typeface="Arial" panose="020B0604020202020204" pitchFamily="34" charset="0"/>
                <a:ea typeface="Verdana" panose="020B0604030504040204" pitchFamily="34" charset="0"/>
                <a:cs typeface="Arial" panose="020B0604020202020204" pitchFamily="34" charset="0"/>
              </a:rPr>
              <a:t>Integration of AI</a:t>
            </a:r>
          </a:p>
        </p:txBody>
      </p:sp>
      <p:sp>
        <p:nvSpPr>
          <p:cNvPr id="79" name="Freeform 78"/>
          <p:cNvSpPr/>
          <p:nvPr/>
        </p:nvSpPr>
        <p:spPr>
          <a:xfrm>
            <a:off x="3921755" y="827759"/>
            <a:ext cx="1065340" cy="1331565"/>
          </a:xfrm>
          <a:custGeom>
            <a:avLst/>
            <a:gdLst>
              <a:gd name="connsiteX0" fmla="*/ 609600 w 1219200"/>
              <a:gd name="connsiteY0" fmla="*/ 167738 h 1420397"/>
              <a:gd name="connsiteX1" fmla="*/ 167738 w 1219200"/>
              <a:gd name="connsiteY1" fmla="*/ 609600 h 1420397"/>
              <a:gd name="connsiteX2" fmla="*/ 609600 w 1219200"/>
              <a:gd name="connsiteY2" fmla="*/ 1051462 h 1420397"/>
              <a:gd name="connsiteX3" fmla="*/ 1051462 w 1219200"/>
              <a:gd name="connsiteY3" fmla="*/ 609600 h 1420397"/>
              <a:gd name="connsiteX4" fmla="*/ 609600 w 1219200"/>
              <a:gd name="connsiteY4" fmla="*/ 167738 h 1420397"/>
              <a:gd name="connsiteX5" fmla="*/ 609600 w 1219200"/>
              <a:gd name="connsiteY5" fmla="*/ 0 h 1420397"/>
              <a:gd name="connsiteX6" fmla="*/ 1219200 w 1219200"/>
              <a:gd name="connsiteY6" fmla="*/ 609600 h 1420397"/>
              <a:gd name="connsiteX7" fmla="*/ 846884 w 1219200"/>
              <a:gd name="connsiteY7" fmla="*/ 1171295 h 1420397"/>
              <a:gd name="connsiteX8" fmla="*/ 757085 w 1219200"/>
              <a:gd name="connsiteY8" fmla="*/ 1199170 h 1420397"/>
              <a:gd name="connsiteX9" fmla="*/ 609600 w 1219200"/>
              <a:gd name="connsiteY9" fmla="*/ 1420397 h 1420397"/>
              <a:gd name="connsiteX10" fmla="*/ 462115 w 1219200"/>
              <a:gd name="connsiteY10" fmla="*/ 1199170 h 1420397"/>
              <a:gd name="connsiteX11" fmla="*/ 372316 w 1219200"/>
              <a:gd name="connsiteY11" fmla="*/ 1171295 h 1420397"/>
              <a:gd name="connsiteX12" fmla="*/ 0 w 1219200"/>
              <a:gd name="connsiteY12" fmla="*/ 609600 h 1420397"/>
              <a:gd name="connsiteX13" fmla="*/ 609600 w 1219200"/>
              <a:gd name="connsiteY13" fmla="*/ 0 h 142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 h="1420397">
                <a:moveTo>
                  <a:pt x="609600" y="167738"/>
                </a:moveTo>
                <a:cubicBezTo>
                  <a:pt x="365566" y="167738"/>
                  <a:pt x="167738" y="365566"/>
                  <a:pt x="167738" y="609600"/>
                </a:cubicBezTo>
                <a:cubicBezTo>
                  <a:pt x="167738" y="853634"/>
                  <a:pt x="365566" y="1051462"/>
                  <a:pt x="609600" y="1051462"/>
                </a:cubicBezTo>
                <a:cubicBezTo>
                  <a:pt x="853634" y="1051462"/>
                  <a:pt x="1051462" y="853634"/>
                  <a:pt x="1051462" y="609600"/>
                </a:cubicBezTo>
                <a:cubicBezTo>
                  <a:pt x="1051462" y="365566"/>
                  <a:pt x="853634" y="167738"/>
                  <a:pt x="609600" y="167738"/>
                </a:cubicBezTo>
                <a:close/>
                <a:moveTo>
                  <a:pt x="609600" y="0"/>
                </a:moveTo>
                <a:cubicBezTo>
                  <a:pt x="946273" y="0"/>
                  <a:pt x="1219200" y="272927"/>
                  <a:pt x="1219200" y="609600"/>
                </a:cubicBezTo>
                <a:cubicBezTo>
                  <a:pt x="1219200" y="862105"/>
                  <a:pt x="1065679" y="1078752"/>
                  <a:pt x="846884" y="1171295"/>
                </a:cubicBezTo>
                <a:lnTo>
                  <a:pt x="757085" y="1199170"/>
                </a:lnTo>
                <a:lnTo>
                  <a:pt x="609600" y="1420397"/>
                </a:lnTo>
                <a:lnTo>
                  <a:pt x="462115" y="1199170"/>
                </a:lnTo>
                <a:lnTo>
                  <a:pt x="372316" y="1171295"/>
                </a:lnTo>
                <a:cubicBezTo>
                  <a:pt x="153522" y="1078752"/>
                  <a:pt x="0" y="862105"/>
                  <a:pt x="0" y="609600"/>
                </a:cubicBezTo>
                <a:cubicBezTo>
                  <a:pt x="0" y="272927"/>
                  <a:pt x="272927" y="0"/>
                  <a:pt x="609600" y="0"/>
                </a:cubicBez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100" dirty="0">
              <a:solidFill>
                <a:schemeClr val="tx1"/>
              </a:solidFill>
              <a:latin typeface="Calibri" panose="020F0502020204030204"/>
            </a:endParaRPr>
          </a:p>
        </p:txBody>
      </p:sp>
      <p:sp>
        <p:nvSpPr>
          <p:cNvPr id="14" name="TextBox 13"/>
          <p:cNvSpPr txBox="1"/>
          <p:nvPr/>
        </p:nvSpPr>
        <p:spPr>
          <a:xfrm>
            <a:off x="2416919" y="1111639"/>
            <a:ext cx="511590" cy="523220"/>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1</a:t>
            </a:r>
          </a:p>
        </p:txBody>
      </p:sp>
      <p:sp>
        <p:nvSpPr>
          <p:cNvPr id="92" name="TextBox 91"/>
          <p:cNvSpPr txBox="1"/>
          <p:nvPr/>
        </p:nvSpPr>
        <p:spPr>
          <a:xfrm>
            <a:off x="4198630" y="1109049"/>
            <a:ext cx="511590" cy="523220"/>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6A03C164-A286-46B8-9C7E-6A70784A72E0}"/>
              </a:ext>
            </a:extLst>
          </p:cNvPr>
          <p:cNvSpPr txBox="1"/>
          <p:nvPr/>
        </p:nvSpPr>
        <p:spPr>
          <a:xfrm>
            <a:off x="1285016" y="3275502"/>
            <a:ext cx="2027573" cy="1815882"/>
          </a:xfrm>
          <a:prstGeom prst="rect">
            <a:avLst/>
          </a:prstGeom>
          <a:noFill/>
        </p:spPr>
        <p:txBody>
          <a:bodyPr wrap="square" rtlCol="0">
            <a:spAutoFit/>
          </a:bodyPr>
          <a:lstStyle/>
          <a:p>
            <a:pPr defTabSz="685800">
              <a:defRPr/>
            </a:pPr>
            <a:r>
              <a:rPr lang="en-US" sz="1600" b="1" i="1" dirty="0">
                <a:latin typeface="Arial" panose="020B0604020202020204" pitchFamily="34" charset="0"/>
                <a:ea typeface="Verdana" panose="020B0604030504040204" pitchFamily="34" charset="0"/>
                <a:cs typeface="Arial" panose="020B0604020202020204" pitchFamily="34" charset="0"/>
              </a:rPr>
              <a:t>Systems must analyze transactions instantly to minimize losses and enhance user trust.</a:t>
            </a:r>
          </a:p>
        </p:txBody>
      </p:sp>
      <p:sp>
        <p:nvSpPr>
          <p:cNvPr id="33" name="TextBox 32">
            <a:extLst>
              <a:ext uri="{FF2B5EF4-FFF2-40B4-BE49-F238E27FC236}">
                <a16:creationId xmlns:a16="http://schemas.microsoft.com/office/drawing/2014/main" id="{57EBD1C9-4123-4123-8F5A-01E0F35AE2BF}"/>
              </a:ext>
            </a:extLst>
          </p:cNvPr>
          <p:cNvSpPr txBox="1"/>
          <p:nvPr/>
        </p:nvSpPr>
        <p:spPr>
          <a:xfrm>
            <a:off x="3581563" y="3275502"/>
            <a:ext cx="1766277" cy="1600438"/>
          </a:xfrm>
          <a:prstGeom prst="rect">
            <a:avLst/>
          </a:prstGeom>
          <a:noFill/>
        </p:spPr>
        <p:txBody>
          <a:bodyPr wrap="square" rtlCol="0">
            <a:spAutoFit/>
          </a:bodyPr>
          <a:lstStyle/>
          <a:p>
            <a:pPr defTabSz="685800">
              <a:defRPr/>
            </a:pPr>
            <a:r>
              <a:rPr lang="en-US" sz="1400" b="1" i="1" dirty="0">
                <a:latin typeface="Arial" panose="020B0604020202020204" pitchFamily="34" charset="0"/>
                <a:ea typeface="Verdana" panose="020B0604030504040204" pitchFamily="34" charset="0"/>
                <a:cs typeface="Arial" panose="020B0604020202020204" pitchFamily="34" charset="0"/>
              </a:rPr>
              <a:t>Advanced AI algorithms can significantly improve detection accuracy and adapt to new fraud patterns.</a:t>
            </a:r>
          </a:p>
        </p:txBody>
      </p:sp>
      <p:sp>
        <p:nvSpPr>
          <p:cNvPr id="30" name="TextBox 29">
            <a:extLst>
              <a:ext uri="{FF2B5EF4-FFF2-40B4-BE49-F238E27FC236}">
                <a16:creationId xmlns:a16="http://schemas.microsoft.com/office/drawing/2014/main" id="{211EF89C-143F-4FA5-9C93-E85B2216091F}"/>
              </a:ext>
            </a:extLst>
          </p:cNvPr>
          <p:cNvSpPr txBox="1"/>
          <p:nvPr/>
        </p:nvSpPr>
        <p:spPr>
          <a:xfrm>
            <a:off x="3921338" y="216668"/>
            <a:ext cx="5626880" cy="461665"/>
          </a:xfrm>
          <a:prstGeom prst="rect">
            <a:avLst/>
          </a:prstGeom>
          <a:noFill/>
        </p:spPr>
        <p:txBody>
          <a:bodyPr wrap="square" rtlCol="0">
            <a:spAutoFit/>
          </a:bodyPr>
          <a:lstStyle/>
          <a:p>
            <a:r>
              <a:rPr lang="en-US" sz="2400" b="1" dirty="0">
                <a:solidFill>
                  <a:schemeClr val="accent1">
                    <a:lumMod val="50000"/>
                  </a:schemeClr>
                </a:solidFill>
                <a:latin typeface="Arial" panose="020B0604020202020204" pitchFamily="34" charset="0"/>
                <a:cs typeface="Arial" panose="020B0604020202020204" pitchFamily="34" charset="0"/>
              </a:rPr>
              <a:t>Prevention Measures</a:t>
            </a:r>
          </a:p>
        </p:txBody>
      </p:sp>
      <p:sp>
        <p:nvSpPr>
          <p:cNvPr id="31" name="Rectangle 30">
            <a:extLst>
              <a:ext uri="{FF2B5EF4-FFF2-40B4-BE49-F238E27FC236}">
                <a16:creationId xmlns:a16="http://schemas.microsoft.com/office/drawing/2014/main" id="{C7BBE6EF-0F5E-4597-B59E-C29A829EA486}"/>
              </a:ext>
            </a:extLst>
          </p:cNvPr>
          <p:cNvSpPr/>
          <p:nvPr/>
        </p:nvSpPr>
        <p:spPr>
          <a:xfrm>
            <a:off x="0" y="-66582"/>
            <a:ext cx="12375472" cy="1722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6" name="Rectangle 35">
            <a:extLst>
              <a:ext uri="{FF2B5EF4-FFF2-40B4-BE49-F238E27FC236}">
                <a16:creationId xmlns:a16="http://schemas.microsoft.com/office/drawing/2014/main" id="{171E799E-1BC3-4973-9710-82CBDA15BB96}"/>
              </a:ext>
            </a:extLst>
          </p:cNvPr>
          <p:cNvSpPr/>
          <p:nvPr/>
        </p:nvSpPr>
        <p:spPr>
          <a:xfrm rot="16200000">
            <a:off x="8461038" y="3316905"/>
            <a:ext cx="6876000"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37" name="Picture 36">
            <a:extLst>
              <a:ext uri="{FF2B5EF4-FFF2-40B4-BE49-F238E27FC236}">
                <a16:creationId xmlns:a16="http://schemas.microsoft.com/office/drawing/2014/main" id="{0B287229-86BA-48BB-B43E-31E88FD69BA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Tree>
    <p:extLst>
      <p:ext uri="{BB962C8B-B14F-4D97-AF65-F5344CB8AC3E}">
        <p14:creationId xmlns:p14="http://schemas.microsoft.com/office/powerpoint/2010/main" val="10272019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 calcmode="lin" valueType="num">
                                      <p:cBhvr additive="base">
                                        <p:cTn id="7" dur="1000" fill="hold"/>
                                        <p:tgtEl>
                                          <p:spTgt spid="80"/>
                                        </p:tgtEl>
                                        <p:attrNameLst>
                                          <p:attrName>ppt_x</p:attrName>
                                        </p:attrNameLst>
                                      </p:cBhvr>
                                      <p:tavLst>
                                        <p:tav tm="0">
                                          <p:val>
                                            <p:strVal val="#ppt_x"/>
                                          </p:val>
                                        </p:tav>
                                        <p:tav tm="100000">
                                          <p:val>
                                            <p:strVal val="#ppt_x"/>
                                          </p:val>
                                        </p:tav>
                                      </p:tavLst>
                                    </p:anim>
                                    <p:anim calcmode="lin" valueType="num">
                                      <p:cBhvr additive="base">
                                        <p:cTn id="8" dur="1000" fill="hold"/>
                                        <p:tgtEl>
                                          <p:spTgt spid="8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2"/>
                                        </p:tgtEl>
                                        <p:attrNameLst>
                                          <p:attrName>style.visibility</p:attrName>
                                        </p:attrNameLst>
                                      </p:cBhvr>
                                      <p:to>
                                        <p:strVal val="visible"/>
                                      </p:to>
                                    </p:set>
                                    <p:anim calcmode="lin" valueType="num">
                                      <p:cBhvr additive="base">
                                        <p:cTn id="11" dur="1000" fill="hold"/>
                                        <p:tgtEl>
                                          <p:spTgt spid="82"/>
                                        </p:tgtEl>
                                        <p:attrNameLst>
                                          <p:attrName>ppt_x</p:attrName>
                                        </p:attrNameLst>
                                      </p:cBhvr>
                                      <p:tavLst>
                                        <p:tav tm="0">
                                          <p:val>
                                            <p:strVal val="#ppt_x"/>
                                          </p:val>
                                        </p:tav>
                                        <p:tav tm="100000">
                                          <p:val>
                                            <p:strVal val="#ppt_x"/>
                                          </p:val>
                                        </p:tav>
                                      </p:tavLst>
                                    </p:anim>
                                    <p:anim calcmode="lin" valueType="num">
                                      <p:cBhvr additive="base">
                                        <p:cTn id="12" dur="1000" fill="hold"/>
                                        <p:tgtEl>
                                          <p:spTgt spid="8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9"/>
                                        </p:tgtEl>
                                        <p:attrNameLst>
                                          <p:attrName>style.visibility</p:attrName>
                                        </p:attrNameLst>
                                      </p:cBhvr>
                                      <p:to>
                                        <p:strVal val="visible"/>
                                      </p:to>
                                    </p:set>
                                    <p:anim calcmode="lin" valueType="num">
                                      <p:cBhvr additive="base">
                                        <p:cTn id="15" dur="1000" fill="hold"/>
                                        <p:tgtEl>
                                          <p:spTgt spid="79"/>
                                        </p:tgtEl>
                                        <p:attrNameLst>
                                          <p:attrName>ppt_x</p:attrName>
                                        </p:attrNameLst>
                                      </p:cBhvr>
                                      <p:tavLst>
                                        <p:tav tm="0">
                                          <p:val>
                                            <p:strVal val="#ppt_x"/>
                                          </p:val>
                                        </p:tav>
                                        <p:tav tm="100000">
                                          <p:val>
                                            <p:strVal val="#ppt_x"/>
                                          </p:val>
                                        </p:tav>
                                      </p:tavLst>
                                    </p:anim>
                                    <p:anim calcmode="lin" valueType="num">
                                      <p:cBhvr additive="base">
                                        <p:cTn id="16" dur="1000" fill="hold"/>
                                        <p:tgtEl>
                                          <p:spTgt spid="7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2"/>
                                        </p:tgtEl>
                                        <p:attrNameLst>
                                          <p:attrName>style.visibility</p:attrName>
                                        </p:attrNameLst>
                                      </p:cBhvr>
                                      <p:to>
                                        <p:strVal val="visible"/>
                                      </p:to>
                                    </p:set>
                                    <p:anim calcmode="lin" valueType="num">
                                      <p:cBhvr additive="base">
                                        <p:cTn id="19" dur="1000" fill="hold"/>
                                        <p:tgtEl>
                                          <p:spTgt spid="92"/>
                                        </p:tgtEl>
                                        <p:attrNameLst>
                                          <p:attrName>ppt_x</p:attrName>
                                        </p:attrNameLst>
                                      </p:cBhvr>
                                      <p:tavLst>
                                        <p:tav tm="0">
                                          <p:val>
                                            <p:strVal val="#ppt_x"/>
                                          </p:val>
                                        </p:tav>
                                        <p:tav tm="100000">
                                          <p:val>
                                            <p:strVal val="#ppt_x"/>
                                          </p:val>
                                        </p:tav>
                                      </p:tavLst>
                                    </p:anim>
                                    <p:anim calcmode="lin" valueType="num">
                                      <p:cBhvr additive="base">
                                        <p:cTn id="20" dur="1000" fill="hold"/>
                                        <p:tgtEl>
                                          <p:spTgt spid="9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1000" fill="hold"/>
                                        <p:tgtEl>
                                          <p:spTgt spid="33"/>
                                        </p:tgtEl>
                                        <p:attrNameLst>
                                          <p:attrName>ppt_x</p:attrName>
                                        </p:attrNameLst>
                                      </p:cBhvr>
                                      <p:tavLst>
                                        <p:tav tm="0">
                                          <p:val>
                                            <p:strVal val="#ppt_x"/>
                                          </p:val>
                                        </p:tav>
                                        <p:tav tm="100000">
                                          <p:val>
                                            <p:strVal val="#ppt_x"/>
                                          </p:val>
                                        </p:tav>
                                      </p:tavLst>
                                    </p:anim>
                                    <p:anim calcmode="lin" valueType="num">
                                      <p:cBhvr additive="base">
                                        <p:cTn id="24" dur="10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2" grpId="0"/>
      <p:bldP spid="79" grpId="0" animBg="1"/>
      <p:bldP spid="92" grpId="0"/>
      <p:bldP spid="33" grpId="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4" name="Group 83"/>
          <p:cNvGrpSpPr/>
          <p:nvPr/>
        </p:nvGrpSpPr>
        <p:grpSpPr>
          <a:xfrm>
            <a:off x="1267971" y="2223741"/>
            <a:ext cx="2221173" cy="3471666"/>
            <a:chOff x="659692" y="3528838"/>
            <a:chExt cx="2518483" cy="4119192"/>
          </a:xfrm>
        </p:grpSpPr>
        <p:sp>
          <p:nvSpPr>
            <p:cNvPr id="88" name="Rounded Rectangle 2"/>
            <p:cNvSpPr/>
            <p:nvPr/>
          </p:nvSpPr>
          <p:spPr>
            <a:xfrm>
              <a:off x="685800" y="3528838"/>
              <a:ext cx="2492375" cy="4119192"/>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rgbClr val="FB771E"/>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sp>
          <p:nvSpPr>
            <p:cNvPr id="90" name="TextBox 89"/>
            <p:cNvSpPr txBox="1"/>
            <p:nvPr/>
          </p:nvSpPr>
          <p:spPr>
            <a:xfrm>
              <a:off x="659692" y="3549527"/>
              <a:ext cx="2298969" cy="1095547"/>
            </a:xfrm>
            <a:prstGeom prst="rect">
              <a:avLst/>
            </a:prstGeom>
            <a:noFill/>
          </p:spPr>
          <p:txBody>
            <a:bodyPr wrap="square" rtlCol="0">
              <a:spAutoFit/>
            </a:bodyPr>
            <a:lstStyle/>
            <a:p>
              <a:pPr algn="ctr" defTabSz="685800">
                <a:defRPr/>
              </a:pPr>
              <a:r>
                <a:rPr lang="en-US" b="1" i="1" dirty="0">
                  <a:latin typeface="Arial" panose="020B0604020202020204" pitchFamily="34" charset="0"/>
                  <a:ea typeface="Verdana" panose="020B0604030504040204" pitchFamily="34" charset="0"/>
                  <a:cs typeface="Arial" panose="020B0604020202020204" pitchFamily="34" charset="0"/>
                </a:rPr>
                <a:t>Importance of Real-Time Detection</a:t>
              </a:r>
            </a:p>
          </p:txBody>
        </p:sp>
      </p:grpSp>
      <p:grpSp>
        <p:nvGrpSpPr>
          <p:cNvPr id="85" name="Group 84"/>
          <p:cNvGrpSpPr/>
          <p:nvPr/>
        </p:nvGrpSpPr>
        <p:grpSpPr>
          <a:xfrm>
            <a:off x="2107941" y="827759"/>
            <a:ext cx="1065339" cy="1410160"/>
            <a:chOff x="1466850" y="1925222"/>
            <a:chExt cx="1219200" cy="1420397"/>
          </a:xfrm>
        </p:grpSpPr>
        <p:sp>
          <p:nvSpPr>
            <p:cNvPr id="86" name="Freeform 85"/>
            <p:cNvSpPr/>
            <p:nvPr/>
          </p:nvSpPr>
          <p:spPr>
            <a:xfrm>
              <a:off x="1466850" y="1925222"/>
              <a:ext cx="1219200" cy="1420397"/>
            </a:xfrm>
            <a:custGeom>
              <a:avLst/>
              <a:gdLst>
                <a:gd name="connsiteX0" fmla="*/ 609600 w 1219200"/>
                <a:gd name="connsiteY0" fmla="*/ 167738 h 1420397"/>
                <a:gd name="connsiteX1" fmla="*/ 167738 w 1219200"/>
                <a:gd name="connsiteY1" fmla="*/ 609600 h 1420397"/>
                <a:gd name="connsiteX2" fmla="*/ 609600 w 1219200"/>
                <a:gd name="connsiteY2" fmla="*/ 1051462 h 1420397"/>
                <a:gd name="connsiteX3" fmla="*/ 1051462 w 1219200"/>
                <a:gd name="connsiteY3" fmla="*/ 609600 h 1420397"/>
                <a:gd name="connsiteX4" fmla="*/ 609600 w 1219200"/>
                <a:gd name="connsiteY4" fmla="*/ 167738 h 1420397"/>
                <a:gd name="connsiteX5" fmla="*/ 609600 w 1219200"/>
                <a:gd name="connsiteY5" fmla="*/ 0 h 1420397"/>
                <a:gd name="connsiteX6" fmla="*/ 1219200 w 1219200"/>
                <a:gd name="connsiteY6" fmla="*/ 609600 h 1420397"/>
                <a:gd name="connsiteX7" fmla="*/ 846884 w 1219200"/>
                <a:gd name="connsiteY7" fmla="*/ 1171295 h 1420397"/>
                <a:gd name="connsiteX8" fmla="*/ 757085 w 1219200"/>
                <a:gd name="connsiteY8" fmla="*/ 1199170 h 1420397"/>
                <a:gd name="connsiteX9" fmla="*/ 609600 w 1219200"/>
                <a:gd name="connsiteY9" fmla="*/ 1420397 h 1420397"/>
                <a:gd name="connsiteX10" fmla="*/ 462115 w 1219200"/>
                <a:gd name="connsiteY10" fmla="*/ 1199170 h 1420397"/>
                <a:gd name="connsiteX11" fmla="*/ 372316 w 1219200"/>
                <a:gd name="connsiteY11" fmla="*/ 1171295 h 1420397"/>
                <a:gd name="connsiteX12" fmla="*/ 0 w 1219200"/>
                <a:gd name="connsiteY12" fmla="*/ 609600 h 1420397"/>
                <a:gd name="connsiteX13" fmla="*/ 609600 w 1219200"/>
                <a:gd name="connsiteY13" fmla="*/ 0 h 142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 h="1420397">
                  <a:moveTo>
                    <a:pt x="609600" y="167738"/>
                  </a:moveTo>
                  <a:cubicBezTo>
                    <a:pt x="365566" y="167738"/>
                    <a:pt x="167738" y="365566"/>
                    <a:pt x="167738" y="609600"/>
                  </a:cubicBezTo>
                  <a:cubicBezTo>
                    <a:pt x="167738" y="853634"/>
                    <a:pt x="365566" y="1051462"/>
                    <a:pt x="609600" y="1051462"/>
                  </a:cubicBezTo>
                  <a:cubicBezTo>
                    <a:pt x="853634" y="1051462"/>
                    <a:pt x="1051462" y="853634"/>
                    <a:pt x="1051462" y="609600"/>
                  </a:cubicBezTo>
                  <a:cubicBezTo>
                    <a:pt x="1051462" y="365566"/>
                    <a:pt x="853634" y="167738"/>
                    <a:pt x="609600" y="167738"/>
                  </a:cubicBezTo>
                  <a:close/>
                  <a:moveTo>
                    <a:pt x="609600" y="0"/>
                  </a:moveTo>
                  <a:cubicBezTo>
                    <a:pt x="946273" y="0"/>
                    <a:pt x="1219200" y="272927"/>
                    <a:pt x="1219200" y="609600"/>
                  </a:cubicBezTo>
                  <a:cubicBezTo>
                    <a:pt x="1219200" y="862105"/>
                    <a:pt x="1065679" y="1078752"/>
                    <a:pt x="846884" y="1171295"/>
                  </a:cubicBezTo>
                  <a:lnTo>
                    <a:pt x="757085" y="1199170"/>
                  </a:lnTo>
                  <a:lnTo>
                    <a:pt x="609600" y="1420397"/>
                  </a:lnTo>
                  <a:lnTo>
                    <a:pt x="462115" y="1199170"/>
                  </a:lnTo>
                  <a:lnTo>
                    <a:pt x="372316" y="1171295"/>
                  </a:lnTo>
                  <a:cubicBezTo>
                    <a:pt x="153522" y="1078752"/>
                    <a:pt x="0" y="862105"/>
                    <a:pt x="0" y="609600"/>
                  </a:cubicBezTo>
                  <a:cubicBezTo>
                    <a:pt x="0" y="272927"/>
                    <a:pt x="272927" y="0"/>
                    <a:pt x="609600" y="0"/>
                  </a:cubicBezTo>
                  <a:close/>
                </a:path>
              </a:pathLst>
            </a:custGeom>
            <a:gradFill flip="none" rotWithShape="1">
              <a:gsLst>
                <a:gs pos="0">
                  <a:srgbClr val="FB771E"/>
                </a:gs>
                <a:gs pos="100000">
                  <a:srgbClr val="DA5B04"/>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100" dirty="0">
                <a:solidFill>
                  <a:schemeClr val="tx1"/>
                </a:solidFill>
                <a:latin typeface="Calibri" panose="020F0502020204030204"/>
              </a:endParaRPr>
            </a:p>
          </p:txBody>
        </p:sp>
        <p:sp>
          <p:nvSpPr>
            <p:cNvPr id="87" name="Oval 86"/>
            <p:cNvSpPr/>
            <p:nvPr/>
          </p:nvSpPr>
          <p:spPr>
            <a:xfrm>
              <a:off x="1628410" y="2086783"/>
              <a:ext cx="896081" cy="896080"/>
            </a:xfrm>
            <a:prstGeom prst="ellipse">
              <a:avLst/>
            </a:prstGeom>
            <a:solidFill>
              <a:schemeClr val="bg1">
                <a:lumMod val="95000"/>
              </a:schemeClr>
            </a:solidFill>
            <a:ln>
              <a:noFill/>
            </a:ln>
            <a:effectLst>
              <a:innerShdw blurRad="38100" dist="50800" dir="10800000">
                <a:prstClr val="black">
                  <a:alpha val="2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grpSp>
      <p:sp>
        <p:nvSpPr>
          <p:cNvPr id="80" name="Rounded Rectangle 2"/>
          <p:cNvSpPr/>
          <p:nvPr/>
        </p:nvSpPr>
        <p:spPr>
          <a:xfrm>
            <a:off x="3619583" y="2187564"/>
            <a:ext cx="1613311" cy="3507841"/>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chemeClr val="tx2">
                <a:lumMod val="50000"/>
              </a:schemeClr>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sp>
        <p:nvSpPr>
          <p:cNvPr id="82" name="TextBox 81"/>
          <p:cNvSpPr txBox="1"/>
          <p:nvPr/>
        </p:nvSpPr>
        <p:spPr>
          <a:xfrm>
            <a:off x="3581562" y="2290424"/>
            <a:ext cx="1766277" cy="646331"/>
          </a:xfrm>
          <a:prstGeom prst="rect">
            <a:avLst/>
          </a:prstGeom>
          <a:noFill/>
        </p:spPr>
        <p:txBody>
          <a:bodyPr wrap="square" rtlCol="0">
            <a:spAutoFit/>
          </a:bodyPr>
          <a:lstStyle/>
          <a:p>
            <a:pPr algn="ctr" defTabSz="685800">
              <a:defRPr/>
            </a:pPr>
            <a:r>
              <a:rPr lang="en-US" b="1" i="1" dirty="0">
                <a:latin typeface="Arial" panose="020B0604020202020204" pitchFamily="34" charset="0"/>
                <a:ea typeface="Verdana" panose="020B0604030504040204" pitchFamily="34" charset="0"/>
                <a:cs typeface="Arial" panose="020B0604020202020204" pitchFamily="34" charset="0"/>
              </a:rPr>
              <a:t>Integration of AI</a:t>
            </a:r>
          </a:p>
        </p:txBody>
      </p:sp>
      <p:sp>
        <p:nvSpPr>
          <p:cNvPr id="79" name="Freeform 78"/>
          <p:cNvSpPr/>
          <p:nvPr/>
        </p:nvSpPr>
        <p:spPr>
          <a:xfrm>
            <a:off x="3921755" y="827759"/>
            <a:ext cx="1065340" cy="1331565"/>
          </a:xfrm>
          <a:custGeom>
            <a:avLst/>
            <a:gdLst>
              <a:gd name="connsiteX0" fmla="*/ 609600 w 1219200"/>
              <a:gd name="connsiteY0" fmla="*/ 167738 h 1420397"/>
              <a:gd name="connsiteX1" fmla="*/ 167738 w 1219200"/>
              <a:gd name="connsiteY1" fmla="*/ 609600 h 1420397"/>
              <a:gd name="connsiteX2" fmla="*/ 609600 w 1219200"/>
              <a:gd name="connsiteY2" fmla="*/ 1051462 h 1420397"/>
              <a:gd name="connsiteX3" fmla="*/ 1051462 w 1219200"/>
              <a:gd name="connsiteY3" fmla="*/ 609600 h 1420397"/>
              <a:gd name="connsiteX4" fmla="*/ 609600 w 1219200"/>
              <a:gd name="connsiteY4" fmla="*/ 167738 h 1420397"/>
              <a:gd name="connsiteX5" fmla="*/ 609600 w 1219200"/>
              <a:gd name="connsiteY5" fmla="*/ 0 h 1420397"/>
              <a:gd name="connsiteX6" fmla="*/ 1219200 w 1219200"/>
              <a:gd name="connsiteY6" fmla="*/ 609600 h 1420397"/>
              <a:gd name="connsiteX7" fmla="*/ 846884 w 1219200"/>
              <a:gd name="connsiteY7" fmla="*/ 1171295 h 1420397"/>
              <a:gd name="connsiteX8" fmla="*/ 757085 w 1219200"/>
              <a:gd name="connsiteY8" fmla="*/ 1199170 h 1420397"/>
              <a:gd name="connsiteX9" fmla="*/ 609600 w 1219200"/>
              <a:gd name="connsiteY9" fmla="*/ 1420397 h 1420397"/>
              <a:gd name="connsiteX10" fmla="*/ 462115 w 1219200"/>
              <a:gd name="connsiteY10" fmla="*/ 1199170 h 1420397"/>
              <a:gd name="connsiteX11" fmla="*/ 372316 w 1219200"/>
              <a:gd name="connsiteY11" fmla="*/ 1171295 h 1420397"/>
              <a:gd name="connsiteX12" fmla="*/ 0 w 1219200"/>
              <a:gd name="connsiteY12" fmla="*/ 609600 h 1420397"/>
              <a:gd name="connsiteX13" fmla="*/ 609600 w 1219200"/>
              <a:gd name="connsiteY13" fmla="*/ 0 h 142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 h="1420397">
                <a:moveTo>
                  <a:pt x="609600" y="167738"/>
                </a:moveTo>
                <a:cubicBezTo>
                  <a:pt x="365566" y="167738"/>
                  <a:pt x="167738" y="365566"/>
                  <a:pt x="167738" y="609600"/>
                </a:cubicBezTo>
                <a:cubicBezTo>
                  <a:pt x="167738" y="853634"/>
                  <a:pt x="365566" y="1051462"/>
                  <a:pt x="609600" y="1051462"/>
                </a:cubicBezTo>
                <a:cubicBezTo>
                  <a:pt x="853634" y="1051462"/>
                  <a:pt x="1051462" y="853634"/>
                  <a:pt x="1051462" y="609600"/>
                </a:cubicBezTo>
                <a:cubicBezTo>
                  <a:pt x="1051462" y="365566"/>
                  <a:pt x="853634" y="167738"/>
                  <a:pt x="609600" y="167738"/>
                </a:cubicBezTo>
                <a:close/>
                <a:moveTo>
                  <a:pt x="609600" y="0"/>
                </a:moveTo>
                <a:cubicBezTo>
                  <a:pt x="946273" y="0"/>
                  <a:pt x="1219200" y="272927"/>
                  <a:pt x="1219200" y="609600"/>
                </a:cubicBezTo>
                <a:cubicBezTo>
                  <a:pt x="1219200" y="862105"/>
                  <a:pt x="1065679" y="1078752"/>
                  <a:pt x="846884" y="1171295"/>
                </a:cubicBezTo>
                <a:lnTo>
                  <a:pt x="757085" y="1199170"/>
                </a:lnTo>
                <a:lnTo>
                  <a:pt x="609600" y="1420397"/>
                </a:lnTo>
                <a:lnTo>
                  <a:pt x="462115" y="1199170"/>
                </a:lnTo>
                <a:lnTo>
                  <a:pt x="372316" y="1171295"/>
                </a:lnTo>
                <a:cubicBezTo>
                  <a:pt x="153522" y="1078752"/>
                  <a:pt x="0" y="862105"/>
                  <a:pt x="0" y="609600"/>
                </a:cubicBezTo>
                <a:cubicBezTo>
                  <a:pt x="0" y="272927"/>
                  <a:pt x="272927" y="0"/>
                  <a:pt x="609600" y="0"/>
                </a:cubicBez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100" dirty="0">
              <a:solidFill>
                <a:schemeClr val="tx1"/>
              </a:solidFill>
              <a:latin typeface="Calibri" panose="020F0502020204030204"/>
            </a:endParaRPr>
          </a:p>
        </p:txBody>
      </p:sp>
      <p:sp>
        <p:nvSpPr>
          <p:cNvPr id="53" name="Rounded Rectangle 2"/>
          <p:cNvSpPr/>
          <p:nvPr/>
        </p:nvSpPr>
        <p:spPr>
          <a:xfrm>
            <a:off x="5432041" y="2237244"/>
            <a:ext cx="1613310" cy="3458161"/>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chemeClr val="accent4">
                <a:lumMod val="50000"/>
              </a:schemeClr>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sp>
        <p:nvSpPr>
          <p:cNvPr id="49" name="Freeform 48"/>
          <p:cNvSpPr/>
          <p:nvPr/>
        </p:nvSpPr>
        <p:spPr>
          <a:xfrm>
            <a:off x="5701752" y="836995"/>
            <a:ext cx="1065339" cy="1416055"/>
          </a:xfrm>
          <a:custGeom>
            <a:avLst/>
            <a:gdLst>
              <a:gd name="connsiteX0" fmla="*/ 609600 w 1219200"/>
              <a:gd name="connsiteY0" fmla="*/ 167738 h 1420397"/>
              <a:gd name="connsiteX1" fmla="*/ 167738 w 1219200"/>
              <a:gd name="connsiteY1" fmla="*/ 609600 h 1420397"/>
              <a:gd name="connsiteX2" fmla="*/ 609600 w 1219200"/>
              <a:gd name="connsiteY2" fmla="*/ 1051462 h 1420397"/>
              <a:gd name="connsiteX3" fmla="*/ 1051462 w 1219200"/>
              <a:gd name="connsiteY3" fmla="*/ 609600 h 1420397"/>
              <a:gd name="connsiteX4" fmla="*/ 609600 w 1219200"/>
              <a:gd name="connsiteY4" fmla="*/ 167738 h 1420397"/>
              <a:gd name="connsiteX5" fmla="*/ 609600 w 1219200"/>
              <a:gd name="connsiteY5" fmla="*/ 0 h 1420397"/>
              <a:gd name="connsiteX6" fmla="*/ 1219200 w 1219200"/>
              <a:gd name="connsiteY6" fmla="*/ 609600 h 1420397"/>
              <a:gd name="connsiteX7" fmla="*/ 846884 w 1219200"/>
              <a:gd name="connsiteY7" fmla="*/ 1171295 h 1420397"/>
              <a:gd name="connsiteX8" fmla="*/ 757085 w 1219200"/>
              <a:gd name="connsiteY8" fmla="*/ 1199170 h 1420397"/>
              <a:gd name="connsiteX9" fmla="*/ 609600 w 1219200"/>
              <a:gd name="connsiteY9" fmla="*/ 1420397 h 1420397"/>
              <a:gd name="connsiteX10" fmla="*/ 462115 w 1219200"/>
              <a:gd name="connsiteY10" fmla="*/ 1199170 h 1420397"/>
              <a:gd name="connsiteX11" fmla="*/ 372316 w 1219200"/>
              <a:gd name="connsiteY11" fmla="*/ 1171295 h 1420397"/>
              <a:gd name="connsiteX12" fmla="*/ 0 w 1219200"/>
              <a:gd name="connsiteY12" fmla="*/ 609600 h 1420397"/>
              <a:gd name="connsiteX13" fmla="*/ 609600 w 1219200"/>
              <a:gd name="connsiteY13" fmla="*/ 0 h 142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 h="1420397">
                <a:moveTo>
                  <a:pt x="609600" y="167738"/>
                </a:moveTo>
                <a:cubicBezTo>
                  <a:pt x="365566" y="167738"/>
                  <a:pt x="167738" y="365566"/>
                  <a:pt x="167738" y="609600"/>
                </a:cubicBezTo>
                <a:cubicBezTo>
                  <a:pt x="167738" y="853634"/>
                  <a:pt x="365566" y="1051462"/>
                  <a:pt x="609600" y="1051462"/>
                </a:cubicBezTo>
                <a:cubicBezTo>
                  <a:pt x="853634" y="1051462"/>
                  <a:pt x="1051462" y="853634"/>
                  <a:pt x="1051462" y="609600"/>
                </a:cubicBezTo>
                <a:cubicBezTo>
                  <a:pt x="1051462" y="365566"/>
                  <a:pt x="853634" y="167738"/>
                  <a:pt x="609600" y="167738"/>
                </a:cubicBezTo>
                <a:close/>
                <a:moveTo>
                  <a:pt x="609600" y="0"/>
                </a:moveTo>
                <a:cubicBezTo>
                  <a:pt x="946273" y="0"/>
                  <a:pt x="1219200" y="272927"/>
                  <a:pt x="1219200" y="609600"/>
                </a:cubicBezTo>
                <a:cubicBezTo>
                  <a:pt x="1219200" y="862105"/>
                  <a:pt x="1065679" y="1078752"/>
                  <a:pt x="846884" y="1171295"/>
                </a:cubicBezTo>
                <a:lnTo>
                  <a:pt x="757085" y="1199170"/>
                </a:lnTo>
                <a:lnTo>
                  <a:pt x="609600" y="1420397"/>
                </a:lnTo>
                <a:lnTo>
                  <a:pt x="462115" y="1199170"/>
                </a:lnTo>
                <a:lnTo>
                  <a:pt x="372316" y="1171295"/>
                </a:lnTo>
                <a:cubicBezTo>
                  <a:pt x="153522" y="1078752"/>
                  <a:pt x="0" y="862105"/>
                  <a:pt x="0" y="609600"/>
                </a:cubicBezTo>
                <a:cubicBezTo>
                  <a:pt x="0" y="272927"/>
                  <a:pt x="272927" y="0"/>
                  <a:pt x="609600" y="0"/>
                </a:cubicBezTo>
                <a:close/>
              </a:path>
            </a:pathLst>
          </a:custGeom>
          <a:solidFill>
            <a:schemeClr val="accent4">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100" dirty="0">
              <a:solidFill>
                <a:schemeClr val="tx1"/>
              </a:solidFill>
              <a:latin typeface="Calibri" panose="020F0502020204030204"/>
            </a:endParaRPr>
          </a:p>
        </p:txBody>
      </p:sp>
      <p:sp>
        <p:nvSpPr>
          <p:cNvPr id="51" name="Oval 50"/>
          <p:cNvSpPr/>
          <p:nvPr/>
        </p:nvSpPr>
        <p:spPr>
          <a:xfrm>
            <a:off x="5842923" y="998062"/>
            <a:ext cx="782997" cy="893341"/>
          </a:xfrm>
          <a:prstGeom prst="ellipse">
            <a:avLst/>
          </a:prstGeom>
          <a:solidFill>
            <a:schemeClr val="bg1">
              <a:lumMod val="95000"/>
            </a:schemeClr>
          </a:solidFill>
          <a:ln>
            <a:noFill/>
          </a:ln>
          <a:effectLst>
            <a:innerShdw blurRad="38100" dist="50800" dir="10800000">
              <a:prstClr val="black">
                <a:alpha val="2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Arial" panose="020B0604020202020204" pitchFamily="34" charset="0"/>
              <a:cs typeface="Arial" panose="020B0604020202020204" pitchFamily="34" charset="0"/>
            </a:endParaRPr>
          </a:p>
        </p:txBody>
      </p:sp>
      <p:sp>
        <p:nvSpPr>
          <p:cNvPr id="14" name="TextBox 13"/>
          <p:cNvSpPr txBox="1"/>
          <p:nvPr/>
        </p:nvSpPr>
        <p:spPr>
          <a:xfrm>
            <a:off x="2416919" y="1111639"/>
            <a:ext cx="511590" cy="523220"/>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1</a:t>
            </a:r>
          </a:p>
        </p:txBody>
      </p:sp>
      <p:sp>
        <p:nvSpPr>
          <p:cNvPr id="92" name="TextBox 91"/>
          <p:cNvSpPr txBox="1"/>
          <p:nvPr/>
        </p:nvSpPr>
        <p:spPr>
          <a:xfrm>
            <a:off x="4198630" y="1109049"/>
            <a:ext cx="511590" cy="523220"/>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2</a:t>
            </a:r>
          </a:p>
        </p:txBody>
      </p:sp>
      <p:sp>
        <p:nvSpPr>
          <p:cNvPr id="93" name="TextBox 92"/>
          <p:cNvSpPr txBox="1"/>
          <p:nvPr/>
        </p:nvSpPr>
        <p:spPr>
          <a:xfrm>
            <a:off x="5982900" y="1109048"/>
            <a:ext cx="511590" cy="523220"/>
          </a:xfrm>
          <a:prstGeom prst="rect">
            <a:avLst/>
          </a:prstGeom>
          <a:noFill/>
        </p:spPr>
        <p:txBody>
          <a:bodyPr wrap="square" rtlCol="0">
            <a:spAutoFit/>
          </a:bodyPr>
          <a:lstStyle/>
          <a:p>
            <a:pPr algn="ctr"/>
            <a:r>
              <a:rPr lang="en-US" sz="2800" dirty="0">
                <a:solidFill>
                  <a:schemeClr val="accent4">
                    <a:lumMod val="50000"/>
                  </a:schemeClr>
                </a:solidFill>
                <a:latin typeface="Arial" panose="020B0604020202020204" pitchFamily="34" charset="0"/>
                <a:cs typeface="Arial" panose="020B0604020202020204" pitchFamily="34" charset="0"/>
              </a:rPr>
              <a:t>3</a:t>
            </a:r>
          </a:p>
        </p:txBody>
      </p:sp>
      <p:sp>
        <p:nvSpPr>
          <p:cNvPr id="95" name="TextBox 94"/>
          <p:cNvSpPr txBox="1"/>
          <p:nvPr/>
        </p:nvSpPr>
        <p:spPr>
          <a:xfrm>
            <a:off x="5341562" y="2241178"/>
            <a:ext cx="1942896" cy="923330"/>
          </a:xfrm>
          <a:prstGeom prst="rect">
            <a:avLst/>
          </a:prstGeom>
          <a:noFill/>
        </p:spPr>
        <p:txBody>
          <a:bodyPr wrap="square" rtlCol="0">
            <a:spAutoFit/>
          </a:bodyPr>
          <a:lstStyle/>
          <a:p>
            <a:pPr algn="ctr" defTabSz="685800">
              <a:defRPr/>
            </a:pPr>
            <a:r>
              <a:rPr lang="en-US" b="1" i="1" dirty="0">
                <a:latin typeface="Arial" panose="020B0604020202020204" pitchFamily="34" charset="0"/>
                <a:ea typeface="Verdana" panose="020B0604030504040204" pitchFamily="34" charset="0"/>
                <a:cs typeface="Arial" panose="020B0604020202020204" pitchFamily="34" charset="0"/>
              </a:rPr>
              <a:t>Continuous Monitoring and Adaptation</a:t>
            </a:r>
          </a:p>
        </p:txBody>
      </p:sp>
      <p:sp>
        <p:nvSpPr>
          <p:cNvPr id="32" name="TextBox 31">
            <a:extLst>
              <a:ext uri="{FF2B5EF4-FFF2-40B4-BE49-F238E27FC236}">
                <a16:creationId xmlns:a16="http://schemas.microsoft.com/office/drawing/2014/main" id="{6A03C164-A286-46B8-9C7E-6A70784A72E0}"/>
              </a:ext>
            </a:extLst>
          </p:cNvPr>
          <p:cNvSpPr txBox="1"/>
          <p:nvPr/>
        </p:nvSpPr>
        <p:spPr>
          <a:xfrm>
            <a:off x="1285016" y="3275502"/>
            <a:ext cx="2027573" cy="1815882"/>
          </a:xfrm>
          <a:prstGeom prst="rect">
            <a:avLst/>
          </a:prstGeom>
          <a:noFill/>
        </p:spPr>
        <p:txBody>
          <a:bodyPr wrap="square" rtlCol="0">
            <a:spAutoFit/>
          </a:bodyPr>
          <a:lstStyle/>
          <a:p>
            <a:pPr defTabSz="685800">
              <a:defRPr/>
            </a:pPr>
            <a:r>
              <a:rPr lang="en-US" sz="1600" b="1" i="1" dirty="0">
                <a:latin typeface="Arial" panose="020B0604020202020204" pitchFamily="34" charset="0"/>
                <a:ea typeface="Verdana" panose="020B0604030504040204" pitchFamily="34" charset="0"/>
                <a:cs typeface="Arial" panose="020B0604020202020204" pitchFamily="34" charset="0"/>
              </a:rPr>
              <a:t>Systems must analyze transactions instantly to minimize losses and enhance user trust.</a:t>
            </a:r>
          </a:p>
        </p:txBody>
      </p:sp>
      <p:sp>
        <p:nvSpPr>
          <p:cNvPr id="33" name="TextBox 32">
            <a:extLst>
              <a:ext uri="{FF2B5EF4-FFF2-40B4-BE49-F238E27FC236}">
                <a16:creationId xmlns:a16="http://schemas.microsoft.com/office/drawing/2014/main" id="{57EBD1C9-4123-4123-8F5A-01E0F35AE2BF}"/>
              </a:ext>
            </a:extLst>
          </p:cNvPr>
          <p:cNvSpPr txBox="1"/>
          <p:nvPr/>
        </p:nvSpPr>
        <p:spPr>
          <a:xfrm>
            <a:off x="3581563" y="3275502"/>
            <a:ext cx="1766277" cy="1600438"/>
          </a:xfrm>
          <a:prstGeom prst="rect">
            <a:avLst/>
          </a:prstGeom>
          <a:noFill/>
        </p:spPr>
        <p:txBody>
          <a:bodyPr wrap="square" rtlCol="0">
            <a:spAutoFit/>
          </a:bodyPr>
          <a:lstStyle/>
          <a:p>
            <a:pPr defTabSz="685800">
              <a:defRPr/>
            </a:pPr>
            <a:r>
              <a:rPr lang="en-US" sz="1400" b="1" i="1" dirty="0">
                <a:latin typeface="Arial" panose="020B0604020202020204" pitchFamily="34" charset="0"/>
                <a:ea typeface="Verdana" panose="020B0604030504040204" pitchFamily="34" charset="0"/>
                <a:cs typeface="Arial" panose="020B0604020202020204" pitchFamily="34" charset="0"/>
              </a:rPr>
              <a:t>Advanced AI algorithms can significantly improve detection accuracy and adapt to new fraud patterns.</a:t>
            </a:r>
          </a:p>
        </p:txBody>
      </p:sp>
      <p:sp>
        <p:nvSpPr>
          <p:cNvPr id="34" name="TextBox 33">
            <a:extLst>
              <a:ext uri="{FF2B5EF4-FFF2-40B4-BE49-F238E27FC236}">
                <a16:creationId xmlns:a16="http://schemas.microsoft.com/office/drawing/2014/main" id="{E8B402EB-06D4-49B6-9578-14398BA46F6B}"/>
              </a:ext>
            </a:extLst>
          </p:cNvPr>
          <p:cNvSpPr txBox="1"/>
          <p:nvPr/>
        </p:nvSpPr>
        <p:spPr>
          <a:xfrm>
            <a:off x="5439519" y="3247264"/>
            <a:ext cx="1832318" cy="1384995"/>
          </a:xfrm>
          <a:prstGeom prst="rect">
            <a:avLst/>
          </a:prstGeom>
          <a:noFill/>
        </p:spPr>
        <p:txBody>
          <a:bodyPr wrap="square" rtlCol="0">
            <a:spAutoFit/>
          </a:bodyPr>
          <a:lstStyle/>
          <a:p>
            <a:pPr defTabSz="685800">
              <a:defRPr/>
            </a:pPr>
            <a:r>
              <a:rPr lang="en-US" sz="1400" b="1" i="1" dirty="0">
                <a:latin typeface="Arial" panose="020B0604020202020204" pitchFamily="34" charset="0"/>
                <a:ea typeface="Verdana" panose="020B0604030504040204" pitchFamily="34" charset="0"/>
                <a:cs typeface="Arial" panose="020B0604020202020204" pitchFamily="34" charset="0"/>
              </a:rPr>
              <a:t>The necessity for ongoing analysis and model retraining to keep up with evolving tactics.</a:t>
            </a:r>
          </a:p>
        </p:txBody>
      </p:sp>
      <p:sp>
        <p:nvSpPr>
          <p:cNvPr id="30" name="TextBox 29">
            <a:extLst>
              <a:ext uri="{FF2B5EF4-FFF2-40B4-BE49-F238E27FC236}">
                <a16:creationId xmlns:a16="http://schemas.microsoft.com/office/drawing/2014/main" id="{C7661B4E-8581-4665-AC90-E0A467F67351}"/>
              </a:ext>
            </a:extLst>
          </p:cNvPr>
          <p:cNvSpPr txBox="1"/>
          <p:nvPr/>
        </p:nvSpPr>
        <p:spPr>
          <a:xfrm>
            <a:off x="3921338" y="216668"/>
            <a:ext cx="5626880" cy="461665"/>
          </a:xfrm>
          <a:prstGeom prst="rect">
            <a:avLst/>
          </a:prstGeom>
          <a:noFill/>
        </p:spPr>
        <p:txBody>
          <a:bodyPr wrap="square" rtlCol="0">
            <a:spAutoFit/>
          </a:bodyPr>
          <a:lstStyle/>
          <a:p>
            <a:r>
              <a:rPr lang="en-US" sz="2400" b="1" dirty="0">
                <a:solidFill>
                  <a:schemeClr val="accent1">
                    <a:lumMod val="50000"/>
                  </a:schemeClr>
                </a:solidFill>
                <a:latin typeface="Arial" panose="020B0604020202020204" pitchFamily="34" charset="0"/>
                <a:cs typeface="Arial" panose="020B0604020202020204" pitchFamily="34" charset="0"/>
              </a:rPr>
              <a:t>Prevention Measures</a:t>
            </a:r>
          </a:p>
        </p:txBody>
      </p:sp>
      <p:sp>
        <p:nvSpPr>
          <p:cNvPr id="31" name="Rectangle 30">
            <a:extLst>
              <a:ext uri="{FF2B5EF4-FFF2-40B4-BE49-F238E27FC236}">
                <a16:creationId xmlns:a16="http://schemas.microsoft.com/office/drawing/2014/main" id="{D83CCA2F-2375-4CBA-8604-66645914856B}"/>
              </a:ext>
            </a:extLst>
          </p:cNvPr>
          <p:cNvSpPr/>
          <p:nvPr/>
        </p:nvSpPr>
        <p:spPr>
          <a:xfrm>
            <a:off x="-650" y="6422995"/>
            <a:ext cx="12192650" cy="218337"/>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6" name="Rectangle 35">
            <a:extLst>
              <a:ext uri="{FF2B5EF4-FFF2-40B4-BE49-F238E27FC236}">
                <a16:creationId xmlns:a16="http://schemas.microsoft.com/office/drawing/2014/main" id="{B21C1D91-6A6A-4E96-BD05-3D2704525F89}"/>
              </a:ext>
            </a:extLst>
          </p:cNvPr>
          <p:cNvSpPr/>
          <p:nvPr/>
        </p:nvSpPr>
        <p:spPr>
          <a:xfrm rot="16200000">
            <a:off x="-3213100" y="3326786"/>
            <a:ext cx="6876000"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37" name="Picture 36">
            <a:extLst>
              <a:ext uri="{FF2B5EF4-FFF2-40B4-BE49-F238E27FC236}">
                <a16:creationId xmlns:a16="http://schemas.microsoft.com/office/drawing/2014/main" id="{81E9604F-9F85-4927-B71F-4D0ECF0F777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Tree>
    <p:extLst>
      <p:ext uri="{BB962C8B-B14F-4D97-AF65-F5344CB8AC3E}">
        <p14:creationId xmlns:p14="http://schemas.microsoft.com/office/powerpoint/2010/main" val="2731742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1000" fill="hold"/>
                                        <p:tgtEl>
                                          <p:spTgt spid="53"/>
                                        </p:tgtEl>
                                        <p:attrNameLst>
                                          <p:attrName>ppt_x</p:attrName>
                                        </p:attrNameLst>
                                      </p:cBhvr>
                                      <p:tavLst>
                                        <p:tav tm="0">
                                          <p:val>
                                            <p:strVal val="#ppt_x"/>
                                          </p:val>
                                        </p:tav>
                                        <p:tav tm="100000">
                                          <p:val>
                                            <p:strVal val="#ppt_x"/>
                                          </p:val>
                                        </p:tav>
                                      </p:tavLst>
                                    </p:anim>
                                    <p:anim calcmode="lin" valueType="num">
                                      <p:cBhvr additive="base">
                                        <p:cTn id="8" dur="10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1000" fill="hold"/>
                                        <p:tgtEl>
                                          <p:spTgt spid="49"/>
                                        </p:tgtEl>
                                        <p:attrNameLst>
                                          <p:attrName>ppt_x</p:attrName>
                                        </p:attrNameLst>
                                      </p:cBhvr>
                                      <p:tavLst>
                                        <p:tav tm="0">
                                          <p:val>
                                            <p:strVal val="#ppt_x"/>
                                          </p:val>
                                        </p:tav>
                                        <p:tav tm="100000">
                                          <p:val>
                                            <p:strVal val="#ppt_x"/>
                                          </p:val>
                                        </p:tav>
                                      </p:tavLst>
                                    </p:anim>
                                    <p:anim calcmode="lin" valueType="num">
                                      <p:cBhvr additive="base">
                                        <p:cTn id="12" dur="1000" fill="hold"/>
                                        <p:tgtEl>
                                          <p:spTgt spid="4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anim calcmode="lin" valueType="num">
                                      <p:cBhvr additive="base">
                                        <p:cTn id="15" dur="1000" fill="hold"/>
                                        <p:tgtEl>
                                          <p:spTgt spid="51"/>
                                        </p:tgtEl>
                                        <p:attrNameLst>
                                          <p:attrName>ppt_x</p:attrName>
                                        </p:attrNameLst>
                                      </p:cBhvr>
                                      <p:tavLst>
                                        <p:tav tm="0">
                                          <p:val>
                                            <p:strVal val="#ppt_x"/>
                                          </p:val>
                                        </p:tav>
                                        <p:tav tm="100000">
                                          <p:val>
                                            <p:strVal val="#ppt_x"/>
                                          </p:val>
                                        </p:tav>
                                      </p:tavLst>
                                    </p:anim>
                                    <p:anim calcmode="lin" valueType="num">
                                      <p:cBhvr additive="base">
                                        <p:cTn id="16" dur="1000" fill="hold"/>
                                        <p:tgtEl>
                                          <p:spTgt spid="5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3"/>
                                        </p:tgtEl>
                                        <p:attrNameLst>
                                          <p:attrName>style.visibility</p:attrName>
                                        </p:attrNameLst>
                                      </p:cBhvr>
                                      <p:to>
                                        <p:strVal val="visible"/>
                                      </p:to>
                                    </p:set>
                                    <p:anim calcmode="lin" valueType="num">
                                      <p:cBhvr additive="base">
                                        <p:cTn id="19" dur="1000" fill="hold"/>
                                        <p:tgtEl>
                                          <p:spTgt spid="93"/>
                                        </p:tgtEl>
                                        <p:attrNameLst>
                                          <p:attrName>ppt_x</p:attrName>
                                        </p:attrNameLst>
                                      </p:cBhvr>
                                      <p:tavLst>
                                        <p:tav tm="0">
                                          <p:val>
                                            <p:strVal val="#ppt_x"/>
                                          </p:val>
                                        </p:tav>
                                        <p:tav tm="100000">
                                          <p:val>
                                            <p:strVal val="#ppt_x"/>
                                          </p:val>
                                        </p:tav>
                                      </p:tavLst>
                                    </p:anim>
                                    <p:anim calcmode="lin" valueType="num">
                                      <p:cBhvr additive="base">
                                        <p:cTn id="20" dur="1000" fill="hold"/>
                                        <p:tgtEl>
                                          <p:spTgt spid="9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5"/>
                                        </p:tgtEl>
                                        <p:attrNameLst>
                                          <p:attrName>style.visibility</p:attrName>
                                        </p:attrNameLst>
                                      </p:cBhvr>
                                      <p:to>
                                        <p:strVal val="visible"/>
                                      </p:to>
                                    </p:set>
                                    <p:anim calcmode="lin" valueType="num">
                                      <p:cBhvr additive="base">
                                        <p:cTn id="23" dur="1000" fill="hold"/>
                                        <p:tgtEl>
                                          <p:spTgt spid="95"/>
                                        </p:tgtEl>
                                        <p:attrNameLst>
                                          <p:attrName>ppt_x</p:attrName>
                                        </p:attrNameLst>
                                      </p:cBhvr>
                                      <p:tavLst>
                                        <p:tav tm="0">
                                          <p:val>
                                            <p:strVal val="#ppt_x"/>
                                          </p:val>
                                        </p:tav>
                                        <p:tav tm="100000">
                                          <p:val>
                                            <p:strVal val="#ppt_x"/>
                                          </p:val>
                                        </p:tav>
                                      </p:tavLst>
                                    </p:anim>
                                    <p:anim calcmode="lin" valueType="num">
                                      <p:cBhvr additive="base">
                                        <p:cTn id="24" dur="1000" fill="hold"/>
                                        <p:tgtEl>
                                          <p:spTgt spid="9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additive="base">
                                        <p:cTn id="27" dur="1000" fill="hold"/>
                                        <p:tgtEl>
                                          <p:spTgt spid="34"/>
                                        </p:tgtEl>
                                        <p:attrNameLst>
                                          <p:attrName>ppt_x</p:attrName>
                                        </p:attrNameLst>
                                      </p:cBhvr>
                                      <p:tavLst>
                                        <p:tav tm="0">
                                          <p:val>
                                            <p:strVal val="#ppt_x"/>
                                          </p:val>
                                        </p:tav>
                                        <p:tav tm="100000">
                                          <p:val>
                                            <p:strVal val="#ppt_x"/>
                                          </p:val>
                                        </p:tav>
                                      </p:tavLst>
                                    </p:anim>
                                    <p:anim calcmode="lin" valueType="num">
                                      <p:cBhvr additive="base">
                                        <p:cTn id="28" dur="10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49" grpId="0" animBg="1"/>
      <p:bldP spid="51" grpId="0" animBg="1"/>
      <p:bldP spid="93" grpId="0"/>
      <p:bldP spid="95" grpId="0"/>
      <p:bldP spid="3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extBox 10"/>
          <p:cNvSpPr txBox="1"/>
          <p:nvPr/>
        </p:nvSpPr>
        <p:spPr>
          <a:xfrm>
            <a:off x="8115818" y="2136993"/>
            <a:ext cx="571079" cy="307777"/>
          </a:xfrm>
          <a:prstGeom prst="rect">
            <a:avLst/>
          </a:prstGeom>
          <a:noFill/>
        </p:spPr>
        <p:txBody>
          <a:bodyPr wrap="square" rtlCol="0">
            <a:spAutoFit/>
          </a:bodyPr>
          <a:lstStyle/>
          <a:p>
            <a:endParaRPr lang="en-US" sz="1400" dirty="0">
              <a:latin typeface="Arial" panose="020B0604020202020204" pitchFamily="34" charset="0"/>
              <a:cs typeface="Arial" panose="020B0604020202020204" pitchFamily="34" charset="0"/>
            </a:endParaRPr>
          </a:p>
        </p:txBody>
      </p:sp>
      <p:grpSp>
        <p:nvGrpSpPr>
          <p:cNvPr id="84" name="Group 83"/>
          <p:cNvGrpSpPr/>
          <p:nvPr/>
        </p:nvGrpSpPr>
        <p:grpSpPr>
          <a:xfrm>
            <a:off x="1267971" y="2223741"/>
            <a:ext cx="2221173" cy="3471666"/>
            <a:chOff x="659692" y="3528838"/>
            <a:chExt cx="2518483" cy="4119192"/>
          </a:xfrm>
        </p:grpSpPr>
        <p:sp>
          <p:nvSpPr>
            <p:cNvPr id="88" name="Rounded Rectangle 2"/>
            <p:cNvSpPr/>
            <p:nvPr/>
          </p:nvSpPr>
          <p:spPr>
            <a:xfrm>
              <a:off x="685800" y="3528838"/>
              <a:ext cx="2492375" cy="4119192"/>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rgbClr val="FB771E"/>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sp>
          <p:nvSpPr>
            <p:cNvPr id="90" name="TextBox 89"/>
            <p:cNvSpPr txBox="1"/>
            <p:nvPr/>
          </p:nvSpPr>
          <p:spPr>
            <a:xfrm>
              <a:off x="659692" y="3549527"/>
              <a:ext cx="2298969" cy="1095547"/>
            </a:xfrm>
            <a:prstGeom prst="rect">
              <a:avLst/>
            </a:prstGeom>
            <a:noFill/>
          </p:spPr>
          <p:txBody>
            <a:bodyPr wrap="square" rtlCol="0">
              <a:spAutoFit/>
            </a:bodyPr>
            <a:lstStyle/>
            <a:p>
              <a:pPr algn="ctr" defTabSz="685800">
                <a:defRPr/>
              </a:pPr>
              <a:r>
                <a:rPr lang="en-US" b="1" i="1" dirty="0">
                  <a:latin typeface="Arial" panose="020B0604020202020204" pitchFamily="34" charset="0"/>
                  <a:ea typeface="Verdana" panose="020B0604030504040204" pitchFamily="34" charset="0"/>
                  <a:cs typeface="Arial" panose="020B0604020202020204" pitchFamily="34" charset="0"/>
                </a:rPr>
                <a:t>Importance of Real-Time Detection</a:t>
              </a:r>
            </a:p>
          </p:txBody>
        </p:sp>
      </p:grpSp>
      <p:grpSp>
        <p:nvGrpSpPr>
          <p:cNvPr id="85" name="Group 84"/>
          <p:cNvGrpSpPr/>
          <p:nvPr/>
        </p:nvGrpSpPr>
        <p:grpSpPr>
          <a:xfrm>
            <a:off x="2107941" y="827759"/>
            <a:ext cx="1065339" cy="1410160"/>
            <a:chOff x="1466850" y="1925222"/>
            <a:chExt cx="1219200" cy="1420397"/>
          </a:xfrm>
        </p:grpSpPr>
        <p:sp>
          <p:nvSpPr>
            <p:cNvPr id="86" name="Freeform 85"/>
            <p:cNvSpPr/>
            <p:nvPr/>
          </p:nvSpPr>
          <p:spPr>
            <a:xfrm>
              <a:off x="1466850" y="1925222"/>
              <a:ext cx="1219200" cy="1420397"/>
            </a:xfrm>
            <a:custGeom>
              <a:avLst/>
              <a:gdLst>
                <a:gd name="connsiteX0" fmla="*/ 609600 w 1219200"/>
                <a:gd name="connsiteY0" fmla="*/ 167738 h 1420397"/>
                <a:gd name="connsiteX1" fmla="*/ 167738 w 1219200"/>
                <a:gd name="connsiteY1" fmla="*/ 609600 h 1420397"/>
                <a:gd name="connsiteX2" fmla="*/ 609600 w 1219200"/>
                <a:gd name="connsiteY2" fmla="*/ 1051462 h 1420397"/>
                <a:gd name="connsiteX3" fmla="*/ 1051462 w 1219200"/>
                <a:gd name="connsiteY3" fmla="*/ 609600 h 1420397"/>
                <a:gd name="connsiteX4" fmla="*/ 609600 w 1219200"/>
                <a:gd name="connsiteY4" fmla="*/ 167738 h 1420397"/>
                <a:gd name="connsiteX5" fmla="*/ 609600 w 1219200"/>
                <a:gd name="connsiteY5" fmla="*/ 0 h 1420397"/>
                <a:gd name="connsiteX6" fmla="*/ 1219200 w 1219200"/>
                <a:gd name="connsiteY6" fmla="*/ 609600 h 1420397"/>
                <a:gd name="connsiteX7" fmla="*/ 846884 w 1219200"/>
                <a:gd name="connsiteY7" fmla="*/ 1171295 h 1420397"/>
                <a:gd name="connsiteX8" fmla="*/ 757085 w 1219200"/>
                <a:gd name="connsiteY8" fmla="*/ 1199170 h 1420397"/>
                <a:gd name="connsiteX9" fmla="*/ 609600 w 1219200"/>
                <a:gd name="connsiteY9" fmla="*/ 1420397 h 1420397"/>
                <a:gd name="connsiteX10" fmla="*/ 462115 w 1219200"/>
                <a:gd name="connsiteY10" fmla="*/ 1199170 h 1420397"/>
                <a:gd name="connsiteX11" fmla="*/ 372316 w 1219200"/>
                <a:gd name="connsiteY11" fmla="*/ 1171295 h 1420397"/>
                <a:gd name="connsiteX12" fmla="*/ 0 w 1219200"/>
                <a:gd name="connsiteY12" fmla="*/ 609600 h 1420397"/>
                <a:gd name="connsiteX13" fmla="*/ 609600 w 1219200"/>
                <a:gd name="connsiteY13" fmla="*/ 0 h 142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 h="1420397">
                  <a:moveTo>
                    <a:pt x="609600" y="167738"/>
                  </a:moveTo>
                  <a:cubicBezTo>
                    <a:pt x="365566" y="167738"/>
                    <a:pt x="167738" y="365566"/>
                    <a:pt x="167738" y="609600"/>
                  </a:cubicBezTo>
                  <a:cubicBezTo>
                    <a:pt x="167738" y="853634"/>
                    <a:pt x="365566" y="1051462"/>
                    <a:pt x="609600" y="1051462"/>
                  </a:cubicBezTo>
                  <a:cubicBezTo>
                    <a:pt x="853634" y="1051462"/>
                    <a:pt x="1051462" y="853634"/>
                    <a:pt x="1051462" y="609600"/>
                  </a:cubicBezTo>
                  <a:cubicBezTo>
                    <a:pt x="1051462" y="365566"/>
                    <a:pt x="853634" y="167738"/>
                    <a:pt x="609600" y="167738"/>
                  </a:cubicBezTo>
                  <a:close/>
                  <a:moveTo>
                    <a:pt x="609600" y="0"/>
                  </a:moveTo>
                  <a:cubicBezTo>
                    <a:pt x="946273" y="0"/>
                    <a:pt x="1219200" y="272927"/>
                    <a:pt x="1219200" y="609600"/>
                  </a:cubicBezTo>
                  <a:cubicBezTo>
                    <a:pt x="1219200" y="862105"/>
                    <a:pt x="1065679" y="1078752"/>
                    <a:pt x="846884" y="1171295"/>
                  </a:cubicBezTo>
                  <a:lnTo>
                    <a:pt x="757085" y="1199170"/>
                  </a:lnTo>
                  <a:lnTo>
                    <a:pt x="609600" y="1420397"/>
                  </a:lnTo>
                  <a:lnTo>
                    <a:pt x="462115" y="1199170"/>
                  </a:lnTo>
                  <a:lnTo>
                    <a:pt x="372316" y="1171295"/>
                  </a:lnTo>
                  <a:cubicBezTo>
                    <a:pt x="153522" y="1078752"/>
                    <a:pt x="0" y="862105"/>
                    <a:pt x="0" y="609600"/>
                  </a:cubicBezTo>
                  <a:cubicBezTo>
                    <a:pt x="0" y="272927"/>
                    <a:pt x="272927" y="0"/>
                    <a:pt x="609600" y="0"/>
                  </a:cubicBezTo>
                  <a:close/>
                </a:path>
              </a:pathLst>
            </a:custGeom>
            <a:gradFill flip="none" rotWithShape="1">
              <a:gsLst>
                <a:gs pos="0">
                  <a:srgbClr val="FB771E"/>
                </a:gs>
                <a:gs pos="100000">
                  <a:srgbClr val="DA5B04"/>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100" dirty="0">
                <a:solidFill>
                  <a:schemeClr val="tx1"/>
                </a:solidFill>
                <a:latin typeface="Calibri" panose="020F0502020204030204"/>
              </a:endParaRPr>
            </a:p>
          </p:txBody>
        </p:sp>
        <p:sp>
          <p:nvSpPr>
            <p:cNvPr id="87" name="Oval 86"/>
            <p:cNvSpPr/>
            <p:nvPr/>
          </p:nvSpPr>
          <p:spPr>
            <a:xfrm>
              <a:off x="1628410" y="2086783"/>
              <a:ext cx="896081" cy="896080"/>
            </a:xfrm>
            <a:prstGeom prst="ellipse">
              <a:avLst/>
            </a:prstGeom>
            <a:solidFill>
              <a:schemeClr val="bg1">
                <a:lumMod val="95000"/>
              </a:schemeClr>
            </a:solidFill>
            <a:ln>
              <a:noFill/>
            </a:ln>
            <a:effectLst>
              <a:innerShdw blurRad="38100" dist="50800" dir="10800000">
                <a:prstClr val="black">
                  <a:alpha val="2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grpSp>
      <p:sp>
        <p:nvSpPr>
          <p:cNvPr id="80" name="Rounded Rectangle 2"/>
          <p:cNvSpPr/>
          <p:nvPr/>
        </p:nvSpPr>
        <p:spPr>
          <a:xfrm>
            <a:off x="3619583" y="2187564"/>
            <a:ext cx="1613311" cy="3507841"/>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chemeClr val="tx2">
                <a:lumMod val="50000"/>
              </a:schemeClr>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sp>
        <p:nvSpPr>
          <p:cNvPr id="82" name="TextBox 81"/>
          <p:cNvSpPr txBox="1"/>
          <p:nvPr/>
        </p:nvSpPr>
        <p:spPr>
          <a:xfrm>
            <a:off x="3581562" y="2290424"/>
            <a:ext cx="1766277" cy="646331"/>
          </a:xfrm>
          <a:prstGeom prst="rect">
            <a:avLst/>
          </a:prstGeom>
          <a:noFill/>
        </p:spPr>
        <p:txBody>
          <a:bodyPr wrap="square" rtlCol="0">
            <a:spAutoFit/>
          </a:bodyPr>
          <a:lstStyle/>
          <a:p>
            <a:pPr algn="ctr" defTabSz="685800">
              <a:defRPr/>
            </a:pPr>
            <a:r>
              <a:rPr lang="en-US" b="1" i="1" dirty="0">
                <a:latin typeface="Arial" panose="020B0604020202020204" pitchFamily="34" charset="0"/>
                <a:ea typeface="Verdana" panose="020B0604030504040204" pitchFamily="34" charset="0"/>
                <a:cs typeface="Arial" panose="020B0604020202020204" pitchFamily="34" charset="0"/>
              </a:rPr>
              <a:t>Integration of AI</a:t>
            </a:r>
          </a:p>
        </p:txBody>
      </p:sp>
      <p:sp>
        <p:nvSpPr>
          <p:cNvPr id="79" name="Freeform 78"/>
          <p:cNvSpPr/>
          <p:nvPr/>
        </p:nvSpPr>
        <p:spPr>
          <a:xfrm>
            <a:off x="3921755" y="827759"/>
            <a:ext cx="1065340" cy="1331565"/>
          </a:xfrm>
          <a:custGeom>
            <a:avLst/>
            <a:gdLst>
              <a:gd name="connsiteX0" fmla="*/ 609600 w 1219200"/>
              <a:gd name="connsiteY0" fmla="*/ 167738 h 1420397"/>
              <a:gd name="connsiteX1" fmla="*/ 167738 w 1219200"/>
              <a:gd name="connsiteY1" fmla="*/ 609600 h 1420397"/>
              <a:gd name="connsiteX2" fmla="*/ 609600 w 1219200"/>
              <a:gd name="connsiteY2" fmla="*/ 1051462 h 1420397"/>
              <a:gd name="connsiteX3" fmla="*/ 1051462 w 1219200"/>
              <a:gd name="connsiteY3" fmla="*/ 609600 h 1420397"/>
              <a:gd name="connsiteX4" fmla="*/ 609600 w 1219200"/>
              <a:gd name="connsiteY4" fmla="*/ 167738 h 1420397"/>
              <a:gd name="connsiteX5" fmla="*/ 609600 w 1219200"/>
              <a:gd name="connsiteY5" fmla="*/ 0 h 1420397"/>
              <a:gd name="connsiteX6" fmla="*/ 1219200 w 1219200"/>
              <a:gd name="connsiteY6" fmla="*/ 609600 h 1420397"/>
              <a:gd name="connsiteX7" fmla="*/ 846884 w 1219200"/>
              <a:gd name="connsiteY7" fmla="*/ 1171295 h 1420397"/>
              <a:gd name="connsiteX8" fmla="*/ 757085 w 1219200"/>
              <a:gd name="connsiteY8" fmla="*/ 1199170 h 1420397"/>
              <a:gd name="connsiteX9" fmla="*/ 609600 w 1219200"/>
              <a:gd name="connsiteY9" fmla="*/ 1420397 h 1420397"/>
              <a:gd name="connsiteX10" fmla="*/ 462115 w 1219200"/>
              <a:gd name="connsiteY10" fmla="*/ 1199170 h 1420397"/>
              <a:gd name="connsiteX11" fmla="*/ 372316 w 1219200"/>
              <a:gd name="connsiteY11" fmla="*/ 1171295 h 1420397"/>
              <a:gd name="connsiteX12" fmla="*/ 0 w 1219200"/>
              <a:gd name="connsiteY12" fmla="*/ 609600 h 1420397"/>
              <a:gd name="connsiteX13" fmla="*/ 609600 w 1219200"/>
              <a:gd name="connsiteY13" fmla="*/ 0 h 142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 h="1420397">
                <a:moveTo>
                  <a:pt x="609600" y="167738"/>
                </a:moveTo>
                <a:cubicBezTo>
                  <a:pt x="365566" y="167738"/>
                  <a:pt x="167738" y="365566"/>
                  <a:pt x="167738" y="609600"/>
                </a:cubicBezTo>
                <a:cubicBezTo>
                  <a:pt x="167738" y="853634"/>
                  <a:pt x="365566" y="1051462"/>
                  <a:pt x="609600" y="1051462"/>
                </a:cubicBezTo>
                <a:cubicBezTo>
                  <a:pt x="853634" y="1051462"/>
                  <a:pt x="1051462" y="853634"/>
                  <a:pt x="1051462" y="609600"/>
                </a:cubicBezTo>
                <a:cubicBezTo>
                  <a:pt x="1051462" y="365566"/>
                  <a:pt x="853634" y="167738"/>
                  <a:pt x="609600" y="167738"/>
                </a:cubicBezTo>
                <a:close/>
                <a:moveTo>
                  <a:pt x="609600" y="0"/>
                </a:moveTo>
                <a:cubicBezTo>
                  <a:pt x="946273" y="0"/>
                  <a:pt x="1219200" y="272927"/>
                  <a:pt x="1219200" y="609600"/>
                </a:cubicBezTo>
                <a:cubicBezTo>
                  <a:pt x="1219200" y="862105"/>
                  <a:pt x="1065679" y="1078752"/>
                  <a:pt x="846884" y="1171295"/>
                </a:cubicBezTo>
                <a:lnTo>
                  <a:pt x="757085" y="1199170"/>
                </a:lnTo>
                <a:lnTo>
                  <a:pt x="609600" y="1420397"/>
                </a:lnTo>
                <a:lnTo>
                  <a:pt x="462115" y="1199170"/>
                </a:lnTo>
                <a:lnTo>
                  <a:pt x="372316" y="1171295"/>
                </a:lnTo>
                <a:cubicBezTo>
                  <a:pt x="153522" y="1078752"/>
                  <a:pt x="0" y="862105"/>
                  <a:pt x="0" y="609600"/>
                </a:cubicBezTo>
                <a:cubicBezTo>
                  <a:pt x="0" y="272927"/>
                  <a:pt x="272927" y="0"/>
                  <a:pt x="609600" y="0"/>
                </a:cubicBez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100" dirty="0">
              <a:solidFill>
                <a:schemeClr val="tx1"/>
              </a:solidFill>
              <a:latin typeface="Calibri" panose="020F0502020204030204"/>
            </a:endParaRPr>
          </a:p>
        </p:txBody>
      </p:sp>
      <p:sp>
        <p:nvSpPr>
          <p:cNvPr id="74" name="Rounded Rectangle 2"/>
          <p:cNvSpPr/>
          <p:nvPr/>
        </p:nvSpPr>
        <p:spPr>
          <a:xfrm>
            <a:off x="7273785" y="2216812"/>
            <a:ext cx="1613310" cy="3489888"/>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rgbClr val="009BBA"/>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grpSp>
        <p:nvGrpSpPr>
          <p:cNvPr id="71" name="Group 70"/>
          <p:cNvGrpSpPr/>
          <p:nvPr/>
        </p:nvGrpSpPr>
        <p:grpSpPr>
          <a:xfrm>
            <a:off x="7545228" y="827759"/>
            <a:ext cx="1065339" cy="1410160"/>
            <a:chOff x="1480174" y="1925223"/>
            <a:chExt cx="1219200" cy="1420397"/>
          </a:xfrm>
        </p:grpSpPr>
        <p:sp>
          <p:nvSpPr>
            <p:cNvPr id="72" name="Freeform 71"/>
            <p:cNvSpPr/>
            <p:nvPr/>
          </p:nvSpPr>
          <p:spPr>
            <a:xfrm>
              <a:off x="1480174" y="1925223"/>
              <a:ext cx="1219200" cy="1420397"/>
            </a:xfrm>
            <a:custGeom>
              <a:avLst/>
              <a:gdLst>
                <a:gd name="connsiteX0" fmla="*/ 609600 w 1219200"/>
                <a:gd name="connsiteY0" fmla="*/ 167738 h 1420397"/>
                <a:gd name="connsiteX1" fmla="*/ 167738 w 1219200"/>
                <a:gd name="connsiteY1" fmla="*/ 609600 h 1420397"/>
                <a:gd name="connsiteX2" fmla="*/ 609600 w 1219200"/>
                <a:gd name="connsiteY2" fmla="*/ 1051462 h 1420397"/>
                <a:gd name="connsiteX3" fmla="*/ 1051462 w 1219200"/>
                <a:gd name="connsiteY3" fmla="*/ 609600 h 1420397"/>
                <a:gd name="connsiteX4" fmla="*/ 609600 w 1219200"/>
                <a:gd name="connsiteY4" fmla="*/ 167738 h 1420397"/>
                <a:gd name="connsiteX5" fmla="*/ 609600 w 1219200"/>
                <a:gd name="connsiteY5" fmla="*/ 0 h 1420397"/>
                <a:gd name="connsiteX6" fmla="*/ 1219200 w 1219200"/>
                <a:gd name="connsiteY6" fmla="*/ 609600 h 1420397"/>
                <a:gd name="connsiteX7" fmla="*/ 846884 w 1219200"/>
                <a:gd name="connsiteY7" fmla="*/ 1171295 h 1420397"/>
                <a:gd name="connsiteX8" fmla="*/ 757085 w 1219200"/>
                <a:gd name="connsiteY8" fmla="*/ 1199170 h 1420397"/>
                <a:gd name="connsiteX9" fmla="*/ 609600 w 1219200"/>
                <a:gd name="connsiteY9" fmla="*/ 1420397 h 1420397"/>
                <a:gd name="connsiteX10" fmla="*/ 462115 w 1219200"/>
                <a:gd name="connsiteY10" fmla="*/ 1199170 h 1420397"/>
                <a:gd name="connsiteX11" fmla="*/ 372316 w 1219200"/>
                <a:gd name="connsiteY11" fmla="*/ 1171295 h 1420397"/>
                <a:gd name="connsiteX12" fmla="*/ 0 w 1219200"/>
                <a:gd name="connsiteY12" fmla="*/ 609600 h 1420397"/>
                <a:gd name="connsiteX13" fmla="*/ 609600 w 1219200"/>
                <a:gd name="connsiteY13" fmla="*/ 0 h 142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 h="1420397">
                  <a:moveTo>
                    <a:pt x="609600" y="167738"/>
                  </a:moveTo>
                  <a:cubicBezTo>
                    <a:pt x="365566" y="167738"/>
                    <a:pt x="167738" y="365566"/>
                    <a:pt x="167738" y="609600"/>
                  </a:cubicBezTo>
                  <a:cubicBezTo>
                    <a:pt x="167738" y="853634"/>
                    <a:pt x="365566" y="1051462"/>
                    <a:pt x="609600" y="1051462"/>
                  </a:cubicBezTo>
                  <a:cubicBezTo>
                    <a:pt x="853634" y="1051462"/>
                    <a:pt x="1051462" y="853634"/>
                    <a:pt x="1051462" y="609600"/>
                  </a:cubicBezTo>
                  <a:cubicBezTo>
                    <a:pt x="1051462" y="365566"/>
                    <a:pt x="853634" y="167738"/>
                    <a:pt x="609600" y="167738"/>
                  </a:cubicBezTo>
                  <a:close/>
                  <a:moveTo>
                    <a:pt x="609600" y="0"/>
                  </a:moveTo>
                  <a:cubicBezTo>
                    <a:pt x="946273" y="0"/>
                    <a:pt x="1219200" y="272927"/>
                    <a:pt x="1219200" y="609600"/>
                  </a:cubicBezTo>
                  <a:cubicBezTo>
                    <a:pt x="1219200" y="862105"/>
                    <a:pt x="1065679" y="1078752"/>
                    <a:pt x="846884" y="1171295"/>
                  </a:cubicBezTo>
                  <a:lnTo>
                    <a:pt x="757085" y="1199170"/>
                  </a:lnTo>
                  <a:lnTo>
                    <a:pt x="609600" y="1420397"/>
                  </a:lnTo>
                  <a:lnTo>
                    <a:pt x="462115" y="1199170"/>
                  </a:lnTo>
                  <a:lnTo>
                    <a:pt x="372316" y="1171295"/>
                  </a:lnTo>
                  <a:cubicBezTo>
                    <a:pt x="153522" y="1078752"/>
                    <a:pt x="0" y="862105"/>
                    <a:pt x="0" y="609600"/>
                  </a:cubicBezTo>
                  <a:cubicBezTo>
                    <a:pt x="0" y="272927"/>
                    <a:pt x="272927" y="0"/>
                    <a:pt x="609600" y="0"/>
                  </a:cubicBezTo>
                  <a:close/>
                </a:path>
              </a:pathLst>
            </a:custGeom>
            <a:gradFill>
              <a:gsLst>
                <a:gs pos="0">
                  <a:srgbClr val="00AACC"/>
                </a:gs>
                <a:gs pos="100000">
                  <a:srgbClr val="00809A"/>
                </a:gs>
              </a:gsLst>
              <a:lin ang="162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100" dirty="0">
                <a:solidFill>
                  <a:schemeClr val="tx1"/>
                </a:solidFill>
                <a:latin typeface="Calibri" panose="020F0502020204030204"/>
              </a:endParaRPr>
            </a:p>
          </p:txBody>
        </p:sp>
        <p:sp>
          <p:nvSpPr>
            <p:cNvPr id="73" name="Oval 72"/>
            <p:cNvSpPr/>
            <p:nvPr/>
          </p:nvSpPr>
          <p:spPr>
            <a:xfrm>
              <a:off x="1628410" y="2086783"/>
              <a:ext cx="896081" cy="896080"/>
            </a:xfrm>
            <a:prstGeom prst="ellipse">
              <a:avLst/>
            </a:prstGeom>
            <a:solidFill>
              <a:schemeClr val="bg1">
                <a:lumMod val="95000"/>
              </a:schemeClr>
            </a:solidFill>
            <a:ln>
              <a:noFill/>
            </a:ln>
            <a:effectLst>
              <a:innerShdw blurRad="38100" dist="50800" dir="10800000">
                <a:prstClr val="black">
                  <a:alpha val="2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grpSp>
      <p:sp>
        <p:nvSpPr>
          <p:cNvPr id="53" name="Rounded Rectangle 2"/>
          <p:cNvSpPr/>
          <p:nvPr/>
        </p:nvSpPr>
        <p:spPr>
          <a:xfrm>
            <a:off x="5432041" y="2237244"/>
            <a:ext cx="1613310" cy="3458161"/>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chemeClr val="accent4">
                <a:lumMod val="50000"/>
              </a:schemeClr>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Calibri" panose="020F0502020204030204"/>
            </a:endParaRPr>
          </a:p>
        </p:txBody>
      </p:sp>
      <p:sp>
        <p:nvSpPr>
          <p:cNvPr id="49" name="Freeform 48"/>
          <p:cNvSpPr/>
          <p:nvPr/>
        </p:nvSpPr>
        <p:spPr>
          <a:xfrm>
            <a:off x="5701752" y="836995"/>
            <a:ext cx="1065339" cy="1416055"/>
          </a:xfrm>
          <a:custGeom>
            <a:avLst/>
            <a:gdLst>
              <a:gd name="connsiteX0" fmla="*/ 609600 w 1219200"/>
              <a:gd name="connsiteY0" fmla="*/ 167738 h 1420397"/>
              <a:gd name="connsiteX1" fmla="*/ 167738 w 1219200"/>
              <a:gd name="connsiteY1" fmla="*/ 609600 h 1420397"/>
              <a:gd name="connsiteX2" fmla="*/ 609600 w 1219200"/>
              <a:gd name="connsiteY2" fmla="*/ 1051462 h 1420397"/>
              <a:gd name="connsiteX3" fmla="*/ 1051462 w 1219200"/>
              <a:gd name="connsiteY3" fmla="*/ 609600 h 1420397"/>
              <a:gd name="connsiteX4" fmla="*/ 609600 w 1219200"/>
              <a:gd name="connsiteY4" fmla="*/ 167738 h 1420397"/>
              <a:gd name="connsiteX5" fmla="*/ 609600 w 1219200"/>
              <a:gd name="connsiteY5" fmla="*/ 0 h 1420397"/>
              <a:gd name="connsiteX6" fmla="*/ 1219200 w 1219200"/>
              <a:gd name="connsiteY6" fmla="*/ 609600 h 1420397"/>
              <a:gd name="connsiteX7" fmla="*/ 846884 w 1219200"/>
              <a:gd name="connsiteY7" fmla="*/ 1171295 h 1420397"/>
              <a:gd name="connsiteX8" fmla="*/ 757085 w 1219200"/>
              <a:gd name="connsiteY8" fmla="*/ 1199170 h 1420397"/>
              <a:gd name="connsiteX9" fmla="*/ 609600 w 1219200"/>
              <a:gd name="connsiteY9" fmla="*/ 1420397 h 1420397"/>
              <a:gd name="connsiteX10" fmla="*/ 462115 w 1219200"/>
              <a:gd name="connsiteY10" fmla="*/ 1199170 h 1420397"/>
              <a:gd name="connsiteX11" fmla="*/ 372316 w 1219200"/>
              <a:gd name="connsiteY11" fmla="*/ 1171295 h 1420397"/>
              <a:gd name="connsiteX12" fmla="*/ 0 w 1219200"/>
              <a:gd name="connsiteY12" fmla="*/ 609600 h 1420397"/>
              <a:gd name="connsiteX13" fmla="*/ 609600 w 1219200"/>
              <a:gd name="connsiteY13" fmla="*/ 0 h 142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 h="1420397">
                <a:moveTo>
                  <a:pt x="609600" y="167738"/>
                </a:moveTo>
                <a:cubicBezTo>
                  <a:pt x="365566" y="167738"/>
                  <a:pt x="167738" y="365566"/>
                  <a:pt x="167738" y="609600"/>
                </a:cubicBezTo>
                <a:cubicBezTo>
                  <a:pt x="167738" y="853634"/>
                  <a:pt x="365566" y="1051462"/>
                  <a:pt x="609600" y="1051462"/>
                </a:cubicBezTo>
                <a:cubicBezTo>
                  <a:pt x="853634" y="1051462"/>
                  <a:pt x="1051462" y="853634"/>
                  <a:pt x="1051462" y="609600"/>
                </a:cubicBezTo>
                <a:cubicBezTo>
                  <a:pt x="1051462" y="365566"/>
                  <a:pt x="853634" y="167738"/>
                  <a:pt x="609600" y="167738"/>
                </a:cubicBezTo>
                <a:close/>
                <a:moveTo>
                  <a:pt x="609600" y="0"/>
                </a:moveTo>
                <a:cubicBezTo>
                  <a:pt x="946273" y="0"/>
                  <a:pt x="1219200" y="272927"/>
                  <a:pt x="1219200" y="609600"/>
                </a:cubicBezTo>
                <a:cubicBezTo>
                  <a:pt x="1219200" y="862105"/>
                  <a:pt x="1065679" y="1078752"/>
                  <a:pt x="846884" y="1171295"/>
                </a:cubicBezTo>
                <a:lnTo>
                  <a:pt x="757085" y="1199170"/>
                </a:lnTo>
                <a:lnTo>
                  <a:pt x="609600" y="1420397"/>
                </a:lnTo>
                <a:lnTo>
                  <a:pt x="462115" y="1199170"/>
                </a:lnTo>
                <a:lnTo>
                  <a:pt x="372316" y="1171295"/>
                </a:lnTo>
                <a:cubicBezTo>
                  <a:pt x="153522" y="1078752"/>
                  <a:pt x="0" y="862105"/>
                  <a:pt x="0" y="609600"/>
                </a:cubicBezTo>
                <a:cubicBezTo>
                  <a:pt x="0" y="272927"/>
                  <a:pt x="272927" y="0"/>
                  <a:pt x="609600" y="0"/>
                </a:cubicBezTo>
                <a:close/>
              </a:path>
            </a:pathLst>
          </a:custGeom>
          <a:solidFill>
            <a:schemeClr val="accent4">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100" dirty="0">
              <a:solidFill>
                <a:schemeClr val="tx1"/>
              </a:solidFill>
              <a:latin typeface="Calibri" panose="020F0502020204030204"/>
            </a:endParaRPr>
          </a:p>
        </p:txBody>
      </p:sp>
      <p:sp>
        <p:nvSpPr>
          <p:cNvPr id="51" name="Oval 50"/>
          <p:cNvSpPr/>
          <p:nvPr/>
        </p:nvSpPr>
        <p:spPr>
          <a:xfrm>
            <a:off x="5842923" y="998062"/>
            <a:ext cx="782997" cy="893341"/>
          </a:xfrm>
          <a:prstGeom prst="ellipse">
            <a:avLst/>
          </a:prstGeom>
          <a:solidFill>
            <a:schemeClr val="bg1">
              <a:lumMod val="95000"/>
            </a:schemeClr>
          </a:solidFill>
          <a:ln>
            <a:noFill/>
          </a:ln>
          <a:effectLst>
            <a:innerShdw blurRad="38100" dist="50800" dir="10800000">
              <a:prstClr val="black">
                <a:alpha val="2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100" dirty="0">
              <a:solidFill>
                <a:schemeClr val="tx1"/>
              </a:solidFill>
              <a:latin typeface="Arial" panose="020B0604020202020204" pitchFamily="34" charset="0"/>
              <a:cs typeface="Arial" panose="020B0604020202020204" pitchFamily="34" charset="0"/>
            </a:endParaRPr>
          </a:p>
        </p:txBody>
      </p:sp>
      <p:sp>
        <p:nvSpPr>
          <p:cNvPr id="14" name="TextBox 13"/>
          <p:cNvSpPr txBox="1"/>
          <p:nvPr/>
        </p:nvSpPr>
        <p:spPr>
          <a:xfrm>
            <a:off x="2416919" y="1111639"/>
            <a:ext cx="511590" cy="523220"/>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1</a:t>
            </a:r>
          </a:p>
        </p:txBody>
      </p:sp>
      <p:sp>
        <p:nvSpPr>
          <p:cNvPr id="92" name="TextBox 91"/>
          <p:cNvSpPr txBox="1"/>
          <p:nvPr/>
        </p:nvSpPr>
        <p:spPr>
          <a:xfrm>
            <a:off x="4198630" y="1109049"/>
            <a:ext cx="511590" cy="523220"/>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2</a:t>
            </a:r>
          </a:p>
        </p:txBody>
      </p:sp>
      <p:sp>
        <p:nvSpPr>
          <p:cNvPr id="93" name="TextBox 92"/>
          <p:cNvSpPr txBox="1"/>
          <p:nvPr/>
        </p:nvSpPr>
        <p:spPr>
          <a:xfrm>
            <a:off x="5982900" y="1109048"/>
            <a:ext cx="511590" cy="523220"/>
          </a:xfrm>
          <a:prstGeom prst="rect">
            <a:avLst/>
          </a:prstGeom>
          <a:noFill/>
        </p:spPr>
        <p:txBody>
          <a:bodyPr wrap="square" rtlCol="0">
            <a:spAutoFit/>
          </a:bodyPr>
          <a:lstStyle/>
          <a:p>
            <a:pPr algn="ctr"/>
            <a:r>
              <a:rPr lang="en-US" sz="2800" dirty="0">
                <a:solidFill>
                  <a:schemeClr val="accent4">
                    <a:lumMod val="50000"/>
                  </a:schemeClr>
                </a:solidFill>
                <a:latin typeface="Arial" panose="020B0604020202020204" pitchFamily="34" charset="0"/>
                <a:cs typeface="Arial" panose="020B0604020202020204" pitchFamily="34" charset="0"/>
              </a:rPr>
              <a:t>3</a:t>
            </a:r>
          </a:p>
        </p:txBody>
      </p:sp>
      <p:sp>
        <p:nvSpPr>
          <p:cNvPr id="94" name="TextBox 93"/>
          <p:cNvSpPr txBox="1"/>
          <p:nvPr/>
        </p:nvSpPr>
        <p:spPr>
          <a:xfrm>
            <a:off x="7860023" y="1109050"/>
            <a:ext cx="511590" cy="523220"/>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4</a:t>
            </a:r>
          </a:p>
        </p:txBody>
      </p:sp>
      <p:sp>
        <p:nvSpPr>
          <p:cNvPr id="95" name="TextBox 94"/>
          <p:cNvSpPr txBox="1"/>
          <p:nvPr/>
        </p:nvSpPr>
        <p:spPr>
          <a:xfrm>
            <a:off x="5341562" y="2241178"/>
            <a:ext cx="1942896" cy="923330"/>
          </a:xfrm>
          <a:prstGeom prst="rect">
            <a:avLst/>
          </a:prstGeom>
          <a:noFill/>
        </p:spPr>
        <p:txBody>
          <a:bodyPr wrap="square" rtlCol="0">
            <a:spAutoFit/>
          </a:bodyPr>
          <a:lstStyle/>
          <a:p>
            <a:pPr algn="ctr" defTabSz="685800">
              <a:defRPr/>
            </a:pPr>
            <a:r>
              <a:rPr lang="en-US" b="1" i="1" dirty="0">
                <a:latin typeface="Arial" panose="020B0604020202020204" pitchFamily="34" charset="0"/>
                <a:ea typeface="Verdana" panose="020B0604030504040204" pitchFamily="34" charset="0"/>
                <a:cs typeface="Arial" panose="020B0604020202020204" pitchFamily="34" charset="0"/>
              </a:rPr>
              <a:t>Continuous Monitoring and Adaptation</a:t>
            </a:r>
          </a:p>
        </p:txBody>
      </p:sp>
      <p:sp>
        <p:nvSpPr>
          <p:cNvPr id="96" name="TextBox 95"/>
          <p:cNvSpPr txBox="1"/>
          <p:nvPr/>
        </p:nvSpPr>
        <p:spPr>
          <a:xfrm>
            <a:off x="7213296" y="2318404"/>
            <a:ext cx="1805044" cy="646331"/>
          </a:xfrm>
          <a:prstGeom prst="rect">
            <a:avLst/>
          </a:prstGeom>
          <a:noFill/>
        </p:spPr>
        <p:txBody>
          <a:bodyPr wrap="square" rtlCol="0" anchor="ctr">
            <a:spAutoFit/>
          </a:bodyPr>
          <a:lstStyle/>
          <a:p>
            <a:pPr algn="ctr" defTabSz="685800">
              <a:defRPr/>
            </a:pPr>
            <a:r>
              <a:rPr lang="en-US" b="1" i="1" dirty="0">
                <a:latin typeface="Arial" panose="020B0604020202020204" pitchFamily="34" charset="0"/>
                <a:ea typeface="Verdana" panose="020B0604030504040204" pitchFamily="34" charset="0"/>
                <a:cs typeface="Arial" panose="020B0604020202020204" pitchFamily="34" charset="0"/>
              </a:rPr>
              <a:t>Collaborative Efforts</a:t>
            </a:r>
          </a:p>
        </p:txBody>
      </p:sp>
      <p:sp>
        <p:nvSpPr>
          <p:cNvPr id="32" name="TextBox 31">
            <a:extLst>
              <a:ext uri="{FF2B5EF4-FFF2-40B4-BE49-F238E27FC236}">
                <a16:creationId xmlns:a16="http://schemas.microsoft.com/office/drawing/2014/main" id="{6A03C164-A286-46B8-9C7E-6A70784A72E0}"/>
              </a:ext>
            </a:extLst>
          </p:cNvPr>
          <p:cNvSpPr txBox="1"/>
          <p:nvPr/>
        </p:nvSpPr>
        <p:spPr>
          <a:xfrm>
            <a:off x="1285016" y="3275502"/>
            <a:ext cx="2027573" cy="1815882"/>
          </a:xfrm>
          <a:prstGeom prst="rect">
            <a:avLst/>
          </a:prstGeom>
          <a:noFill/>
        </p:spPr>
        <p:txBody>
          <a:bodyPr wrap="square" rtlCol="0">
            <a:spAutoFit/>
          </a:bodyPr>
          <a:lstStyle/>
          <a:p>
            <a:pPr defTabSz="685800">
              <a:defRPr/>
            </a:pPr>
            <a:r>
              <a:rPr lang="en-US" sz="1600" b="1" i="1" dirty="0">
                <a:latin typeface="Arial" panose="020B0604020202020204" pitchFamily="34" charset="0"/>
                <a:ea typeface="Verdana" panose="020B0604030504040204" pitchFamily="34" charset="0"/>
                <a:cs typeface="Arial" panose="020B0604020202020204" pitchFamily="34" charset="0"/>
              </a:rPr>
              <a:t>Systems must analyze transactions instantly to minimize losses and enhance user trust.</a:t>
            </a:r>
          </a:p>
        </p:txBody>
      </p:sp>
      <p:sp>
        <p:nvSpPr>
          <p:cNvPr id="33" name="TextBox 32">
            <a:extLst>
              <a:ext uri="{FF2B5EF4-FFF2-40B4-BE49-F238E27FC236}">
                <a16:creationId xmlns:a16="http://schemas.microsoft.com/office/drawing/2014/main" id="{57EBD1C9-4123-4123-8F5A-01E0F35AE2BF}"/>
              </a:ext>
            </a:extLst>
          </p:cNvPr>
          <p:cNvSpPr txBox="1"/>
          <p:nvPr/>
        </p:nvSpPr>
        <p:spPr>
          <a:xfrm>
            <a:off x="3581563" y="3275502"/>
            <a:ext cx="1766277" cy="1600438"/>
          </a:xfrm>
          <a:prstGeom prst="rect">
            <a:avLst/>
          </a:prstGeom>
          <a:noFill/>
        </p:spPr>
        <p:txBody>
          <a:bodyPr wrap="square" rtlCol="0">
            <a:spAutoFit/>
          </a:bodyPr>
          <a:lstStyle/>
          <a:p>
            <a:pPr defTabSz="685800">
              <a:defRPr/>
            </a:pPr>
            <a:r>
              <a:rPr lang="en-US" sz="1400" b="1" i="1" dirty="0">
                <a:latin typeface="Arial" panose="020B0604020202020204" pitchFamily="34" charset="0"/>
                <a:ea typeface="Verdana" panose="020B0604030504040204" pitchFamily="34" charset="0"/>
                <a:cs typeface="Arial" panose="020B0604020202020204" pitchFamily="34" charset="0"/>
              </a:rPr>
              <a:t>Advanced AI algorithms can significantly improve detection accuracy and adapt to new fraud patterns.</a:t>
            </a:r>
          </a:p>
        </p:txBody>
      </p:sp>
      <p:sp>
        <p:nvSpPr>
          <p:cNvPr id="34" name="TextBox 33">
            <a:extLst>
              <a:ext uri="{FF2B5EF4-FFF2-40B4-BE49-F238E27FC236}">
                <a16:creationId xmlns:a16="http://schemas.microsoft.com/office/drawing/2014/main" id="{E8B402EB-06D4-49B6-9578-14398BA46F6B}"/>
              </a:ext>
            </a:extLst>
          </p:cNvPr>
          <p:cNvSpPr txBox="1"/>
          <p:nvPr/>
        </p:nvSpPr>
        <p:spPr>
          <a:xfrm>
            <a:off x="5439519" y="3247264"/>
            <a:ext cx="1832318" cy="1384995"/>
          </a:xfrm>
          <a:prstGeom prst="rect">
            <a:avLst/>
          </a:prstGeom>
          <a:noFill/>
        </p:spPr>
        <p:txBody>
          <a:bodyPr wrap="square" rtlCol="0">
            <a:spAutoFit/>
          </a:bodyPr>
          <a:lstStyle/>
          <a:p>
            <a:pPr defTabSz="685800">
              <a:defRPr/>
            </a:pPr>
            <a:r>
              <a:rPr lang="en-US" sz="1400" b="1" i="1" dirty="0">
                <a:latin typeface="Arial" panose="020B0604020202020204" pitchFamily="34" charset="0"/>
                <a:ea typeface="Verdana" panose="020B0604030504040204" pitchFamily="34" charset="0"/>
                <a:cs typeface="Arial" panose="020B0604020202020204" pitchFamily="34" charset="0"/>
              </a:rPr>
              <a:t>The necessity for ongoing analysis and model retraining to keep up with evolving tactics.</a:t>
            </a:r>
          </a:p>
        </p:txBody>
      </p:sp>
      <p:sp>
        <p:nvSpPr>
          <p:cNvPr id="35" name="TextBox 34">
            <a:extLst>
              <a:ext uri="{FF2B5EF4-FFF2-40B4-BE49-F238E27FC236}">
                <a16:creationId xmlns:a16="http://schemas.microsoft.com/office/drawing/2014/main" id="{5A1FA1FF-856F-468D-AC85-10C434E5E806}"/>
              </a:ext>
            </a:extLst>
          </p:cNvPr>
          <p:cNvSpPr txBox="1"/>
          <p:nvPr/>
        </p:nvSpPr>
        <p:spPr>
          <a:xfrm>
            <a:off x="7240294" y="3298231"/>
            <a:ext cx="1805044" cy="1600438"/>
          </a:xfrm>
          <a:prstGeom prst="rect">
            <a:avLst/>
          </a:prstGeom>
          <a:noFill/>
        </p:spPr>
        <p:txBody>
          <a:bodyPr wrap="square" rtlCol="0" anchor="ctr">
            <a:spAutoFit/>
          </a:bodyPr>
          <a:lstStyle/>
          <a:p>
            <a:pPr defTabSz="685800">
              <a:defRPr/>
            </a:pPr>
            <a:r>
              <a:rPr lang="en-US" sz="1400" b="1" i="1" dirty="0">
                <a:latin typeface="Arial" panose="020B0604020202020204" pitchFamily="34" charset="0"/>
                <a:ea typeface="Verdana" panose="020B0604030504040204" pitchFamily="34" charset="0"/>
                <a:cs typeface="Arial" panose="020B0604020202020204" pitchFamily="34" charset="0"/>
              </a:rPr>
              <a:t>Financial institutions sharing data on fraud patterns can enhance overall detection capabilities.</a:t>
            </a:r>
          </a:p>
        </p:txBody>
      </p:sp>
      <p:sp>
        <p:nvSpPr>
          <p:cNvPr id="30" name="TextBox 29">
            <a:extLst>
              <a:ext uri="{FF2B5EF4-FFF2-40B4-BE49-F238E27FC236}">
                <a16:creationId xmlns:a16="http://schemas.microsoft.com/office/drawing/2014/main" id="{024EB4FA-3B8E-496C-BB0A-004C4E950726}"/>
              </a:ext>
            </a:extLst>
          </p:cNvPr>
          <p:cNvSpPr txBox="1"/>
          <p:nvPr/>
        </p:nvSpPr>
        <p:spPr>
          <a:xfrm>
            <a:off x="3921338" y="216668"/>
            <a:ext cx="5626880" cy="461665"/>
          </a:xfrm>
          <a:prstGeom prst="rect">
            <a:avLst/>
          </a:prstGeom>
          <a:noFill/>
        </p:spPr>
        <p:txBody>
          <a:bodyPr wrap="square" rtlCol="0">
            <a:spAutoFit/>
          </a:bodyPr>
          <a:lstStyle/>
          <a:p>
            <a:r>
              <a:rPr lang="en-US" sz="2400" b="1" dirty="0">
                <a:solidFill>
                  <a:schemeClr val="accent1">
                    <a:lumMod val="50000"/>
                  </a:schemeClr>
                </a:solidFill>
                <a:latin typeface="Arial" panose="020B0604020202020204" pitchFamily="34" charset="0"/>
                <a:cs typeface="Arial" panose="020B0604020202020204" pitchFamily="34" charset="0"/>
              </a:rPr>
              <a:t>Prevention Measures</a:t>
            </a:r>
          </a:p>
        </p:txBody>
      </p:sp>
      <p:sp>
        <p:nvSpPr>
          <p:cNvPr id="31" name="Rectangle 30">
            <a:extLst>
              <a:ext uri="{FF2B5EF4-FFF2-40B4-BE49-F238E27FC236}">
                <a16:creationId xmlns:a16="http://schemas.microsoft.com/office/drawing/2014/main" id="{56D67DC2-2312-44A9-8B83-B4F6A76563C5}"/>
              </a:ext>
            </a:extLst>
          </p:cNvPr>
          <p:cNvSpPr/>
          <p:nvPr/>
        </p:nvSpPr>
        <p:spPr>
          <a:xfrm>
            <a:off x="0" y="-66582"/>
            <a:ext cx="11967099"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36" name="Rectangle 35">
            <a:extLst>
              <a:ext uri="{FF2B5EF4-FFF2-40B4-BE49-F238E27FC236}">
                <a16:creationId xmlns:a16="http://schemas.microsoft.com/office/drawing/2014/main" id="{D1D7FF3D-8B74-42B7-A2D4-17BB0EDBD3A1}"/>
              </a:ext>
            </a:extLst>
          </p:cNvPr>
          <p:cNvSpPr/>
          <p:nvPr/>
        </p:nvSpPr>
        <p:spPr>
          <a:xfrm rot="16200000">
            <a:off x="-3213100" y="3326786"/>
            <a:ext cx="6876000" cy="13316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37" name="Picture 36">
            <a:extLst>
              <a:ext uri="{FF2B5EF4-FFF2-40B4-BE49-F238E27FC236}">
                <a16:creationId xmlns:a16="http://schemas.microsoft.com/office/drawing/2014/main" id="{7D51A51B-553D-4D39-9563-2773518DC7E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Tree>
    <p:extLst>
      <p:ext uri="{BB962C8B-B14F-4D97-AF65-F5344CB8AC3E}">
        <p14:creationId xmlns:p14="http://schemas.microsoft.com/office/powerpoint/2010/main" val="3128344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ppt_x"/>
                                          </p:val>
                                        </p:tav>
                                        <p:tav tm="100000">
                                          <p:val>
                                            <p:strVal val="#ppt_x"/>
                                          </p:val>
                                        </p:tav>
                                      </p:tavLst>
                                    </p:anim>
                                    <p:anim calcmode="lin" valueType="num">
                                      <p:cBhvr additive="base">
                                        <p:cTn id="8" dur="10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4"/>
                                        </p:tgtEl>
                                        <p:attrNameLst>
                                          <p:attrName>style.visibility</p:attrName>
                                        </p:attrNameLst>
                                      </p:cBhvr>
                                      <p:to>
                                        <p:strVal val="visible"/>
                                      </p:to>
                                    </p:set>
                                    <p:anim calcmode="lin" valueType="num">
                                      <p:cBhvr additive="base">
                                        <p:cTn id="11" dur="1000" fill="hold"/>
                                        <p:tgtEl>
                                          <p:spTgt spid="74"/>
                                        </p:tgtEl>
                                        <p:attrNameLst>
                                          <p:attrName>ppt_x</p:attrName>
                                        </p:attrNameLst>
                                      </p:cBhvr>
                                      <p:tavLst>
                                        <p:tav tm="0">
                                          <p:val>
                                            <p:strVal val="#ppt_x"/>
                                          </p:val>
                                        </p:tav>
                                        <p:tav tm="100000">
                                          <p:val>
                                            <p:strVal val="#ppt_x"/>
                                          </p:val>
                                        </p:tav>
                                      </p:tavLst>
                                    </p:anim>
                                    <p:anim calcmode="lin" valueType="num">
                                      <p:cBhvr additive="base">
                                        <p:cTn id="12" dur="1000" fill="hold"/>
                                        <p:tgtEl>
                                          <p:spTgt spid="7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1"/>
                                        </p:tgtEl>
                                        <p:attrNameLst>
                                          <p:attrName>style.visibility</p:attrName>
                                        </p:attrNameLst>
                                      </p:cBhvr>
                                      <p:to>
                                        <p:strVal val="visible"/>
                                      </p:to>
                                    </p:set>
                                    <p:anim calcmode="lin" valueType="num">
                                      <p:cBhvr additive="base">
                                        <p:cTn id="15" dur="1000" fill="hold"/>
                                        <p:tgtEl>
                                          <p:spTgt spid="71"/>
                                        </p:tgtEl>
                                        <p:attrNameLst>
                                          <p:attrName>ppt_x</p:attrName>
                                        </p:attrNameLst>
                                      </p:cBhvr>
                                      <p:tavLst>
                                        <p:tav tm="0">
                                          <p:val>
                                            <p:strVal val="#ppt_x"/>
                                          </p:val>
                                        </p:tav>
                                        <p:tav tm="100000">
                                          <p:val>
                                            <p:strVal val="#ppt_x"/>
                                          </p:val>
                                        </p:tav>
                                      </p:tavLst>
                                    </p:anim>
                                    <p:anim calcmode="lin" valueType="num">
                                      <p:cBhvr additive="base">
                                        <p:cTn id="16" dur="1000" fill="hold"/>
                                        <p:tgtEl>
                                          <p:spTgt spid="7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4"/>
                                        </p:tgtEl>
                                        <p:attrNameLst>
                                          <p:attrName>style.visibility</p:attrName>
                                        </p:attrNameLst>
                                      </p:cBhvr>
                                      <p:to>
                                        <p:strVal val="visible"/>
                                      </p:to>
                                    </p:set>
                                    <p:anim calcmode="lin" valueType="num">
                                      <p:cBhvr additive="base">
                                        <p:cTn id="19" dur="1000" fill="hold"/>
                                        <p:tgtEl>
                                          <p:spTgt spid="94"/>
                                        </p:tgtEl>
                                        <p:attrNameLst>
                                          <p:attrName>ppt_x</p:attrName>
                                        </p:attrNameLst>
                                      </p:cBhvr>
                                      <p:tavLst>
                                        <p:tav tm="0">
                                          <p:val>
                                            <p:strVal val="#ppt_x"/>
                                          </p:val>
                                        </p:tav>
                                        <p:tav tm="100000">
                                          <p:val>
                                            <p:strVal val="#ppt_x"/>
                                          </p:val>
                                        </p:tav>
                                      </p:tavLst>
                                    </p:anim>
                                    <p:anim calcmode="lin" valueType="num">
                                      <p:cBhvr additive="base">
                                        <p:cTn id="20" dur="1000" fill="hold"/>
                                        <p:tgtEl>
                                          <p:spTgt spid="9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6"/>
                                        </p:tgtEl>
                                        <p:attrNameLst>
                                          <p:attrName>style.visibility</p:attrName>
                                        </p:attrNameLst>
                                      </p:cBhvr>
                                      <p:to>
                                        <p:strVal val="visible"/>
                                      </p:to>
                                    </p:set>
                                    <p:anim calcmode="lin" valueType="num">
                                      <p:cBhvr additive="base">
                                        <p:cTn id="23" dur="1000" fill="hold"/>
                                        <p:tgtEl>
                                          <p:spTgt spid="96"/>
                                        </p:tgtEl>
                                        <p:attrNameLst>
                                          <p:attrName>ppt_x</p:attrName>
                                        </p:attrNameLst>
                                      </p:cBhvr>
                                      <p:tavLst>
                                        <p:tav tm="0">
                                          <p:val>
                                            <p:strVal val="#ppt_x"/>
                                          </p:val>
                                        </p:tav>
                                        <p:tav tm="100000">
                                          <p:val>
                                            <p:strVal val="#ppt_x"/>
                                          </p:val>
                                        </p:tav>
                                      </p:tavLst>
                                    </p:anim>
                                    <p:anim calcmode="lin" valueType="num">
                                      <p:cBhvr additive="base">
                                        <p:cTn id="24" dur="1000" fill="hold"/>
                                        <p:tgtEl>
                                          <p:spTgt spid="9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1000" fill="hold"/>
                                        <p:tgtEl>
                                          <p:spTgt spid="35"/>
                                        </p:tgtEl>
                                        <p:attrNameLst>
                                          <p:attrName>ppt_x</p:attrName>
                                        </p:attrNameLst>
                                      </p:cBhvr>
                                      <p:tavLst>
                                        <p:tav tm="0">
                                          <p:val>
                                            <p:strVal val="#ppt_x"/>
                                          </p:val>
                                        </p:tav>
                                        <p:tav tm="100000">
                                          <p:val>
                                            <p:strVal val="#ppt_x"/>
                                          </p:val>
                                        </p:tav>
                                      </p:tavLst>
                                    </p:anim>
                                    <p:anim calcmode="lin" valueType="num">
                                      <p:cBhvr additive="base">
                                        <p:cTn id="28" dur="10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4" grpId="0" animBg="1"/>
      <p:bldP spid="94" grpId="0"/>
      <p:bldP spid="96" grpId="0"/>
      <p:bldP spid="35"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4FF4FD-03D5-4620-8034-5325843FDB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a:extLst>
              <a:ext uri="{FF2B5EF4-FFF2-40B4-BE49-F238E27FC236}">
                <a16:creationId xmlns:a16="http://schemas.microsoft.com/office/drawing/2014/main" id="{837E91FA-D65E-451C-96E1-DB4F0B1FD3B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48214" y1="48214" x2="48214" y2="48214"/>
                        <a14:foregroundMark x1="48214" y1="48214" x2="48214" y2="48214"/>
                        <a14:foregroundMark x1="48214" y1="48214" x2="49554" y2="46429"/>
                        <a14:foregroundMark x1="49554" y1="46429" x2="49554" y2="46429"/>
                        <a14:foregroundMark x1="49554" y1="46429" x2="49554" y2="46429"/>
                        <a14:foregroundMark x1="49554" y1="41071" x2="57143" y2="48214"/>
                        <a14:foregroundMark x1="46875" y1="41071" x2="40179" y2="42857"/>
                        <a14:foregroundMark x1="52232" y1="52679" x2="52232" y2="52679"/>
                        <a14:foregroundMark x1="52232" y1="52679" x2="36161" y2="51786"/>
                        <a14:foregroundMark x1="46875" y1="48214" x2="45536" y2="41518"/>
                        <a14:foregroundMark x1="45536" y1="41518" x2="44196" y2="41071"/>
                        <a14:foregroundMark x1="61607" y1="45536" x2="43304" y2="45536"/>
                        <a14:foregroundMark x1="62946" y1="48214" x2="45536" y2="56696"/>
                        <a14:foregroundMark x1="35268" y1="41518" x2="36161" y2="50893"/>
                        <a14:foregroundMark x1="53571" y1="50893" x2="48214" y2="53125"/>
                        <a14:foregroundMark x1="66071" y1="54464" x2="51786" y2="47768"/>
                        <a14:foregroundMark x1="51786" y1="47768" x2="49554" y2="34375"/>
                        <a14:foregroundMark x1="47768" y1="48214" x2="46875" y2="34821"/>
                        <a14:foregroundMark x1="47321" y1="54911" x2="49554" y2="43750"/>
                      </a14:backgroundRemoval>
                    </a14:imgEffect>
                  </a14:imgLayer>
                </a14:imgProps>
              </a:ext>
              <a:ext uri="{28A0092B-C50C-407E-A947-70E740481C1C}">
                <a14:useLocalDpi xmlns:a14="http://schemas.microsoft.com/office/drawing/2010/main" val="0"/>
              </a:ext>
            </a:extLst>
          </a:blip>
          <a:stretch>
            <a:fillRect/>
          </a:stretch>
        </p:blipFill>
        <p:spPr>
          <a:xfrm>
            <a:off x="10517529" y="10856"/>
            <a:ext cx="1606471" cy="1606471"/>
          </a:xfrm>
          <a:prstGeom prst="rect">
            <a:avLst/>
          </a:prstGeom>
        </p:spPr>
      </p:pic>
    </p:spTree>
    <p:extLst>
      <p:ext uri="{BB962C8B-B14F-4D97-AF65-F5344CB8AC3E}">
        <p14:creationId xmlns:p14="http://schemas.microsoft.com/office/powerpoint/2010/main" val="33073887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651</TotalTime>
  <Words>2095</Words>
  <Application>Microsoft Office PowerPoint</Application>
  <PresentationFormat>Widescreen</PresentationFormat>
  <Paragraphs>496</Paragraphs>
  <Slides>39</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Arial</vt:lpstr>
      <vt:lpstr>Arial Black</vt:lpstr>
      <vt:lpstr>Calibri</vt:lpstr>
      <vt:lpstr>Calibri Light</vt:lpstr>
      <vt:lpstr>Symbol</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Detection Techniques</vt:lpstr>
      <vt:lpstr>Detection Techniques</vt:lpstr>
      <vt:lpstr>PowerPoint Presentation</vt:lpstr>
      <vt:lpstr>Detection Techniques</vt:lpstr>
      <vt:lpstr>Detection Techniques</vt:lpstr>
      <vt:lpstr>Detection Techniques</vt:lpstr>
      <vt:lpstr>Detection Techniques</vt:lpstr>
      <vt:lpstr>Detection Techniques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Zubair Arif/Accounts/Head Office</dc:creator>
  <cp:lastModifiedBy>Muhammad Zubair Arif/Accounts/Head Office</cp:lastModifiedBy>
  <cp:revision>94</cp:revision>
  <dcterms:created xsi:type="dcterms:W3CDTF">2023-12-25T13:18:27Z</dcterms:created>
  <dcterms:modified xsi:type="dcterms:W3CDTF">2024-10-03T16:24:02Z</dcterms:modified>
</cp:coreProperties>
</file>